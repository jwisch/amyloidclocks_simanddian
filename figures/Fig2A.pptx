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70">
          <p15:clr>
            <a:srgbClr val="A4A3A4"/>
          </p15:clr>
        </p15:guide>
        <p15:guide id="2" pos="47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134" y="90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23/04/2026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c3"/>
          <p:cNvSpPr/>
          <p:nvPr/>
        </p:nvSpPr>
        <p:spPr>
          <a:xfrm>
            <a:off x="3886200" y="1462880"/>
            <a:ext cx="7315200" cy="77724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" name="rc4"/>
          <p:cNvSpPr/>
          <p:nvPr/>
        </p:nvSpPr>
        <p:spPr>
          <a:xfrm>
            <a:off x="3886200" y="1462881"/>
            <a:ext cx="7315200" cy="3886199"/>
          </a:xfrm>
          <a:prstGeom prst="rect">
            <a:avLst/>
          </a:prstGeom>
          <a:solidFill>
            <a:srgbClr val="FFFFFF">
              <a:alpha val="100000"/>
            </a:srgbClr>
          </a:solidFill>
          <a:ln w="17246" cap="rnd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" name="rc5"/>
          <p:cNvSpPr/>
          <p:nvPr/>
        </p:nvSpPr>
        <p:spPr>
          <a:xfrm>
            <a:off x="4454635" y="2115428"/>
            <a:ext cx="2065492" cy="653993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" name="pl6"/>
          <p:cNvSpPr/>
          <p:nvPr/>
        </p:nvSpPr>
        <p:spPr>
          <a:xfrm>
            <a:off x="4454635" y="2644448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" name="pl7"/>
          <p:cNvSpPr/>
          <p:nvPr/>
        </p:nvSpPr>
        <p:spPr>
          <a:xfrm>
            <a:off x="4454635" y="2453957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" name="pl8"/>
          <p:cNvSpPr/>
          <p:nvPr/>
        </p:nvSpPr>
        <p:spPr>
          <a:xfrm>
            <a:off x="4454635" y="2263466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" name="pl9"/>
          <p:cNvSpPr/>
          <p:nvPr/>
        </p:nvSpPr>
        <p:spPr>
          <a:xfrm>
            <a:off x="4783236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" name="pl10"/>
          <p:cNvSpPr/>
          <p:nvPr/>
        </p:nvSpPr>
        <p:spPr>
          <a:xfrm>
            <a:off x="5252666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" name="pl11"/>
          <p:cNvSpPr/>
          <p:nvPr/>
        </p:nvSpPr>
        <p:spPr>
          <a:xfrm>
            <a:off x="5722096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" name="pl12"/>
          <p:cNvSpPr/>
          <p:nvPr/>
        </p:nvSpPr>
        <p:spPr>
          <a:xfrm>
            <a:off x="6191527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" name="pl13"/>
          <p:cNvSpPr/>
          <p:nvPr/>
        </p:nvSpPr>
        <p:spPr>
          <a:xfrm>
            <a:off x="4454635" y="2739694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" name="pl14"/>
          <p:cNvSpPr/>
          <p:nvPr/>
        </p:nvSpPr>
        <p:spPr>
          <a:xfrm>
            <a:off x="4454635" y="2549203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" name="pl15"/>
          <p:cNvSpPr/>
          <p:nvPr/>
        </p:nvSpPr>
        <p:spPr>
          <a:xfrm>
            <a:off x="4454635" y="2358711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" name="pl16"/>
          <p:cNvSpPr/>
          <p:nvPr/>
        </p:nvSpPr>
        <p:spPr>
          <a:xfrm>
            <a:off x="4454635" y="2168220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" name="pl17"/>
          <p:cNvSpPr/>
          <p:nvPr/>
        </p:nvSpPr>
        <p:spPr>
          <a:xfrm>
            <a:off x="4548521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" name="pl18"/>
          <p:cNvSpPr/>
          <p:nvPr/>
        </p:nvSpPr>
        <p:spPr>
          <a:xfrm>
            <a:off x="5017951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" name="pl19"/>
          <p:cNvSpPr/>
          <p:nvPr/>
        </p:nvSpPr>
        <p:spPr>
          <a:xfrm>
            <a:off x="5487381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" name="pl20"/>
          <p:cNvSpPr/>
          <p:nvPr/>
        </p:nvSpPr>
        <p:spPr>
          <a:xfrm>
            <a:off x="5956811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" name="pl21"/>
          <p:cNvSpPr/>
          <p:nvPr/>
        </p:nvSpPr>
        <p:spPr>
          <a:xfrm>
            <a:off x="6426242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" name="pg22"/>
          <p:cNvSpPr/>
          <p:nvPr/>
        </p:nvSpPr>
        <p:spPr>
          <a:xfrm>
            <a:off x="4548521" y="2180087"/>
            <a:ext cx="1877720" cy="559607"/>
          </a:xfrm>
          <a:custGeom>
            <a:avLst/>
            <a:gdLst/>
            <a:ahLst/>
            <a:cxnLst/>
            <a:rect l="0" t="0" r="0" b="0"/>
            <a:pathLst>
              <a:path w="1877720" h="559607">
                <a:moveTo>
                  <a:pt x="0" y="559607"/>
                </a:moveTo>
                <a:lnTo>
                  <a:pt x="3674" y="559607"/>
                </a:lnTo>
                <a:lnTo>
                  <a:pt x="7349" y="559607"/>
                </a:lnTo>
                <a:lnTo>
                  <a:pt x="11023" y="559607"/>
                </a:lnTo>
                <a:lnTo>
                  <a:pt x="14698" y="559607"/>
                </a:lnTo>
                <a:lnTo>
                  <a:pt x="18372" y="559607"/>
                </a:lnTo>
                <a:lnTo>
                  <a:pt x="22047" y="559607"/>
                </a:lnTo>
                <a:lnTo>
                  <a:pt x="25722" y="559607"/>
                </a:lnTo>
                <a:lnTo>
                  <a:pt x="29396" y="559607"/>
                </a:lnTo>
                <a:lnTo>
                  <a:pt x="33071" y="559607"/>
                </a:lnTo>
                <a:lnTo>
                  <a:pt x="36745" y="559607"/>
                </a:lnTo>
                <a:lnTo>
                  <a:pt x="40420" y="559607"/>
                </a:lnTo>
                <a:lnTo>
                  <a:pt x="44095" y="559607"/>
                </a:lnTo>
                <a:lnTo>
                  <a:pt x="47769" y="559607"/>
                </a:lnTo>
                <a:lnTo>
                  <a:pt x="51444" y="559607"/>
                </a:lnTo>
                <a:lnTo>
                  <a:pt x="55118" y="559607"/>
                </a:lnTo>
                <a:lnTo>
                  <a:pt x="58793" y="559607"/>
                </a:lnTo>
                <a:lnTo>
                  <a:pt x="62468" y="559607"/>
                </a:lnTo>
                <a:lnTo>
                  <a:pt x="66142" y="559607"/>
                </a:lnTo>
                <a:lnTo>
                  <a:pt x="69817" y="559607"/>
                </a:lnTo>
                <a:lnTo>
                  <a:pt x="73491" y="559607"/>
                </a:lnTo>
                <a:lnTo>
                  <a:pt x="77166" y="559607"/>
                </a:lnTo>
                <a:lnTo>
                  <a:pt x="80841" y="559607"/>
                </a:lnTo>
                <a:lnTo>
                  <a:pt x="84515" y="559607"/>
                </a:lnTo>
                <a:lnTo>
                  <a:pt x="88190" y="559607"/>
                </a:lnTo>
                <a:lnTo>
                  <a:pt x="91864" y="559607"/>
                </a:lnTo>
                <a:lnTo>
                  <a:pt x="95539" y="559607"/>
                </a:lnTo>
                <a:lnTo>
                  <a:pt x="99214" y="559607"/>
                </a:lnTo>
                <a:lnTo>
                  <a:pt x="102888" y="559607"/>
                </a:lnTo>
                <a:lnTo>
                  <a:pt x="106563" y="559607"/>
                </a:lnTo>
                <a:lnTo>
                  <a:pt x="110237" y="559607"/>
                </a:lnTo>
                <a:lnTo>
                  <a:pt x="113912" y="559607"/>
                </a:lnTo>
                <a:lnTo>
                  <a:pt x="117587" y="559607"/>
                </a:lnTo>
                <a:lnTo>
                  <a:pt x="121261" y="559607"/>
                </a:lnTo>
                <a:lnTo>
                  <a:pt x="124936" y="559607"/>
                </a:lnTo>
                <a:lnTo>
                  <a:pt x="128610" y="559607"/>
                </a:lnTo>
                <a:lnTo>
                  <a:pt x="132285" y="559607"/>
                </a:lnTo>
                <a:lnTo>
                  <a:pt x="135960" y="559607"/>
                </a:lnTo>
                <a:lnTo>
                  <a:pt x="139634" y="559607"/>
                </a:lnTo>
                <a:lnTo>
                  <a:pt x="143309" y="559607"/>
                </a:lnTo>
                <a:lnTo>
                  <a:pt x="146983" y="559607"/>
                </a:lnTo>
                <a:lnTo>
                  <a:pt x="150658" y="559607"/>
                </a:lnTo>
                <a:lnTo>
                  <a:pt x="154333" y="559607"/>
                </a:lnTo>
                <a:lnTo>
                  <a:pt x="158007" y="559607"/>
                </a:lnTo>
                <a:lnTo>
                  <a:pt x="161682" y="559607"/>
                </a:lnTo>
                <a:lnTo>
                  <a:pt x="165356" y="559607"/>
                </a:lnTo>
                <a:lnTo>
                  <a:pt x="169031" y="559607"/>
                </a:lnTo>
                <a:lnTo>
                  <a:pt x="172706" y="559607"/>
                </a:lnTo>
                <a:lnTo>
                  <a:pt x="176380" y="559607"/>
                </a:lnTo>
                <a:lnTo>
                  <a:pt x="180055" y="559607"/>
                </a:lnTo>
                <a:lnTo>
                  <a:pt x="183729" y="559607"/>
                </a:lnTo>
                <a:lnTo>
                  <a:pt x="187404" y="559607"/>
                </a:lnTo>
                <a:lnTo>
                  <a:pt x="191079" y="559607"/>
                </a:lnTo>
                <a:lnTo>
                  <a:pt x="194753" y="559607"/>
                </a:lnTo>
                <a:lnTo>
                  <a:pt x="198428" y="559607"/>
                </a:lnTo>
                <a:lnTo>
                  <a:pt x="202102" y="559607"/>
                </a:lnTo>
                <a:lnTo>
                  <a:pt x="205777" y="559607"/>
                </a:lnTo>
                <a:lnTo>
                  <a:pt x="209452" y="559607"/>
                </a:lnTo>
                <a:lnTo>
                  <a:pt x="213126" y="559607"/>
                </a:lnTo>
                <a:lnTo>
                  <a:pt x="216801" y="559607"/>
                </a:lnTo>
                <a:lnTo>
                  <a:pt x="220475" y="559607"/>
                </a:lnTo>
                <a:lnTo>
                  <a:pt x="224150" y="559607"/>
                </a:lnTo>
                <a:lnTo>
                  <a:pt x="227825" y="559607"/>
                </a:lnTo>
                <a:lnTo>
                  <a:pt x="231499" y="559607"/>
                </a:lnTo>
                <a:lnTo>
                  <a:pt x="235174" y="559607"/>
                </a:lnTo>
                <a:lnTo>
                  <a:pt x="238848" y="559607"/>
                </a:lnTo>
                <a:lnTo>
                  <a:pt x="242523" y="559607"/>
                </a:lnTo>
                <a:lnTo>
                  <a:pt x="246198" y="559607"/>
                </a:lnTo>
                <a:lnTo>
                  <a:pt x="249872" y="559607"/>
                </a:lnTo>
                <a:lnTo>
                  <a:pt x="253547" y="559607"/>
                </a:lnTo>
                <a:lnTo>
                  <a:pt x="257221" y="559607"/>
                </a:lnTo>
                <a:lnTo>
                  <a:pt x="260896" y="559607"/>
                </a:lnTo>
                <a:lnTo>
                  <a:pt x="264571" y="559607"/>
                </a:lnTo>
                <a:lnTo>
                  <a:pt x="268245" y="559607"/>
                </a:lnTo>
                <a:lnTo>
                  <a:pt x="271920" y="559607"/>
                </a:lnTo>
                <a:lnTo>
                  <a:pt x="275594" y="559607"/>
                </a:lnTo>
                <a:lnTo>
                  <a:pt x="279269" y="559607"/>
                </a:lnTo>
                <a:lnTo>
                  <a:pt x="282944" y="559607"/>
                </a:lnTo>
                <a:lnTo>
                  <a:pt x="286618" y="559607"/>
                </a:lnTo>
                <a:lnTo>
                  <a:pt x="290293" y="559607"/>
                </a:lnTo>
                <a:lnTo>
                  <a:pt x="293967" y="559607"/>
                </a:lnTo>
                <a:lnTo>
                  <a:pt x="297642" y="559607"/>
                </a:lnTo>
                <a:lnTo>
                  <a:pt x="301317" y="559607"/>
                </a:lnTo>
                <a:lnTo>
                  <a:pt x="304991" y="559607"/>
                </a:lnTo>
                <a:lnTo>
                  <a:pt x="308666" y="559607"/>
                </a:lnTo>
                <a:lnTo>
                  <a:pt x="312340" y="559607"/>
                </a:lnTo>
                <a:lnTo>
                  <a:pt x="316015" y="559607"/>
                </a:lnTo>
                <a:lnTo>
                  <a:pt x="319690" y="559607"/>
                </a:lnTo>
                <a:lnTo>
                  <a:pt x="323364" y="559607"/>
                </a:lnTo>
                <a:lnTo>
                  <a:pt x="327039" y="559607"/>
                </a:lnTo>
                <a:lnTo>
                  <a:pt x="330713" y="559607"/>
                </a:lnTo>
                <a:lnTo>
                  <a:pt x="334388" y="559607"/>
                </a:lnTo>
                <a:lnTo>
                  <a:pt x="338063" y="559607"/>
                </a:lnTo>
                <a:lnTo>
                  <a:pt x="341737" y="559607"/>
                </a:lnTo>
                <a:lnTo>
                  <a:pt x="345412" y="559607"/>
                </a:lnTo>
                <a:lnTo>
                  <a:pt x="349086" y="559607"/>
                </a:lnTo>
                <a:lnTo>
                  <a:pt x="352761" y="559607"/>
                </a:lnTo>
                <a:lnTo>
                  <a:pt x="356436" y="559607"/>
                </a:lnTo>
                <a:lnTo>
                  <a:pt x="360110" y="559606"/>
                </a:lnTo>
                <a:lnTo>
                  <a:pt x="363785" y="559604"/>
                </a:lnTo>
                <a:lnTo>
                  <a:pt x="367459" y="559599"/>
                </a:lnTo>
                <a:lnTo>
                  <a:pt x="371134" y="559585"/>
                </a:lnTo>
                <a:lnTo>
                  <a:pt x="374809" y="559554"/>
                </a:lnTo>
                <a:lnTo>
                  <a:pt x="378483" y="559489"/>
                </a:lnTo>
                <a:lnTo>
                  <a:pt x="382158" y="559374"/>
                </a:lnTo>
                <a:lnTo>
                  <a:pt x="385832" y="559198"/>
                </a:lnTo>
                <a:lnTo>
                  <a:pt x="389507" y="558966"/>
                </a:lnTo>
                <a:lnTo>
                  <a:pt x="393182" y="558709"/>
                </a:lnTo>
                <a:lnTo>
                  <a:pt x="396856" y="558479"/>
                </a:lnTo>
                <a:lnTo>
                  <a:pt x="400531" y="558335"/>
                </a:lnTo>
                <a:lnTo>
                  <a:pt x="404205" y="558314"/>
                </a:lnTo>
                <a:lnTo>
                  <a:pt x="407880" y="558412"/>
                </a:lnTo>
                <a:lnTo>
                  <a:pt x="411555" y="558578"/>
                </a:lnTo>
                <a:lnTo>
                  <a:pt x="415229" y="558732"/>
                </a:lnTo>
                <a:lnTo>
                  <a:pt x="418904" y="558794"/>
                </a:lnTo>
                <a:lnTo>
                  <a:pt x="422578" y="558703"/>
                </a:lnTo>
                <a:lnTo>
                  <a:pt x="426253" y="558430"/>
                </a:lnTo>
                <a:lnTo>
                  <a:pt x="429928" y="557970"/>
                </a:lnTo>
                <a:lnTo>
                  <a:pt x="433602" y="557331"/>
                </a:lnTo>
                <a:lnTo>
                  <a:pt x="437277" y="556518"/>
                </a:lnTo>
                <a:lnTo>
                  <a:pt x="440951" y="555535"/>
                </a:lnTo>
                <a:lnTo>
                  <a:pt x="444626" y="554391"/>
                </a:lnTo>
                <a:lnTo>
                  <a:pt x="448301" y="553146"/>
                </a:lnTo>
                <a:lnTo>
                  <a:pt x="451975" y="551880"/>
                </a:lnTo>
                <a:lnTo>
                  <a:pt x="455650" y="550676"/>
                </a:lnTo>
                <a:lnTo>
                  <a:pt x="459324" y="549577"/>
                </a:lnTo>
                <a:lnTo>
                  <a:pt x="462999" y="548565"/>
                </a:lnTo>
                <a:lnTo>
                  <a:pt x="466674" y="547577"/>
                </a:lnTo>
                <a:lnTo>
                  <a:pt x="470348" y="546534"/>
                </a:lnTo>
                <a:lnTo>
                  <a:pt x="474023" y="545362"/>
                </a:lnTo>
                <a:lnTo>
                  <a:pt x="477697" y="544006"/>
                </a:lnTo>
                <a:lnTo>
                  <a:pt x="481372" y="542437"/>
                </a:lnTo>
                <a:lnTo>
                  <a:pt x="485047" y="540677"/>
                </a:lnTo>
                <a:lnTo>
                  <a:pt x="488721" y="538828"/>
                </a:lnTo>
                <a:lnTo>
                  <a:pt x="492396" y="537070"/>
                </a:lnTo>
                <a:lnTo>
                  <a:pt x="496070" y="535607"/>
                </a:lnTo>
                <a:lnTo>
                  <a:pt x="499745" y="534564"/>
                </a:lnTo>
                <a:lnTo>
                  <a:pt x="503420" y="533887"/>
                </a:lnTo>
                <a:lnTo>
                  <a:pt x="507094" y="533286"/>
                </a:lnTo>
                <a:lnTo>
                  <a:pt x="510769" y="532283"/>
                </a:lnTo>
                <a:lnTo>
                  <a:pt x="514443" y="530350"/>
                </a:lnTo>
                <a:lnTo>
                  <a:pt x="518118" y="527100"/>
                </a:lnTo>
                <a:lnTo>
                  <a:pt x="521793" y="522450"/>
                </a:lnTo>
                <a:lnTo>
                  <a:pt x="525467" y="516658"/>
                </a:lnTo>
                <a:lnTo>
                  <a:pt x="529142" y="510290"/>
                </a:lnTo>
                <a:lnTo>
                  <a:pt x="532816" y="503928"/>
                </a:lnTo>
                <a:lnTo>
                  <a:pt x="536491" y="497940"/>
                </a:lnTo>
                <a:lnTo>
                  <a:pt x="540166" y="492421"/>
                </a:lnTo>
                <a:lnTo>
                  <a:pt x="543840" y="487217"/>
                </a:lnTo>
                <a:lnTo>
                  <a:pt x="547515" y="482038"/>
                </a:lnTo>
                <a:lnTo>
                  <a:pt x="551189" y="476579"/>
                </a:lnTo>
                <a:lnTo>
                  <a:pt x="554864" y="470626"/>
                </a:lnTo>
                <a:lnTo>
                  <a:pt x="558539" y="464089"/>
                </a:lnTo>
                <a:lnTo>
                  <a:pt x="562213" y="456983"/>
                </a:lnTo>
                <a:lnTo>
                  <a:pt x="565888" y="449378"/>
                </a:lnTo>
                <a:lnTo>
                  <a:pt x="569562" y="441361"/>
                </a:lnTo>
                <a:lnTo>
                  <a:pt x="573237" y="433002"/>
                </a:lnTo>
                <a:lnTo>
                  <a:pt x="576912" y="424327"/>
                </a:lnTo>
                <a:lnTo>
                  <a:pt x="580586" y="415267"/>
                </a:lnTo>
                <a:lnTo>
                  <a:pt x="584261" y="405616"/>
                </a:lnTo>
                <a:lnTo>
                  <a:pt x="587935" y="395078"/>
                </a:lnTo>
                <a:lnTo>
                  <a:pt x="591610" y="383433"/>
                </a:lnTo>
                <a:lnTo>
                  <a:pt x="595285" y="370756"/>
                </a:lnTo>
                <a:lnTo>
                  <a:pt x="598959" y="357508"/>
                </a:lnTo>
                <a:lnTo>
                  <a:pt x="602634" y="344351"/>
                </a:lnTo>
                <a:lnTo>
                  <a:pt x="606308" y="331742"/>
                </a:lnTo>
                <a:lnTo>
                  <a:pt x="609983" y="319521"/>
                </a:lnTo>
                <a:lnTo>
                  <a:pt x="613658" y="306820"/>
                </a:lnTo>
                <a:lnTo>
                  <a:pt x="617332" y="292647"/>
                </a:lnTo>
                <a:lnTo>
                  <a:pt x="621007" y="276476"/>
                </a:lnTo>
                <a:lnTo>
                  <a:pt x="624681" y="258611"/>
                </a:lnTo>
                <a:lnTo>
                  <a:pt x="628356" y="240094"/>
                </a:lnTo>
                <a:lnTo>
                  <a:pt x="632031" y="222211"/>
                </a:lnTo>
                <a:lnTo>
                  <a:pt x="635705" y="205874"/>
                </a:lnTo>
                <a:lnTo>
                  <a:pt x="639380" y="191229"/>
                </a:lnTo>
                <a:lnTo>
                  <a:pt x="643054" y="177686"/>
                </a:lnTo>
                <a:lnTo>
                  <a:pt x="646729" y="164323"/>
                </a:lnTo>
                <a:lnTo>
                  <a:pt x="650404" y="150426"/>
                </a:lnTo>
                <a:lnTo>
                  <a:pt x="654078" y="135879"/>
                </a:lnTo>
                <a:lnTo>
                  <a:pt x="657753" y="121177"/>
                </a:lnTo>
                <a:lnTo>
                  <a:pt x="661427" y="107084"/>
                </a:lnTo>
                <a:lnTo>
                  <a:pt x="665102" y="94120"/>
                </a:lnTo>
                <a:lnTo>
                  <a:pt x="668777" y="82180"/>
                </a:lnTo>
                <a:lnTo>
                  <a:pt x="672451" y="70551"/>
                </a:lnTo>
                <a:lnTo>
                  <a:pt x="676126" y="58354"/>
                </a:lnTo>
                <a:lnTo>
                  <a:pt x="679800" y="45195"/>
                </a:lnTo>
                <a:lnTo>
                  <a:pt x="683475" y="31596"/>
                </a:lnTo>
                <a:lnTo>
                  <a:pt x="687150" y="18922"/>
                </a:lnTo>
                <a:lnTo>
                  <a:pt x="690824" y="8829"/>
                </a:lnTo>
                <a:lnTo>
                  <a:pt x="694499" y="2519"/>
                </a:lnTo>
                <a:lnTo>
                  <a:pt x="698173" y="0"/>
                </a:lnTo>
                <a:lnTo>
                  <a:pt x="701848" y="738"/>
                </a:lnTo>
                <a:lnTo>
                  <a:pt x="705523" y="4082"/>
                </a:lnTo>
                <a:lnTo>
                  <a:pt x="709197" y="9608"/>
                </a:lnTo>
                <a:lnTo>
                  <a:pt x="712872" y="17143"/>
                </a:lnTo>
                <a:lnTo>
                  <a:pt x="716546" y="26563"/>
                </a:lnTo>
                <a:lnTo>
                  <a:pt x="720221" y="37601"/>
                </a:lnTo>
                <a:lnTo>
                  <a:pt x="723896" y="49855"/>
                </a:lnTo>
                <a:lnTo>
                  <a:pt x="727570" y="62972"/>
                </a:lnTo>
                <a:lnTo>
                  <a:pt x="731245" y="76850"/>
                </a:lnTo>
                <a:lnTo>
                  <a:pt x="734919" y="91669"/>
                </a:lnTo>
                <a:lnTo>
                  <a:pt x="738594" y="107685"/>
                </a:lnTo>
                <a:lnTo>
                  <a:pt x="742269" y="124957"/>
                </a:lnTo>
                <a:lnTo>
                  <a:pt x="745943" y="143229"/>
                </a:lnTo>
                <a:lnTo>
                  <a:pt x="749618" y="162114"/>
                </a:lnTo>
                <a:lnTo>
                  <a:pt x="753292" y="181449"/>
                </a:lnTo>
                <a:lnTo>
                  <a:pt x="756967" y="201530"/>
                </a:lnTo>
                <a:lnTo>
                  <a:pt x="760642" y="222985"/>
                </a:lnTo>
                <a:lnTo>
                  <a:pt x="764316" y="246333"/>
                </a:lnTo>
                <a:lnTo>
                  <a:pt x="767991" y="271526"/>
                </a:lnTo>
                <a:lnTo>
                  <a:pt x="771665" y="297783"/>
                </a:lnTo>
                <a:lnTo>
                  <a:pt x="775340" y="323783"/>
                </a:lnTo>
                <a:lnTo>
                  <a:pt x="779015" y="348186"/>
                </a:lnTo>
                <a:lnTo>
                  <a:pt x="782689" y="370175"/>
                </a:lnTo>
                <a:lnTo>
                  <a:pt x="786364" y="389500"/>
                </a:lnTo>
                <a:lnTo>
                  <a:pt x="790038" y="406430"/>
                </a:lnTo>
                <a:lnTo>
                  <a:pt x="793713" y="421607"/>
                </a:lnTo>
                <a:lnTo>
                  <a:pt x="797388" y="435840"/>
                </a:lnTo>
                <a:lnTo>
                  <a:pt x="801062" y="449848"/>
                </a:lnTo>
                <a:lnTo>
                  <a:pt x="804737" y="464007"/>
                </a:lnTo>
                <a:lnTo>
                  <a:pt x="808411" y="478221"/>
                </a:lnTo>
                <a:lnTo>
                  <a:pt x="812086" y="491975"/>
                </a:lnTo>
                <a:lnTo>
                  <a:pt x="815761" y="504567"/>
                </a:lnTo>
                <a:lnTo>
                  <a:pt x="819435" y="515400"/>
                </a:lnTo>
                <a:lnTo>
                  <a:pt x="823110" y="524181"/>
                </a:lnTo>
                <a:lnTo>
                  <a:pt x="826784" y="530966"/>
                </a:lnTo>
                <a:lnTo>
                  <a:pt x="830459" y="536062"/>
                </a:lnTo>
                <a:lnTo>
                  <a:pt x="834134" y="539875"/>
                </a:lnTo>
                <a:lnTo>
                  <a:pt x="837808" y="542792"/>
                </a:lnTo>
                <a:lnTo>
                  <a:pt x="841483" y="545119"/>
                </a:lnTo>
                <a:lnTo>
                  <a:pt x="845157" y="547085"/>
                </a:lnTo>
                <a:lnTo>
                  <a:pt x="848832" y="548849"/>
                </a:lnTo>
                <a:lnTo>
                  <a:pt x="852507" y="550510"/>
                </a:lnTo>
                <a:lnTo>
                  <a:pt x="856181" y="552107"/>
                </a:lnTo>
                <a:lnTo>
                  <a:pt x="859856" y="553621"/>
                </a:lnTo>
                <a:lnTo>
                  <a:pt x="863530" y="555001"/>
                </a:lnTo>
                <a:lnTo>
                  <a:pt x="867205" y="556185"/>
                </a:lnTo>
                <a:lnTo>
                  <a:pt x="870880" y="557125"/>
                </a:lnTo>
                <a:lnTo>
                  <a:pt x="874554" y="557809"/>
                </a:lnTo>
                <a:lnTo>
                  <a:pt x="878229" y="558265"/>
                </a:lnTo>
                <a:lnTo>
                  <a:pt x="881903" y="558556"/>
                </a:lnTo>
                <a:lnTo>
                  <a:pt x="885578" y="558753"/>
                </a:lnTo>
                <a:lnTo>
                  <a:pt x="889253" y="558914"/>
                </a:lnTo>
                <a:lnTo>
                  <a:pt x="892927" y="559066"/>
                </a:lnTo>
                <a:lnTo>
                  <a:pt x="896602" y="559214"/>
                </a:lnTo>
                <a:lnTo>
                  <a:pt x="900276" y="559345"/>
                </a:lnTo>
                <a:lnTo>
                  <a:pt x="903951" y="559449"/>
                </a:lnTo>
                <a:lnTo>
                  <a:pt x="907626" y="559521"/>
                </a:lnTo>
                <a:lnTo>
                  <a:pt x="911300" y="559565"/>
                </a:lnTo>
                <a:lnTo>
                  <a:pt x="914975" y="559589"/>
                </a:lnTo>
                <a:lnTo>
                  <a:pt x="918649" y="559600"/>
                </a:lnTo>
                <a:lnTo>
                  <a:pt x="922324" y="559604"/>
                </a:lnTo>
                <a:lnTo>
                  <a:pt x="925999" y="559606"/>
                </a:lnTo>
                <a:lnTo>
                  <a:pt x="929673" y="559607"/>
                </a:lnTo>
                <a:lnTo>
                  <a:pt x="933348" y="559607"/>
                </a:lnTo>
                <a:lnTo>
                  <a:pt x="937022" y="559607"/>
                </a:lnTo>
                <a:lnTo>
                  <a:pt x="940697" y="559607"/>
                </a:lnTo>
                <a:lnTo>
                  <a:pt x="944372" y="559607"/>
                </a:lnTo>
                <a:lnTo>
                  <a:pt x="948046" y="559607"/>
                </a:lnTo>
                <a:lnTo>
                  <a:pt x="951721" y="559607"/>
                </a:lnTo>
                <a:lnTo>
                  <a:pt x="955395" y="559607"/>
                </a:lnTo>
                <a:lnTo>
                  <a:pt x="959070" y="559607"/>
                </a:lnTo>
                <a:lnTo>
                  <a:pt x="962745" y="559607"/>
                </a:lnTo>
                <a:lnTo>
                  <a:pt x="966419" y="559607"/>
                </a:lnTo>
                <a:lnTo>
                  <a:pt x="970094" y="559607"/>
                </a:lnTo>
                <a:lnTo>
                  <a:pt x="973768" y="559607"/>
                </a:lnTo>
                <a:lnTo>
                  <a:pt x="977443" y="559607"/>
                </a:lnTo>
                <a:lnTo>
                  <a:pt x="981118" y="559607"/>
                </a:lnTo>
                <a:lnTo>
                  <a:pt x="984792" y="559607"/>
                </a:lnTo>
                <a:lnTo>
                  <a:pt x="988467" y="559607"/>
                </a:lnTo>
                <a:lnTo>
                  <a:pt x="992141" y="559607"/>
                </a:lnTo>
                <a:lnTo>
                  <a:pt x="995816" y="559607"/>
                </a:lnTo>
                <a:lnTo>
                  <a:pt x="999491" y="559607"/>
                </a:lnTo>
                <a:lnTo>
                  <a:pt x="1003165" y="559607"/>
                </a:lnTo>
                <a:lnTo>
                  <a:pt x="1006840" y="559607"/>
                </a:lnTo>
                <a:lnTo>
                  <a:pt x="1010514" y="559607"/>
                </a:lnTo>
                <a:lnTo>
                  <a:pt x="1014189" y="559607"/>
                </a:lnTo>
                <a:lnTo>
                  <a:pt x="1017864" y="559607"/>
                </a:lnTo>
                <a:lnTo>
                  <a:pt x="1021538" y="559607"/>
                </a:lnTo>
                <a:lnTo>
                  <a:pt x="1025213" y="559607"/>
                </a:lnTo>
                <a:lnTo>
                  <a:pt x="1028887" y="559607"/>
                </a:lnTo>
                <a:lnTo>
                  <a:pt x="1032562" y="559607"/>
                </a:lnTo>
                <a:lnTo>
                  <a:pt x="1036237" y="559607"/>
                </a:lnTo>
                <a:lnTo>
                  <a:pt x="1039911" y="559607"/>
                </a:lnTo>
                <a:lnTo>
                  <a:pt x="1043586" y="559607"/>
                </a:lnTo>
                <a:lnTo>
                  <a:pt x="1047260" y="559607"/>
                </a:lnTo>
                <a:lnTo>
                  <a:pt x="1050935" y="559607"/>
                </a:lnTo>
                <a:lnTo>
                  <a:pt x="1054610" y="559607"/>
                </a:lnTo>
                <a:lnTo>
                  <a:pt x="1058284" y="559607"/>
                </a:lnTo>
                <a:lnTo>
                  <a:pt x="1061959" y="559607"/>
                </a:lnTo>
                <a:lnTo>
                  <a:pt x="1065633" y="559607"/>
                </a:lnTo>
                <a:lnTo>
                  <a:pt x="1069308" y="559607"/>
                </a:lnTo>
                <a:lnTo>
                  <a:pt x="1072983" y="559607"/>
                </a:lnTo>
                <a:lnTo>
                  <a:pt x="1076657" y="559607"/>
                </a:lnTo>
                <a:lnTo>
                  <a:pt x="1080332" y="559607"/>
                </a:lnTo>
                <a:lnTo>
                  <a:pt x="1084006" y="559607"/>
                </a:lnTo>
                <a:lnTo>
                  <a:pt x="1087681" y="559607"/>
                </a:lnTo>
                <a:lnTo>
                  <a:pt x="1091356" y="559607"/>
                </a:lnTo>
                <a:lnTo>
                  <a:pt x="1095030" y="559607"/>
                </a:lnTo>
                <a:lnTo>
                  <a:pt x="1098705" y="559607"/>
                </a:lnTo>
                <a:lnTo>
                  <a:pt x="1102379" y="559607"/>
                </a:lnTo>
                <a:lnTo>
                  <a:pt x="1106054" y="559607"/>
                </a:lnTo>
                <a:lnTo>
                  <a:pt x="1109729" y="559607"/>
                </a:lnTo>
                <a:lnTo>
                  <a:pt x="1113403" y="559607"/>
                </a:lnTo>
                <a:lnTo>
                  <a:pt x="1117078" y="559607"/>
                </a:lnTo>
                <a:lnTo>
                  <a:pt x="1120752" y="559607"/>
                </a:lnTo>
                <a:lnTo>
                  <a:pt x="1124427" y="559607"/>
                </a:lnTo>
                <a:lnTo>
                  <a:pt x="1128102" y="559607"/>
                </a:lnTo>
                <a:lnTo>
                  <a:pt x="1131776" y="559607"/>
                </a:lnTo>
                <a:lnTo>
                  <a:pt x="1135451" y="559607"/>
                </a:lnTo>
                <a:lnTo>
                  <a:pt x="1139125" y="559607"/>
                </a:lnTo>
                <a:lnTo>
                  <a:pt x="1142800" y="559607"/>
                </a:lnTo>
                <a:lnTo>
                  <a:pt x="1146475" y="559607"/>
                </a:lnTo>
                <a:lnTo>
                  <a:pt x="1150149" y="559607"/>
                </a:lnTo>
                <a:lnTo>
                  <a:pt x="1153824" y="559607"/>
                </a:lnTo>
                <a:lnTo>
                  <a:pt x="1157498" y="559607"/>
                </a:lnTo>
                <a:lnTo>
                  <a:pt x="1161173" y="559607"/>
                </a:lnTo>
                <a:lnTo>
                  <a:pt x="1164848" y="559607"/>
                </a:lnTo>
                <a:lnTo>
                  <a:pt x="1168522" y="559607"/>
                </a:lnTo>
                <a:lnTo>
                  <a:pt x="1172197" y="559607"/>
                </a:lnTo>
                <a:lnTo>
                  <a:pt x="1175871" y="559607"/>
                </a:lnTo>
                <a:lnTo>
                  <a:pt x="1179546" y="559607"/>
                </a:lnTo>
                <a:lnTo>
                  <a:pt x="1183221" y="559607"/>
                </a:lnTo>
                <a:lnTo>
                  <a:pt x="1186895" y="559607"/>
                </a:lnTo>
                <a:lnTo>
                  <a:pt x="1190570" y="559607"/>
                </a:lnTo>
                <a:lnTo>
                  <a:pt x="1194244" y="559607"/>
                </a:lnTo>
                <a:lnTo>
                  <a:pt x="1197919" y="559607"/>
                </a:lnTo>
                <a:lnTo>
                  <a:pt x="1201594" y="559607"/>
                </a:lnTo>
                <a:lnTo>
                  <a:pt x="1205268" y="559607"/>
                </a:lnTo>
                <a:lnTo>
                  <a:pt x="1208943" y="559607"/>
                </a:lnTo>
                <a:lnTo>
                  <a:pt x="1212617" y="559607"/>
                </a:lnTo>
                <a:lnTo>
                  <a:pt x="1216292" y="559607"/>
                </a:lnTo>
                <a:lnTo>
                  <a:pt x="1219967" y="559607"/>
                </a:lnTo>
                <a:lnTo>
                  <a:pt x="1223641" y="559607"/>
                </a:lnTo>
                <a:lnTo>
                  <a:pt x="1227316" y="559607"/>
                </a:lnTo>
                <a:lnTo>
                  <a:pt x="1230990" y="559607"/>
                </a:lnTo>
                <a:lnTo>
                  <a:pt x="1234665" y="559607"/>
                </a:lnTo>
                <a:lnTo>
                  <a:pt x="1238340" y="559607"/>
                </a:lnTo>
                <a:lnTo>
                  <a:pt x="1242014" y="559607"/>
                </a:lnTo>
                <a:lnTo>
                  <a:pt x="1245689" y="559607"/>
                </a:lnTo>
                <a:lnTo>
                  <a:pt x="1249363" y="559607"/>
                </a:lnTo>
                <a:lnTo>
                  <a:pt x="1253038" y="559607"/>
                </a:lnTo>
                <a:lnTo>
                  <a:pt x="1256713" y="559607"/>
                </a:lnTo>
                <a:lnTo>
                  <a:pt x="1260387" y="559607"/>
                </a:lnTo>
                <a:lnTo>
                  <a:pt x="1264062" y="559607"/>
                </a:lnTo>
                <a:lnTo>
                  <a:pt x="1267736" y="559607"/>
                </a:lnTo>
                <a:lnTo>
                  <a:pt x="1271411" y="559607"/>
                </a:lnTo>
                <a:lnTo>
                  <a:pt x="1275086" y="559607"/>
                </a:lnTo>
                <a:lnTo>
                  <a:pt x="1278760" y="559607"/>
                </a:lnTo>
                <a:lnTo>
                  <a:pt x="1282435" y="559607"/>
                </a:lnTo>
                <a:lnTo>
                  <a:pt x="1286109" y="559607"/>
                </a:lnTo>
                <a:lnTo>
                  <a:pt x="1289784" y="559607"/>
                </a:lnTo>
                <a:lnTo>
                  <a:pt x="1293459" y="559607"/>
                </a:lnTo>
                <a:lnTo>
                  <a:pt x="1297133" y="559607"/>
                </a:lnTo>
                <a:lnTo>
                  <a:pt x="1300808" y="559607"/>
                </a:lnTo>
                <a:lnTo>
                  <a:pt x="1304482" y="559607"/>
                </a:lnTo>
                <a:lnTo>
                  <a:pt x="1308157" y="559607"/>
                </a:lnTo>
                <a:lnTo>
                  <a:pt x="1311832" y="559607"/>
                </a:lnTo>
                <a:lnTo>
                  <a:pt x="1315506" y="559607"/>
                </a:lnTo>
                <a:lnTo>
                  <a:pt x="1319181" y="559607"/>
                </a:lnTo>
                <a:lnTo>
                  <a:pt x="1322855" y="559607"/>
                </a:lnTo>
                <a:lnTo>
                  <a:pt x="1326530" y="559607"/>
                </a:lnTo>
                <a:lnTo>
                  <a:pt x="1330205" y="559607"/>
                </a:lnTo>
                <a:lnTo>
                  <a:pt x="1333879" y="559607"/>
                </a:lnTo>
                <a:lnTo>
                  <a:pt x="1337554" y="559607"/>
                </a:lnTo>
                <a:lnTo>
                  <a:pt x="1341228" y="559607"/>
                </a:lnTo>
                <a:lnTo>
                  <a:pt x="1344903" y="559607"/>
                </a:lnTo>
                <a:lnTo>
                  <a:pt x="1348577" y="559607"/>
                </a:lnTo>
                <a:lnTo>
                  <a:pt x="1352252" y="559607"/>
                </a:lnTo>
                <a:lnTo>
                  <a:pt x="1355927" y="559607"/>
                </a:lnTo>
                <a:lnTo>
                  <a:pt x="1359601" y="559607"/>
                </a:lnTo>
                <a:lnTo>
                  <a:pt x="1363276" y="559607"/>
                </a:lnTo>
                <a:lnTo>
                  <a:pt x="1366950" y="559607"/>
                </a:lnTo>
                <a:lnTo>
                  <a:pt x="1370625" y="559607"/>
                </a:lnTo>
                <a:lnTo>
                  <a:pt x="1374300" y="559607"/>
                </a:lnTo>
                <a:lnTo>
                  <a:pt x="1377974" y="559607"/>
                </a:lnTo>
                <a:lnTo>
                  <a:pt x="1381649" y="559607"/>
                </a:lnTo>
                <a:lnTo>
                  <a:pt x="1385323" y="559607"/>
                </a:lnTo>
                <a:lnTo>
                  <a:pt x="1388998" y="559607"/>
                </a:lnTo>
                <a:lnTo>
                  <a:pt x="1392673" y="559607"/>
                </a:lnTo>
                <a:lnTo>
                  <a:pt x="1396347" y="559607"/>
                </a:lnTo>
                <a:lnTo>
                  <a:pt x="1400022" y="559607"/>
                </a:lnTo>
                <a:lnTo>
                  <a:pt x="1403696" y="559607"/>
                </a:lnTo>
                <a:lnTo>
                  <a:pt x="1407371" y="559607"/>
                </a:lnTo>
                <a:lnTo>
                  <a:pt x="1411046" y="559607"/>
                </a:lnTo>
                <a:lnTo>
                  <a:pt x="1414720" y="559607"/>
                </a:lnTo>
                <a:lnTo>
                  <a:pt x="1418395" y="559607"/>
                </a:lnTo>
                <a:lnTo>
                  <a:pt x="1422069" y="559607"/>
                </a:lnTo>
                <a:lnTo>
                  <a:pt x="1425744" y="559607"/>
                </a:lnTo>
                <a:lnTo>
                  <a:pt x="1429419" y="559607"/>
                </a:lnTo>
                <a:lnTo>
                  <a:pt x="1433093" y="559607"/>
                </a:lnTo>
                <a:lnTo>
                  <a:pt x="1436768" y="559607"/>
                </a:lnTo>
                <a:lnTo>
                  <a:pt x="1440442" y="559607"/>
                </a:lnTo>
                <a:lnTo>
                  <a:pt x="1444117" y="559607"/>
                </a:lnTo>
                <a:lnTo>
                  <a:pt x="1447792" y="559607"/>
                </a:lnTo>
                <a:lnTo>
                  <a:pt x="1451466" y="559607"/>
                </a:lnTo>
                <a:lnTo>
                  <a:pt x="1455141" y="559607"/>
                </a:lnTo>
                <a:lnTo>
                  <a:pt x="1458815" y="559607"/>
                </a:lnTo>
                <a:lnTo>
                  <a:pt x="1462490" y="559607"/>
                </a:lnTo>
                <a:lnTo>
                  <a:pt x="1466165" y="559607"/>
                </a:lnTo>
                <a:lnTo>
                  <a:pt x="1469839" y="559607"/>
                </a:lnTo>
                <a:lnTo>
                  <a:pt x="1473514" y="559607"/>
                </a:lnTo>
                <a:lnTo>
                  <a:pt x="1477188" y="559607"/>
                </a:lnTo>
                <a:lnTo>
                  <a:pt x="1480863" y="559607"/>
                </a:lnTo>
                <a:lnTo>
                  <a:pt x="1484538" y="559607"/>
                </a:lnTo>
                <a:lnTo>
                  <a:pt x="1488212" y="559607"/>
                </a:lnTo>
                <a:lnTo>
                  <a:pt x="1491887" y="559607"/>
                </a:lnTo>
                <a:lnTo>
                  <a:pt x="1495561" y="559607"/>
                </a:lnTo>
                <a:lnTo>
                  <a:pt x="1499236" y="559607"/>
                </a:lnTo>
                <a:lnTo>
                  <a:pt x="1502911" y="559607"/>
                </a:lnTo>
                <a:lnTo>
                  <a:pt x="1506585" y="559607"/>
                </a:lnTo>
                <a:lnTo>
                  <a:pt x="1510260" y="559607"/>
                </a:lnTo>
                <a:lnTo>
                  <a:pt x="1513934" y="559607"/>
                </a:lnTo>
                <a:lnTo>
                  <a:pt x="1517609" y="559607"/>
                </a:lnTo>
                <a:lnTo>
                  <a:pt x="1521284" y="559607"/>
                </a:lnTo>
                <a:lnTo>
                  <a:pt x="1524958" y="559607"/>
                </a:lnTo>
                <a:lnTo>
                  <a:pt x="1528633" y="559607"/>
                </a:lnTo>
                <a:lnTo>
                  <a:pt x="1532307" y="559607"/>
                </a:lnTo>
                <a:lnTo>
                  <a:pt x="1535982" y="559607"/>
                </a:lnTo>
                <a:lnTo>
                  <a:pt x="1539657" y="559607"/>
                </a:lnTo>
                <a:lnTo>
                  <a:pt x="1543331" y="559607"/>
                </a:lnTo>
                <a:lnTo>
                  <a:pt x="1547006" y="559607"/>
                </a:lnTo>
                <a:lnTo>
                  <a:pt x="1550680" y="559607"/>
                </a:lnTo>
                <a:lnTo>
                  <a:pt x="1554355" y="559607"/>
                </a:lnTo>
                <a:lnTo>
                  <a:pt x="1558030" y="559607"/>
                </a:lnTo>
                <a:lnTo>
                  <a:pt x="1561704" y="559607"/>
                </a:lnTo>
                <a:lnTo>
                  <a:pt x="1565379" y="559607"/>
                </a:lnTo>
                <a:lnTo>
                  <a:pt x="1569053" y="559607"/>
                </a:lnTo>
                <a:lnTo>
                  <a:pt x="1572728" y="559607"/>
                </a:lnTo>
                <a:lnTo>
                  <a:pt x="1576403" y="559607"/>
                </a:lnTo>
                <a:lnTo>
                  <a:pt x="1580077" y="559607"/>
                </a:lnTo>
                <a:lnTo>
                  <a:pt x="1583752" y="559607"/>
                </a:lnTo>
                <a:lnTo>
                  <a:pt x="1587426" y="559607"/>
                </a:lnTo>
                <a:lnTo>
                  <a:pt x="1591101" y="559607"/>
                </a:lnTo>
                <a:lnTo>
                  <a:pt x="1594776" y="559607"/>
                </a:lnTo>
                <a:lnTo>
                  <a:pt x="1598450" y="559607"/>
                </a:lnTo>
                <a:lnTo>
                  <a:pt x="1602125" y="559607"/>
                </a:lnTo>
                <a:lnTo>
                  <a:pt x="1605799" y="559607"/>
                </a:lnTo>
                <a:lnTo>
                  <a:pt x="1609474" y="559607"/>
                </a:lnTo>
                <a:lnTo>
                  <a:pt x="1613149" y="559607"/>
                </a:lnTo>
                <a:lnTo>
                  <a:pt x="1616823" y="559607"/>
                </a:lnTo>
                <a:lnTo>
                  <a:pt x="1620498" y="559607"/>
                </a:lnTo>
                <a:lnTo>
                  <a:pt x="1624172" y="559607"/>
                </a:lnTo>
                <a:lnTo>
                  <a:pt x="1627847" y="559607"/>
                </a:lnTo>
                <a:lnTo>
                  <a:pt x="1631522" y="559607"/>
                </a:lnTo>
                <a:lnTo>
                  <a:pt x="1635196" y="559607"/>
                </a:lnTo>
                <a:lnTo>
                  <a:pt x="1638871" y="559607"/>
                </a:lnTo>
                <a:lnTo>
                  <a:pt x="1642545" y="559607"/>
                </a:lnTo>
                <a:lnTo>
                  <a:pt x="1646220" y="559607"/>
                </a:lnTo>
                <a:lnTo>
                  <a:pt x="1649895" y="559607"/>
                </a:lnTo>
                <a:lnTo>
                  <a:pt x="1653569" y="559607"/>
                </a:lnTo>
                <a:lnTo>
                  <a:pt x="1657244" y="559607"/>
                </a:lnTo>
                <a:lnTo>
                  <a:pt x="1660918" y="559607"/>
                </a:lnTo>
                <a:lnTo>
                  <a:pt x="1664593" y="559607"/>
                </a:lnTo>
                <a:lnTo>
                  <a:pt x="1668268" y="559607"/>
                </a:lnTo>
                <a:lnTo>
                  <a:pt x="1671942" y="559607"/>
                </a:lnTo>
                <a:lnTo>
                  <a:pt x="1675617" y="559607"/>
                </a:lnTo>
                <a:lnTo>
                  <a:pt x="1679291" y="559607"/>
                </a:lnTo>
                <a:lnTo>
                  <a:pt x="1682966" y="559607"/>
                </a:lnTo>
                <a:lnTo>
                  <a:pt x="1686641" y="559607"/>
                </a:lnTo>
                <a:lnTo>
                  <a:pt x="1690315" y="559607"/>
                </a:lnTo>
                <a:lnTo>
                  <a:pt x="1693990" y="559607"/>
                </a:lnTo>
                <a:lnTo>
                  <a:pt x="1697664" y="559607"/>
                </a:lnTo>
                <a:lnTo>
                  <a:pt x="1701339" y="559607"/>
                </a:lnTo>
                <a:lnTo>
                  <a:pt x="1705014" y="559607"/>
                </a:lnTo>
                <a:lnTo>
                  <a:pt x="1708688" y="559607"/>
                </a:lnTo>
                <a:lnTo>
                  <a:pt x="1712363" y="559607"/>
                </a:lnTo>
                <a:lnTo>
                  <a:pt x="1716037" y="559607"/>
                </a:lnTo>
                <a:lnTo>
                  <a:pt x="1719712" y="559607"/>
                </a:lnTo>
                <a:lnTo>
                  <a:pt x="1723387" y="559607"/>
                </a:lnTo>
                <a:lnTo>
                  <a:pt x="1727061" y="559607"/>
                </a:lnTo>
                <a:lnTo>
                  <a:pt x="1730736" y="559607"/>
                </a:lnTo>
                <a:lnTo>
                  <a:pt x="1734410" y="559607"/>
                </a:lnTo>
                <a:lnTo>
                  <a:pt x="1738085" y="559607"/>
                </a:lnTo>
                <a:lnTo>
                  <a:pt x="1741760" y="559607"/>
                </a:lnTo>
                <a:lnTo>
                  <a:pt x="1745434" y="559607"/>
                </a:lnTo>
                <a:lnTo>
                  <a:pt x="1749109" y="559607"/>
                </a:lnTo>
                <a:lnTo>
                  <a:pt x="1752783" y="559607"/>
                </a:lnTo>
                <a:lnTo>
                  <a:pt x="1756458" y="559607"/>
                </a:lnTo>
                <a:lnTo>
                  <a:pt x="1760133" y="559607"/>
                </a:lnTo>
                <a:lnTo>
                  <a:pt x="1763807" y="559607"/>
                </a:lnTo>
                <a:lnTo>
                  <a:pt x="1767482" y="559607"/>
                </a:lnTo>
                <a:lnTo>
                  <a:pt x="1771156" y="559607"/>
                </a:lnTo>
                <a:lnTo>
                  <a:pt x="1774831" y="559607"/>
                </a:lnTo>
                <a:lnTo>
                  <a:pt x="1778506" y="559607"/>
                </a:lnTo>
                <a:lnTo>
                  <a:pt x="1782180" y="559607"/>
                </a:lnTo>
                <a:lnTo>
                  <a:pt x="1785855" y="559607"/>
                </a:lnTo>
                <a:lnTo>
                  <a:pt x="1789529" y="559607"/>
                </a:lnTo>
                <a:lnTo>
                  <a:pt x="1793204" y="559607"/>
                </a:lnTo>
                <a:lnTo>
                  <a:pt x="1796879" y="559607"/>
                </a:lnTo>
                <a:lnTo>
                  <a:pt x="1800553" y="559607"/>
                </a:lnTo>
                <a:lnTo>
                  <a:pt x="1804228" y="559607"/>
                </a:lnTo>
                <a:lnTo>
                  <a:pt x="1807902" y="559607"/>
                </a:lnTo>
                <a:lnTo>
                  <a:pt x="1811577" y="559607"/>
                </a:lnTo>
                <a:lnTo>
                  <a:pt x="1815252" y="559607"/>
                </a:lnTo>
                <a:lnTo>
                  <a:pt x="1818926" y="559607"/>
                </a:lnTo>
                <a:lnTo>
                  <a:pt x="1822601" y="559607"/>
                </a:lnTo>
                <a:lnTo>
                  <a:pt x="1826275" y="559607"/>
                </a:lnTo>
                <a:lnTo>
                  <a:pt x="1829950" y="559607"/>
                </a:lnTo>
                <a:lnTo>
                  <a:pt x="1833625" y="559607"/>
                </a:lnTo>
                <a:lnTo>
                  <a:pt x="1837299" y="559607"/>
                </a:lnTo>
                <a:lnTo>
                  <a:pt x="1840974" y="559607"/>
                </a:lnTo>
                <a:lnTo>
                  <a:pt x="1844648" y="559607"/>
                </a:lnTo>
                <a:lnTo>
                  <a:pt x="1848323" y="559607"/>
                </a:lnTo>
                <a:lnTo>
                  <a:pt x="1851998" y="559607"/>
                </a:lnTo>
                <a:lnTo>
                  <a:pt x="1855672" y="559607"/>
                </a:lnTo>
                <a:lnTo>
                  <a:pt x="1859347" y="559607"/>
                </a:lnTo>
                <a:lnTo>
                  <a:pt x="1863021" y="559607"/>
                </a:lnTo>
                <a:lnTo>
                  <a:pt x="1866696" y="559607"/>
                </a:lnTo>
                <a:lnTo>
                  <a:pt x="1870371" y="559607"/>
                </a:lnTo>
                <a:lnTo>
                  <a:pt x="1874045" y="559607"/>
                </a:lnTo>
                <a:lnTo>
                  <a:pt x="1877720" y="559607"/>
                </a:lnTo>
                <a:lnTo>
                  <a:pt x="1874045" y="559607"/>
                </a:lnTo>
                <a:lnTo>
                  <a:pt x="1870371" y="559607"/>
                </a:lnTo>
                <a:lnTo>
                  <a:pt x="1866696" y="559607"/>
                </a:lnTo>
                <a:lnTo>
                  <a:pt x="1863021" y="559607"/>
                </a:lnTo>
                <a:lnTo>
                  <a:pt x="1859347" y="559607"/>
                </a:lnTo>
                <a:lnTo>
                  <a:pt x="1855672" y="559607"/>
                </a:lnTo>
                <a:lnTo>
                  <a:pt x="1851998" y="559607"/>
                </a:lnTo>
                <a:lnTo>
                  <a:pt x="1848323" y="559607"/>
                </a:lnTo>
                <a:lnTo>
                  <a:pt x="1844648" y="559607"/>
                </a:lnTo>
                <a:lnTo>
                  <a:pt x="1840974" y="559607"/>
                </a:lnTo>
                <a:lnTo>
                  <a:pt x="1837299" y="559607"/>
                </a:lnTo>
                <a:lnTo>
                  <a:pt x="1833625" y="559607"/>
                </a:lnTo>
                <a:lnTo>
                  <a:pt x="1829950" y="559607"/>
                </a:lnTo>
                <a:lnTo>
                  <a:pt x="1826275" y="559607"/>
                </a:lnTo>
                <a:lnTo>
                  <a:pt x="1822601" y="559607"/>
                </a:lnTo>
                <a:lnTo>
                  <a:pt x="1818926" y="559607"/>
                </a:lnTo>
                <a:lnTo>
                  <a:pt x="1815252" y="559607"/>
                </a:lnTo>
                <a:lnTo>
                  <a:pt x="1811577" y="559607"/>
                </a:lnTo>
                <a:lnTo>
                  <a:pt x="1807902" y="559607"/>
                </a:lnTo>
                <a:lnTo>
                  <a:pt x="1804228" y="559607"/>
                </a:lnTo>
                <a:lnTo>
                  <a:pt x="1800553" y="559607"/>
                </a:lnTo>
                <a:lnTo>
                  <a:pt x="1796879" y="559607"/>
                </a:lnTo>
                <a:lnTo>
                  <a:pt x="1793204" y="559607"/>
                </a:lnTo>
                <a:lnTo>
                  <a:pt x="1789529" y="559607"/>
                </a:lnTo>
                <a:lnTo>
                  <a:pt x="1785855" y="559607"/>
                </a:lnTo>
                <a:lnTo>
                  <a:pt x="1782180" y="559607"/>
                </a:lnTo>
                <a:lnTo>
                  <a:pt x="1778506" y="559607"/>
                </a:lnTo>
                <a:lnTo>
                  <a:pt x="1774831" y="559607"/>
                </a:lnTo>
                <a:lnTo>
                  <a:pt x="1771156" y="559607"/>
                </a:lnTo>
                <a:lnTo>
                  <a:pt x="1767482" y="559607"/>
                </a:lnTo>
                <a:lnTo>
                  <a:pt x="1763807" y="559607"/>
                </a:lnTo>
                <a:lnTo>
                  <a:pt x="1760133" y="559607"/>
                </a:lnTo>
                <a:lnTo>
                  <a:pt x="1756458" y="559607"/>
                </a:lnTo>
                <a:lnTo>
                  <a:pt x="1752783" y="559607"/>
                </a:lnTo>
                <a:lnTo>
                  <a:pt x="1749109" y="559607"/>
                </a:lnTo>
                <a:lnTo>
                  <a:pt x="1745434" y="559607"/>
                </a:lnTo>
                <a:lnTo>
                  <a:pt x="1741760" y="559607"/>
                </a:lnTo>
                <a:lnTo>
                  <a:pt x="1738085" y="559607"/>
                </a:lnTo>
                <a:lnTo>
                  <a:pt x="1734410" y="559607"/>
                </a:lnTo>
                <a:lnTo>
                  <a:pt x="1730736" y="559607"/>
                </a:lnTo>
                <a:lnTo>
                  <a:pt x="1727061" y="559607"/>
                </a:lnTo>
                <a:lnTo>
                  <a:pt x="1723387" y="559607"/>
                </a:lnTo>
                <a:lnTo>
                  <a:pt x="1719712" y="559607"/>
                </a:lnTo>
                <a:lnTo>
                  <a:pt x="1716037" y="559607"/>
                </a:lnTo>
                <a:lnTo>
                  <a:pt x="1712363" y="559607"/>
                </a:lnTo>
                <a:lnTo>
                  <a:pt x="1708688" y="559607"/>
                </a:lnTo>
                <a:lnTo>
                  <a:pt x="1705014" y="559607"/>
                </a:lnTo>
                <a:lnTo>
                  <a:pt x="1701339" y="559607"/>
                </a:lnTo>
                <a:lnTo>
                  <a:pt x="1697664" y="559607"/>
                </a:lnTo>
                <a:lnTo>
                  <a:pt x="1693990" y="559607"/>
                </a:lnTo>
                <a:lnTo>
                  <a:pt x="1690315" y="559607"/>
                </a:lnTo>
                <a:lnTo>
                  <a:pt x="1686641" y="559607"/>
                </a:lnTo>
                <a:lnTo>
                  <a:pt x="1682966" y="559607"/>
                </a:lnTo>
                <a:lnTo>
                  <a:pt x="1679291" y="559607"/>
                </a:lnTo>
                <a:lnTo>
                  <a:pt x="1675617" y="559607"/>
                </a:lnTo>
                <a:lnTo>
                  <a:pt x="1671942" y="559607"/>
                </a:lnTo>
                <a:lnTo>
                  <a:pt x="1668268" y="559607"/>
                </a:lnTo>
                <a:lnTo>
                  <a:pt x="1664593" y="559607"/>
                </a:lnTo>
                <a:lnTo>
                  <a:pt x="1660918" y="559607"/>
                </a:lnTo>
                <a:lnTo>
                  <a:pt x="1657244" y="559607"/>
                </a:lnTo>
                <a:lnTo>
                  <a:pt x="1653569" y="559607"/>
                </a:lnTo>
                <a:lnTo>
                  <a:pt x="1649895" y="559607"/>
                </a:lnTo>
                <a:lnTo>
                  <a:pt x="1646220" y="559607"/>
                </a:lnTo>
                <a:lnTo>
                  <a:pt x="1642545" y="559607"/>
                </a:lnTo>
                <a:lnTo>
                  <a:pt x="1638871" y="559607"/>
                </a:lnTo>
                <a:lnTo>
                  <a:pt x="1635196" y="559607"/>
                </a:lnTo>
                <a:lnTo>
                  <a:pt x="1631522" y="559607"/>
                </a:lnTo>
                <a:lnTo>
                  <a:pt x="1627847" y="559607"/>
                </a:lnTo>
                <a:lnTo>
                  <a:pt x="1624172" y="559607"/>
                </a:lnTo>
                <a:lnTo>
                  <a:pt x="1620498" y="559607"/>
                </a:lnTo>
                <a:lnTo>
                  <a:pt x="1616823" y="559607"/>
                </a:lnTo>
                <a:lnTo>
                  <a:pt x="1613149" y="559607"/>
                </a:lnTo>
                <a:lnTo>
                  <a:pt x="1609474" y="559607"/>
                </a:lnTo>
                <a:lnTo>
                  <a:pt x="1605799" y="559607"/>
                </a:lnTo>
                <a:lnTo>
                  <a:pt x="1602125" y="559607"/>
                </a:lnTo>
                <a:lnTo>
                  <a:pt x="1598450" y="559607"/>
                </a:lnTo>
                <a:lnTo>
                  <a:pt x="1594776" y="559607"/>
                </a:lnTo>
                <a:lnTo>
                  <a:pt x="1591101" y="559607"/>
                </a:lnTo>
                <a:lnTo>
                  <a:pt x="1587426" y="559607"/>
                </a:lnTo>
                <a:lnTo>
                  <a:pt x="1583752" y="559607"/>
                </a:lnTo>
                <a:lnTo>
                  <a:pt x="1580077" y="559607"/>
                </a:lnTo>
                <a:lnTo>
                  <a:pt x="1576403" y="559607"/>
                </a:lnTo>
                <a:lnTo>
                  <a:pt x="1572728" y="559607"/>
                </a:lnTo>
                <a:lnTo>
                  <a:pt x="1569053" y="559607"/>
                </a:lnTo>
                <a:lnTo>
                  <a:pt x="1565379" y="559607"/>
                </a:lnTo>
                <a:lnTo>
                  <a:pt x="1561704" y="559607"/>
                </a:lnTo>
                <a:lnTo>
                  <a:pt x="1558030" y="559607"/>
                </a:lnTo>
                <a:lnTo>
                  <a:pt x="1554355" y="559607"/>
                </a:lnTo>
                <a:lnTo>
                  <a:pt x="1550680" y="559607"/>
                </a:lnTo>
                <a:lnTo>
                  <a:pt x="1547006" y="559607"/>
                </a:lnTo>
                <a:lnTo>
                  <a:pt x="1543331" y="559607"/>
                </a:lnTo>
                <a:lnTo>
                  <a:pt x="1539657" y="559607"/>
                </a:lnTo>
                <a:lnTo>
                  <a:pt x="1535982" y="559607"/>
                </a:lnTo>
                <a:lnTo>
                  <a:pt x="1532307" y="559607"/>
                </a:lnTo>
                <a:lnTo>
                  <a:pt x="1528633" y="559607"/>
                </a:lnTo>
                <a:lnTo>
                  <a:pt x="1524958" y="559607"/>
                </a:lnTo>
                <a:lnTo>
                  <a:pt x="1521284" y="559607"/>
                </a:lnTo>
                <a:lnTo>
                  <a:pt x="1517609" y="559607"/>
                </a:lnTo>
                <a:lnTo>
                  <a:pt x="1513934" y="559607"/>
                </a:lnTo>
                <a:lnTo>
                  <a:pt x="1510260" y="559607"/>
                </a:lnTo>
                <a:lnTo>
                  <a:pt x="1506585" y="559607"/>
                </a:lnTo>
                <a:lnTo>
                  <a:pt x="1502911" y="559607"/>
                </a:lnTo>
                <a:lnTo>
                  <a:pt x="1499236" y="559607"/>
                </a:lnTo>
                <a:lnTo>
                  <a:pt x="1495561" y="559607"/>
                </a:lnTo>
                <a:lnTo>
                  <a:pt x="1491887" y="559607"/>
                </a:lnTo>
                <a:lnTo>
                  <a:pt x="1488212" y="559607"/>
                </a:lnTo>
                <a:lnTo>
                  <a:pt x="1484538" y="559607"/>
                </a:lnTo>
                <a:lnTo>
                  <a:pt x="1480863" y="559607"/>
                </a:lnTo>
                <a:lnTo>
                  <a:pt x="1477188" y="559607"/>
                </a:lnTo>
                <a:lnTo>
                  <a:pt x="1473514" y="559607"/>
                </a:lnTo>
                <a:lnTo>
                  <a:pt x="1469839" y="559607"/>
                </a:lnTo>
                <a:lnTo>
                  <a:pt x="1466165" y="559607"/>
                </a:lnTo>
                <a:lnTo>
                  <a:pt x="1462490" y="559607"/>
                </a:lnTo>
                <a:lnTo>
                  <a:pt x="1458815" y="559607"/>
                </a:lnTo>
                <a:lnTo>
                  <a:pt x="1455141" y="559607"/>
                </a:lnTo>
                <a:lnTo>
                  <a:pt x="1451466" y="559607"/>
                </a:lnTo>
                <a:lnTo>
                  <a:pt x="1447792" y="559607"/>
                </a:lnTo>
                <a:lnTo>
                  <a:pt x="1444117" y="559607"/>
                </a:lnTo>
                <a:lnTo>
                  <a:pt x="1440442" y="559607"/>
                </a:lnTo>
                <a:lnTo>
                  <a:pt x="1436768" y="559607"/>
                </a:lnTo>
                <a:lnTo>
                  <a:pt x="1433093" y="559607"/>
                </a:lnTo>
                <a:lnTo>
                  <a:pt x="1429419" y="559607"/>
                </a:lnTo>
                <a:lnTo>
                  <a:pt x="1425744" y="559607"/>
                </a:lnTo>
                <a:lnTo>
                  <a:pt x="1422069" y="559607"/>
                </a:lnTo>
                <a:lnTo>
                  <a:pt x="1418395" y="559607"/>
                </a:lnTo>
                <a:lnTo>
                  <a:pt x="1414720" y="559607"/>
                </a:lnTo>
                <a:lnTo>
                  <a:pt x="1411046" y="559607"/>
                </a:lnTo>
                <a:lnTo>
                  <a:pt x="1407371" y="559607"/>
                </a:lnTo>
                <a:lnTo>
                  <a:pt x="1403696" y="559607"/>
                </a:lnTo>
                <a:lnTo>
                  <a:pt x="1400022" y="559607"/>
                </a:lnTo>
                <a:lnTo>
                  <a:pt x="1396347" y="559607"/>
                </a:lnTo>
                <a:lnTo>
                  <a:pt x="1392673" y="559607"/>
                </a:lnTo>
                <a:lnTo>
                  <a:pt x="1388998" y="559607"/>
                </a:lnTo>
                <a:lnTo>
                  <a:pt x="1385323" y="559607"/>
                </a:lnTo>
                <a:lnTo>
                  <a:pt x="1381649" y="559607"/>
                </a:lnTo>
                <a:lnTo>
                  <a:pt x="1377974" y="559607"/>
                </a:lnTo>
                <a:lnTo>
                  <a:pt x="1374300" y="559607"/>
                </a:lnTo>
                <a:lnTo>
                  <a:pt x="1370625" y="559607"/>
                </a:lnTo>
                <a:lnTo>
                  <a:pt x="1366950" y="559607"/>
                </a:lnTo>
                <a:lnTo>
                  <a:pt x="1363276" y="559607"/>
                </a:lnTo>
                <a:lnTo>
                  <a:pt x="1359601" y="559607"/>
                </a:lnTo>
                <a:lnTo>
                  <a:pt x="1355927" y="559607"/>
                </a:lnTo>
                <a:lnTo>
                  <a:pt x="1352252" y="559607"/>
                </a:lnTo>
                <a:lnTo>
                  <a:pt x="1348577" y="559607"/>
                </a:lnTo>
                <a:lnTo>
                  <a:pt x="1344903" y="559607"/>
                </a:lnTo>
                <a:lnTo>
                  <a:pt x="1341228" y="559607"/>
                </a:lnTo>
                <a:lnTo>
                  <a:pt x="1337554" y="559607"/>
                </a:lnTo>
                <a:lnTo>
                  <a:pt x="1333879" y="559607"/>
                </a:lnTo>
                <a:lnTo>
                  <a:pt x="1330205" y="559607"/>
                </a:lnTo>
                <a:lnTo>
                  <a:pt x="1326530" y="559607"/>
                </a:lnTo>
                <a:lnTo>
                  <a:pt x="1322855" y="559607"/>
                </a:lnTo>
                <a:lnTo>
                  <a:pt x="1319181" y="559607"/>
                </a:lnTo>
                <a:lnTo>
                  <a:pt x="1315506" y="559607"/>
                </a:lnTo>
                <a:lnTo>
                  <a:pt x="1311832" y="559607"/>
                </a:lnTo>
                <a:lnTo>
                  <a:pt x="1308157" y="559607"/>
                </a:lnTo>
                <a:lnTo>
                  <a:pt x="1304482" y="559607"/>
                </a:lnTo>
                <a:lnTo>
                  <a:pt x="1300808" y="559607"/>
                </a:lnTo>
                <a:lnTo>
                  <a:pt x="1297133" y="559607"/>
                </a:lnTo>
                <a:lnTo>
                  <a:pt x="1293459" y="559607"/>
                </a:lnTo>
                <a:lnTo>
                  <a:pt x="1289784" y="559607"/>
                </a:lnTo>
                <a:lnTo>
                  <a:pt x="1286109" y="559607"/>
                </a:lnTo>
                <a:lnTo>
                  <a:pt x="1282435" y="559607"/>
                </a:lnTo>
                <a:lnTo>
                  <a:pt x="1278760" y="559607"/>
                </a:lnTo>
                <a:lnTo>
                  <a:pt x="1275086" y="559607"/>
                </a:lnTo>
                <a:lnTo>
                  <a:pt x="1271411" y="559607"/>
                </a:lnTo>
                <a:lnTo>
                  <a:pt x="1267736" y="559607"/>
                </a:lnTo>
                <a:lnTo>
                  <a:pt x="1264062" y="559607"/>
                </a:lnTo>
                <a:lnTo>
                  <a:pt x="1260387" y="559607"/>
                </a:lnTo>
                <a:lnTo>
                  <a:pt x="1256713" y="559607"/>
                </a:lnTo>
                <a:lnTo>
                  <a:pt x="1253038" y="559607"/>
                </a:lnTo>
                <a:lnTo>
                  <a:pt x="1249363" y="559607"/>
                </a:lnTo>
                <a:lnTo>
                  <a:pt x="1245689" y="559607"/>
                </a:lnTo>
                <a:lnTo>
                  <a:pt x="1242014" y="559607"/>
                </a:lnTo>
                <a:lnTo>
                  <a:pt x="1238340" y="559607"/>
                </a:lnTo>
                <a:lnTo>
                  <a:pt x="1234665" y="559607"/>
                </a:lnTo>
                <a:lnTo>
                  <a:pt x="1230990" y="559607"/>
                </a:lnTo>
                <a:lnTo>
                  <a:pt x="1227316" y="559607"/>
                </a:lnTo>
                <a:lnTo>
                  <a:pt x="1223641" y="559607"/>
                </a:lnTo>
                <a:lnTo>
                  <a:pt x="1219967" y="559607"/>
                </a:lnTo>
                <a:lnTo>
                  <a:pt x="1216292" y="559607"/>
                </a:lnTo>
                <a:lnTo>
                  <a:pt x="1212617" y="559607"/>
                </a:lnTo>
                <a:lnTo>
                  <a:pt x="1208943" y="559607"/>
                </a:lnTo>
                <a:lnTo>
                  <a:pt x="1205268" y="559607"/>
                </a:lnTo>
                <a:lnTo>
                  <a:pt x="1201594" y="559607"/>
                </a:lnTo>
                <a:lnTo>
                  <a:pt x="1197919" y="559607"/>
                </a:lnTo>
                <a:lnTo>
                  <a:pt x="1194244" y="559607"/>
                </a:lnTo>
                <a:lnTo>
                  <a:pt x="1190570" y="559607"/>
                </a:lnTo>
                <a:lnTo>
                  <a:pt x="1186895" y="559607"/>
                </a:lnTo>
                <a:lnTo>
                  <a:pt x="1183221" y="559607"/>
                </a:lnTo>
                <a:lnTo>
                  <a:pt x="1179546" y="559607"/>
                </a:lnTo>
                <a:lnTo>
                  <a:pt x="1175871" y="559607"/>
                </a:lnTo>
                <a:lnTo>
                  <a:pt x="1172197" y="559607"/>
                </a:lnTo>
                <a:lnTo>
                  <a:pt x="1168522" y="559607"/>
                </a:lnTo>
                <a:lnTo>
                  <a:pt x="1164848" y="559607"/>
                </a:lnTo>
                <a:lnTo>
                  <a:pt x="1161173" y="559607"/>
                </a:lnTo>
                <a:lnTo>
                  <a:pt x="1157498" y="559607"/>
                </a:lnTo>
                <a:lnTo>
                  <a:pt x="1153824" y="559607"/>
                </a:lnTo>
                <a:lnTo>
                  <a:pt x="1150149" y="559607"/>
                </a:lnTo>
                <a:lnTo>
                  <a:pt x="1146475" y="559607"/>
                </a:lnTo>
                <a:lnTo>
                  <a:pt x="1142800" y="559607"/>
                </a:lnTo>
                <a:lnTo>
                  <a:pt x="1139125" y="559607"/>
                </a:lnTo>
                <a:lnTo>
                  <a:pt x="1135451" y="559607"/>
                </a:lnTo>
                <a:lnTo>
                  <a:pt x="1131776" y="559607"/>
                </a:lnTo>
                <a:lnTo>
                  <a:pt x="1128102" y="559607"/>
                </a:lnTo>
                <a:lnTo>
                  <a:pt x="1124427" y="559607"/>
                </a:lnTo>
                <a:lnTo>
                  <a:pt x="1120752" y="559607"/>
                </a:lnTo>
                <a:lnTo>
                  <a:pt x="1117078" y="559607"/>
                </a:lnTo>
                <a:lnTo>
                  <a:pt x="1113403" y="559607"/>
                </a:lnTo>
                <a:lnTo>
                  <a:pt x="1109729" y="559607"/>
                </a:lnTo>
                <a:lnTo>
                  <a:pt x="1106054" y="559607"/>
                </a:lnTo>
                <a:lnTo>
                  <a:pt x="1102379" y="559607"/>
                </a:lnTo>
                <a:lnTo>
                  <a:pt x="1098705" y="559607"/>
                </a:lnTo>
                <a:lnTo>
                  <a:pt x="1095030" y="559607"/>
                </a:lnTo>
                <a:lnTo>
                  <a:pt x="1091356" y="559607"/>
                </a:lnTo>
                <a:lnTo>
                  <a:pt x="1087681" y="559607"/>
                </a:lnTo>
                <a:lnTo>
                  <a:pt x="1084006" y="559607"/>
                </a:lnTo>
                <a:lnTo>
                  <a:pt x="1080332" y="559607"/>
                </a:lnTo>
                <a:lnTo>
                  <a:pt x="1076657" y="559607"/>
                </a:lnTo>
                <a:lnTo>
                  <a:pt x="1072983" y="559607"/>
                </a:lnTo>
                <a:lnTo>
                  <a:pt x="1069308" y="559607"/>
                </a:lnTo>
                <a:lnTo>
                  <a:pt x="1065633" y="559607"/>
                </a:lnTo>
                <a:lnTo>
                  <a:pt x="1061959" y="559607"/>
                </a:lnTo>
                <a:lnTo>
                  <a:pt x="1058284" y="559607"/>
                </a:lnTo>
                <a:lnTo>
                  <a:pt x="1054610" y="559607"/>
                </a:lnTo>
                <a:lnTo>
                  <a:pt x="1050935" y="559607"/>
                </a:lnTo>
                <a:lnTo>
                  <a:pt x="1047260" y="559607"/>
                </a:lnTo>
                <a:lnTo>
                  <a:pt x="1043586" y="559607"/>
                </a:lnTo>
                <a:lnTo>
                  <a:pt x="1039911" y="559607"/>
                </a:lnTo>
                <a:lnTo>
                  <a:pt x="1036237" y="559607"/>
                </a:lnTo>
                <a:lnTo>
                  <a:pt x="1032562" y="559607"/>
                </a:lnTo>
                <a:lnTo>
                  <a:pt x="1028887" y="559607"/>
                </a:lnTo>
                <a:lnTo>
                  <a:pt x="1025213" y="559607"/>
                </a:lnTo>
                <a:lnTo>
                  <a:pt x="1021538" y="559607"/>
                </a:lnTo>
                <a:lnTo>
                  <a:pt x="1017864" y="559607"/>
                </a:lnTo>
                <a:lnTo>
                  <a:pt x="1014189" y="559607"/>
                </a:lnTo>
                <a:lnTo>
                  <a:pt x="1010514" y="559607"/>
                </a:lnTo>
                <a:lnTo>
                  <a:pt x="1006840" y="559607"/>
                </a:lnTo>
                <a:lnTo>
                  <a:pt x="1003165" y="559607"/>
                </a:lnTo>
                <a:lnTo>
                  <a:pt x="999491" y="559607"/>
                </a:lnTo>
                <a:lnTo>
                  <a:pt x="995816" y="559607"/>
                </a:lnTo>
                <a:lnTo>
                  <a:pt x="992141" y="559607"/>
                </a:lnTo>
                <a:lnTo>
                  <a:pt x="988467" y="559607"/>
                </a:lnTo>
                <a:lnTo>
                  <a:pt x="984792" y="559607"/>
                </a:lnTo>
                <a:lnTo>
                  <a:pt x="981118" y="559607"/>
                </a:lnTo>
                <a:lnTo>
                  <a:pt x="977443" y="559607"/>
                </a:lnTo>
                <a:lnTo>
                  <a:pt x="973768" y="559607"/>
                </a:lnTo>
                <a:lnTo>
                  <a:pt x="970094" y="559607"/>
                </a:lnTo>
                <a:lnTo>
                  <a:pt x="966419" y="559607"/>
                </a:lnTo>
                <a:lnTo>
                  <a:pt x="962745" y="559607"/>
                </a:lnTo>
                <a:lnTo>
                  <a:pt x="959070" y="559607"/>
                </a:lnTo>
                <a:lnTo>
                  <a:pt x="955395" y="559607"/>
                </a:lnTo>
                <a:lnTo>
                  <a:pt x="951721" y="559607"/>
                </a:lnTo>
                <a:lnTo>
                  <a:pt x="948046" y="559607"/>
                </a:lnTo>
                <a:lnTo>
                  <a:pt x="944372" y="559607"/>
                </a:lnTo>
                <a:lnTo>
                  <a:pt x="940697" y="559607"/>
                </a:lnTo>
                <a:lnTo>
                  <a:pt x="937022" y="559607"/>
                </a:lnTo>
                <a:lnTo>
                  <a:pt x="933348" y="559607"/>
                </a:lnTo>
                <a:lnTo>
                  <a:pt x="929673" y="559607"/>
                </a:lnTo>
                <a:lnTo>
                  <a:pt x="925999" y="559607"/>
                </a:lnTo>
                <a:lnTo>
                  <a:pt x="922324" y="559607"/>
                </a:lnTo>
                <a:lnTo>
                  <a:pt x="918649" y="559607"/>
                </a:lnTo>
                <a:lnTo>
                  <a:pt x="914975" y="559607"/>
                </a:lnTo>
                <a:lnTo>
                  <a:pt x="911300" y="559607"/>
                </a:lnTo>
                <a:lnTo>
                  <a:pt x="907626" y="559607"/>
                </a:lnTo>
                <a:lnTo>
                  <a:pt x="903951" y="559607"/>
                </a:lnTo>
                <a:lnTo>
                  <a:pt x="900276" y="559607"/>
                </a:lnTo>
                <a:lnTo>
                  <a:pt x="896602" y="559607"/>
                </a:lnTo>
                <a:lnTo>
                  <a:pt x="892927" y="559607"/>
                </a:lnTo>
                <a:lnTo>
                  <a:pt x="889253" y="559607"/>
                </a:lnTo>
                <a:lnTo>
                  <a:pt x="885578" y="559607"/>
                </a:lnTo>
                <a:lnTo>
                  <a:pt x="881903" y="559607"/>
                </a:lnTo>
                <a:lnTo>
                  <a:pt x="878229" y="559607"/>
                </a:lnTo>
                <a:lnTo>
                  <a:pt x="874554" y="559607"/>
                </a:lnTo>
                <a:lnTo>
                  <a:pt x="870880" y="559607"/>
                </a:lnTo>
                <a:lnTo>
                  <a:pt x="867205" y="559607"/>
                </a:lnTo>
                <a:lnTo>
                  <a:pt x="863530" y="559607"/>
                </a:lnTo>
                <a:lnTo>
                  <a:pt x="859856" y="559607"/>
                </a:lnTo>
                <a:lnTo>
                  <a:pt x="856181" y="559607"/>
                </a:lnTo>
                <a:lnTo>
                  <a:pt x="852507" y="559607"/>
                </a:lnTo>
                <a:lnTo>
                  <a:pt x="848832" y="559607"/>
                </a:lnTo>
                <a:lnTo>
                  <a:pt x="845157" y="559607"/>
                </a:lnTo>
                <a:lnTo>
                  <a:pt x="841483" y="559607"/>
                </a:lnTo>
                <a:lnTo>
                  <a:pt x="837808" y="559607"/>
                </a:lnTo>
                <a:lnTo>
                  <a:pt x="834134" y="559607"/>
                </a:lnTo>
                <a:lnTo>
                  <a:pt x="830459" y="559607"/>
                </a:lnTo>
                <a:lnTo>
                  <a:pt x="826784" y="559607"/>
                </a:lnTo>
                <a:lnTo>
                  <a:pt x="823110" y="559607"/>
                </a:lnTo>
                <a:lnTo>
                  <a:pt x="819435" y="559607"/>
                </a:lnTo>
                <a:lnTo>
                  <a:pt x="815761" y="559607"/>
                </a:lnTo>
                <a:lnTo>
                  <a:pt x="812086" y="559607"/>
                </a:lnTo>
                <a:lnTo>
                  <a:pt x="808411" y="559607"/>
                </a:lnTo>
                <a:lnTo>
                  <a:pt x="804737" y="559607"/>
                </a:lnTo>
                <a:lnTo>
                  <a:pt x="801062" y="559607"/>
                </a:lnTo>
                <a:lnTo>
                  <a:pt x="797388" y="559607"/>
                </a:lnTo>
                <a:lnTo>
                  <a:pt x="793713" y="559607"/>
                </a:lnTo>
                <a:lnTo>
                  <a:pt x="790038" y="559607"/>
                </a:lnTo>
                <a:lnTo>
                  <a:pt x="786364" y="559607"/>
                </a:lnTo>
                <a:lnTo>
                  <a:pt x="782689" y="559607"/>
                </a:lnTo>
                <a:lnTo>
                  <a:pt x="779015" y="559607"/>
                </a:lnTo>
                <a:lnTo>
                  <a:pt x="775340" y="559607"/>
                </a:lnTo>
                <a:lnTo>
                  <a:pt x="771665" y="559607"/>
                </a:lnTo>
                <a:lnTo>
                  <a:pt x="767991" y="559607"/>
                </a:lnTo>
                <a:lnTo>
                  <a:pt x="764316" y="559607"/>
                </a:lnTo>
                <a:lnTo>
                  <a:pt x="760642" y="559607"/>
                </a:lnTo>
                <a:lnTo>
                  <a:pt x="756967" y="559607"/>
                </a:lnTo>
                <a:lnTo>
                  <a:pt x="753292" y="559607"/>
                </a:lnTo>
                <a:lnTo>
                  <a:pt x="749618" y="559607"/>
                </a:lnTo>
                <a:lnTo>
                  <a:pt x="745943" y="559607"/>
                </a:lnTo>
                <a:lnTo>
                  <a:pt x="742269" y="559607"/>
                </a:lnTo>
                <a:lnTo>
                  <a:pt x="738594" y="559607"/>
                </a:lnTo>
                <a:lnTo>
                  <a:pt x="734919" y="559607"/>
                </a:lnTo>
                <a:lnTo>
                  <a:pt x="731245" y="559607"/>
                </a:lnTo>
                <a:lnTo>
                  <a:pt x="727570" y="559607"/>
                </a:lnTo>
                <a:lnTo>
                  <a:pt x="723896" y="559607"/>
                </a:lnTo>
                <a:lnTo>
                  <a:pt x="720221" y="559607"/>
                </a:lnTo>
                <a:lnTo>
                  <a:pt x="716546" y="559607"/>
                </a:lnTo>
                <a:lnTo>
                  <a:pt x="712872" y="559607"/>
                </a:lnTo>
                <a:lnTo>
                  <a:pt x="709197" y="559607"/>
                </a:lnTo>
                <a:lnTo>
                  <a:pt x="705523" y="559607"/>
                </a:lnTo>
                <a:lnTo>
                  <a:pt x="701848" y="559607"/>
                </a:lnTo>
                <a:lnTo>
                  <a:pt x="698173" y="559607"/>
                </a:lnTo>
                <a:lnTo>
                  <a:pt x="694499" y="559607"/>
                </a:lnTo>
                <a:lnTo>
                  <a:pt x="690824" y="559607"/>
                </a:lnTo>
                <a:lnTo>
                  <a:pt x="687150" y="559607"/>
                </a:lnTo>
                <a:lnTo>
                  <a:pt x="683475" y="559607"/>
                </a:lnTo>
                <a:lnTo>
                  <a:pt x="679800" y="559607"/>
                </a:lnTo>
                <a:lnTo>
                  <a:pt x="676126" y="559607"/>
                </a:lnTo>
                <a:lnTo>
                  <a:pt x="672451" y="559607"/>
                </a:lnTo>
                <a:lnTo>
                  <a:pt x="668777" y="559607"/>
                </a:lnTo>
                <a:lnTo>
                  <a:pt x="665102" y="559607"/>
                </a:lnTo>
                <a:lnTo>
                  <a:pt x="661427" y="559607"/>
                </a:lnTo>
                <a:lnTo>
                  <a:pt x="657753" y="559607"/>
                </a:lnTo>
                <a:lnTo>
                  <a:pt x="654078" y="559607"/>
                </a:lnTo>
                <a:lnTo>
                  <a:pt x="650404" y="559607"/>
                </a:lnTo>
                <a:lnTo>
                  <a:pt x="646729" y="559607"/>
                </a:lnTo>
                <a:lnTo>
                  <a:pt x="643054" y="559607"/>
                </a:lnTo>
                <a:lnTo>
                  <a:pt x="639380" y="559607"/>
                </a:lnTo>
                <a:lnTo>
                  <a:pt x="635705" y="559607"/>
                </a:lnTo>
                <a:lnTo>
                  <a:pt x="632031" y="559607"/>
                </a:lnTo>
                <a:lnTo>
                  <a:pt x="628356" y="559607"/>
                </a:lnTo>
                <a:lnTo>
                  <a:pt x="624681" y="559607"/>
                </a:lnTo>
                <a:lnTo>
                  <a:pt x="621007" y="559607"/>
                </a:lnTo>
                <a:lnTo>
                  <a:pt x="617332" y="559607"/>
                </a:lnTo>
                <a:lnTo>
                  <a:pt x="613658" y="559607"/>
                </a:lnTo>
                <a:lnTo>
                  <a:pt x="609983" y="559607"/>
                </a:lnTo>
                <a:lnTo>
                  <a:pt x="606308" y="559607"/>
                </a:lnTo>
                <a:lnTo>
                  <a:pt x="602634" y="559607"/>
                </a:lnTo>
                <a:lnTo>
                  <a:pt x="598959" y="559607"/>
                </a:lnTo>
                <a:lnTo>
                  <a:pt x="595285" y="559607"/>
                </a:lnTo>
                <a:lnTo>
                  <a:pt x="591610" y="559607"/>
                </a:lnTo>
                <a:lnTo>
                  <a:pt x="587935" y="559607"/>
                </a:lnTo>
                <a:lnTo>
                  <a:pt x="584261" y="559607"/>
                </a:lnTo>
                <a:lnTo>
                  <a:pt x="580586" y="559607"/>
                </a:lnTo>
                <a:lnTo>
                  <a:pt x="576912" y="559607"/>
                </a:lnTo>
                <a:lnTo>
                  <a:pt x="573237" y="559607"/>
                </a:lnTo>
                <a:lnTo>
                  <a:pt x="569562" y="559607"/>
                </a:lnTo>
                <a:lnTo>
                  <a:pt x="565888" y="559607"/>
                </a:lnTo>
                <a:lnTo>
                  <a:pt x="562213" y="559607"/>
                </a:lnTo>
                <a:lnTo>
                  <a:pt x="558539" y="559607"/>
                </a:lnTo>
                <a:lnTo>
                  <a:pt x="554864" y="559607"/>
                </a:lnTo>
                <a:lnTo>
                  <a:pt x="551189" y="559607"/>
                </a:lnTo>
                <a:lnTo>
                  <a:pt x="547515" y="559607"/>
                </a:lnTo>
                <a:lnTo>
                  <a:pt x="543840" y="559607"/>
                </a:lnTo>
                <a:lnTo>
                  <a:pt x="540166" y="559607"/>
                </a:lnTo>
                <a:lnTo>
                  <a:pt x="536491" y="559607"/>
                </a:lnTo>
                <a:lnTo>
                  <a:pt x="532816" y="559607"/>
                </a:lnTo>
                <a:lnTo>
                  <a:pt x="529142" y="559607"/>
                </a:lnTo>
                <a:lnTo>
                  <a:pt x="525467" y="559607"/>
                </a:lnTo>
                <a:lnTo>
                  <a:pt x="521793" y="559607"/>
                </a:lnTo>
                <a:lnTo>
                  <a:pt x="518118" y="559607"/>
                </a:lnTo>
                <a:lnTo>
                  <a:pt x="514443" y="559607"/>
                </a:lnTo>
                <a:lnTo>
                  <a:pt x="510769" y="559607"/>
                </a:lnTo>
                <a:lnTo>
                  <a:pt x="507094" y="559607"/>
                </a:lnTo>
                <a:lnTo>
                  <a:pt x="503420" y="559607"/>
                </a:lnTo>
                <a:lnTo>
                  <a:pt x="499745" y="559607"/>
                </a:lnTo>
                <a:lnTo>
                  <a:pt x="496070" y="559607"/>
                </a:lnTo>
                <a:lnTo>
                  <a:pt x="492396" y="559607"/>
                </a:lnTo>
                <a:lnTo>
                  <a:pt x="488721" y="559607"/>
                </a:lnTo>
                <a:lnTo>
                  <a:pt x="485047" y="559607"/>
                </a:lnTo>
                <a:lnTo>
                  <a:pt x="481372" y="559607"/>
                </a:lnTo>
                <a:lnTo>
                  <a:pt x="477697" y="559607"/>
                </a:lnTo>
                <a:lnTo>
                  <a:pt x="474023" y="559607"/>
                </a:lnTo>
                <a:lnTo>
                  <a:pt x="470348" y="559607"/>
                </a:lnTo>
                <a:lnTo>
                  <a:pt x="466674" y="559607"/>
                </a:lnTo>
                <a:lnTo>
                  <a:pt x="462999" y="559607"/>
                </a:lnTo>
                <a:lnTo>
                  <a:pt x="459324" y="559607"/>
                </a:lnTo>
                <a:lnTo>
                  <a:pt x="455650" y="559607"/>
                </a:lnTo>
                <a:lnTo>
                  <a:pt x="451975" y="559607"/>
                </a:lnTo>
                <a:lnTo>
                  <a:pt x="448301" y="559607"/>
                </a:lnTo>
                <a:lnTo>
                  <a:pt x="444626" y="559607"/>
                </a:lnTo>
                <a:lnTo>
                  <a:pt x="440951" y="559607"/>
                </a:lnTo>
                <a:lnTo>
                  <a:pt x="437277" y="559607"/>
                </a:lnTo>
                <a:lnTo>
                  <a:pt x="433602" y="559607"/>
                </a:lnTo>
                <a:lnTo>
                  <a:pt x="429928" y="559607"/>
                </a:lnTo>
                <a:lnTo>
                  <a:pt x="426253" y="559607"/>
                </a:lnTo>
                <a:lnTo>
                  <a:pt x="422578" y="559607"/>
                </a:lnTo>
                <a:lnTo>
                  <a:pt x="418904" y="559607"/>
                </a:lnTo>
                <a:lnTo>
                  <a:pt x="415229" y="559607"/>
                </a:lnTo>
                <a:lnTo>
                  <a:pt x="411555" y="559607"/>
                </a:lnTo>
                <a:lnTo>
                  <a:pt x="407880" y="559607"/>
                </a:lnTo>
                <a:lnTo>
                  <a:pt x="404205" y="559607"/>
                </a:lnTo>
                <a:lnTo>
                  <a:pt x="400531" y="559607"/>
                </a:lnTo>
                <a:lnTo>
                  <a:pt x="396856" y="559607"/>
                </a:lnTo>
                <a:lnTo>
                  <a:pt x="393182" y="559607"/>
                </a:lnTo>
                <a:lnTo>
                  <a:pt x="389507" y="559607"/>
                </a:lnTo>
                <a:lnTo>
                  <a:pt x="385832" y="559607"/>
                </a:lnTo>
                <a:lnTo>
                  <a:pt x="382158" y="559607"/>
                </a:lnTo>
                <a:lnTo>
                  <a:pt x="378483" y="559607"/>
                </a:lnTo>
                <a:lnTo>
                  <a:pt x="374809" y="559607"/>
                </a:lnTo>
                <a:lnTo>
                  <a:pt x="371134" y="559607"/>
                </a:lnTo>
                <a:lnTo>
                  <a:pt x="367459" y="559607"/>
                </a:lnTo>
                <a:lnTo>
                  <a:pt x="363785" y="559607"/>
                </a:lnTo>
                <a:lnTo>
                  <a:pt x="360110" y="559607"/>
                </a:lnTo>
                <a:lnTo>
                  <a:pt x="356436" y="559607"/>
                </a:lnTo>
                <a:lnTo>
                  <a:pt x="352761" y="559607"/>
                </a:lnTo>
                <a:lnTo>
                  <a:pt x="349086" y="559607"/>
                </a:lnTo>
                <a:lnTo>
                  <a:pt x="345412" y="559607"/>
                </a:lnTo>
                <a:lnTo>
                  <a:pt x="341737" y="559607"/>
                </a:lnTo>
                <a:lnTo>
                  <a:pt x="338063" y="559607"/>
                </a:lnTo>
                <a:lnTo>
                  <a:pt x="334388" y="559607"/>
                </a:lnTo>
                <a:lnTo>
                  <a:pt x="330713" y="559607"/>
                </a:lnTo>
                <a:lnTo>
                  <a:pt x="327039" y="559607"/>
                </a:lnTo>
                <a:lnTo>
                  <a:pt x="323364" y="559607"/>
                </a:lnTo>
                <a:lnTo>
                  <a:pt x="319690" y="559607"/>
                </a:lnTo>
                <a:lnTo>
                  <a:pt x="316015" y="559607"/>
                </a:lnTo>
                <a:lnTo>
                  <a:pt x="312340" y="559607"/>
                </a:lnTo>
                <a:lnTo>
                  <a:pt x="308666" y="559607"/>
                </a:lnTo>
                <a:lnTo>
                  <a:pt x="304991" y="559607"/>
                </a:lnTo>
                <a:lnTo>
                  <a:pt x="301317" y="559607"/>
                </a:lnTo>
                <a:lnTo>
                  <a:pt x="297642" y="559607"/>
                </a:lnTo>
                <a:lnTo>
                  <a:pt x="293967" y="559607"/>
                </a:lnTo>
                <a:lnTo>
                  <a:pt x="290293" y="559607"/>
                </a:lnTo>
                <a:lnTo>
                  <a:pt x="286618" y="559607"/>
                </a:lnTo>
                <a:lnTo>
                  <a:pt x="282944" y="559607"/>
                </a:lnTo>
                <a:lnTo>
                  <a:pt x="279269" y="559607"/>
                </a:lnTo>
                <a:lnTo>
                  <a:pt x="275594" y="559607"/>
                </a:lnTo>
                <a:lnTo>
                  <a:pt x="271920" y="559607"/>
                </a:lnTo>
                <a:lnTo>
                  <a:pt x="268245" y="559607"/>
                </a:lnTo>
                <a:lnTo>
                  <a:pt x="264571" y="559607"/>
                </a:lnTo>
                <a:lnTo>
                  <a:pt x="260896" y="559607"/>
                </a:lnTo>
                <a:lnTo>
                  <a:pt x="257221" y="559607"/>
                </a:lnTo>
                <a:lnTo>
                  <a:pt x="253547" y="559607"/>
                </a:lnTo>
                <a:lnTo>
                  <a:pt x="249872" y="559607"/>
                </a:lnTo>
                <a:lnTo>
                  <a:pt x="246198" y="559607"/>
                </a:lnTo>
                <a:lnTo>
                  <a:pt x="242523" y="559607"/>
                </a:lnTo>
                <a:lnTo>
                  <a:pt x="238848" y="559607"/>
                </a:lnTo>
                <a:lnTo>
                  <a:pt x="235174" y="559607"/>
                </a:lnTo>
                <a:lnTo>
                  <a:pt x="231499" y="559607"/>
                </a:lnTo>
                <a:lnTo>
                  <a:pt x="227825" y="559607"/>
                </a:lnTo>
                <a:lnTo>
                  <a:pt x="224150" y="559607"/>
                </a:lnTo>
                <a:lnTo>
                  <a:pt x="220475" y="559607"/>
                </a:lnTo>
                <a:lnTo>
                  <a:pt x="216801" y="559607"/>
                </a:lnTo>
                <a:lnTo>
                  <a:pt x="213126" y="559607"/>
                </a:lnTo>
                <a:lnTo>
                  <a:pt x="209452" y="559607"/>
                </a:lnTo>
                <a:lnTo>
                  <a:pt x="205777" y="559607"/>
                </a:lnTo>
                <a:lnTo>
                  <a:pt x="202102" y="559607"/>
                </a:lnTo>
                <a:lnTo>
                  <a:pt x="198428" y="559607"/>
                </a:lnTo>
                <a:lnTo>
                  <a:pt x="194753" y="559607"/>
                </a:lnTo>
                <a:lnTo>
                  <a:pt x="191079" y="559607"/>
                </a:lnTo>
                <a:lnTo>
                  <a:pt x="187404" y="559607"/>
                </a:lnTo>
                <a:lnTo>
                  <a:pt x="183729" y="559607"/>
                </a:lnTo>
                <a:lnTo>
                  <a:pt x="180055" y="559607"/>
                </a:lnTo>
                <a:lnTo>
                  <a:pt x="176380" y="559607"/>
                </a:lnTo>
                <a:lnTo>
                  <a:pt x="172706" y="559607"/>
                </a:lnTo>
                <a:lnTo>
                  <a:pt x="169031" y="559607"/>
                </a:lnTo>
                <a:lnTo>
                  <a:pt x="165356" y="559607"/>
                </a:lnTo>
                <a:lnTo>
                  <a:pt x="161682" y="559607"/>
                </a:lnTo>
                <a:lnTo>
                  <a:pt x="158007" y="559607"/>
                </a:lnTo>
                <a:lnTo>
                  <a:pt x="154333" y="559607"/>
                </a:lnTo>
                <a:lnTo>
                  <a:pt x="150658" y="559607"/>
                </a:lnTo>
                <a:lnTo>
                  <a:pt x="146983" y="559607"/>
                </a:lnTo>
                <a:lnTo>
                  <a:pt x="143309" y="559607"/>
                </a:lnTo>
                <a:lnTo>
                  <a:pt x="139634" y="559607"/>
                </a:lnTo>
                <a:lnTo>
                  <a:pt x="135960" y="559607"/>
                </a:lnTo>
                <a:lnTo>
                  <a:pt x="132285" y="559607"/>
                </a:lnTo>
                <a:lnTo>
                  <a:pt x="128610" y="559607"/>
                </a:lnTo>
                <a:lnTo>
                  <a:pt x="124936" y="559607"/>
                </a:lnTo>
                <a:lnTo>
                  <a:pt x="121261" y="559607"/>
                </a:lnTo>
                <a:lnTo>
                  <a:pt x="117587" y="559607"/>
                </a:lnTo>
                <a:lnTo>
                  <a:pt x="113912" y="559607"/>
                </a:lnTo>
                <a:lnTo>
                  <a:pt x="110237" y="559607"/>
                </a:lnTo>
                <a:lnTo>
                  <a:pt x="106563" y="559607"/>
                </a:lnTo>
                <a:lnTo>
                  <a:pt x="102888" y="559607"/>
                </a:lnTo>
                <a:lnTo>
                  <a:pt x="99214" y="559607"/>
                </a:lnTo>
                <a:lnTo>
                  <a:pt x="95539" y="559607"/>
                </a:lnTo>
                <a:lnTo>
                  <a:pt x="91864" y="559607"/>
                </a:lnTo>
                <a:lnTo>
                  <a:pt x="88190" y="559607"/>
                </a:lnTo>
                <a:lnTo>
                  <a:pt x="84515" y="559607"/>
                </a:lnTo>
                <a:lnTo>
                  <a:pt x="80841" y="559607"/>
                </a:lnTo>
                <a:lnTo>
                  <a:pt x="77166" y="559607"/>
                </a:lnTo>
                <a:lnTo>
                  <a:pt x="73491" y="559607"/>
                </a:lnTo>
                <a:lnTo>
                  <a:pt x="69817" y="559607"/>
                </a:lnTo>
                <a:lnTo>
                  <a:pt x="66142" y="559607"/>
                </a:lnTo>
                <a:lnTo>
                  <a:pt x="62468" y="559607"/>
                </a:lnTo>
                <a:lnTo>
                  <a:pt x="58793" y="559607"/>
                </a:lnTo>
                <a:lnTo>
                  <a:pt x="55118" y="559607"/>
                </a:lnTo>
                <a:lnTo>
                  <a:pt x="51444" y="559607"/>
                </a:lnTo>
                <a:lnTo>
                  <a:pt x="47769" y="559607"/>
                </a:lnTo>
                <a:lnTo>
                  <a:pt x="44095" y="559607"/>
                </a:lnTo>
                <a:lnTo>
                  <a:pt x="40420" y="559607"/>
                </a:lnTo>
                <a:lnTo>
                  <a:pt x="36745" y="559607"/>
                </a:lnTo>
                <a:lnTo>
                  <a:pt x="33071" y="559607"/>
                </a:lnTo>
                <a:lnTo>
                  <a:pt x="29396" y="559607"/>
                </a:lnTo>
                <a:lnTo>
                  <a:pt x="25722" y="559607"/>
                </a:lnTo>
                <a:lnTo>
                  <a:pt x="22047" y="559607"/>
                </a:lnTo>
                <a:lnTo>
                  <a:pt x="18372" y="559607"/>
                </a:lnTo>
                <a:lnTo>
                  <a:pt x="14698" y="559607"/>
                </a:lnTo>
                <a:lnTo>
                  <a:pt x="11023" y="559607"/>
                </a:lnTo>
                <a:lnTo>
                  <a:pt x="7349" y="559607"/>
                </a:lnTo>
                <a:lnTo>
                  <a:pt x="3674" y="559607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3" name="pl23"/>
          <p:cNvSpPr/>
          <p:nvPr/>
        </p:nvSpPr>
        <p:spPr>
          <a:xfrm>
            <a:off x="4548521" y="2180087"/>
            <a:ext cx="1877720" cy="559607"/>
          </a:xfrm>
          <a:custGeom>
            <a:avLst/>
            <a:gdLst/>
            <a:ahLst/>
            <a:cxnLst/>
            <a:rect l="0" t="0" r="0" b="0"/>
            <a:pathLst>
              <a:path w="1877720" h="559607">
                <a:moveTo>
                  <a:pt x="0" y="559607"/>
                </a:moveTo>
                <a:lnTo>
                  <a:pt x="3674" y="559607"/>
                </a:lnTo>
                <a:lnTo>
                  <a:pt x="7349" y="559607"/>
                </a:lnTo>
                <a:lnTo>
                  <a:pt x="11023" y="559607"/>
                </a:lnTo>
                <a:lnTo>
                  <a:pt x="14698" y="559607"/>
                </a:lnTo>
                <a:lnTo>
                  <a:pt x="18372" y="559607"/>
                </a:lnTo>
                <a:lnTo>
                  <a:pt x="22047" y="559607"/>
                </a:lnTo>
                <a:lnTo>
                  <a:pt x="25722" y="559607"/>
                </a:lnTo>
                <a:lnTo>
                  <a:pt x="29396" y="559607"/>
                </a:lnTo>
                <a:lnTo>
                  <a:pt x="33071" y="559607"/>
                </a:lnTo>
                <a:lnTo>
                  <a:pt x="36745" y="559607"/>
                </a:lnTo>
                <a:lnTo>
                  <a:pt x="40420" y="559607"/>
                </a:lnTo>
                <a:lnTo>
                  <a:pt x="44095" y="559607"/>
                </a:lnTo>
                <a:lnTo>
                  <a:pt x="47769" y="559607"/>
                </a:lnTo>
                <a:lnTo>
                  <a:pt x="51444" y="559607"/>
                </a:lnTo>
                <a:lnTo>
                  <a:pt x="55118" y="559607"/>
                </a:lnTo>
                <a:lnTo>
                  <a:pt x="58793" y="559607"/>
                </a:lnTo>
                <a:lnTo>
                  <a:pt x="62468" y="559607"/>
                </a:lnTo>
                <a:lnTo>
                  <a:pt x="66142" y="559607"/>
                </a:lnTo>
                <a:lnTo>
                  <a:pt x="69817" y="559607"/>
                </a:lnTo>
                <a:lnTo>
                  <a:pt x="73491" y="559607"/>
                </a:lnTo>
                <a:lnTo>
                  <a:pt x="77166" y="559607"/>
                </a:lnTo>
                <a:lnTo>
                  <a:pt x="80841" y="559607"/>
                </a:lnTo>
                <a:lnTo>
                  <a:pt x="84515" y="559607"/>
                </a:lnTo>
                <a:lnTo>
                  <a:pt x="88190" y="559607"/>
                </a:lnTo>
                <a:lnTo>
                  <a:pt x="91864" y="559607"/>
                </a:lnTo>
                <a:lnTo>
                  <a:pt x="95539" y="559607"/>
                </a:lnTo>
                <a:lnTo>
                  <a:pt x="99214" y="559607"/>
                </a:lnTo>
                <a:lnTo>
                  <a:pt x="102888" y="559607"/>
                </a:lnTo>
                <a:lnTo>
                  <a:pt x="106563" y="559607"/>
                </a:lnTo>
                <a:lnTo>
                  <a:pt x="110237" y="559607"/>
                </a:lnTo>
                <a:lnTo>
                  <a:pt x="113912" y="559607"/>
                </a:lnTo>
                <a:lnTo>
                  <a:pt x="117587" y="559607"/>
                </a:lnTo>
                <a:lnTo>
                  <a:pt x="121261" y="559607"/>
                </a:lnTo>
                <a:lnTo>
                  <a:pt x="124936" y="559607"/>
                </a:lnTo>
                <a:lnTo>
                  <a:pt x="128610" y="559607"/>
                </a:lnTo>
                <a:lnTo>
                  <a:pt x="132285" y="559607"/>
                </a:lnTo>
                <a:lnTo>
                  <a:pt x="135960" y="559607"/>
                </a:lnTo>
                <a:lnTo>
                  <a:pt x="139634" y="559607"/>
                </a:lnTo>
                <a:lnTo>
                  <a:pt x="143309" y="559607"/>
                </a:lnTo>
                <a:lnTo>
                  <a:pt x="146983" y="559607"/>
                </a:lnTo>
                <a:lnTo>
                  <a:pt x="150658" y="559607"/>
                </a:lnTo>
                <a:lnTo>
                  <a:pt x="154333" y="559607"/>
                </a:lnTo>
                <a:lnTo>
                  <a:pt x="158007" y="559607"/>
                </a:lnTo>
                <a:lnTo>
                  <a:pt x="161682" y="559607"/>
                </a:lnTo>
                <a:lnTo>
                  <a:pt x="165356" y="559607"/>
                </a:lnTo>
                <a:lnTo>
                  <a:pt x="169031" y="559607"/>
                </a:lnTo>
                <a:lnTo>
                  <a:pt x="172706" y="559607"/>
                </a:lnTo>
                <a:lnTo>
                  <a:pt x="176380" y="559607"/>
                </a:lnTo>
                <a:lnTo>
                  <a:pt x="180055" y="559607"/>
                </a:lnTo>
                <a:lnTo>
                  <a:pt x="183729" y="559607"/>
                </a:lnTo>
                <a:lnTo>
                  <a:pt x="187404" y="559607"/>
                </a:lnTo>
                <a:lnTo>
                  <a:pt x="191079" y="559607"/>
                </a:lnTo>
                <a:lnTo>
                  <a:pt x="194753" y="559607"/>
                </a:lnTo>
                <a:lnTo>
                  <a:pt x="198428" y="559607"/>
                </a:lnTo>
                <a:lnTo>
                  <a:pt x="202102" y="559607"/>
                </a:lnTo>
                <a:lnTo>
                  <a:pt x="205777" y="559607"/>
                </a:lnTo>
                <a:lnTo>
                  <a:pt x="209452" y="559607"/>
                </a:lnTo>
                <a:lnTo>
                  <a:pt x="213126" y="559607"/>
                </a:lnTo>
                <a:lnTo>
                  <a:pt x="216801" y="559607"/>
                </a:lnTo>
                <a:lnTo>
                  <a:pt x="220475" y="559607"/>
                </a:lnTo>
                <a:lnTo>
                  <a:pt x="224150" y="559607"/>
                </a:lnTo>
                <a:lnTo>
                  <a:pt x="227825" y="559607"/>
                </a:lnTo>
                <a:lnTo>
                  <a:pt x="231499" y="559607"/>
                </a:lnTo>
                <a:lnTo>
                  <a:pt x="235174" y="559607"/>
                </a:lnTo>
                <a:lnTo>
                  <a:pt x="238848" y="559607"/>
                </a:lnTo>
                <a:lnTo>
                  <a:pt x="242523" y="559607"/>
                </a:lnTo>
                <a:lnTo>
                  <a:pt x="246198" y="559607"/>
                </a:lnTo>
                <a:lnTo>
                  <a:pt x="249872" y="559607"/>
                </a:lnTo>
                <a:lnTo>
                  <a:pt x="253547" y="559607"/>
                </a:lnTo>
                <a:lnTo>
                  <a:pt x="257221" y="559607"/>
                </a:lnTo>
                <a:lnTo>
                  <a:pt x="260896" y="559607"/>
                </a:lnTo>
                <a:lnTo>
                  <a:pt x="264571" y="559607"/>
                </a:lnTo>
                <a:lnTo>
                  <a:pt x="268245" y="559607"/>
                </a:lnTo>
                <a:lnTo>
                  <a:pt x="271920" y="559607"/>
                </a:lnTo>
                <a:lnTo>
                  <a:pt x="275594" y="559607"/>
                </a:lnTo>
                <a:lnTo>
                  <a:pt x="279269" y="559607"/>
                </a:lnTo>
                <a:lnTo>
                  <a:pt x="282944" y="559607"/>
                </a:lnTo>
                <a:lnTo>
                  <a:pt x="286618" y="559607"/>
                </a:lnTo>
                <a:lnTo>
                  <a:pt x="290293" y="559607"/>
                </a:lnTo>
                <a:lnTo>
                  <a:pt x="293967" y="559607"/>
                </a:lnTo>
                <a:lnTo>
                  <a:pt x="297642" y="559607"/>
                </a:lnTo>
                <a:lnTo>
                  <a:pt x="301317" y="559607"/>
                </a:lnTo>
                <a:lnTo>
                  <a:pt x="304991" y="559607"/>
                </a:lnTo>
                <a:lnTo>
                  <a:pt x="308666" y="559607"/>
                </a:lnTo>
                <a:lnTo>
                  <a:pt x="312340" y="559607"/>
                </a:lnTo>
                <a:lnTo>
                  <a:pt x="316015" y="559607"/>
                </a:lnTo>
                <a:lnTo>
                  <a:pt x="319690" y="559607"/>
                </a:lnTo>
                <a:lnTo>
                  <a:pt x="323364" y="559607"/>
                </a:lnTo>
                <a:lnTo>
                  <a:pt x="327039" y="559607"/>
                </a:lnTo>
                <a:lnTo>
                  <a:pt x="330713" y="559607"/>
                </a:lnTo>
                <a:lnTo>
                  <a:pt x="334388" y="559607"/>
                </a:lnTo>
                <a:lnTo>
                  <a:pt x="338063" y="559607"/>
                </a:lnTo>
                <a:lnTo>
                  <a:pt x="341737" y="559607"/>
                </a:lnTo>
                <a:lnTo>
                  <a:pt x="345412" y="559607"/>
                </a:lnTo>
                <a:lnTo>
                  <a:pt x="349086" y="559607"/>
                </a:lnTo>
                <a:lnTo>
                  <a:pt x="352761" y="559607"/>
                </a:lnTo>
                <a:lnTo>
                  <a:pt x="356436" y="559607"/>
                </a:lnTo>
                <a:lnTo>
                  <a:pt x="360110" y="559606"/>
                </a:lnTo>
                <a:lnTo>
                  <a:pt x="363785" y="559604"/>
                </a:lnTo>
                <a:lnTo>
                  <a:pt x="367459" y="559599"/>
                </a:lnTo>
                <a:lnTo>
                  <a:pt x="371134" y="559585"/>
                </a:lnTo>
                <a:lnTo>
                  <a:pt x="374809" y="559554"/>
                </a:lnTo>
                <a:lnTo>
                  <a:pt x="378483" y="559489"/>
                </a:lnTo>
                <a:lnTo>
                  <a:pt x="382158" y="559374"/>
                </a:lnTo>
                <a:lnTo>
                  <a:pt x="385832" y="559198"/>
                </a:lnTo>
                <a:lnTo>
                  <a:pt x="389507" y="558966"/>
                </a:lnTo>
                <a:lnTo>
                  <a:pt x="393182" y="558709"/>
                </a:lnTo>
                <a:lnTo>
                  <a:pt x="396856" y="558479"/>
                </a:lnTo>
                <a:lnTo>
                  <a:pt x="400531" y="558335"/>
                </a:lnTo>
                <a:lnTo>
                  <a:pt x="404205" y="558314"/>
                </a:lnTo>
                <a:lnTo>
                  <a:pt x="407880" y="558412"/>
                </a:lnTo>
                <a:lnTo>
                  <a:pt x="411555" y="558578"/>
                </a:lnTo>
                <a:lnTo>
                  <a:pt x="415229" y="558732"/>
                </a:lnTo>
                <a:lnTo>
                  <a:pt x="418904" y="558794"/>
                </a:lnTo>
                <a:lnTo>
                  <a:pt x="422578" y="558703"/>
                </a:lnTo>
                <a:lnTo>
                  <a:pt x="426253" y="558430"/>
                </a:lnTo>
                <a:lnTo>
                  <a:pt x="429928" y="557970"/>
                </a:lnTo>
                <a:lnTo>
                  <a:pt x="433602" y="557331"/>
                </a:lnTo>
                <a:lnTo>
                  <a:pt x="437277" y="556518"/>
                </a:lnTo>
                <a:lnTo>
                  <a:pt x="440951" y="555535"/>
                </a:lnTo>
                <a:lnTo>
                  <a:pt x="444626" y="554391"/>
                </a:lnTo>
                <a:lnTo>
                  <a:pt x="448301" y="553146"/>
                </a:lnTo>
                <a:lnTo>
                  <a:pt x="451975" y="551880"/>
                </a:lnTo>
                <a:lnTo>
                  <a:pt x="455650" y="550676"/>
                </a:lnTo>
                <a:lnTo>
                  <a:pt x="459324" y="549577"/>
                </a:lnTo>
                <a:lnTo>
                  <a:pt x="462999" y="548565"/>
                </a:lnTo>
                <a:lnTo>
                  <a:pt x="466674" y="547577"/>
                </a:lnTo>
                <a:lnTo>
                  <a:pt x="470348" y="546534"/>
                </a:lnTo>
                <a:lnTo>
                  <a:pt x="474023" y="545362"/>
                </a:lnTo>
                <a:lnTo>
                  <a:pt x="477697" y="544006"/>
                </a:lnTo>
                <a:lnTo>
                  <a:pt x="481372" y="542437"/>
                </a:lnTo>
                <a:lnTo>
                  <a:pt x="485047" y="540677"/>
                </a:lnTo>
                <a:lnTo>
                  <a:pt x="488721" y="538828"/>
                </a:lnTo>
                <a:lnTo>
                  <a:pt x="492396" y="537070"/>
                </a:lnTo>
                <a:lnTo>
                  <a:pt x="496070" y="535607"/>
                </a:lnTo>
                <a:lnTo>
                  <a:pt x="499745" y="534564"/>
                </a:lnTo>
                <a:lnTo>
                  <a:pt x="503420" y="533887"/>
                </a:lnTo>
                <a:lnTo>
                  <a:pt x="507094" y="533286"/>
                </a:lnTo>
                <a:lnTo>
                  <a:pt x="510769" y="532283"/>
                </a:lnTo>
                <a:lnTo>
                  <a:pt x="514443" y="530350"/>
                </a:lnTo>
                <a:lnTo>
                  <a:pt x="518118" y="527100"/>
                </a:lnTo>
                <a:lnTo>
                  <a:pt x="521793" y="522450"/>
                </a:lnTo>
                <a:lnTo>
                  <a:pt x="525467" y="516658"/>
                </a:lnTo>
                <a:lnTo>
                  <a:pt x="529142" y="510290"/>
                </a:lnTo>
                <a:lnTo>
                  <a:pt x="532816" y="503928"/>
                </a:lnTo>
                <a:lnTo>
                  <a:pt x="536491" y="497940"/>
                </a:lnTo>
                <a:lnTo>
                  <a:pt x="540166" y="492421"/>
                </a:lnTo>
                <a:lnTo>
                  <a:pt x="543840" y="487217"/>
                </a:lnTo>
                <a:lnTo>
                  <a:pt x="547515" y="482038"/>
                </a:lnTo>
                <a:lnTo>
                  <a:pt x="551189" y="476579"/>
                </a:lnTo>
                <a:lnTo>
                  <a:pt x="554864" y="470626"/>
                </a:lnTo>
                <a:lnTo>
                  <a:pt x="558539" y="464089"/>
                </a:lnTo>
                <a:lnTo>
                  <a:pt x="562213" y="456983"/>
                </a:lnTo>
                <a:lnTo>
                  <a:pt x="565888" y="449378"/>
                </a:lnTo>
                <a:lnTo>
                  <a:pt x="569562" y="441361"/>
                </a:lnTo>
                <a:lnTo>
                  <a:pt x="573237" y="433002"/>
                </a:lnTo>
                <a:lnTo>
                  <a:pt x="576912" y="424327"/>
                </a:lnTo>
                <a:lnTo>
                  <a:pt x="580586" y="415267"/>
                </a:lnTo>
                <a:lnTo>
                  <a:pt x="584261" y="405616"/>
                </a:lnTo>
                <a:lnTo>
                  <a:pt x="587935" y="395078"/>
                </a:lnTo>
                <a:lnTo>
                  <a:pt x="591610" y="383433"/>
                </a:lnTo>
                <a:lnTo>
                  <a:pt x="595285" y="370756"/>
                </a:lnTo>
                <a:lnTo>
                  <a:pt x="598959" y="357508"/>
                </a:lnTo>
                <a:lnTo>
                  <a:pt x="602634" y="344351"/>
                </a:lnTo>
                <a:lnTo>
                  <a:pt x="606308" y="331742"/>
                </a:lnTo>
                <a:lnTo>
                  <a:pt x="609983" y="319521"/>
                </a:lnTo>
                <a:lnTo>
                  <a:pt x="613658" y="306820"/>
                </a:lnTo>
                <a:lnTo>
                  <a:pt x="617332" y="292647"/>
                </a:lnTo>
                <a:lnTo>
                  <a:pt x="621007" y="276476"/>
                </a:lnTo>
                <a:lnTo>
                  <a:pt x="624681" y="258611"/>
                </a:lnTo>
                <a:lnTo>
                  <a:pt x="628356" y="240094"/>
                </a:lnTo>
                <a:lnTo>
                  <a:pt x="632031" y="222211"/>
                </a:lnTo>
                <a:lnTo>
                  <a:pt x="635705" y="205874"/>
                </a:lnTo>
                <a:lnTo>
                  <a:pt x="639380" y="191229"/>
                </a:lnTo>
                <a:lnTo>
                  <a:pt x="643054" y="177686"/>
                </a:lnTo>
                <a:lnTo>
                  <a:pt x="646729" y="164323"/>
                </a:lnTo>
                <a:lnTo>
                  <a:pt x="650404" y="150426"/>
                </a:lnTo>
                <a:lnTo>
                  <a:pt x="654078" y="135879"/>
                </a:lnTo>
                <a:lnTo>
                  <a:pt x="657753" y="121177"/>
                </a:lnTo>
                <a:lnTo>
                  <a:pt x="661427" y="107084"/>
                </a:lnTo>
                <a:lnTo>
                  <a:pt x="665102" y="94120"/>
                </a:lnTo>
                <a:lnTo>
                  <a:pt x="668777" y="82180"/>
                </a:lnTo>
                <a:lnTo>
                  <a:pt x="672451" y="70551"/>
                </a:lnTo>
                <a:lnTo>
                  <a:pt x="676126" y="58354"/>
                </a:lnTo>
                <a:lnTo>
                  <a:pt x="679800" y="45195"/>
                </a:lnTo>
                <a:lnTo>
                  <a:pt x="683475" y="31596"/>
                </a:lnTo>
                <a:lnTo>
                  <a:pt x="687150" y="18922"/>
                </a:lnTo>
                <a:lnTo>
                  <a:pt x="690824" y="8829"/>
                </a:lnTo>
                <a:lnTo>
                  <a:pt x="694499" y="2519"/>
                </a:lnTo>
                <a:lnTo>
                  <a:pt x="698173" y="0"/>
                </a:lnTo>
                <a:lnTo>
                  <a:pt x="701848" y="738"/>
                </a:lnTo>
                <a:lnTo>
                  <a:pt x="705523" y="4082"/>
                </a:lnTo>
                <a:lnTo>
                  <a:pt x="709197" y="9608"/>
                </a:lnTo>
                <a:lnTo>
                  <a:pt x="712872" y="17143"/>
                </a:lnTo>
                <a:lnTo>
                  <a:pt x="716546" y="26563"/>
                </a:lnTo>
                <a:lnTo>
                  <a:pt x="720221" y="37601"/>
                </a:lnTo>
                <a:lnTo>
                  <a:pt x="723896" y="49855"/>
                </a:lnTo>
                <a:lnTo>
                  <a:pt x="727570" y="62972"/>
                </a:lnTo>
                <a:lnTo>
                  <a:pt x="731245" y="76850"/>
                </a:lnTo>
                <a:lnTo>
                  <a:pt x="734919" y="91669"/>
                </a:lnTo>
                <a:lnTo>
                  <a:pt x="738594" y="107685"/>
                </a:lnTo>
                <a:lnTo>
                  <a:pt x="742269" y="124957"/>
                </a:lnTo>
                <a:lnTo>
                  <a:pt x="745943" y="143229"/>
                </a:lnTo>
                <a:lnTo>
                  <a:pt x="749618" y="162114"/>
                </a:lnTo>
                <a:lnTo>
                  <a:pt x="753292" y="181449"/>
                </a:lnTo>
                <a:lnTo>
                  <a:pt x="756967" y="201530"/>
                </a:lnTo>
                <a:lnTo>
                  <a:pt x="760642" y="222985"/>
                </a:lnTo>
                <a:lnTo>
                  <a:pt x="764316" y="246333"/>
                </a:lnTo>
                <a:lnTo>
                  <a:pt x="767991" y="271526"/>
                </a:lnTo>
                <a:lnTo>
                  <a:pt x="771665" y="297783"/>
                </a:lnTo>
                <a:lnTo>
                  <a:pt x="775340" y="323783"/>
                </a:lnTo>
                <a:lnTo>
                  <a:pt x="779015" y="348186"/>
                </a:lnTo>
                <a:lnTo>
                  <a:pt x="782689" y="370175"/>
                </a:lnTo>
                <a:lnTo>
                  <a:pt x="786364" y="389500"/>
                </a:lnTo>
                <a:lnTo>
                  <a:pt x="790038" y="406430"/>
                </a:lnTo>
                <a:lnTo>
                  <a:pt x="793713" y="421607"/>
                </a:lnTo>
                <a:lnTo>
                  <a:pt x="797388" y="435840"/>
                </a:lnTo>
                <a:lnTo>
                  <a:pt x="801062" y="449848"/>
                </a:lnTo>
                <a:lnTo>
                  <a:pt x="804737" y="464007"/>
                </a:lnTo>
                <a:lnTo>
                  <a:pt x="808411" y="478221"/>
                </a:lnTo>
                <a:lnTo>
                  <a:pt x="812086" y="491975"/>
                </a:lnTo>
                <a:lnTo>
                  <a:pt x="815761" y="504567"/>
                </a:lnTo>
                <a:lnTo>
                  <a:pt x="819435" y="515400"/>
                </a:lnTo>
                <a:lnTo>
                  <a:pt x="823110" y="524181"/>
                </a:lnTo>
                <a:lnTo>
                  <a:pt x="826784" y="530966"/>
                </a:lnTo>
                <a:lnTo>
                  <a:pt x="830459" y="536062"/>
                </a:lnTo>
                <a:lnTo>
                  <a:pt x="834134" y="539875"/>
                </a:lnTo>
                <a:lnTo>
                  <a:pt x="837808" y="542792"/>
                </a:lnTo>
                <a:lnTo>
                  <a:pt x="841483" y="545119"/>
                </a:lnTo>
                <a:lnTo>
                  <a:pt x="845157" y="547085"/>
                </a:lnTo>
                <a:lnTo>
                  <a:pt x="848832" y="548849"/>
                </a:lnTo>
                <a:lnTo>
                  <a:pt x="852507" y="550510"/>
                </a:lnTo>
                <a:lnTo>
                  <a:pt x="856181" y="552107"/>
                </a:lnTo>
                <a:lnTo>
                  <a:pt x="859856" y="553621"/>
                </a:lnTo>
                <a:lnTo>
                  <a:pt x="863530" y="555001"/>
                </a:lnTo>
                <a:lnTo>
                  <a:pt x="867205" y="556185"/>
                </a:lnTo>
                <a:lnTo>
                  <a:pt x="870880" y="557125"/>
                </a:lnTo>
                <a:lnTo>
                  <a:pt x="874554" y="557809"/>
                </a:lnTo>
                <a:lnTo>
                  <a:pt x="878229" y="558265"/>
                </a:lnTo>
                <a:lnTo>
                  <a:pt x="881903" y="558556"/>
                </a:lnTo>
                <a:lnTo>
                  <a:pt x="885578" y="558753"/>
                </a:lnTo>
                <a:lnTo>
                  <a:pt x="889253" y="558914"/>
                </a:lnTo>
                <a:lnTo>
                  <a:pt x="892927" y="559066"/>
                </a:lnTo>
                <a:lnTo>
                  <a:pt x="896602" y="559214"/>
                </a:lnTo>
                <a:lnTo>
                  <a:pt x="900276" y="559345"/>
                </a:lnTo>
                <a:lnTo>
                  <a:pt x="903951" y="559449"/>
                </a:lnTo>
                <a:lnTo>
                  <a:pt x="907626" y="559521"/>
                </a:lnTo>
                <a:lnTo>
                  <a:pt x="911300" y="559565"/>
                </a:lnTo>
                <a:lnTo>
                  <a:pt x="914975" y="559589"/>
                </a:lnTo>
                <a:lnTo>
                  <a:pt x="918649" y="559600"/>
                </a:lnTo>
                <a:lnTo>
                  <a:pt x="922324" y="559604"/>
                </a:lnTo>
                <a:lnTo>
                  <a:pt x="925999" y="559606"/>
                </a:lnTo>
                <a:lnTo>
                  <a:pt x="929673" y="559607"/>
                </a:lnTo>
                <a:lnTo>
                  <a:pt x="933348" y="559607"/>
                </a:lnTo>
                <a:lnTo>
                  <a:pt x="937022" y="559607"/>
                </a:lnTo>
                <a:lnTo>
                  <a:pt x="940697" y="559607"/>
                </a:lnTo>
                <a:lnTo>
                  <a:pt x="944372" y="559607"/>
                </a:lnTo>
                <a:lnTo>
                  <a:pt x="948046" y="559607"/>
                </a:lnTo>
                <a:lnTo>
                  <a:pt x="951721" y="559607"/>
                </a:lnTo>
                <a:lnTo>
                  <a:pt x="955395" y="559607"/>
                </a:lnTo>
                <a:lnTo>
                  <a:pt x="959070" y="559607"/>
                </a:lnTo>
                <a:lnTo>
                  <a:pt x="962745" y="559607"/>
                </a:lnTo>
                <a:lnTo>
                  <a:pt x="966419" y="559607"/>
                </a:lnTo>
                <a:lnTo>
                  <a:pt x="970094" y="559607"/>
                </a:lnTo>
                <a:lnTo>
                  <a:pt x="973768" y="559607"/>
                </a:lnTo>
                <a:lnTo>
                  <a:pt x="977443" y="559607"/>
                </a:lnTo>
                <a:lnTo>
                  <a:pt x="981118" y="559607"/>
                </a:lnTo>
                <a:lnTo>
                  <a:pt x="984792" y="559607"/>
                </a:lnTo>
                <a:lnTo>
                  <a:pt x="988467" y="559607"/>
                </a:lnTo>
                <a:lnTo>
                  <a:pt x="992141" y="559607"/>
                </a:lnTo>
                <a:lnTo>
                  <a:pt x="995816" y="559607"/>
                </a:lnTo>
                <a:lnTo>
                  <a:pt x="999491" y="559607"/>
                </a:lnTo>
                <a:lnTo>
                  <a:pt x="1003165" y="559607"/>
                </a:lnTo>
                <a:lnTo>
                  <a:pt x="1006840" y="559607"/>
                </a:lnTo>
                <a:lnTo>
                  <a:pt x="1010514" y="559607"/>
                </a:lnTo>
                <a:lnTo>
                  <a:pt x="1014189" y="559607"/>
                </a:lnTo>
                <a:lnTo>
                  <a:pt x="1017864" y="559607"/>
                </a:lnTo>
                <a:lnTo>
                  <a:pt x="1021538" y="559607"/>
                </a:lnTo>
                <a:lnTo>
                  <a:pt x="1025213" y="559607"/>
                </a:lnTo>
                <a:lnTo>
                  <a:pt x="1028887" y="559607"/>
                </a:lnTo>
                <a:lnTo>
                  <a:pt x="1032562" y="559607"/>
                </a:lnTo>
                <a:lnTo>
                  <a:pt x="1036237" y="559607"/>
                </a:lnTo>
                <a:lnTo>
                  <a:pt x="1039911" y="559607"/>
                </a:lnTo>
                <a:lnTo>
                  <a:pt x="1043586" y="559607"/>
                </a:lnTo>
                <a:lnTo>
                  <a:pt x="1047260" y="559607"/>
                </a:lnTo>
                <a:lnTo>
                  <a:pt x="1050935" y="559607"/>
                </a:lnTo>
                <a:lnTo>
                  <a:pt x="1054610" y="559607"/>
                </a:lnTo>
                <a:lnTo>
                  <a:pt x="1058284" y="559607"/>
                </a:lnTo>
                <a:lnTo>
                  <a:pt x="1061959" y="559607"/>
                </a:lnTo>
                <a:lnTo>
                  <a:pt x="1065633" y="559607"/>
                </a:lnTo>
                <a:lnTo>
                  <a:pt x="1069308" y="559607"/>
                </a:lnTo>
                <a:lnTo>
                  <a:pt x="1072983" y="559607"/>
                </a:lnTo>
                <a:lnTo>
                  <a:pt x="1076657" y="559607"/>
                </a:lnTo>
                <a:lnTo>
                  <a:pt x="1080332" y="559607"/>
                </a:lnTo>
                <a:lnTo>
                  <a:pt x="1084006" y="559607"/>
                </a:lnTo>
                <a:lnTo>
                  <a:pt x="1087681" y="559607"/>
                </a:lnTo>
                <a:lnTo>
                  <a:pt x="1091356" y="559607"/>
                </a:lnTo>
                <a:lnTo>
                  <a:pt x="1095030" y="559607"/>
                </a:lnTo>
                <a:lnTo>
                  <a:pt x="1098705" y="559607"/>
                </a:lnTo>
                <a:lnTo>
                  <a:pt x="1102379" y="559607"/>
                </a:lnTo>
                <a:lnTo>
                  <a:pt x="1106054" y="559607"/>
                </a:lnTo>
                <a:lnTo>
                  <a:pt x="1109729" y="559607"/>
                </a:lnTo>
                <a:lnTo>
                  <a:pt x="1113403" y="559607"/>
                </a:lnTo>
                <a:lnTo>
                  <a:pt x="1117078" y="559607"/>
                </a:lnTo>
                <a:lnTo>
                  <a:pt x="1120752" y="559607"/>
                </a:lnTo>
                <a:lnTo>
                  <a:pt x="1124427" y="559607"/>
                </a:lnTo>
                <a:lnTo>
                  <a:pt x="1128102" y="559607"/>
                </a:lnTo>
                <a:lnTo>
                  <a:pt x="1131776" y="559607"/>
                </a:lnTo>
                <a:lnTo>
                  <a:pt x="1135451" y="559607"/>
                </a:lnTo>
                <a:lnTo>
                  <a:pt x="1139125" y="559607"/>
                </a:lnTo>
                <a:lnTo>
                  <a:pt x="1142800" y="559607"/>
                </a:lnTo>
                <a:lnTo>
                  <a:pt x="1146475" y="559607"/>
                </a:lnTo>
                <a:lnTo>
                  <a:pt x="1150149" y="559607"/>
                </a:lnTo>
                <a:lnTo>
                  <a:pt x="1153824" y="559607"/>
                </a:lnTo>
                <a:lnTo>
                  <a:pt x="1157498" y="559607"/>
                </a:lnTo>
                <a:lnTo>
                  <a:pt x="1161173" y="559607"/>
                </a:lnTo>
                <a:lnTo>
                  <a:pt x="1164848" y="559607"/>
                </a:lnTo>
                <a:lnTo>
                  <a:pt x="1168522" y="559607"/>
                </a:lnTo>
                <a:lnTo>
                  <a:pt x="1172197" y="559607"/>
                </a:lnTo>
                <a:lnTo>
                  <a:pt x="1175871" y="559607"/>
                </a:lnTo>
                <a:lnTo>
                  <a:pt x="1179546" y="559607"/>
                </a:lnTo>
                <a:lnTo>
                  <a:pt x="1183221" y="559607"/>
                </a:lnTo>
                <a:lnTo>
                  <a:pt x="1186895" y="559607"/>
                </a:lnTo>
                <a:lnTo>
                  <a:pt x="1190570" y="559607"/>
                </a:lnTo>
                <a:lnTo>
                  <a:pt x="1194244" y="559607"/>
                </a:lnTo>
                <a:lnTo>
                  <a:pt x="1197919" y="559607"/>
                </a:lnTo>
                <a:lnTo>
                  <a:pt x="1201594" y="559607"/>
                </a:lnTo>
                <a:lnTo>
                  <a:pt x="1205268" y="559607"/>
                </a:lnTo>
                <a:lnTo>
                  <a:pt x="1208943" y="559607"/>
                </a:lnTo>
                <a:lnTo>
                  <a:pt x="1212617" y="559607"/>
                </a:lnTo>
                <a:lnTo>
                  <a:pt x="1216292" y="559607"/>
                </a:lnTo>
                <a:lnTo>
                  <a:pt x="1219967" y="559607"/>
                </a:lnTo>
                <a:lnTo>
                  <a:pt x="1223641" y="559607"/>
                </a:lnTo>
                <a:lnTo>
                  <a:pt x="1227316" y="559607"/>
                </a:lnTo>
                <a:lnTo>
                  <a:pt x="1230990" y="559607"/>
                </a:lnTo>
                <a:lnTo>
                  <a:pt x="1234665" y="559607"/>
                </a:lnTo>
                <a:lnTo>
                  <a:pt x="1238340" y="559607"/>
                </a:lnTo>
                <a:lnTo>
                  <a:pt x="1242014" y="559607"/>
                </a:lnTo>
                <a:lnTo>
                  <a:pt x="1245689" y="559607"/>
                </a:lnTo>
                <a:lnTo>
                  <a:pt x="1249363" y="559607"/>
                </a:lnTo>
                <a:lnTo>
                  <a:pt x="1253038" y="559607"/>
                </a:lnTo>
                <a:lnTo>
                  <a:pt x="1256713" y="559607"/>
                </a:lnTo>
                <a:lnTo>
                  <a:pt x="1260387" y="559607"/>
                </a:lnTo>
                <a:lnTo>
                  <a:pt x="1264062" y="559607"/>
                </a:lnTo>
                <a:lnTo>
                  <a:pt x="1267736" y="559607"/>
                </a:lnTo>
                <a:lnTo>
                  <a:pt x="1271411" y="559607"/>
                </a:lnTo>
                <a:lnTo>
                  <a:pt x="1275086" y="559607"/>
                </a:lnTo>
                <a:lnTo>
                  <a:pt x="1278760" y="559607"/>
                </a:lnTo>
                <a:lnTo>
                  <a:pt x="1282435" y="559607"/>
                </a:lnTo>
                <a:lnTo>
                  <a:pt x="1286109" y="559607"/>
                </a:lnTo>
                <a:lnTo>
                  <a:pt x="1289784" y="559607"/>
                </a:lnTo>
                <a:lnTo>
                  <a:pt x="1293459" y="559607"/>
                </a:lnTo>
                <a:lnTo>
                  <a:pt x="1297133" y="559607"/>
                </a:lnTo>
                <a:lnTo>
                  <a:pt x="1300808" y="559607"/>
                </a:lnTo>
                <a:lnTo>
                  <a:pt x="1304482" y="559607"/>
                </a:lnTo>
                <a:lnTo>
                  <a:pt x="1308157" y="559607"/>
                </a:lnTo>
                <a:lnTo>
                  <a:pt x="1311832" y="559607"/>
                </a:lnTo>
                <a:lnTo>
                  <a:pt x="1315506" y="559607"/>
                </a:lnTo>
                <a:lnTo>
                  <a:pt x="1319181" y="559607"/>
                </a:lnTo>
                <a:lnTo>
                  <a:pt x="1322855" y="559607"/>
                </a:lnTo>
                <a:lnTo>
                  <a:pt x="1326530" y="559607"/>
                </a:lnTo>
                <a:lnTo>
                  <a:pt x="1330205" y="559607"/>
                </a:lnTo>
                <a:lnTo>
                  <a:pt x="1333879" y="559607"/>
                </a:lnTo>
                <a:lnTo>
                  <a:pt x="1337554" y="559607"/>
                </a:lnTo>
                <a:lnTo>
                  <a:pt x="1341228" y="559607"/>
                </a:lnTo>
                <a:lnTo>
                  <a:pt x="1344903" y="559607"/>
                </a:lnTo>
                <a:lnTo>
                  <a:pt x="1348577" y="559607"/>
                </a:lnTo>
                <a:lnTo>
                  <a:pt x="1352252" y="559607"/>
                </a:lnTo>
                <a:lnTo>
                  <a:pt x="1355927" y="559607"/>
                </a:lnTo>
                <a:lnTo>
                  <a:pt x="1359601" y="559607"/>
                </a:lnTo>
                <a:lnTo>
                  <a:pt x="1363276" y="559607"/>
                </a:lnTo>
                <a:lnTo>
                  <a:pt x="1366950" y="559607"/>
                </a:lnTo>
                <a:lnTo>
                  <a:pt x="1370625" y="559607"/>
                </a:lnTo>
                <a:lnTo>
                  <a:pt x="1374300" y="559607"/>
                </a:lnTo>
                <a:lnTo>
                  <a:pt x="1377974" y="559607"/>
                </a:lnTo>
                <a:lnTo>
                  <a:pt x="1381649" y="559607"/>
                </a:lnTo>
                <a:lnTo>
                  <a:pt x="1385323" y="559607"/>
                </a:lnTo>
                <a:lnTo>
                  <a:pt x="1388998" y="559607"/>
                </a:lnTo>
                <a:lnTo>
                  <a:pt x="1392673" y="559607"/>
                </a:lnTo>
                <a:lnTo>
                  <a:pt x="1396347" y="559607"/>
                </a:lnTo>
                <a:lnTo>
                  <a:pt x="1400022" y="559607"/>
                </a:lnTo>
                <a:lnTo>
                  <a:pt x="1403696" y="559607"/>
                </a:lnTo>
                <a:lnTo>
                  <a:pt x="1407371" y="559607"/>
                </a:lnTo>
                <a:lnTo>
                  <a:pt x="1411046" y="559607"/>
                </a:lnTo>
                <a:lnTo>
                  <a:pt x="1414720" y="559607"/>
                </a:lnTo>
                <a:lnTo>
                  <a:pt x="1418395" y="559607"/>
                </a:lnTo>
                <a:lnTo>
                  <a:pt x="1422069" y="559607"/>
                </a:lnTo>
                <a:lnTo>
                  <a:pt x="1425744" y="559607"/>
                </a:lnTo>
                <a:lnTo>
                  <a:pt x="1429419" y="559607"/>
                </a:lnTo>
                <a:lnTo>
                  <a:pt x="1433093" y="559607"/>
                </a:lnTo>
                <a:lnTo>
                  <a:pt x="1436768" y="559607"/>
                </a:lnTo>
                <a:lnTo>
                  <a:pt x="1440442" y="559607"/>
                </a:lnTo>
                <a:lnTo>
                  <a:pt x="1444117" y="559607"/>
                </a:lnTo>
                <a:lnTo>
                  <a:pt x="1447792" y="559607"/>
                </a:lnTo>
                <a:lnTo>
                  <a:pt x="1451466" y="559607"/>
                </a:lnTo>
                <a:lnTo>
                  <a:pt x="1455141" y="559607"/>
                </a:lnTo>
                <a:lnTo>
                  <a:pt x="1458815" y="559607"/>
                </a:lnTo>
                <a:lnTo>
                  <a:pt x="1462490" y="559607"/>
                </a:lnTo>
                <a:lnTo>
                  <a:pt x="1466165" y="559607"/>
                </a:lnTo>
                <a:lnTo>
                  <a:pt x="1469839" y="559607"/>
                </a:lnTo>
                <a:lnTo>
                  <a:pt x="1473514" y="559607"/>
                </a:lnTo>
                <a:lnTo>
                  <a:pt x="1477188" y="559607"/>
                </a:lnTo>
                <a:lnTo>
                  <a:pt x="1480863" y="559607"/>
                </a:lnTo>
                <a:lnTo>
                  <a:pt x="1484538" y="559607"/>
                </a:lnTo>
                <a:lnTo>
                  <a:pt x="1488212" y="559607"/>
                </a:lnTo>
                <a:lnTo>
                  <a:pt x="1491887" y="559607"/>
                </a:lnTo>
                <a:lnTo>
                  <a:pt x="1495561" y="559607"/>
                </a:lnTo>
                <a:lnTo>
                  <a:pt x="1499236" y="559607"/>
                </a:lnTo>
                <a:lnTo>
                  <a:pt x="1502911" y="559607"/>
                </a:lnTo>
                <a:lnTo>
                  <a:pt x="1506585" y="559607"/>
                </a:lnTo>
                <a:lnTo>
                  <a:pt x="1510260" y="559607"/>
                </a:lnTo>
                <a:lnTo>
                  <a:pt x="1513934" y="559607"/>
                </a:lnTo>
                <a:lnTo>
                  <a:pt x="1517609" y="559607"/>
                </a:lnTo>
                <a:lnTo>
                  <a:pt x="1521284" y="559607"/>
                </a:lnTo>
                <a:lnTo>
                  <a:pt x="1524958" y="559607"/>
                </a:lnTo>
                <a:lnTo>
                  <a:pt x="1528633" y="559607"/>
                </a:lnTo>
                <a:lnTo>
                  <a:pt x="1532307" y="559607"/>
                </a:lnTo>
                <a:lnTo>
                  <a:pt x="1535982" y="559607"/>
                </a:lnTo>
                <a:lnTo>
                  <a:pt x="1539657" y="559607"/>
                </a:lnTo>
                <a:lnTo>
                  <a:pt x="1543331" y="559607"/>
                </a:lnTo>
                <a:lnTo>
                  <a:pt x="1547006" y="559607"/>
                </a:lnTo>
                <a:lnTo>
                  <a:pt x="1550680" y="559607"/>
                </a:lnTo>
                <a:lnTo>
                  <a:pt x="1554355" y="559607"/>
                </a:lnTo>
                <a:lnTo>
                  <a:pt x="1558030" y="559607"/>
                </a:lnTo>
                <a:lnTo>
                  <a:pt x="1561704" y="559607"/>
                </a:lnTo>
                <a:lnTo>
                  <a:pt x="1565379" y="559607"/>
                </a:lnTo>
                <a:lnTo>
                  <a:pt x="1569053" y="559607"/>
                </a:lnTo>
                <a:lnTo>
                  <a:pt x="1572728" y="559607"/>
                </a:lnTo>
                <a:lnTo>
                  <a:pt x="1576403" y="559607"/>
                </a:lnTo>
                <a:lnTo>
                  <a:pt x="1580077" y="559607"/>
                </a:lnTo>
                <a:lnTo>
                  <a:pt x="1583752" y="559607"/>
                </a:lnTo>
                <a:lnTo>
                  <a:pt x="1587426" y="559607"/>
                </a:lnTo>
                <a:lnTo>
                  <a:pt x="1591101" y="559607"/>
                </a:lnTo>
                <a:lnTo>
                  <a:pt x="1594776" y="559607"/>
                </a:lnTo>
                <a:lnTo>
                  <a:pt x="1598450" y="559607"/>
                </a:lnTo>
                <a:lnTo>
                  <a:pt x="1602125" y="559607"/>
                </a:lnTo>
                <a:lnTo>
                  <a:pt x="1605799" y="559607"/>
                </a:lnTo>
                <a:lnTo>
                  <a:pt x="1609474" y="559607"/>
                </a:lnTo>
                <a:lnTo>
                  <a:pt x="1613149" y="559607"/>
                </a:lnTo>
                <a:lnTo>
                  <a:pt x="1616823" y="559607"/>
                </a:lnTo>
                <a:lnTo>
                  <a:pt x="1620498" y="559607"/>
                </a:lnTo>
                <a:lnTo>
                  <a:pt x="1624172" y="559607"/>
                </a:lnTo>
                <a:lnTo>
                  <a:pt x="1627847" y="559607"/>
                </a:lnTo>
                <a:lnTo>
                  <a:pt x="1631522" y="559607"/>
                </a:lnTo>
                <a:lnTo>
                  <a:pt x="1635196" y="559607"/>
                </a:lnTo>
                <a:lnTo>
                  <a:pt x="1638871" y="559607"/>
                </a:lnTo>
                <a:lnTo>
                  <a:pt x="1642545" y="559607"/>
                </a:lnTo>
                <a:lnTo>
                  <a:pt x="1646220" y="559607"/>
                </a:lnTo>
                <a:lnTo>
                  <a:pt x="1649895" y="559607"/>
                </a:lnTo>
                <a:lnTo>
                  <a:pt x="1653569" y="559607"/>
                </a:lnTo>
                <a:lnTo>
                  <a:pt x="1657244" y="559607"/>
                </a:lnTo>
                <a:lnTo>
                  <a:pt x="1660918" y="559607"/>
                </a:lnTo>
                <a:lnTo>
                  <a:pt x="1664593" y="559607"/>
                </a:lnTo>
                <a:lnTo>
                  <a:pt x="1668268" y="559607"/>
                </a:lnTo>
                <a:lnTo>
                  <a:pt x="1671942" y="559607"/>
                </a:lnTo>
                <a:lnTo>
                  <a:pt x="1675617" y="559607"/>
                </a:lnTo>
                <a:lnTo>
                  <a:pt x="1679291" y="559607"/>
                </a:lnTo>
                <a:lnTo>
                  <a:pt x="1682966" y="559607"/>
                </a:lnTo>
                <a:lnTo>
                  <a:pt x="1686641" y="559607"/>
                </a:lnTo>
                <a:lnTo>
                  <a:pt x="1690315" y="559607"/>
                </a:lnTo>
                <a:lnTo>
                  <a:pt x="1693990" y="559607"/>
                </a:lnTo>
                <a:lnTo>
                  <a:pt x="1697664" y="559607"/>
                </a:lnTo>
                <a:lnTo>
                  <a:pt x="1701339" y="559607"/>
                </a:lnTo>
                <a:lnTo>
                  <a:pt x="1705014" y="559607"/>
                </a:lnTo>
                <a:lnTo>
                  <a:pt x="1708688" y="559607"/>
                </a:lnTo>
                <a:lnTo>
                  <a:pt x="1712363" y="559607"/>
                </a:lnTo>
                <a:lnTo>
                  <a:pt x="1716037" y="559607"/>
                </a:lnTo>
                <a:lnTo>
                  <a:pt x="1719712" y="559607"/>
                </a:lnTo>
                <a:lnTo>
                  <a:pt x="1723387" y="559607"/>
                </a:lnTo>
                <a:lnTo>
                  <a:pt x="1727061" y="559607"/>
                </a:lnTo>
                <a:lnTo>
                  <a:pt x="1730736" y="559607"/>
                </a:lnTo>
                <a:lnTo>
                  <a:pt x="1734410" y="559607"/>
                </a:lnTo>
                <a:lnTo>
                  <a:pt x="1738085" y="559607"/>
                </a:lnTo>
                <a:lnTo>
                  <a:pt x="1741760" y="559607"/>
                </a:lnTo>
                <a:lnTo>
                  <a:pt x="1745434" y="559607"/>
                </a:lnTo>
                <a:lnTo>
                  <a:pt x="1749109" y="559607"/>
                </a:lnTo>
                <a:lnTo>
                  <a:pt x="1752783" y="559607"/>
                </a:lnTo>
                <a:lnTo>
                  <a:pt x="1756458" y="559607"/>
                </a:lnTo>
                <a:lnTo>
                  <a:pt x="1760133" y="559607"/>
                </a:lnTo>
                <a:lnTo>
                  <a:pt x="1763807" y="559607"/>
                </a:lnTo>
                <a:lnTo>
                  <a:pt x="1767482" y="559607"/>
                </a:lnTo>
                <a:lnTo>
                  <a:pt x="1771156" y="559607"/>
                </a:lnTo>
                <a:lnTo>
                  <a:pt x="1774831" y="559607"/>
                </a:lnTo>
                <a:lnTo>
                  <a:pt x="1778506" y="559607"/>
                </a:lnTo>
                <a:lnTo>
                  <a:pt x="1782180" y="559607"/>
                </a:lnTo>
                <a:lnTo>
                  <a:pt x="1785855" y="559607"/>
                </a:lnTo>
                <a:lnTo>
                  <a:pt x="1789529" y="559607"/>
                </a:lnTo>
                <a:lnTo>
                  <a:pt x="1793204" y="559607"/>
                </a:lnTo>
                <a:lnTo>
                  <a:pt x="1796879" y="559607"/>
                </a:lnTo>
                <a:lnTo>
                  <a:pt x="1800553" y="559607"/>
                </a:lnTo>
                <a:lnTo>
                  <a:pt x="1804228" y="559607"/>
                </a:lnTo>
                <a:lnTo>
                  <a:pt x="1807902" y="559607"/>
                </a:lnTo>
                <a:lnTo>
                  <a:pt x="1811577" y="559607"/>
                </a:lnTo>
                <a:lnTo>
                  <a:pt x="1815252" y="559607"/>
                </a:lnTo>
                <a:lnTo>
                  <a:pt x="1818926" y="559607"/>
                </a:lnTo>
                <a:lnTo>
                  <a:pt x="1822601" y="559607"/>
                </a:lnTo>
                <a:lnTo>
                  <a:pt x="1826275" y="559607"/>
                </a:lnTo>
                <a:lnTo>
                  <a:pt x="1829950" y="559607"/>
                </a:lnTo>
                <a:lnTo>
                  <a:pt x="1833625" y="559607"/>
                </a:lnTo>
                <a:lnTo>
                  <a:pt x="1837299" y="559607"/>
                </a:lnTo>
                <a:lnTo>
                  <a:pt x="1840974" y="559607"/>
                </a:lnTo>
                <a:lnTo>
                  <a:pt x="1844648" y="559607"/>
                </a:lnTo>
                <a:lnTo>
                  <a:pt x="1848323" y="559607"/>
                </a:lnTo>
                <a:lnTo>
                  <a:pt x="1851998" y="559607"/>
                </a:lnTo>
                <a:lnTo>
                  <a:pt x="1855672" y="559607"/>
                </a:lnTo>
                <a:lnTo>
                  <a:pt x="1859347" y="559607"/>
                </a:lnTo>
                <a:lnTo>
                  <a:pt x="1863021" y="559607"/>
                </a:lnTo>
                <a:lnTo>
                  <a:pt x="1866696" y="559607"/>
                </a:lnTo>
                <a:lnTo>
                  <a:pt x="1870371" y="559607"/>
                </a:lnTo>
                <a:lnTo>
                  <a:pt x="1874045" y="559607"/>
                </a:lnTo>
                <a:lnTo>
                  <a:pt x="1877720" y="559607"/>
                </a:lnTo>
              </a:path>
            </a:pathLst>
          </a:custGeom>
          <a:ln w="27101" cap="flat">
            <a:solidFill>
              <a:srgbClr val="F8766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" name="pg24"/>
          <p:cNvSpPr/>
          <p:nvPr/>
        </p:nvSpPr>
        <p:spPr>
          <a:xfrm>
            <a:off x="4548521" y="2460128"/>
            <a:ext cx="1877720" cy="279566"/>
          </a:xfrm>
          <a:custGeom>
            <a:avLst/>
            <a:gdLst/>
            <a:ahLst/>
            <a:cxnLst/>
            <a:rect l="0" t="0" r="0" b="0"/>
            <a:pathLst>
              <a:path w="1877720" h="279566">
                <a:moveTo>
                  <a:pt x="0" y="279565"/>
                </a:moveTo>
                <a:lnTo>
                  <a:pt x="3674" y="279565"/>
                </a:lnTo>
                <a:lnTo>
                  <a:pt x="7349" y="279564"/>
                </a:lnTo>
                <a:lnTo>
                  <a:pt x="11023" y="279563"/>
                </a:lnTo>
                <a:lnTo>
                  <a:pt x="14698" y="279562"/>
                </a:lnTo>
                <a:lnTo>
                  <a:pt x="18372" y="279559"/>
                </a:lnTo>
                <a:lnTo>
                  <a:pt x="22047" y="279555"/>
                </a:lnTo>
                <a:lnTo>
                  <a:pt x="25722" y="279550"/>
                </a:lnTo>
                <a:lnTo>
                  <a:pt x="29396" y="279542"/>
                </a:lnTo>
                <a:lnTo>
                  <a:pt x="33071" y="279531"/>
                </a:lnTo>
                <a:lnTo>
                  <a:pt x="36745" y="279516"/>
                </a:lnTo>
                <a:lnTo>
                  <a:pt x="40420" y="279497"/>
                </a:lnTo>
                <a:lnTo>
                  <a:pt x="44095" y="279473"/>
                </a:lnTo>
                <a:lnTo>
                  <a:pt x="47769" y="279444"/>
                </a:lnTo>
                <a:lnTo>
                  <a:pt x="51444" y="279411"/>
                </a:lnTo>
                <a:lnTo>
                  <a:pt x="55118" y="279373"/>
                </a:lnTo>
                <a:lnTo>
                  <a:pt x="58793" y="279333"/>
                </a:lnTo>
                <a:lnTo>
                  <a:pt x="62468" y="279292"/>
                </a:lnTo>
                <a:lnTo>
                  <a:pt x="66142" y="279250"/>
                </a:lnTo>
                <a:lnTo>
                  <a:pt x="69817" y="279209"/>
                </a:lnTo>
                <a:lnTo>
                  <a:pt x="73491" y="279169"/>
                </a:lnTo>
                <a:lnTo>
                  <a:pt x="77166" y="279131"/>
                </a:lnTo>
                <a:lnTo>
                  <a:pt x="80841" y="279093"/>
                </a:lnTo>
                <a:lnTo>
                  <a:pt x="84515" y="279053"/>
                </a:lnTo>
                <a:lnTo>
                  <a:pt x="88190" y="279010"/>
                </a:lnTo>
                <a:lnTo>
                  <a:pt x="91864" y="278962"/>
                </a:lnTo>
                <a:lnTo>
                  <a:pt x="95539" y="278904"/>
                </a:lnTo>
                <a:lnTo>
                  <a:pt x="99214" y="278835"/>
                </a:lnTo>
                <a:lnTo>
                  <a:pt x="102888" y="278754"/>
                </a:lnTo>
                <a:lnTo>
                  <a:pt x="106563" y="278661"/>
                </a:lnTo>
                <a:lnTo>
                  <a:pt x="110237" y="278557"/>
                </a:lnTo>
                <a:lnTo>
                  <a:pt x="113912" y="278443"/>
                </a:lnTo>
                <a:lnTo>
                  <a:pt x="117587" y="278319"/>
                </a:lnTo>
                <a:lnTo>
                  <a:pt x="121261" y="278189"/>
                </a:lnTo>
                <a:lnTo>
                  <a:pt x="124936" y="278054"/>
                </a:lnTo>
                <a:lnTo>
                  <a:pt x="128610" y="277915"/>
                </a:lnTo>
                <a:lnTo>
                  <a:pt x="132285" y="277774"/>
                </a:lnTo>
                <a:lnTo>
                  <a:pt x="135960" y="277633"/>
                </a:lnTo>
                <a:lnTo>
                  <a:pt x="139634" y="277496"/>
                </a:lnTo>
                <a:lnTo>
                  <a:pt x="143309" y="277363"/>
                </a:lnTo>
                <a:lnTo>
                  <a:pt x="146983" y="277237"/>
                </a:lnTo>
                <a:lnTo>
                  <a:pt x="150658" y="277120"/>
                </a:lnTo>
                <a:lnTo>
                  <a:pt x="154333" y="277012"/>
                </a:lnTo>
                <a:lnTo>
                  <a:pt x="158007" y="276914"/>
                </a:lnTo>
                <a:lnTo>
                  <a:pt x="161682" y="276824"/>
                </a:lnTo>
                <a:lnTo>
                  <a:pt x="165356" y="276737"/>
                </a:lnTo>
                <a:lnTo>
                  <a:pt x="169031" y="276647"/>
                </a:lnTo>
                <a:lnTo>
                  <a:pt x="172706" y="276548"/>
                </a:lnTo>
                <a:lnTo>
                  <a:pt x="176380" y="276432"/>
                </a:lnTo>
                <a:lnTo>
                  <a:pt x="180055" y="276291"/>
                </a:lnTo>
                <a:lnTo>
                  <a:pt x="183729" y="276113"/>
                </a:lnTo>
                <a:lnTo>
                  <a:pt x="187404" y="275894"/>
                </a:lnTo>
                <a:lnTo>
                  <a:pt x="191079" y="275632"/>
                </a:lnTo>
                <a:lnTo>
                  <a:pt x="194753" y="275324"/>
                </a:lnTo>
                <a:lnTo>
                  <a:pt x="198428" y="274970"/>
                </a:lnTo>
                <a:lnTo>
                  <a:pt x="202102" y="274574"/>
                </a:lnTo>
                <a:lnTo>
                  <a:pt x="205777" y="274137"/>
                </a:lnTo>
                <a:lnTo>
                  <a:pt x="209452" y="273663"/>
                </a:lnTo>
                <a:lnTo>
                  <a:pt x="213126" y="273158"/>
                </a:lnTo>
                <a:lnTo>
                  <a:pt x="216801" y="272626"/>
                </a:lnTo>
                <a:lnTo>
                  <a:pt x="220475" y="272074"/>
                </a:lnTo>
                <a:lnTo>
                  <a:pt x="224150" y="271507"/>
                </a:lnTo>
                <a:lnTo>
                  <a:pt x="227825" y="270934"/>
                </a:lnTo>
                <a:lnTo>
                  <a:pt x="231499" y="270365"/>
                </a:lnTo>
                <a:lnTo>
                  <a:pt x="235174" y="269807"/>
                </a:lnTo>
                <a:lnTo>
                  <a:pt x="238848" y="269269"/>
                </a:lnTo>
                <a:lnTo>
                  <a:pt x="242523" y="268759"/>
                </a:lnTo>
                <a:lnTo>
                  <a:pt x="246198" y="268279"/>
                </a:lnTo>
                <a:lnTo>
                  <a:pt x="249872" y="267832"/>
                </a:lnTo>
                <a:lnTo>
                  <a:pt x="253547" y="267415"/>
                </a:lnTo>
                <a:lnTo>
                  <a:pt x="257221" y="267023"/>
                </a:lnTo>
                <a:lnTo>
                  <a:pt x="260896" y="266646"/>
                </a:lnTo>
                <a:lnTo>
                  <a:pt x="264571" y="266273"/>
                </a:lnTo>
                <a:lnTo>
                  <a:pt x="268245" y="265888"/>
                </a:lnTo>
                <a:lnTo>
                  <a:pt x="271920" y="265473"/>
                </a:lnTo>
                <a:lnTo>
                  <a:pt x="275594" y="265007"/>
                </a:lnTo>
                <a:lnTo>
                  <a:pt x="279269" y="264477"/>
                </a:lnTo>
                <a:lnTo>
                  <a:pt x="282944" y="263866"/>
                </a:lnTo>
                <a:lnTo>
                  <a:pt x="286618" y="263162"/>
                </a:lnTo>
                <a:lnTo>
                  <a:pt x="290293" y="262354"/>
                </a:lnTo>
                <a:lnTo>
                  <a:pt x="293967" y="261434"/>
                </a:lnTo>
                <a:lnTo>
                  <a:pt x="297642" y="260400"/>
                </a:lnTo>
                <a:lnTo>
                  <a:pt x="301317" y="259252"/>
                </a:lnTo>
                <a:lnTo>
                  <a:pt x="304991" y="257994"/>
                </a:lnTo>
                <a:lnTo>
                  <a:pt x="308666" y="256637"/>
                </a:lnTo>
                <a:lnTo>
                  <a:pt x="312340" y="255191"/>
                </a:lnTo>
                <a:lnTo>
                  <a:pt x="316015" y="253670"/>
                </a:lnTo>
                <a:lnTo>
                  <a:pt x="319690" y="252085"/>
                </a:lnTo>
                <a:lnTo>
                  <a:pt x="323364" y="250450"/>
                </a:lnTo>
                <a:lnTo>
                  <a:pt x="327039" y="248771"/>
                </a:lnTo>
                <a:lnTo>
                  <a:pt x="330713" y="247050"/>
                </a:lnTo>
                <a:lnTo>
                  <a:pt x="334388" y="245282"/>
                </a:lnTo>
                <a:lnTo>
                  <a:pt x="338063" y="243464"/>
                </a:lnTo>
                <a:lnTo>
                  <a:pt x="341737" y="241591"/>
                </a:lnTo>
                <a:lnTo>
                  <a:pt x="345412" y="239661"/>
                </a:lnTo>
                <a:lnTo>
                  <a:pt x="349086" y="237677"/>
                </a:lnTo>
                <a:lnTo>
                  <a:pt x="352761" y="235647"/>
                </a:lnTo>
                <a:lnTo>
                  <a:pt x="356436" y="233586"/>
                </a:lnTo>
                <a:lnTo>
                  <a:pt x="360110" y="231512"/>
                </a:lnTo>
                <a:lnTo>
                  <a:pt x="363785" y="229451"/>
                </a:lnTo>
                <a:lnTo>
                  <a:pt x="367459" y="227421"/>
                </a:lnTo>
                <a:lnTo>
                  <a:pt x="371134" y="225437"/>
                </a:lnTo>
                <a:lnTo>
                  <a:pt x="374809" y="223506"/>
                </a:lnTo>
                <a:lnTo>
                  <a:pt x="378483" y="221630"/>
                </a:lnTo>
                <a:lnTo>
                  <a:pt x="382158" y="219801"/>
                </a:lnTo>
                <a:lnTo>
                  <a:pt x="385832" y="218011"/>
                </a:lnTo>
                <a:lnTo>
                  <a:pt x="389507" y="216250"/>
                </a:lnTo>
                <a:lnTo>
                  <a:pt x="393182" y="214505"/>
                </a:lnTo>
                <a:lnTo>
                  <a:pt x="396856" y="212766"/>
                </a:lnTo>
                <a:lnTo>
                  <a:pt x="400531" y="211026"/>
                </a:lnTo>
                <a:lnTo>
                  <a:pt x="404205" y="209272"/>
                </a:lnTo>
                <a:lnTo>
                  <a:pt x="407880" y="207485"/>
                </a:lnTo>
                <a:lnTo>
                  <a:pt x="411555" y="205640"/>
                </a:lnTo>
                <a:lnTo>
                  <a:pt x="415229" y="203701"/>
                </a:lnTo>
                <a:lnTo>
                  <a:pt x="418904" y="201621"/>
                </a:lnTo>
                <a:lnTo>
                  <a:pt x="422578" y="199348"/>
                </a:lnTo>
                <a:lnTo>
                  <a:pt x="426253" y="196826"/>
                </a:lnTo>
                <a:lnTo>
                  <a:pt x="429928" y="194005"/>
                </a:lnTo>
                <a:lnTo>
                  <a:pt x="433602" y="190843"/>
                </a:lnTo>
                <a:lnTo>
                  <a:pt x="437277" y="187319"/>
                </a:lnTo>
                <a:lnTo>
                  <a:pt x="440951" y="183430"/>
                </a:lnTo>
                <a:lnTo>
                  <a:pt x="444626" y="179201"/>
                </a:lnTo>
                <a:lnTo>
                  <a:pt x="448301" y="174680"/>
                </a:lnTo>
                <a:lnTo>
                  <a:pt x="451975" y="169927"/>
                </a:lnTo>
                <a:lnTo>
                  <a:pt x="455650" y="165059"/>
                </a:lnTo>
                <a:lnTo>
                  <a:pt x="459324" y="160179"/>
                </a:lnTo>
                <a:lnTo>
                  <a:pt x="462999" y="155388"/>
                </a:lnTo>
                <a:lnTo>
                  <a:pt x="466674" y="150781"/>
                </a:lnTo>
                <a:lnTo>
                  <a:pt x="470348" y="146440"/>
                </a:lnTo>
                <a:lnTo>
                  <a:pt x="474023" y="142431"/>
                </a:lnTo>
                <a:lnTo>
                  <a:pt x="477697" y="138797"/>
                </a:lnTo>
                <a:lnTo>
                  <a:pt x="481372" y="135555"/>
                </a:lnTo>
                <a:lnTo>
                  <a:pt x="485047" y="132696"/>
                </a:lnTo>
                <a:lnTo>
                  <a:pt x="488721" y="130180"/>
                </a:lnTo>
                <a:lnTo>
                  <a:pt x="492396" y="127942"/>
                </a:lnTo>
                <a:lnTo>
                  <a:pt x="496070" y="125898"/>
                </a:lnTo>
                <a:lnTo>
                  <a:pt x="499745" y="123919"/>
                </a:lnTo>
                <a:lnTo>
                  <a:pt x="503420" y="121884"/>
                </a:lnTo>
                <a:lnTo>
                  <a:pt x="507094" y="119688"/>
                </a:lnTo>
                <a:lnTo>
                  <a:pt x="510769" y="117237"/>
                </a:lnTo>
                <a:lnTo>
                  <a:pt x="514443" y="114461"/>
                </a:lnTo>
                <a:lnTo>
                  <a:pt x="518118" y="111319"/>
                </a:lnTo>
                <a:lnTo>
                  <a:pt x="521793" y="107795"/>
                </a:lnTo>
                <a:lnTo>
                  <a:pt x="525467" y="103904"/>
                </a:lnTo>
                <a:lnTo>
                  <a:pt x="529142" y="99681"/>
                </a:lnTo>
                <a:lnTo>
                  <a:pt x="532816" y="95176"/>
                </a:lnTo>
                <a:lnTo>
                  <a:pt x="536491" y="90448"/>
                </a:lnTo>
                <a:lnTo>
                  <a:pt x="540166" y="85553"/>
                </a:lnTo>
                <a:lnTo>
                  <a:pt x="543840" y="80562"/>
                </a:lnTo>
                <a:lnTo>
                  <a:pt x="547515" y="75536"/>
                </a:lnTo>
                <a:lnTo>
                  <a:pt x="551189" y="70529"/>
                </a:lnTo>
                <a:lnTo>
                  <a:pt x="554864" y="65597"/>
                </a:lnTo>
                <a:lnTo>
                  <a:pt x="558539" y="60796"/>
                </a:lnTo>
                <a:lnTo>
                  <a:pt x="562213" y="56182"/>
                </a:lnTo>
                <a:lnTo>
                  <a:pt x="565888" y="51808"/>
                </a:lnTo>
                <a:lnTo>
                  <a:pt x="569562" y="47718"/>
                </a:lnTo>
                <a:lnTo>
                  <a:pt x="573237" y="43942"/>
                </a:lnTo>
                <a:lnTo>
                  <a:pt x="576912" y="40488"/>
                </a:lnTo>
                <a:lnTo>
                  <a:pt x="580586" y="37339"/>
                </a:lnTo>
                <a:lnTo>
                  <a:pt x="584261" y="34467"/>
                </a:lnTo>
                <a:lnTo>
                  <a:pt x="587935" y="31801"/>
                </a:lnTo>
                <a:lnTo>
                  <a:pt x="591610" y="29256"/>
                </a:lnTo>
                <a:lnTo>
                  <a:pt x="595285" y="26768"/>
                </a:lnTo>
                <a:lnTo>
                  <a:pt x="598959" y="24285"/>
                </a:lnTo>
                <a:lnTo>
                  <a:pt x="602634" y="21781"/>
                </a:lnTo>
                <a:lnTo>
                  <a:pt x="606308" y="19259"/>
                </a:lnTo>
                <a:lnTo>
                  <a:pt x="609983" y="16751"/>
                </a:lnTo>
                <a:lnTo>
                  <a:pt x="613658" y="14310"/>
                </a:lnTo>
                <a:lnTo>
                  <a:pt x="617332" y="12006"/>
                </a:lnTo>
                <a:lnTo>
                  <a:pt x="621007" y="9911"/>
                </a:lnTo>
                <a:lnTo>
                  <a:pt x="624681" y="8091"/>
                </a:lnTo>
                <a:lnTo>
                  <a:pt x="628356" y="6597"/>
                </a:lnTo>
                <a:lnTo>
                  <a:pt x="632031" y="5449"/>
                </a:lnTo>
                <a:lnTo>
                  <a:pt x="635705" y="4594"/>
                </a:lnTo>
                <a:lnTo>
                  <a:pt x="639380" y="3973"/>
                </a:lnTo>
                <a:lnTo>
                  <a:pt x="643054" y="3510"/>
                </a:lnTo>
                <a:lnTo>
                  <a:pt x="646729" y="3124"/>
                </a:lnTo>
                <a:lnTo>
                  <a:pt x="650404" y="2741"/>
                </a:lnTo>
                <a:lnTo>
                  <a:pt x="654078" y="2311"/>
                </a:lnTo>
                <a:lnTo>
                  <a:pt x="657753" y="1813"/>
                </a:lnTo>
                <a:lnTo>
                  <a:pt x="661427" y="1263"/>
                </a:lnTo>
                <a:lnTo>
                  <a:pt x="665102" y="715"/>
                </a:lnTo>
                <a:lnTo>
                  <a:pt x="668777" y="255"/>
                </a:lnTo>
                <a:lnTo>
                  <a:pt x="672451" y="0"/>
                </a:lnTo>
                <a:lnTo>
                  <a:pt x="676126" y="104"/>
                </a:lnTo>
                <a:lnTo>
                  <a:pt x="679800" y="670"/>
                </a:lnTo>
                <a:lnTo>
                  <a:pt x="683475" y="1795"/>
                </a:lnTo>
                <a:lnTo>
                  <a:pt x="687150" y="3550"/>
                </a:lnTo>
                <a:lnTo>
                  <a:pt x="690824" y="5975"/>
                </a:lnTo>
                <a:lnTo>
                  <a:pt x="694499" y="9076"/>
                </a:lnTo>
                <a:lnTo>
                  <a:pt x="698173" y="12827"/>
                </a:lnTo>
                <a:lnTo>
                  <a:pt x="701848" y="17172"/>
                </a:lnTo>
                <a:lnTo>
                  <a:pt x="705523" y="22032"/>
                </a:lnTo>
                <a:lnTo>
                  <a:pt x="709197" y="27309"/>
                </a:lnTo>
                <a:lnTo>
                  <a:pt x="712872" y="32894"/>
                </a:lnTo>
                <a:lnTo>
                  <a:pt x="716546" y="38674"/>
                </a:lnTo>
                <a:lnTo>
                  <a:pt x="720221" y="44530"/>
                </a:lnTo>
                <a:lnTo>
                  <a:pt x="723896" y="50350"/>
                </a:lnTo>
                <a:lnTo>
                  <a:pt x="727570" y="56052"/>
                </a:lnTo>
                <a:lnTo>
                  <a:pt x="731245" y="61577"/>
                </a:lnTo>
                <a:lnTo>
                  <a:pt x="734919" y="66891"/>
                </a:lnTo>
                <a:lnTo>
                  <a:pt x="738594" y="71986"/>
                </a:lnTo>
                <a:lnTo>
                  <a:pt x="742269" y="76881"/>
                </a:lnTo>
                <a:lnTo>
                  <a:pt x="745943" y="81618"/>
                </a:lnTo>
                <a:lnTo>
                  <a:pt x="749618" y="86264"/>
                </a:lnTo>
                <a:lnTo>
                  <a:pt x="753292" y="90903"/>
                </a:lnTo>
                <a:lnTo>
                  <a:pt x="756967" y="95627"/>
                </a:lnTo>
                <a:lnTo>
                  <a:pt x="760642" y="100534"/>
                </a:lnTo>
                <a:lnTo>
                  <a:pt x="764316" y="105748"/>
                </a:lnTo>
                <a:lnTo>
                  <a:pt x="767991" y="111315"/>
                </a:lnTo>
                <a:lnTo>
                  <a:pt x="771665" y="117275"/>
                </a:lnTo>
                <a:lnTo>
                  <a:pt x="775340" y="123634"/>
                </a:lnTo>
                <a:lnTo>
                  <a:pt x="779015" y="130368"/>
                </a:lnTo>
                <a:lnTo>
                  <a:pt x="782689" y="137417"/>
                </a:lnTo>
                <a:lnTo>
                  <a:pt x="786364" y="144695"/>
                </a:lnTo>
                <a:lnTo>
                  <a:pt x="790038" y="152093"/>
                </a:lnTo>
                <a:lnTo>
                  <a:pt x="793713" y="159490"/>
                </a:lnTo>
                <a:lnTo>
                  <a:pt x="797388" y="166757"/>
                </a:lnTo>
                <a:lnTo>
                  <a:pt x="801062" y="173776"/>
                </a:lnTo>
                <a:lnTo>
                  <a:pt x="804737" y="180443"/>
                </a:lnTo>
                <a:lnTo>
                  <a:pt x="808411" y="186635"/>
                </a:lnTo>
                <a:lnTo>
                  <a:pt x="812086" y="192339"/>
                </a:lnTo>
                <a:lnTo>
                  <a:pt x="815761" y="197559"/>
                </a:lnTo>
                <a:lnTo>
                  <a:pt x="819435" y="202320"/>
                </a:lnTo>
                <a:lnTo>
                  <a:pt x="823110" y="206674"/>
                </a:lnTo>
                <a:lnTo>
                  <a:pt x="826784" y="210689"/>
                </a:lnTo>
                <a:lnTo>
                  <a:pt x="830459" y="214439"/>
                </a:lnTo>
                <a:lnTo>
                  <a:pt x="834134" y="217996"/>
                </a:lnTo>
                <a:lnTo>
                  <a:pt x="837808" y="221424"/>
                </a:lnTo>
                <a:lnTo>
                  <a:pt x="841483" y="224768"/>
                </a:lnTo>
                <a:lnTo>
                  <a:pt x="845157" y="228056"/>
                </a:lnTo>
                <a:lnTo>
                  <a:pt x="848832" y="231299"/>
                </a:lnTo>
                <a:lnTo>
                  <a:pt x="852507" y="234479"/>
                </a:lnTo>
                <a:lnTo>
                  <a:pt x="856181" y="237574"/>
                </a:lnTo>
                <a:lnTo>
                  <a:pt x="859856" y="240554"/>
                </a:lnTo>
                <a:lnTo>
                  <a:pt x="863530" y="243390"/>
                </a:lnTo>
                <a:lnTo>
                  <a:pt x="867205" y="246059"/>
                </a:lnTo>
                <a:lnTo>
                  <a:pt x="870880" y="248548"/>
                </a:lnTo>
                <a:lnTo>
                  <a:pt x="874554" y="250854"/>
                </a:lnTo>
                <a:lnTo>
                  <a:pt x="878229" y="252986"/>
                </a:lnTo>
                <a:lnTo>
                  <a:pt x="881903" y="254964"/>
                </a:lnTo>
                <a:lnTo>
                  <a:pt x="885578" y="256812"/>
                </a:lnTo>
                <a:lnTo>
                  <a:pt x="889253" y="258559"/>
                </a:lnTo>
                <a:lnTo>
                  <a:pt x="892927" y="260231"/>
                </a:lnTo>
                <a:lnTo>
                  <a:pt x="896602" y="261848"/>
                </a:lnTo>
                <a:lnTo>
                  <a:pt x="900276" y="263423"/>
                </a:lnTo>
                <a:lnTo>
                  <a:pt x="903951" y="264958"/>
                </a:lnTo>
                <a:lnTo>
                  <a:pt x="907626" y="266444"/>
                </a:lnTo>
                <a:lnTo>
                  <a:pt x="911300" y="267868"/>
                </a:lnTo>
                <a:lnTo>
                  <a:pt x="914975" y="269210"/>
                </a:lnTo>
                <a:lnTo>
                  <a:pt x="918649" y="270452"/>
                </a:lnTo>
                <a:lnTo>
                  <a:pt x="922324" y="271580"/>
                </a:lnTo>
                <a:lnTo>
                  <a:pt x="925999" y="272581"/>
                </a:lnTo>
                <a:lnTo>
                  <a:pt x="929673" y="273453"/>
                </a:lnTo>
                <a:lnTo>
                  <a:pt x="933348" y="274195"/>
                </a:lnTo>
                <a:lnTo>
                  <a:pt x="937022" y="274817"/>
                </a:lnTo>
                <a:lnTo>
                  <a:pt x="940697" y="275326"/>
                </a:lnTo>
                <a:lnTo>
                  <a:pt x="944372" y="275740"/>
                </a:lnTo>
                <a:lnTo>
                  <a:pt x="948046" y="276080"/>
                </a:lnTo>
                <a:lnTo>
                  <a:pt x="951721" y="276361"/>
                </a:lnTo>
                <a:lnTo>
                  <a:pt x="955395" y="276598"/>
                </a:lnTo>
                <a:lnTo>
                  <a:pt x="959070" y="276803"/>
                </a:lnTo>
                <a:lnTo>
                  <a:pt x="962745" y="276985"/>
                </a:lnTo>
                <a:lnTo>
                  <a:pt x="966419" y="277151"/>
                </a:lnTo>
                <a:lnTo>
                  <a:pt x="970094" y="277309"/>
                </a:lnTo>
                <a:lnTo>
                  <a:pt x="973768" y="277461"/>
                </a:lnTo>
                <a:lnTo>
                  <a:pt x="977443" y="277612"/>
                </a:lnTo>
                <a:lnTo>
                  <a:pt x="981118" y="277762"/>
                </a:lnTo>
                <a:lnTo>
                  <a:pt x="984792" y="277912"/>
                </a:lnTo>
                <a:lnTo>
                  <a:pt x="988467" y="278061"/>
                </a:lnTo>
                <a:lnTo>
                  <a:pt x="992141" y="278207"/>
                </a:lnTo>
                <a:lnTo>
                  <a:pt x="995816" y="278348"/>
                </a:lnTo>
                <a:lnTo>
                  <a:pt x="999491" y="278483"/>
                </a:lnTo>
                <a:lnTo>
                  <a:pt x="1003165" y="278610"/>
                </a:lnTo>
                <a:lnTo>
                  <a:pt x="1006840" y="278729"/>
                </a:lnTo>
                <a:lnTo>
                  <a:pt x="1010514" y="278839"/>
                </a:lnTo>
                <a:lnTo>
                  <a:pt x="1014189" y="278940"/>
                </a:lnTo>
                <a:lnTo>
                  <a:pt x="1017864" y="279032"/>
                </a:lnTo>
                <a:lnTo>
                  <a:pt x="1021538" y="279116"/>
                </a:lnTo>
                <a:lnTo>
                  <a:pt x="1025213" y="279191"/>
                </a:lnTo>
                <a:lnTo>
                  <a:pt x="1028887" y="279259"/>
                </a:lnTo>
                <a:lnTo>
                  <a:pt x="1032562" y="279318"/>
                </a:lnTo>
                <a:lnTo>
                  <a:pt x="1036237" y="279370"/>
                </a:lnTo>
                <a:lnTo>
                  <a:pt x="1039911" y="279414"/>
                </a:lnTo>
                <a:lnTo>
                  <a:pt x="1043586" y="279451"/>
                </a:lnTo>
                <a:lnTo>
                  <a:pt x="1047260" y="279481"/>
                </a:lnTo>
                <a:lnTo>
                  <a:pt x="1050935" y="279504"/>
                </a:lnTo>
                <a:lnTo>
                  <a:pt x="1054610" y="279523"/>
                </a:lnTo>
                <a:lnTo>
                  <a:pt x="1058284" y="279536"/>
                </a:lnTo>
                <a:lnTo>
                  <a:pt x="1061959" y="279546"/>
                </a:lnTo>
                <a:lnTo>
                  <a:pt x="1065633" y="279553"/>
                </a:lnTo>
                <a:lnTo>
                  <a:pt x="1069308" y="279558"/>
                </a:lnTo>
                <a:lnTo>
                  <a:pt x="1072983" y="279561"/>
                </a:lnTo>
                <a:lnTo>
                  <a:pt x="1076657" y="279563"/>
                </a:lnTo>
                <a:lnTo>
                  <a:pt x="1080332" y="279564"/>
                </a:lnTo>
                <a:lnTo>
                  <a:pt x="1084006" y="279565"/>
                </a:lnTo>
                <a:lnTo>
                  <a:pt x="1087681" y="279565"/>
                </a:lnTo>
                <a:lnTo>
                  <a:pt x="1091356" y="279565"/>
                </a:lnTo>
                <a:lnTo>
                  <a:pt x="1095030" y="279565"/>
                </a:lnTo>
                <a:lnTo>
                  <a:pt x="1098705" y="279566"/>
                </a:lnTo>
                <a:lnTo>
                  <a:pt x="1102379" y="279566"/>
                </a:lnTo>
                <a:lnTo>
                  <a:pt x="1106054" y="279566"/>
                </a:lnTo>
                <a:lnTo>
                  <a:pt x="1109729" y="279566"/>
                </a:lnTo>
                <a:lnTo>
                  <a:pt x="1113403" y="279566"/>
                </a:lnTo>
                <a:lnTo>
                  <a:pt x="1117078" y="279566"/>
                </a:lnTo>
                <a:lnTo>
                  <a:pt x="1120752" y="279566"/>
                </a:lnTo>
                <a:lnTo>
                  <a:pt x="1124427" y="279566"/>
                </a:lnTo>
                <a:lnTo>
                  <a:pt x="1128102" y="279566"/>
                </a:lnTo>
                <a:lnTo>
                  <a:pt x="1131776" y="279566"/>
                </a:lnTo>
                <a:lnTo>
                  <a:pt x="1135451" y="279566"/>
                </a:lnTo>
                <a:lnTo>
                  <a:pt x="1139125" y="279566"/>
                </a:lnTo>
                <a:lnTo>
                  <a:pt x="1142800" y="279566"/>
                </a:lnTo>
                <a:lnTo>
                  <a:pt x="1146475" y="279566"/>
                </a:lnTo>
                <a:lnTo>
                  <a:pt x="1150149" y="279566"/>
                </a:lnTo>
                <a:lnTo>
                  <a:pt x="1153824" y="279566"/>
                </a:lnTo>
                <a:lnTo>
                  <a:pt x="1157498" y="279566"/>
                </a:lnTo>
                <a:lnTo>
                  <a:pt x="1161173" y="279566"/>
                </a:lnTo>
                <a:lnTo>
                  <a:pt x="1164848" y="279566"/>
                </a:lnTo>
                <a:lnTo>
                  <a:pt x="1168522" y="279566"/>
                </a:lnTo>
                <a:lnTo>
                  <a:pt x="1172197" y="279566"/>
                </a:lnTo>
                <a:lnTo>
                  <a:pt x="1175871" y="279566"/>
                </a:lnTo>
                <a:lnTo>
                  <a:pt x="1179546" y="279566"/>
                </a:lnTo>
                <a:lnTo>
                  <a:pt x="1183221" y="279566"/>
                </a:lnTo>
                <a:lnTo>
                  <a:pt x="1186895" y="279566"/>
                </a:lnTo>
                <a:lnTo>
                  <a:pt x="1190570" y="279566"/>
                </a:lnTo>
                <a:lnTo>
                  <a:pt x="1194244" y="279566"/>
                </a:lnTo>
                <a:lnTo>
                  <a:pt x="1197919" y="279566"/>
                </a:lnTo>
                <a:lnTo>
                  <a:pt x="1201594" y="279566"/>
                </a:lnTo>
                <a:lnTo>
                  <a:pt x="1205268" y="279566"/>
                </a:lnTo>
                <a:lnTo>
                  <a:pt x="1208943" y="279566"/>
                </a:lnTo>
                <a:lnTo>
                  <a:pt x="1212617" y="279566"/>
                </a:lnTo>
                <a:lnTo>
                  <a:pt x="1216292" y="279566"/>
                </a:lnTo>
                <a:lnTo>
                  <a:pt x="1219967" y="279566"/>
                </a:lnTo>
                <a:lnTo>
                  <a:pt x="1223641" y="279566"/>
                </a:lnTo>
                <a:lnTo>
                  <a:pt x="1227316" y="279566"/>
                </a:lnTo>
                <a:lnTo>
                  <a:pt x="1230990" y="279566"/>
                </a:lnTo>
                <a:lnTo>
                  <a:pt x="1234665" y="279566"/>
                </a:lnTo>
                <a:lnTo>
                  <a:pt x="1238340" y="279566"/>
                </a:lnTo>
                <a:lnTo>
                  <a:pt x="1242014" y="279566"/>
                </a:lnTo>
                <a:lnTo>
                  <a:pt x="1245689" y="279566"/>
                </a:lnTo>
                <a:lnTo>
                  <a:pt x="1249363" y="279566"/>
                </a:lnTo>
                <a:lnTo>
                  <a:pt x="1253038" y="279566"/>
                </a:lnTo>
                <a:lnTo>
                  <a:pt x="1256713" y="279566"/>
                </a:lnTo>
                <a:lnTo>
                  <a:pt x="1260387" y="279566"/>
                </a:lnTo>
                <a:lnTo>
                  <a:pt x="1264062" y="279566"/>
                </a:lnTo>
                <a:lnTo>
                  <a:pt x="1267736" y="279566"/>
                </a:lnTo>
                <a:lnTo>
                  <a:pt x="1271411" y="279566"/>
                </a:lnTo>
                <a:lnTo>
                  <a:pt x="1275086" y="279566"/>
                </a:lnTo>
                <a:lnTo>
                  <a:pt x="1278760" y="279566"/>
                </a:lnTo>
                <a:lnTo>
                  <a:pt x="1282435" y="279566"/>
                </a:lnTo>
                <a:lnTo>
                  <a:pt x="1286109" y="279566"/>
                </a:lnTo>
                <a:lnTo>
                  <a:pt x="1289784" y="279566"/>
                </a:lnTo>
                <a:lnTo>
                  <a:pt x="1293459" y="279566"/>
                </a:lnTo>
                <a:lnTo>
                  <a:pt x="1297133" y="279566"/>
                </a:lnTo>
                <a:lnTo>
                  <a:pt x="1300808" y="279566"/>
                </a:lnTo>
                <a:lnTo>
                  <a:pt x="1304482" y="279566"/>
                </a:lnTo>
                <a:lnTo>
                  <a:pt x="1308157" y="279566"/>
                </a:lnTo>
                <a:lnTo>
                  <a:pt x="1311832" y="279566"/>
                </a:lnTo>
                <a:lnTo>
                  <a:pt x="1315506" y="279566"/>
                </a:lnTo>
                <a:lnTo>
                  <a:pt x="1319181" y="279566"/>
                </a:lnTo>
                <a:lnTo>
                  <a:pt x="1322855" y="279566"/>
                </a:lnTo>
                <a:lnTo>
                  <a:pt x="1326530" y="279566"/>
                </a:lnTo>
                <a:lnTo>
                  <a:pt x="1330205" y="279566"/>
                </a:lnTo>
                <a:lnTo>
                  <a:pt x="1333879" y="279566"/>
                </a:lnTo>
                <a:lnTo>
                  <a:pt x="1337554" y="279566"/>
                </a:lnTo>
                <a:lnTo>
                  <a:pt x="1341228" y="279566"/>
                </a:lnTo>
                <a:lnTo>
                  <a:pt x="1344903" y="279566"/>
                </a:lnTo>
                <a:lnTo>
                  <a:pt x="1348577" y="279566"/>
                </a:lnTo>
                <a:lnTo>
                  <a:pt x="1352252" y="279566"/>
                </a:lnTo>
                <a:lnTo>
                  <a:pt x="1355927" y="279566"/>
                </a:lnTo>
                <a:lnTo>
                  <a:pt x="1359601" y="279566"/>
                </a:lnTo>
                <a:lnTo>
                  <a:pt x="1363276" y="279566"/>
                </a:lnTo>
                <a:lnTo>
                  <a:pt x="1366950" y="279566"/>
                </a:lnTo>
                <a:lnTo>
                  <a:pt x="1370625" y="279566"/>
                </a:lnTo>
                <a:lnTo>
                  <a:pt x="1374300" y="279566"/>
                </a:lnTo>
                <a:lnTo>
                  <a:pt x="1377974" y="279566"/>
                </a:lnTo>
                <a:lnTo>
                  <a:pt x="1381649" y="279566"/>
                </a:lnTo>
                <a:lnTo>
                  <a:pt x="1385323" y="279566"/>
                </a:lnTo>
                <a:lnTo>
                  <a:pt x="1388998" y="279566"/>
                </a:lnTo>
                <a:lnTo>
                  <a:pt x="1392673" y="279566"/>
                </a:lnTo>
                <a:lnTo>
                  <a:pt x="1396347" y="279566"/>
                </a:lnTo>
                <a:lnTo>
                  <a:pt x="1400022" y="279566"/>
                </a:lnTo>
                <a:lnTo>
                  <a:pt x="1403696" y="279566"/>
                </a:lnTo>
                <a:lnTo>
                  <a:pt x="1407371" y="279566"/>
                </a:lnTo>
                <a:lnTo>
                  <a:pt x="1411046" y="279566"/>
                </a:lnTo>
                <a:lnTo>
                  <a:pt x="1414720" y="279566"/>
                </a:lnTo>
                <a:lnTo>
                  <a:pt x="1418395" y="279566"/>
                </a:lnTo>
                <a:lnTo>
                  <a:pt x="1422069" y="279566"/>
                </a:lnTo>
                <a:lnTo>
                  <a:pt x="1425744" y="279566"/>
                </a:lnTo>
                <a:lnTo>
                  <a:pt x="1429419" y="279566"/>
                </a:lnTo>
                <a:lnTo>
                  <a:pt x="1433093" y="279566"/>
                </a:lnTo>
                <a:lnTo>
                  <a:pt x="1436768" y="279566"/>
                </a:lnTo>
                <a:lnTo>
                  <a:pt x="1440442" y="279566"/>
                </a:lnTo>
                <a:lnTo>
                  <a:pt x="1444117" y="279566"/>
                </a:lnTo>
                <a:lnTo>
                  <a:pt x="1447792" y="279566"/>
                </a:lnTo>
                <a:lnTo>
                  <a:pt x="1451466" y="279566"/>
                </a:lnTo>
                <a:lnTo>
                  <a:pt x="1455141" y="279566"/>
                </a:lnTo>
                <a:lnTo>
                  <a:pt x="1458815" y="279566"/>
                </a:lnTo>
                <a:lnTo>
                  <a:pt x="1462490" y="279566"/>
                </a:lnTo>
                <a:lnTo>
                  <a:pt x="1466165" y="279566"/>
                </a:lnTo>
                <a:lnTo>
                  <a:pt x="1469839" y="279566"/>
                </a:lnTo>
                <a:lnTo>
                  <a:pt x="1473514" y="279566"/>
                </a:lnTo>
                <a:lnTo>
                  <a:pt x="1477188" y="279566"/>
                </a:lnTo>
                <a:lnTo>
                  <a:pt x="1480863" y="279566"/>
                </a:lnTo>
                <a:lnTo>
                  <a:pt x="1484538" y="279566"/>
                </a:lnTo>
                <a:lnTo>
                  <a:pt x="1488212" y="279566"/>
                </a:lnTo>
                <a:lnTo>
                  <a:pt x="1491887" y="279566"/>
                </a:lnTo>
                <a:lnTo>
                  <a:pt x="1495561" y="279566"/>
                </a:lnTo>
                <a:lnTo>
                  <a:pt x="1499236" y="279566"/>
                </a:lnTo>
                <a:lnTo>
                  <a:pt x="1502911" y="279566"/>
                </a:lnTo>
                <a:lnTo>
                  <a:pt x="1506585" y="279566"/>
                </a:lnTo>
                <a:lnTo>
                  <a:pt x="1510260" y="279566"/>
                </a:lnTo>
                <a:lnTo>
                  <a:pt x="1513934" y="279566"/>
                </a:lnTo>
                <a:lnTo>
                  <a:pt x="1517609" y="279566"/>
                </a:lnTo>
                <a:lnTo>
                  <a:pt x="1521284" y="279566"/>
                </a:lnTo>
                <a:lnTo>
                  <a:pt x="1524958" y="279566"/>
                </a:lnTo>
                <a:lnTo>
                  <a:pt x="1528633" y="279566"/>
                </a:lnTo>
                <a:lnTo>
                  <a:pt x="1532307" y="279566"/>
                </a:lnTo>
                <a:lnTo>
                  <a:pt x="1535982" y="279566"/>
                </a:lnTo>
                <a:lnTo>
                  <a:pt x="1539657" y="279566"/>
                </a:lnTo>
                <a:lnTo>
                  <a:pt x="1543331" y="279566"/>
                </a:lnTo>
                <a:lnTo>
                  <a:pt x="1547006" y="279566"/>
                </a:lnTo>
                <a:lnTo>
                  <a:pt x="1550680" y="279566"/>
                </a:lnTo>
                <a:lnTo>
                  <a:pt x="1554355" y="279566"/>
                </a:lnTo>
                <a:lnTo>
                  <a:pt x="1558030" y="279566"/>
                </a:lnTo>
                <a:lnTo>
                  <a:pt x="1561704" y="279566"/>
                </a:lnTo>
                <a:lnTo>
                  <a:pt x="1565379" y="279566"/>
                </a:lnTo>
                <a:lnTo>
                  <a:pt x="1569053" y="279566"/>
                </a:lnTo>
                <a:lnTo>
                  <a:pt x="1572728" y="279566"/>
                </a:lnTo>
                <a:lnTo>
                  <a:pt x="1576403" y="279566"/>
                </a:lnTo>
                <a:lnTo>
                  <a:pt x="1580077" y="279566"/>
                </a:lnTo>
                <a:lnTo>
                  <a:pt x="1583752" y="279566"/>
                </a:lnTo>
                <a:lnTo>
                  <a:pt x="1587426" y="279566"/>
                </a:lnTo>
                <a:lnTo>
                  <a:pt x="1591101" y="279566"/>
                </a:lnTo>
                <a:lnTo>
                  <a:pt x="1594776" y="279566"/>
                </a:lnTo>
                <a:lnTo>
                  <a:pt x="1598450" y="279566"/>
                </a:lnTo>
                <a:lnTo>
                  <a:pt x="1602125" y="279566"/>
                </a:lnTo>
                <a:lnTo>
                  <a:pt x="1605799" y="279566"/>
                </a:lnTo>
                <a:lnTo>
                  <a:pt x="1609474" y="279566"/>
                </a:lnTo>
                <a:lnTo>
                  <a:pt x="1613149" y="279566"/>
                </a:lnTo>
                <a:lnTo>
                  <a:pt x="1616823" y="279566"/>
                </a:lnTo>
                <a:lnTo>
                  <a:pt x="1620498" y="279566"/>
                </a:lnTo>
                <a:lnTo>
                  <a:pt x="1624172" y="279566"/>
                </a:lnTo>
                <a:lnTo>
                  <a:pt x="1627847" y="279566"/>
                </a:lnTo>
                <a:lnTo>
                  <a:pt x="1631522" y="279566"/>
                </a:lnTo>
                <a:lnTo>
                  <a:pt x="1635196" y="279566"/>
                </a:lnTo>
                <a:lnTo>
                  <a:pt x="1638871" y="279566"/>
                </a:lnTo>
                <a:lnTo>
                  <a:pt x="1642545" y="279566"/>
                </a:lnTo>
                <a:lnTo>
                  <a:pt x="1646220" y="279566"/>
                </a:lnTo>
                <a:lnTo>
                  <a:pt x="1649895" y="279566"/>
                </a:lnTo>
                <a:lnTo>
                  <a:pt x="1653569" y="279566"/>
                </a:lnTo>
                <a:lnTo>
                  <a:pt x="1657244" y="279566"/>
                </a:lnTo>
                <a:lnTo>
                  <a:pt x="1660918" y="279566"/>
                </a:lnTo>
                <a:lnTo>
                  <a:pt x="1664593" y="279566"/>
                </a:lnTo>
                <a:lnTo>
                  <a:pt x="1668268" y="279566"/>
                </a:lnTo>
                <a:lnTo>
                  <a:pt x="1671942" y="279566"/>
                </a:lnTo>
                <a:lnTo>
                  <a:pt x="1675617" y="279566"/>
                </a:lnTo>
                <a:lnTo>
                  <a:pt x="1679291" y="279566"/>
                </a:lnTo>
                <a:lnTo>
                  <a:pt x="1682966" y="279566"/>
                </a:lnTo>
                <a:lnTo>
                  <a:pt x="1686641" y="279566"/>
                </a:lnTo>
                <a:lnTo>
                  <a:pt x="1690315" y="279566"/>
                </a:lnTo>
                <a:lnTo>
                  <a:pt x="1693990" y="279566"/>
                </a:lnTo>
                <a:lnTo>
                  <a:pt x="1697664" y="279566"/>
                </a:lnTo>
                <a:lnTo>
                  <a:pt x="1701339" y="279566"/>
                </a:lnTo>
                <a:lnTo>
                  <a:pt x="1705014" y="279566"/>
                </a:lnTo>
                <a:lnTo>
                  <a:pt x="1708688" y="279566"/>
                </a:lnTo>
                <a:lnTo>
                  <a:pt x="1712363" y="279566"/>
                </a:lnTo>
                <a:lnTo>
                  <a:pt x="1716037" y="279566"/>
                </a:lnTo>
                <a:lnTo>
                  <a:pt x="1719712" y="279566"/>
                </a:lnTo>
                <a:lnTo>
                  <a:pt x="1723387" y="279566"/>
                </a:lnTo>
                <a:lnTo>
                  <a:pt x="1727061" y="279566"/>
                </a:lnTo>
                <a:lnTo>
                  <a:pt x="1730736" y="279566"/>
                </a:lnTo>
                <a:lnTo>
                  <a:pt x="1734410" y="279566"/>
                </a:lnTo>
                <a:lnTo>
                  <a:pt x="1738085" y="279566"/>
                </a:lnTo>
                <a:lnTo>
                  <a:pt x="1741760" y="279566"/>
                </a:lnTo>
                <a:lnTo>
                  <a:pt x="1745434" y="279566"/>
                </a:lnTo>
                <a:lnTo>
                  <a:pt x="1749109" y="279566"/>
                </a:lnTo>
                <a:lnTo>
                  <a:pt x="1752783" y="279566"/>
                </a:lnTo>
                <a:lnTo>
                  <a:pt x="1756458" y="279566"/>
                </a:lnTo>
                <a:lnTo>
                  <a:pt x="1760133" y="279566"/>
                </a:lnTo>
                <a:lnTo>
                  <a:pt x="1763807" y="279566"/>
                </a:lnTo>
                <a:lnTo>
                  <a:pt x="1767482" y="279566"/>
                </a:lnTo>
                <a:lnTo>
                  <a:pt x="1771156" y="279566"/>
                </a:lnTo>
                <a:lnTo>
                  <a:pt x="1774831" y="279566"/>
                </a:lnTo>
                <a:lnTo>
                  <a:pt x="1778506" y="279566"/>
                </a:lnTo>
                <a:lnTo>
                  <a:pt x="1782180" y="279566"/>
                </a:lnTo>
                <a:lnTo>
                  <a:pt x="1785855" y="279566"/>
                </a:lnTo>
                <a:lnTo>
                  <a:pt x="1789529" y="279566"/>
                </a:lnTo>
                <a:lnTo>
                  <a:pt x="1793204" y="279566"/>
                </a:lnTo>
                <a:lnTo>
                  <a:pt x="1796879" y="279566"/>
                </a:lnTo>
                <a:lnTo>
                  <a:pt x="1800553" y="279566"/>
                </a:lnTo>
                <a:lnTo>
                  <a:pt x="1804228" y="279566"/>
                </a:lnTo>
                <a:lnTo>
                  <a:pt x="1807902" y="279566"/>
                </a:lnTo>
                <a:lnTo>
                  <a:pt x="1811577" y="279566"/>
                </a:lnTo>
                <a:lnTo>
                  <a:pt x="1815252" y="279566"/>
                </a:lnTo>
                <a:lnTo>
                  <a:pt x="1818926" y="279566"/>
                </a:lnTo>
                <a:lnTo>
                  <a:pt x="1822601" y="279566"/>
                </a:lnTo>
                <a:lnTo>
                  <a:pt x="1826275" y="279566"/>
                </a:lnTo>
                <a:lnTo>
                  <a:pt x="1829950" y="279566"/>
                </a:lnTo>
                <a:lnTo>
                  <a:pt x="1833625" y="279566"/>
                </a:lnTo>
                <a:lnTo>
                  <a:pt x="1837299" y="279566"/>
                </a:lnTo>
                <a:lnTo>
                  <a:pt x="1840974" y="279566"/>
                </a:lnTo>
                <a:lnTo>
                  <a:pt x="1844648" y="279566"/>
                </a:lnTo>
                <a:lnTo>
                  <a:pt x="1848323" y="279566"/>
                </a:lnTo>
                <a:lnTo>
                  <a:pt x="1851998" y="279566"/>
                </a:lnTo>
                <a:lnTo>
                  <a:pt x="1855672" y="279566"/>
                </a:lnTo>
                <a:lnTo>
                  <a:pt x="1859347" y="279566"/>
                </a:lnTo>
                <a:lnTo>
                  <a:pt x="1863021" y="279566"/>
                </a:lnTo>
                <a:lnTo>
                  <a:pt x="1866696" y="279566"/>
                </a:lnTo>
                <a:lnTo>
                  <a:pt x="1870371" y="279566"/>
                </a:lnTo>
                <a:lnTo>
                  <a:pt x="1874045" y="279566"/>
                </a:lnTo>
                <a:lnTo>
                  <a:pt x="1877720" y="279566"/>
                </a:lnTo>
                <a:lnTo>
                  <a:pt x="1874045" y="279566"/>
                </a:lnTo>
                <a:lnTo>
                  <a:pt x="1870371" y="279566"/>
                </a:lnTo>
                <a:lnTo>
                  <a:pt x="1866696" y="279566"/>
                </a:lnTo>
                <a:lnTo>
                  <a:pt x="1863021" y="279566"/>
                </a:lnTo>
                <a:lnTo>
                  <a:pt x="1859347" y="279566"/>
                </a:lnTo>
                <a:lnTo>
                  <a:pt x="1855672" y="279566"/>
                </a:lnTo>
                <a:lnTo>
                  <a:pt x="1851998" y="279566"/>
                </a:lnTo>
                <a:lnTo>
                  <a:pt x="1848323" y="279566"/>
                </a:lnTo>
                <a:lnTo>
                  <a:pt x="1844648" y="279566"/>
                </a:lnTo>
                <a:lnTo>
                  <a:pt x="1840974" y="279566"/>
                </a:lnTo>
                <a:lnTo>
                  <a:pt x="1837299" y="279566"/>
                </a:lnTo>
                <a:lnTo>
                  <a:pt x="1833625" y="279566"/>
                </a:lnTo>
                <a:lnTo>
                  <a:pt x="1829950" y="279566"/>
                </a:lnTo>
                <a:lnTo>
                  <a:pt x="1826275" y="279566"/>
                </a:lnTo>
                <a:lnTo>
                  <a:pt x="1822601" y="279566"/>
                </a:lnTo>
                <a:lnTo>
                  <a:pt x="1818926" y="279566"/>
                </a:lnTo>
                <a:lnTo>
                  <a:pt x="1815252" y="279566"/>
                </a:lnTo>
                <a:lnTo>
                  <a:pt x="1811577" y="279566"/>
                </a:lnTo>
                <a:lnTo>
                  <a:pt x="1807902" y="279566"/>
                </a:lnTo>
                <a:lnTo>
                  <a:pt x="1804228" y="279566"/>
                </a:lnTo>
                <a:lnTo>
                  <a:pt x="1800553" y="279566"/>
                </a:lnTo>
                <a:lnTo>
                  <a:pt x="1796879" y="279566"/>
                </a:lnTo>
                <a:lnTo>
                  <a:pt x="1793204" y="279566"/>
                </a:lnTo>
                <a:lnTo>
                  <a:pt x="1789529" y="279566"/>
                </a:lnTo>
                <a:lnTo>
                  <a:pt x="1785855" y="279566"/>
                </a:lnTo>
                <a:lnTo>
                  <a:pt x="1782180" y="279566"/>
                </a:lnTo>
                <a:lnTo>
                  <a:pt x="1778506" y="279566"/>
                </a:lnTo>
                <a:lnTo>
                  <a:pt x="1774831" y="279566"/>
                </a:lnTo>
                <a:lnTo>
                  <a:pt x="1771156" y="279566"/>
                </a:lnTo>
                <a:lnTo>
                  <a:pt x="1767482" y="279566"/>
                </a:lnTo>
                <a:lnTo>
                  <a:pt x="1763807" y="279566"/>
                </a:lnTo>
                <a:lnTo>
                  <a:pt x="1760133" y="279566"/>
                </a:lnTo>
                <a:lnTo>
                  <a:pt x="1756458" y="279566"/>
                </a:lnTo>
                <a:lnTo>
                  <a:pt x="1752783" y="279566"/>
                </a:lnTo>
                <a:lnTo>
                  <a:pt x="1749109" y="279566"/>
                </a:lnTo>
                <a:lnTo>
                  <a:pt x="1745434" y="279566"/>
                </a:lnTo>
                <a:lnTo>
                  <a:pt x="1741760" y="279566"/>
                </a:lnTo>
                <a:lnTo>
                  <a:pt x="1738085" y="279566"/>
                </a:lnTo>
                <a:lnTo>
                  <a:pt x="1734410" y="279566"/>
                </a:lnTo>
                <a:lnTo>
                  <a:pt x="1730736" y="279566"/>
                </a:lnTo>
                <a:lnTo>
                  <a:pt x="1727061" y="279566"/>
                </a:lnTo>
                <a:lnTo>
                  <a:pt x="1723387" y="279566"/>
                </a:lnTo>
                <a:lnTo>
                  <a:pt x="1719712" y="279566"/>
                </a:lnTo>
                <a:lnTo>
                  <a:pt x="1716037" y="279566"/>
                </a:lnTo>
                <a:lnTo>
                  <a:pt x="1712363" y="279566"/>
                </a:lnTo>
                <a:lnTo>
                  <a:pt x="1708688" y="279566"/>
                </a:lnTo>
                <a:lnTo>
                  <a:pt x="1705014" y="279566"/>
                </a:lnTo>
                <a:lnTo>
                  <a:pt x="1701339" y="279566"/>
                </a:lnTo>
                <a:lnTo>
                  <a:pt x="1697664" y="279566"/>
                </a:lnTo>
                <a:lnTo>
                  <a:pt x="1693990" y="279566"/>
                </a:lnTo>
                <a:lnTo>
                  <a:pt x="1690315" y="279566"/>
                </a:lnTo>
                <a:lnTo>
                  <a:pt x="1686641" y="279566"/>
                </a:lnTo>
                <a:lnTo>
                  <a:pt x="1682966" y="279566"/>
                </a:lnTo>
                <a:lnTo>
                  <a:pt x="1679291" y="279566"/>
                </a:lnTo>
                <a:lnTo>
                  <a:pt x="1675617" y="279566"/>
                </a:lnTo>
                <a:lnTo>
                  <a:pt x="1671942" y="279566"/>
                </a:lnTo>
                <a:lnTo>
                  <a:pt x="1668268" y="279566"/>
                </a:lnTo>
                <a:lnTo>
                  <a:pt x="1664593" y="279566"/>
                </a:lnTo>
                <a:lnTo>
                  <a:pt x="1660918" y="279566"/>
                </a:lnTo>
                <a:lnTo>
                  <a:pt x="1657244" y="279566"/>
                </a:lnTo>
                <a:lnTo>
                  <a:pt x="1653569" y="279566"/>
                </a:lnTo>
                <a:lnTo>
                  <a:pt x="1649895" y="279566"/>
                </a:lnTo>
                <a:lnTo>
                  <a:pt x="1646220" y="279566"/>
                </a:lnTo>
                <a:lnTo>
                  <a:pt x="1642545" y="279566"/>
                </a:lnTo>
                <a:lnTo>
                  <a:pt x="1638871" y="279566"/>
                </a:lnTo>
                <a:lnTo>
                  <a:pt x="1635196" y="279566"/>
                </a:lnTo>
                <a:lnTo>
                  <a:pt x="1631522" y="279566"/>
                </a:lnTo>
                <a:lnTo>
                  <a:pt x="1627847" y="279566"/>
                </a:lnTo>
                <a:lnTo>
                  <a:pt x="1624172" y="279566"/>
                </a:lnTo>
                <a:lnTo>
                  <a:pt x="1620498" y="279566"/>
                </a:lnTo>
                <a:lnTo>
                  <a:pt x="1616823" y="279566"/>
                </a:lnTo>
                <a:lnTo>
                  <a:pt x="1613149" y="279566"/>
                </a:lnTo>
                <a:lnTo>
                  <a:pt x="1609474" y="279566"/>
                </a:lnTo>
                <a:lnTo>
                  <a:pt x="1605799" y="279566"/>
                </a:lnTo>
                <a:lnTo>
                  <a:pt x="1602125" y="279566"/>
                </a:lnTo>
                <a:lnTo>
                  <a:pt x="1598450" y="279566"/>
                </a:lnTo>
                <a:lnTo>
                  <a:pt x="1594776" y="279566"/>
                </a:lnTo>
                <a:lnTo>
                  <a:pt x="1591101" y="279566"/>
                </a:lnTo>
                <a:lnTo>
                  <a:pt x="1587426" y="279566"/>
                </a:lnTo>
                <a:lnTo>
                  <a:pt x="1583752" y="279566"/>
                </a:lnTo>
                <a:lnTo>
                  <a:pt x="1580077" y="279566"/>
                </a:lnTo>
                <a:lnTo>
                  <a:pt x="1576403" y="279566"/>
                </a:lnTo>
                <a:lnTo>
                  <a:pt x="1572728" y="279566"/>
                </a:lnTo>
                <a:lnTo>
                  <a:pt x="1569053" y="279566"/>
                </a:lnTo>
                <a:lnTo>
                  <a:pt x="1565379" y="279566"/>
                </a:lnTo>
                <a:lnTo>
                  <a:pt x="1561704" y="279566"/>
                </a:lnTo>
                <a:lnTo>
                  <a:pt x="1558030" y="279566"/>
                </a:lnTo>
                <a:lnTo>
                  <a:pt x="1554355" y="279566"/>
                </a:lnTo>
                <a:lnTo>
                  <a:pt x="1550680" y="279566"/>
                </a:lnTo>
                <a:lnTo>
                  <a:pt x="1547006" y="279566"/>
                </a:lnTo>
                <a:lnTo>
                  <a:pt x="1543331" y="279566"/>
                </a:lnTo>
                <a:lnTo>
                  <a:pt x="1539657" y="279566"/>
                </a:lnTo>
                <a:lnTo>
                  <a:pt x="1535982" y="279566"/>
                </a:lnTo>
                <a:lnTo>
                  <a:pt x="1532307" y="279566"/>
                </a:lnTo>
                <a:lnTo>
                  <a:pt x="1528633" y="279566"/>
                </a:lnTo>
                <a:lnTo>
                  <a:pt x="1524958" y="279566"/>
                </a:lnTo>
                <a:lnTo>
                  <a:pt x="1521284" y="279566"/>
                </a:lnTo>
                <a:lnTo>
                  <a:pt x="1517609" y="279566"/>
                </a:lnTo>
                <a:lnTo>
                  <a:pt x="1513934" y="279566"/>
                </a:lnTo>
                <a:lnTo>
                  <a:pt x="1510260" y="279566"/>
                </a:lnTo>
                <a:lnTo>
                  <a:pt x="1506585" y="279566"/>
                </a:lnTo>
                <a:lnTo>
                  <a:pt x="1502911" y="279566"/>
                </a:lnTo>
                <a:lnTo>
                  <a:pt x="1499236" y="279566"/>
                </a:lnTo>
                <a:lnTo>
                  <a:pt x="1495561" y="279566"/>
                </a:lnTo>
                <a:lnTo>
                  <a:pt x="1491887" y="279566"/>
                </a:lnTo>
                <a:lnTo>
                  <a:pt x="1488212" y="279566"/>
                </a:lnTo>
                <a:lnTo>
                  <a:pt x="1484538" y="279566"/>
                </a:lnTo>
                <a:lnTo>
                  <a:pt x="1480863" y="279566"/>
                </a:lnTo>
                <a:lnTo>
                  <a:pt x="1477188" y="279566"/>
                </a:lnTo>
                <a:lnTo>
                  <a:pt x="1473514" y="279566"/>
                </a:lnTo>
                <a:lnTo>
                  <a:pt x="1469839" y="279566"/>
                </a:lnTo>
                <a:lnTo>
                  <a:pt x="1466165" y="279566"/>
                </a:lnTo>
                <a:lnTo>
                  <a:pt x="1462490" y="279566"/>
                </a:lnTo>
                <a:lnTo>
                  <a:pt x="1458815" y="279566"/>
                </a:lnTo>
                <a:lnTo>
                  <a:pt x="1455141" y="279566"/>
                </a:lnTo>
                <a:lnTo>
                  <a:pt x="1451466" y="279566"/>
                </a:lnTo>
                <a:lnTo>
                  <a:pt x="1447792" y="279566"/>
                </a:lnTo>
                <a:lnTo>
                  <a:pt x="1444117" y="279566"/>
                </a:lnTo>
                <a:lnTo>
                  <a:pt x="1440442" y="279566"/>
                </a:lnTo>
                <a:lnTo>
                  <a:pt x="1436768" y="279566"/>
                </a:lnTo>
                <a:lnTo>
                  <a:pt x="1433093" y="279566"/>
                </a:lnTo>
                <a:lnTo>
                  <a:pt x="1429419" y="279566"/>
                </a:lnTo>
                <a:lnTo>
                  <a:pt x="1425744" y="279566"/>
                </a:lnTo>
                <a:lnTo>
                  <a:pt x="1422069" y="279566"/>
                </a:lnTo>
                <a:lnTo>
                  <a:pt x="1418395" y="279566"/>
                </a:lnTo>
                <a:lnTo>
                  <a:pt x="1414720" y="279566"/>
                </a:lnTo>
                <a:lnTo>
                  <a:pt x="1411046" y="279566"/>
                </a:lnTo>
                <a:lnTo>
                  <a:pt x="1407371" y="279566"/>
                </a:lnTo>
                <a:lnTo>
                  <a:pt x="1403696" y="279566"/>
                </a:lnTo>
                <a:lnTo>
                  <a:pt x="1400022" y="279566"/>
                </a:lnTo>
                <a:lnTo>
                  <a:pt x="1396347" y="279566"/>
                </a:lnTo>
                <a:lnTo>
                  <a:pt x="1392673" y="279566"/>
                </a:lnTo>
                <a:lnTo>
                  <a:pt x="1388998" y="279566"/>
                </a:lnTo>
                <a:lnTo>
                  <a:pt x="1385323" y="279566"/>
                </a:lnTo>
                <a:lnTo>
                  <a:pt x="1381649" y="279566"/>
                </a:lnTo>
                <a:lnTo>
                  <a:pt x="1377974" y="279566"/>
                </a:lnTo>
                <a:lnTo>
                  <a:pt x="1374300" y="279566"/>
                </a:lnTo>
                <a:lnTo>
                  <a:pt x="1370625" y="279566"/>
                </a:lnTo>
                <a:lnTo>
                  <a:pt x="1366950" y="279566"/>
                </a:lnTo>
                <a:lnTo>
                  <a:pt x="1363276" y="279566"/>
                </a:lnTo>
                <a:lnTo>
                  <a:pt x="1359601" y="279566"/>
                </a:lnTo>
                <a:lnTo>
                  <a:pt x="1355927" y="279566"/>
                </a:lnTo>
                <a:lnTo>
                  <a:pt x="1352252" y="279566"/>
                </a:lnTo>
                <a:lnTo>
                  <a:pt x="1348577" y="279566"/>
                </a:lnTo>
                <a:lnTo>
                  <a:pt x="1344903" y="279566"/>
                </a:lnTo>
                <a:lnTo>
                  <a:pt x="1341228" y="279566"/>
                </a:lnTo>
                <a:lnTo>
                  <a:pt x="1337554" y="279566"/>
                </a:lnTo>
                <a:lnTo>
                  <a:pt x="1333879" y="279566"/>
                </a:lnTo>
                <a:lnTo>
                  <a:pt x="1330205" y="279566"/>
                </a:lnTo>
                <a:lnTo>
                  <a:pt x="1326530" y="279566"/>
                </a:lnTo>
                <a:lnTo>
                  <a:pt x="1322855" y="279566"/>
                </a:lnTo>
                <a:lnTo>
                  <a:pt x="1319181" y="279566"/>
                </a:lnTo>
                <a:lnTo>
                  <a:pt x="1315506" y="279566"/>
                </a:lnTo>
                <a:lnTo>
                  <a:pt x="1311832" y="279566"/>
                </a:lnTo>
                <a:lnTo>
                  <a:pt x="1308157" y="279566"/>
                </a:lnTo>
                <a:lnTo>
                  <a:pt x="1304482" y="279566"/>
                </a:lnTo>
                <a:lnTo>
                  <a:pt x="1300808" y="279566"/>
                </a:lnTo>
                <a:lnTo>
                  <a:pt x="1297133" y="279566"/>
                </a:lnTo>
                <a:lnTo>
                  <a:pt x="1293459" y="279566"/>
                </a:lnTo>
                <a:lnTo>
                  <a:pt x="1289784" y="279566"/>
                </a:lnTo>
                <a:lnTo>
                  <a:pt x="1286109" y="279566"/>
                </a:lnTo>
                <a:lnTo>
                  <a:pt x="1282435" y="279566"/>
                </a:lnTo>
                <a:lnTo>
                  <a:pt x="1278760" y="279566"/>
                </a:lnTo>
                <a:lnTo>
                  <a:pt x="1275086" y="279566"/>
                </a:lnTo>
                <a:lnTo>
                  <a:pt x="1271411" y="279566"/>
                </a:lnTo>
                <a:lnTo>
                  <a:pt x="1267736" y="279566"/>
                </a:lnTo>
                <a:lnTo>
                  <a:pt x="1264062" y="279566"/>
                </a:lnTo>
                <a:lnTo>
                  <a:pt x="1260387" y="279566"/>
                </a:lnTo>
                <a:lnTo>
                  <a:pt x="1256713" y="279566"/>
                </a:lnTo>
                <a:lnTo>
                  <a:pt x="1253038" y="279566"/>
                </a:lnTo>
                <a:lnTo>
                  <a:pt x="1249363" y="279566"/>
                </a:lnTo>
                <a:lnTo>
                  <a:pt x="1245689" y="279566"/>
                </a:lnTo>
                <a:lnTo>
                  <a:pt x="1242014" y="279566"/>
                </a:lnTo>
                <a:lnTo>
                  <a:pt x="1238340" y="279566"/>
                </a:lnTo>
                <a:lnTo>
                  <a:pt x="1234665" y="279566"/>
                </a:lnTo>
                <a:lnTo>
                  <a:pt x="1230990" y="279566"/>
                </a:lnTo>
                <a:lnTo>
                  <a:pt x="1227316" y="279566"/>
                </a:lnTo>
                <a:lnTo>
                  <a:pt x="1223641" y="279566"/>
                </a:lnTo>
                <a:lnTo>
                  <a:pt x="1219967" y="279566"/>
                </a:lnTo>
                <a:lnTo>
                  <a:pt x="1216292" y="279566"/>
                </a:lnTo>
                <a:lnTo>
                  <a:pt x="1212617" y="279566"/>
                </a:lnTo>
                <a:lnTo>
                  <a:pt x="1208943" y="279566"/>
                </a:lnTo>
                <a:lnTo>
                  <a:pt x="1205268" y="279566"/>
                </a:lnTo>
                <a:lnTo>
                  <a:pt x="1201594" y="279566"/>
                </a:lnTo>
                <a:lnTo>
                  <a:pt x="1197919" y="279566"/>
                </a:lnTo>
                <a:lnTo>
                  <a:pt x="1194244" y="279566"/>
                </a:lnTo>
                <a:lnTo>
                  <a:pt x="1190570" y="279566"/>
                </a:lnTo>
                <a:lnTo>
                  <a:pt x="1186895" y="279566"/>
                </a:lnTo>
                <a:lnTo>
                  <a:pt x="1183221" y="279566"/>
                </a:lnTo>
                <a:lnTo>
                  <a:pt x="1179546" y="279566"/>
                </a:lnTo>
                <a:lnTo>
                  <a:pt x="1175871" y="279566"/>
                </a:lnTo>
                <a:lnTo>
                  <a:pt x="1172197" y="279566"/>
                </a:lnTo>
                <a:lnTo>
                  <a:pt x="1168522" y="279566"/>
                </a:lnTo>
                <a:lnTo>
                  <a:pt x="1164848" y="279566"/>
                </a:lnTo>
                <a:lnTo>
                  <a:pt x="1161173" y="279566"/>
                </a:lnTo>
                <a:lnTo>
                  <a:pt x="1157498" y="279566"/>
                </a:lnTo>
                <a:lnTo>
                  <a:pt x="1153824" y="279566"/>
                </a:lnTo>
                <a:lnTo>
                  <a:pt x="1150149" y="279566"/>
                </a:lnTo>
                <a:lnTo>
                  <a:pt x="1146475" y="279566"/>
                </a:lnTo>
                <a:lnTo>
                  <a:pt x="1142800" y="279566"/>
                </a:lnTo>
                <a:lnTo>
                  <a:pt x="1139125" y="279566"/>
                </a:lnTo>
                <a:lnTo>
                  <a:pt x="1135451" y="279566"/>
                </a:lnTo>
                <a:lnTo>
                  <a:pt x="1131776" y="279566"/>
                </a:lnTo>
                <a:lnTo>
                  <a:pt x="1128102" y="279566"/>
                </a:lnTo>
                <a:lnTo>
                  <a:pt x="1124427" y="279566"/>
                </a:lnTo>
                <a:lnTo>
                  <a:pt x="1120752" y="279566"/>
                </a:lnTo>
                <a:lnTo>
                  <a:pt x="1117078" y="279566"/>
                </a:lnTo>
                <a:lnTo>
                  <a:pt x="1113403" y="279566"/>
                </a:lnTo>
                <a:lnTo>
                  <a:pt x="1109729" y="279566"/>
                </a:lnTo>
                <a:lnTo>
                  <a:pt x="1106054" y="279566"/>
                </a:lnTo>
                <a:lnTo>
                  <a:pt x="1102379" y="279566"/>
                </a:lnTo>
                <a:lnTo>
                  <a:pt x="1098705" y="279566"/>
                </a:lnTo>
                <a:lnTo>
                  <a:pt x="1095030" y="279566"/>
                </a:lnTo>
                <a:lnTo>
                  <a:pt x="1091356" y="279566"/>
                </a:lnTo>
                <a:lnTo>
                  <a:pt x="1087681" y="279566"/>
                </a:lnTo>
                <a:lnTo>
                  <a:pt x="1084006" y="279566"/>
                </a:lnTo>
                <a:lnTo>
                  <a:pt x="1080332" y="279566"/>
                </a:lnTo>
                <a:lnTo>
                  <a:pt x="1076657" y="279566"/>
                </a:lnTo>
                <a:lnTo>
                  <a:pt x="1072983" y="279566"/>
                </a:lnTo>
                <a:lnTo>
                  <a:pt x="1069308" y="279566"/>
                </a:lnTo>
                <a:lnTo>
                  <a:pt x="1065633" y="279566"/>
                </a:lnTo>
                <a:lnTo>
                  <a:pt x="1061959" y="279566"/>
                </a:lnTo>
                <a:lnTo>
                  <a:pt x="1058284" y="279566"/>
                </a:lnTo>
                <a:lnTo>
                  <a:pt x="1054610" y="279566"/>
                </a:lnTo>
                <a:lnTo>
                  <a:pt x="1050935" y="279566"/>
                </a:lnTo>
                <a:lnTo>
                  <a:pt x="1047260" y="279566"/>
                </a:lnTo>
                <a:lnTo>
                  <a:pt x="1043586" y="279566"/>
                </a:lnTo>
                <a:lnTo>
                  <a:pt x="1039911" y="279566"/>
                </a:lnTo>
                <a:lnTo>
                  <a:pt x="1036237" y="279566"/>
                </a:lnTo>
                <a:lnTo>
                  <a:pt x="1032562" y="279566"/>
                </a:lnTo>
                <a:lnTo>
                  <a:pt x="1028887" y="279566"/>
                </a:lnTo>
                <a:lnTo>
                  <a:pt x="1025213" y="279566"/>
                </a:lnTo>
                <a:lnTo>
                  <a:pt x="1021538" y="279566"/>
                </a:lnTo>
                <a:lnTo>
                  <a:pt x="1017864" y="279566"/>
                </a:lnTo>
                <a:lnTo>
                  <a:pt x="1014189" y="279566"/>
                </a:lnTo>
                <a:lnTo>
                  <a:pt x="1010514" y="279566"/>
                </a:lnTo>
                <a:lnTo>
                  <a:pt x="1006840" y="279566"/>
                </a:lnTo>
                <a:lnTo>
                  <a:pt x="1003165" y="279566"/>
                </a:lnTo>
                <a:lnTo>
                  <a:pt x="999491" y="279566"/>
                </a:lnTo>
                <a:lnTo>
                  <a:pt x="995816" y="279566"/>
                </a:lnTo>
                <a:lnTo>
                  <a:pt x="992141" y="279566"/>
                </a:lnTo>
                <a:lnTo>
                  <a:pt x="988467" y="279566"/>
                </a:lnTo>
                <a:lnTo>
                  <a:pt x="984792" y="279566"/>
                </a:lnTo>
                <a:lnTo>
                  <a:pt x="981118" y="279566"/>
                </a:lnTo>
                <a:lnTo>
                  <a:pt x="977443" y="279566"/>
                </a:lnTo>
                <a:lnTo>
                  <a:pt x="973768" y="279566"/>
                </a:lnTo>
                <a:lnTo>
                  <a:pt x="970094" y="279566"/>
                </a:lnTo>
                <a:lnTo>
                  <a:pt x="966419" y="279566"/>
                </a:lnTo>
                <a:lnTo>
                  <a:pt x="962745" y="279566"/>
                </a:lnTo>
                <a:lnTo>
                  <a:pt x="959070" y="279566"/>
                </a:lnTo>
                <a:lnTo>
                  <a:pt x="955395" y="279566"/>
                </a:lnTo>
                <a:lnTo>
                  <a:pt x="951721" y="279566"/>
                </a:lnTo>
                <a:lnTo>
                  <a:pt x="948046" y="279566"/>
                </a:lnTo>
                <a:lnTo>
                  <a:pt x="944372" y="279566"/>
                </a:lnTo>
                <a:lnTo>
                  <a:pt x="940697" y="279566"/>
                </a:lnTo>
                <a:lnTo>
                  <a:pt x="937022" y="279566"/>
                </a:lnTo>
                <a:lnTo>
                  <a:pt x="933348" y="279566"/>
                </a:lnTo>
                <a:lnTo>
                  <a:pt x="929673" y="279566"/>
                </a:lnTo>
                <a:lnTo>
                  <a:pt x="925999" y="279566"/>
                </a:lnTo>
                <a:lnTo>
                  <a:pt x="922324" y="279566"/>
                </a:lnTo>
                <a:lnTo>
                  <a:pt x="918649" y="279566"/>
                </a:lnTo>
                <a:lnTo>
                  <a:pt x="914975" y="279566"/>
                </a:lnTo>
                <a:lnTo>
                  <a:pt x="911300" y="279566"/>
                </a:lnTo>
                <a:lnTo>
                  <a:pt x="907626" y="279566"/>
                </a:lnTo>
                <a:lnTo>
                  <a:pt x="903951" y="279566"/>
                </a:lnTo>
                <a:lnTo>
                  <a:pt x="900276" y="279566"/>
                </a:lnTo>
                <a:lnTo>
                  <a:pt x="896602" y="279566"/>
                </a:lnTo>
                <a:lnTo>
                  <a:pt x="892927" y="279566"/>
                </a:lnTo>
                <a:lnTo>
                  <a:pt x="889253" y="279566"/>
                </a:lnTo>
                <a:lnTo>
                  <a:pt x="885578" y="279566"/>
                </a:lnTo>
                <a:lnTo>
                  <a:pt x="881903" y="279566"/>
                </a:lnTo>
                <a:lnTo>
                  <a:pt x="878229" y="279566"/>
                </a:lnTo>
                <a:lnTo>
                  <a:pt x="874554" y="279566"/>
                </a:lnTo>
                <a:lnTo>
                  <a:pt x="870880" y="279566"/>
                </a:lnTo>
                <a:lnTo>
                  <a:pt x="867205" y="279566"/>
                </a:lnTo>
                <a:lnTo>
                  <a:pt x="863530" y="279566"/>
                </a:lnTo>
                <a:lnTo>
                  <a:pt x="859856" y="279566"/>
                </a:lnTo>
                <a:lnTo>
                  <a:pt x="856181" y="279566"/>
                </a:lnTo>
                <a:lnTo>
                  <a:pt x="852507" y="279566"/>
                </a:lnTo>
                <a:lnTo>
                  <a:pt x="848832" y="279566"/>
                </a:lnTo>
                <a:lnTo>
                  <a:pt x="845157" y="279566"/>
                </a:lnTo>
                <a:lnTo>
                  <a:pt x="841483" y="279566"/>
                </a:lnTo>
                <a:lnTo>
                  <a:pt x="837808" y="279566"/>
                </a:lnTo>
                <a:lnTo>
                  <a:pt x="834134" y="279566"/>
                </a:lnTo>
                <a:lnTo>
                  <a:pt x="830459" y="279566"/>
                </a:lnTo>
                <a:lnTo>
                  <a:pt x="826784" y="279566"/>
                </a:lnTo>
                <a:lnTo>
                  <a:pt x="823110" y="279566"/>
                </a:lnTo>
                <a:lnTo>
                  <a:pt x="819435" y="279566"/>
                </a:lnTo>
                <a:lnTo>
                  <a:pt x="815761" y="279566"/>
                </a:lnTo>
                <a:lnTo>
                  <a:pt x="812086" y="279566"/>
                </a:lnTo>
                <a:lnTo>
                  <a:pt x="808411" y="279566"/>
                </a:lnTo>
                <a:lnTo>
                  <a:pt x="804737" y="279566"/>
                </a:lnTo>
                <a:lnTo>
                  <a:pt x="801062" y="279566"/>
                </a:lnTo>
                <a:lnTo>
                  <a:pt x="797388" y="279566"/>
                </a:lnTo>
                <a:lnTo>
                  <a:pt x="793713" y="279566"/>
                </a:lnTo>
                <a:lnTo>
                  <a:pt x="790038" y="279566"/>
                </a:lnTo>
                <a:lnTo>
                  <a:pt x="786364" y="279566"/>
                </a:lnTo>
                <a:lnTo>
                  <a:pt x="782689" y="279566"/>
                </a:lnTo>
                <a:lnTo>
                  <a:pt x="779015" y="279566"/>
                </a:lnTo>
                <a:lnTo>
                  <a:pt x="775340" y="279566"/>
                </a:lnTo>
                <a:lnTo>
                  <a:pt x="771665" y="279566"/>
                </a:lnTo>
                <a:lnTo>
                  <a:pt x="767991" y="279566"/>
                </a:lnTo>
                <a:lnTo>
                  <a:pt x="764316" y="279566"/>
                </a:lnTo>
                <a:lnTo>
                  <a:pt x="760642" y="279566"/>
                </a:lnTo>
                <a:lnTo>
                  <a:pt x="756967" y="279566"/>
                </a:lnTo>
                <a:lnTo>
                  <a:pt x="753292" y="279566"/>
                </a:lnTo>
                <a:lnTo>
                  <a:pt x="749618" y="279566"/>
                </a:lnTo>
                <a:lnTo>
                  <a:pt x="745943" y="279566"/>
                </a:lnTo>
                <a:lnTo>
                  <a:pt x="742269" y="279566"/>
                </a:lnTo>
                <a:lnTo>
                  <a:pt x="738594" y="279566"/>
                </a:lnTo>
                <a:lnTo>
                  <a:pt x="734919" y="279566"/>
                </a:lnTo>
                <a:lnTo>
                  <a:pt x="731245" y="279566"/>
                </a:lnTo>
                <a:lnTo>
                  <a:pt x="727570" y="279566"/>
                </a:lnTo>
                <a:lnTo>
                  <a:pt x="723896" y="279566"/>
                </a:lnTo>
                <a:lnTo>
                  <a:pt x="720221" y="279566"/>
                </a:lnTo>
                <a:lnTo>
                  <a:pt x="716546" y="279566"/>
                </a:lnTo>
                <a:lnTo>
                  <a:pt x="712872" y="279566"/>
                </a:lnTo>
                <a:lnTo>
                  <a:pt x="709197" y="279566"/>
                </a:lnTo>
                <a:lnTo>
                  <a:pt x="705523" y="279566"/>
                </a:lnTo>
                <a:lnTo>
                  <a:pt x="701848" y="279566"/>
                </a:lnTo>
                <a:lnTo>
                  <a:pt x="698173" y="279566"/>
                </a:lnTo>
                <a:lnTo>
                  <a:pt x="694499" y="279566"/>
                </a:lnTo>
                <a:lnTo>
                  <a:pt x="690824" y="279566"/>
                </a:lnTo>
                <a:lnTo>
                  <a:pt x="687150" y="279566"/>
                </a:lnTo>
                <a:lnTo>
                  <a:pt x="683475" y="279566"/>
                </a:lnTo>
                <a:lnTo>
                  <a:pt x="679800" y="279566"/>
                </a:lnTo>
                <a:lnTo>
                  <a:pt x="676126" y="279566"/>
                </a:lnTo>
                <a:lnTo>
                  <a:pt x="672451" y="279566"/>
                </a:lnTo>
                <a:lnTo>
                  <a:pt x="668777" y="279566"/>
                </a:lnTo>
                <a:lnTo>
                  <a:pt x="665102" y="279566"/>
                </a:lnTo>
                <a:lnTo>
                  <a:pt x="661427" y="279566"/>
                </a:lnTo>
                <a:lnTo>
                  <a:pt x="657753" y="279566"/>
                </a:lnTo>
                <a:lnTo>
                  <a:pt x="654078" y="279566"/>
                </a:lnTo>
                <a:lnTo>
                  <a:pt x="650404" y="279566"/>
                </a:lnTo>
                <a:lnTo>
                  <a:pt x="646729" y="279566"/>
                </a:lnTo>
                <a:lnTo>
                  <a:pt x="643054" y="279566"/>
                </a:lnTo>
                <a:lnTo>
                  <a:pt x="639380" y="279566"/>
                </a:lnTo>
                <a:lnTo>
                  <a:pt x="635705" y="279566"/>
                </a:lnTo>
                <a:lnTo>
                  <a:pt x="632031" y="279566"/>
                </a:lnTo>
                <a:lnTo>
                  <a:pt x="628356" y="279566"/>
                </a:lnTo>
                <a:lnTo>
                  <a:pt x="624681" y="279566"/>
                </a:lnTo>
                <a:lnTo>
                  <a:pt x="621007" y="279566"/>
                </a:lnTo>
                <a:lnTo>
                  <a:pt x="617332" y="279566"/>
                </a:lnTo>
                <a:lnTo>
                  <a:pt x="613658" y="279566"/>
                </a:lnTo>
                <a:lnTo>
                  <a:pt x="609983" y="279566"/>
                </a:lnTo>
                <a:lnTo>
                  <a:pt x="606308" y="279566"/>
                </a:lnTo>
                <a:lnTo>
                  <a:pt x="602634" y="279566"/>
                </a:lnTo>
                <a:lnTo>
                  <a:pt x="598959" y="279566"/>
                </a:lnTo>
                <a:lnTo>
                  <a:pt x="595285" y="279566"/>
                </a:lnTo>
                <a:lnTo>
                  <a:pt x="591610" y="279566"/>
                </a:lnTo>
                <a:lnTo>
                  <a:pt x="587935" y="279566"/>
                </a:lnTo>
                <a:lnTo>
                  <a:pt x="584261" y="279566"/>
                </a:lnTo>
                <a:lnTo>
                  <a:pt x="580586" y="279566"/>
                </a:lnTo>
                <a:lnTo>
                  <a:pt x="576912" y="279566"/>
                </a:lnTo>
                <a:lnTo>
                  <a:pt x="573237" y="279566"/>
                </a:lnTo>
                <a:lnTo>
                  <a:pt x="569562" y="279566"/>
                </a:lnTo>
                <a:lnTo>
                  <a:pt x="565888" y="279566"/>
                </a:lnTo>
                <a:lnTo>
                  <a:pt x="562213" y="279566"/>
                </a:lnTo>
                <a:lnTo>
                  <a:pt x="558539" y="279566"/>
                </a:lnTo>
                <a:lnTo>
                  <a:pt x="554864" y="279566"/>
                </a:lnTo>
                <a:lnTo>
                  <a:pt x="551189" y="279566"/>
                </a:lnTo>
                <a:lnTo>
                  <a:pt x="547515" y="279566"/>
                </a:lnTo>
                <a:lnTo>
                  <a:pt x="543840" y="279566"/>
                </a:lnTo>
                <a:lnTo>
                  <a:pt x="540166" y="279566"/>
                </a:lnTo>
                <a:lnTo>
                  <a:pt x="536491" y="279566"/>
                </a:lnTo>
                <a:lnTo>
                  <a:pt x="532816" y="279566"/>
                </a:lnTo>
                <a:lnTo>
                  <a:pt x="529142" y="279566"/>
                </a:lnTo>
                <a:lnTo>
                  <a:pt x="525467" y="279566"/>
                </a:lnTo>
                <a:lnTo>
                  <a:pt x="521793" y="279566"/>
                </a:lnTo>
                <a:lnTo>
                  <a:pt x="518118" y="279566"/>
                </a:lnTo>
                <a:lnTo>
                  <a:pt x="514443" y="279566"/>
                </a:lnTo>
                <a:lnTo>
                  <a:pt x="510769" y="279566"/>
                </a:lnTo>
                <a:lnTo>
                  <a:pt x="507094" y="279566"/>
                </a:lnTo>
                <a:lnTo>
                  <a:pt x="503420" y="279566"/>
                </a:lnTo>
                <a:lnTo>
                  <a:pt x="499745" y="279566"/>
                </a:lnTo>
                <a:lnTo>
                  <a:pt x="496070" y="279566"/>
                </a:lnTo>
                <a:lnTo>
                  <a:pt x="492396" y="279566"/>
                </a:lnTo>
                <a:lnTo>
                  <a:pt x="488721" y="279566"/>
                </a:lnTo>
                <a:lnTo>
                  <a:pt x="485047" y="279566"/>
                </a:lnTo>
                <a:lnTo>
                  <a:pt x="481372" y="279566"/>
                </a:lnTo>
                <a:lnTo>
                  <a:pt x="477697" y="279566"/>
                </a:lnTo>
                <a:lnTo>
                  <a:pt x="474023" y="279566"/>
                </a:lnTo>
                <a:lnTo>
                  <a:pt x="470348" y="279566"/>
                </a:lnTo>
                <a:lnTo>
                  <a:pt x="466674" y="279566"/>
                </a:lnTo>
                <a:lnTo>
                  <a:pt x="462999" y="279566"/>
                </a:lnTo>
                <a:lnTo>
                  <a:pt x="459324" y="279566"/>
                </a:lnTo>
                <a:lnTo>
                  <a:pt x="455650" y="279566"/>
                </a:lnTo>
                <a:lnTo>
                  <a:pt x="451975" y="279566"/>
                </a:lnTo>
                <a:lnTo>
                  <a:pt x="448301" y="279566"/>
                </a:lnTo>
                <a:lnTo>
                  <a:pt x="444626" y="279566"/>
                </a:lnTo>
                <a:lnTo>
                  <a:pt x="440951" y="279566"/>
                </a:lnTo>
                <a:lnTo>
                  <a:pt x="437277" y="279566"/>
                </a:lnTo>
                <a:lnTo>
                  <a:pt x="433602" y="279566"/>
                </a:lnTo>
                <a:lnTo>
                  <a:pt x="429928" y="279566"/>
                </a:lnTo>
                <a:lnTo>
                  <a:pt x="426253" y="279566"/>
                </a:lnTo>
                <a:lnTo>
                  <a:pt x="422578" y="279566"/>
                </a:lnTo>
                <a:lnTo>
                  <a:pt x="418904" y="279566"/>
                </a:lnTo>
                <a:lnTo>
                  <a:pt x="415229" y="279566"/>
                </a:lnTo>
                <a:lnTo>
                  <a:pt x="411555" y="279566"/>
                </a:lnTo>
                <a:lnTo>
                  <a:pt x="407880" y="279566"/>
                </a:lnTo>
                <a:lnTo>
                  <a:pt x="404205" y="279566"/>
                </a:lnTo>
                <a:lnTo>
                  <a:pt x="400531" y="279566"/>
                </a:lnTo>
                <a:lnTo>
                  <a:pt x="396856" y="279566"/>
                </a:lnTo>
                <a:lnTo>
                  <a:pt x="393182" y="279566"/>
                </a:lnTo>
                <a:lnTo>
                  <a:pt x="389507" y="279566"/>
                </a:lnTo>
                <a:lnTo>
                  <a:pt x="385832" y="279566"/>
                </a:lnTo>
                <a:lnTo>
                  <a:pt x="382158" y="279566"/>
                </a:lnTo>
                <a:lnTo>
                  <a:pt x="378483" y="279566"/>
                </a:lnTo>
                <a:lnTo>
                  <a:pt x="374809" y="279566"/>
                </a:lnTo>
                <a:lnTo>
                  <a:pt x="371134" y="279566"/>
                </a:lnTo>
                <a:lnTo>
                  <a:pt x="367459" y="279566"/>
                </a:lnTo>
                <a:lnTo>
                  <a:pt x="363785" y="279566"/>
                </a:lnTo>
                <a:lnTo>
                  <a:pt x="360110" y="279566"/>
                </a:lnTo>
                <a:lnTo>
                  <a:pt x="356436" y="279566"/>
                </a:lnTo>
                <a:lnTo>
                  <a:pt x="352761" y="279566"/>
                </a:lnTo>
                <a:lnTo>
                  <a:pt x="349086" y="279566"/>
                </a:lnTo>
                <a:lnTo>
                  <a:pt x="345412" y="279566"/>
                </a:lnTo>
                <a:lnTo>
                  <a:pt x="341737" y="279566"/>
                </a:lnTo>
                <a:lnTo>
                  <a:pt x="338063" y="279566"/>
                </a:lnTo>
                <a:lnTo>
                  <a:pt x="334388" y="279566"/>
                </a:lnTo>
                <a:lnTo>
                  <a:pt x="330713" y="279566"/>
                </a:lnTo>
                <a:lnTo>
                  <a:pt x="327039" y="279566"/>
                </a:lnTo>
                <a:lnTo>
                  <a:pt x="323364" y="279566"/>
                </a:lnTo>
                <a:lnTo>
                  <a:pt x="319690" y="279566"/>
                </a:lnTo>
                <a:lnTo>
                  <a:pt x="316015" y="279566"/>
                </a:lnTo>
                <a:lnTo>
                  <a:pt x="312340" y="279566"/>
                </a:lnTo>
                <a:lnTo>
                  <a:pt x="308666" y="279566"/>
                </a:lnTo>
                <a:lnTo>
                  <a:pt x="304991" y="279566"/>
                </a:lnTo>
                <a:lnTo>
                  <a:pt x="301317" y="279566"/>
                </a:lnTo>
                <a:lnTo>
                  <a:pt x="297642" y="279566"/>
                </a:lnTo>
                <a:lnTo>
                  <a:pt x="293967" y="279566"/>
                </a:lnTo>
                <a:lnTo>
                  <a:pt x="290293" y="279566"/>
                </a:lnTo>
                <a:lnTo>
                  <a:pt x="286618" y="279566"/>
                </a:lnTo>
                <a:lnTo>
                  <a:pt x="282944" y="279566"/>
                </a:lnTo>
                <a:lnTo>
                  <a:pt x="279269" y="279566"/>
                </a:lnTo>
                <a:lnTo>
                  <a:pt x="275594" y="279566"/>
                </a:lnTo>
                <a:lnTo>
                  <a:pt x="271920" y="279566"/>
                </a:lnTo>
                <a:lnTo>
                  <a:pt x="268245" y="279566"/>
                </a:lnTo>
                <a:lnTo>
                  <a:pt x="264571" y="279566"/>
                </a:lnTo>
                <a:lnTo>
                  <a:pt x="260896" y="279566"/>
                </a:lnTo>
                <a:lnTo>
                  <a:pt x="257221" y="279566"/>
                </a:lnTo>
                <a:lnTo>
                  <a:pt x="253547" y="279566"/>
                </a:lnTo>
                <a:lnTo>
                  <a:pt x="249872" y="279566"/>
                </a:lnTo>
                <a:lnTo>
                  <a:pt x="246198" y="279566"/>
                </a:lnTo>
                <a:lnTo>
                  <a:pt x="242523" y="279566"/>
                </a:lnTo>
                <a:lnTo>
                  <a:pt x="238848" y="279566"/>
                </a:lnTo>
                <a:lnTo>
                  <a:pt x="235174" y="279566"/>
                </a:lnTo>
                <a:lnTo>
                  <a:pt x="231499" y="279566"/>
                </a:lnTo>
                <a:lnTo>
                  <a:pt x="227825" y="279566"/>
                </a:lnTo>
                <a:lnTo>
                  <a:pt x="224150" y="279566"/>
                </a:lnTo>
                <a:lnTo>
                  <a:pt x="220475" y="279566"/>
                </a:lnTo>
                <a:lnTo>
                  <a:pt x="216801" y="279566"/>
                </a:lnTo>
                <a:lnTo>
                  <a:pt x="213126" y="279566"/>
                </a:lnTo>
                <a:lnTo>
                  <a:pt x="209452" y="279566"/>
                </a:lnTo>
                <a:lnTo>
                  <a:pt x="205777" y="279566"/>
                </a:lnTo>
                <a:lnTo>
                  <a:pt x="202102" y="279566"/>
                </a:lnTo>
                <a:lnTo>
                  <a:pt x="198428" y="279566"/>
                </a:lnTo>
                <a:lnTo>
                  <a:pt x="194753" y="279566"/>
                </a:lnTo>
                <a:lnTo>
                  <a:pt x="191079" y="279566"/>
                </a:lnTo>
                <a:lnTo>
                  <a:pt x="187404" y="279566"/>
                </a:lnTo>
                <a:lnTo>
                  <a:pt x="183729" y="279566"/>
                </a:lnTo>
                <a:lnTo>
                  <a:pt x="180055" y="279566"/>
                </a:lnTo>
                <a:lnTo>
                  <a:pt x="176380" y="279566"/>
                </a:lnTo>
                <a:lnTo>
                  <a:pt x="172706" y="279566"/>
                </a:lnTo>
                <a:lnTo>
                  <a:pt x="169031" y="279566"/>
                </a:lnTo>
                <a:lnTo>
                  <a:pt x="165356" y="279566"/>
                </a:lnTo>
                <a:lnTo>
                  <a:pt x="161682" y="279566"/>
                </a:lnTo>
                <a:lnTo>
                  <a:pt x="158007" y="279566"/>
                </a:lnTo>
                <a:lnTo>
                  <a:pt x="154333" y="279566"/>
                </a:lnTo>
                <a:lnTo>
                  <a:pt x="150658" y="279566"/>
                </a:lnTo>
                <a:lnTo>
                  <a:pt x="146983" y="279566"/>
                </a:lnTo>
                <a:lnTo>
                  <a:pt x="143309" y="279566"/>
                </a:lnTo>
                <a:lnTo>
                  <a:pt x="139634" y="279566"/>
                </a:lnTo>
                <a:lnTo>
                  <a:pt x="135960" y="279566"/>
                </a:lnTo>
                <a:lnTo>
                  <a:pt x="132285" y="279566"/>
                </a:lnTo>
                <a:lnTo>
                  <a:pt x="128610" y="279566"/>
                </a:lnTo>
                <a:lnTo>
                  <a:pt x="124936" y="279566"/>
                </a:lnTo>
                <a:lnTo>
                  <a:pt x="121261" y="279566"/>
                </a:lnTo>
                <a:lnTo>
                  <a:pt x="117587" y="279566"/>
                </a:lnTo>
                <a:lnTo>
                  <a:pt x="113912" y="279566"/>
                </a:lnTo>
                <a:lnTo>
                  <a:pt x="110237" y="279566"/>
                </a:lnTo>
                <a:lnTo>
                  <a:pt x="106563" y="279566"/>
                </a:lnTo>
                <a:lnTo>
                  <a:pt x="102888" y="279566"/>
                </a:lnTo>
                <a:lnTo>
                  <a:pt x="99214" y="279566"/>
                </a:lnTo>
                <a:lnTo>
                  <a:pt x="95539" y="279566"/>
                </a:lnTo>
                <a:lnTo>
                  <a:pt x="91864" y="279566"/>
                </a:lnTo>
                <a:lnTo>
                  <a:pt x="88190" y="279566"/>
                </a:lnTo>
                <a:lnTo>
                  <a:pt x="84515" y="279566"/>
                </a:lnTo>
                <a:lnTo>
                  <a:pt x="80841" y="279566"/>
                </a:lnTo>
                <a:lnTo>
                  <a:pt x="77166" y="279566"/>
                </a:lnTo>
                <a:lnTo>
                  <a:pt x="73491" y="279566"/>
                </a:lnTo>
                <a:lnTo>
                  <a:pt x="69817" y="279566"/>
                </a:lnTo>
                <a:lnTo>
                  <a:pt x="66142" y="279566"/>
                </a:lnTo>
                <a:lnTo>
                  <a:pt x="62468" y="279566"/>
                </a:lnTo>
                <a:lnTo>
                  <a:pt x="58793" y="279566"/>
                </a:lnTo>
                <a:lnTo>
                  <a:pt x="55118" y="279566"/>
                </a:lnTo>
                <a:lnTo>
                  <a:pt x="51444" y="279566"/>
                </a:lnTo>
                <a:lnTo>
                  <a:pt x="47769" y="279566"/>
                </a:lnTo>
                <a:lnTo>
                  <a:pt x="44095" y="279566"/>
                </a:lnTo>
                <a:lnTo>
                  <a:pt x="40420" y="279566"/>
                </a:lnTo>
                <a:lnTo>
                  <a:pt x="36745" y="279566"/>
                </a:lnTo>
                <a:lnTo>
                  <a:pt x="33071" y="279566"/>
                </a:lnTo>
                <a:lnTo>
                  <a:pt x="29396" y="279566"/>
                </a:lnTo>
                <a:lnTo>
                  <a:pt x="25722" y="279566"/>
                </a:lnTo>
                <a:lnTo>
                  <a:pt x="22047" y="279566"/>
                </a:lnTo>
                <a:lnTo>
                  <a:pt x="18372" y="279566"/>
                </a:lnTo>
                <a:lnTo>
                  <a:pt x="14698" y="279566"/>
                </a:lnTo>
                <a:lnTo>
                  <a:pt x="11023" y="279566"/>
                </a:lnTo>
                <a:lnTo>
                  <a:pt x="7349" y="279566"/>
                </a:lnTo>
                <a:lnTo>
                  <a:pt x="3674" y="279566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5" name="pl25"/>
          <p:cNvSpPr/>
          <p:nvPr/>
        </p:nvSpPr>
        <p:spPr>
          <a:xfrm>
            <a:off x="4548521" y="2460128"/>
            <a:ext cx="1877720" cy="279566"/>
          </a:xfrm>
          <a:custGeom>
            <a:avLst/>
            <a:gdLst/>
            <a:ahLst/>
            <a:cxnLst/>
            <a:rect l="0" t="0" r="0" b="0"/>
            <a:pathLst>
              <a:path w="1877720" h="279566">
                <a:moveTo>
                  <a:pt x="0" y="279565"/>
                </a:moveTo>
                <a:lnTo>
                  <a:pt x="3674" y="279565"/>
                </a:lnTo>
                <a:lnTo>
                  <a:pt x="7349" y="279564"/>
                </a:lnTo>
                <a:lnTo>
                  <a:pt x="11023" y="279563"/>
                </a:lnTo>
                <a:lnTo>
                  <a:pt x="14698" y="279562"/>
                </a:lnTo>
                <a:lnTo>
                  <a:pt x="18372" y="279559"/>
                </a:lnTo>
                <a:lnTo>
                  <a:pt x="22047" y="279555"/>
                </a:lnTo>
                <a:lnTo>
                  <a:pt x="25722" y="279550"/>
                </a:lnTo>
                <a:lnTo>
                  <a:pt x="29396" y="279542"/>
                </a:lnTo>
                <a:lnTo>
                  <a:pt x="33071" y="279531"/>
                </a:lnTo>
                <a:lnTo>
                  <a:pt x="36745" y="279516"/>
                </a:lnTo>
                <a:lnTo>
                  <a:pt x="40420" y="279497"/>
                </a:lnTo>
                <a:lnTo>
                  <a:pt x="44095" y="279473"/>
                </a:lnTo>
                <a:lnTo>
                  <a:pt x="47769" y="279444"/>
                </a:lnTo>
                <a:lnTo>
                  <a:pt x="51444" y="279411"/>
                </a:lnTo>
                <a:lnTo>
                  <a:pt x="55118" y="279373"/>
                </a:lnTo>
                <a:lnTo>
                  <a:pt x="58793" y="279333"/>
                </a:lnTo>
                <a:lnTo>
                  <a:pt x="62468" y="279292"/>
                </a:lnTo>
                <a:lnTo>
                  <a:pt x="66142" y="279250"/>
                </a:lnTo>
                <a:lnTo>
                  <a:pt x="69817" y="279209"/>
                </a:lnTo>
                <a:lnTo>
                  <a:pt x="73491" y="279169"/>
                </a:lnTo>
                <a:lnTo>
                  <a:pt x="77166" y="279131"/>
                </a:lnTo>
                <a:lnTo>
                  <a:pt x="80841" y="279093"/>
                </a:lnTo>
                <a:lnTo>
                  <a:pt x="84515" y="279053"/>
                </a:lnTo>
                <a:lnTo>
                  <a:pt x="88190" y="279010"/>
                </a:lnTo>
                <a:lnTo>
                  <a:pt x="91864" y="278962"/>
                </a:lnTo>
                <a:lnTo>
                  <a:pt x="95539" y="278904"/>
                </a:lnTo>
                <a:lnTo>
                  <a:pt x="99214" y="278835"/>
                </a:lnTo>
                <a:lnTo>
                  <a:pt x="102888" y="278754"/>
                </a:lnTo>
                <a:lnTo>
                  <a:pt x="106563" y="278661"/>
                </a:lnTo>
                <a:lnTo>
                  <a:pt x="110237" y="278557"/>
                </a:lnTo>
                <a:lnTo>
                  <a:pt x="113912" y="278443"/>
                </a:lnTo>
                <a:lnTo>
                  <a:pt x="117587" y="278319"/>
                </a:lnTo>
                <a:lnTo>
                  <a:pt x="121261" y="278189"/>
                </a:lnTo>
                <a:lnTo>
                  <a:pt x="124936" y="278054"/>
                </a:lnTo>
                <a:lnTo>
                  <a:pt x="128610" y="277915"/>
                </a:lnTo>
                <a:lnTo>
                  <a:pt x="132285" y="277774"/>
                </a:lnTo>
                <a:lnTo>
                  <a:pt x="135960" y="277633"/>
                </a:lnTo>
                <a:lnTo>
                  <a:pt x="139634" y="277496"/>
                </a:lnTo>
                <a:lnTo>
                  <a:pt x="143309" y="277363"/>
                </a:lnTo>
                <a:lnTo>
                  <a:pt x="146983" y="277237"/>
                </a:lnTo>
                <a:lnTo>
                  <a:pt x="150658" y="277120"/>
                </a:lnTo>
                <a:lnTo>
                  <a:pt x="154333" y="277012"/>
                </a:lnTo>
                <a:lnTo>
                  <a:pt x="158007" y="276914"/>
                </a:lnTo>
                <a:lnTo>
                  <a:pt x="161682" y="276824"/>
                </a:lnTo>
                <a:lnTo>
                  <a:pt x="165356" y="276737"/>
                </a:lnTo>
                <a:lnTo>
                  <a:pt x="169031" y="276647"/>
                </a:lnTo>
                <a:lnTo>
                  <a:pt x="172706" y="276548"/>
                </a:lnTo>
                <a:lnTo>
                  <a:pt x="176380" y="276432"/>
                </a:lnTo>
                <a:lnTo>
                  <a:pt x="180055" y="276291"/>
                </a:lnTo>
                <a:lnTo>
                  <a:pt x="183729" y="276113"/>
                </a:lnTo>
                <a:lnTo>
                  <a:pt x="187404" y="275894"/>
                </a:lnTo>
                <a:lnTo>
                  <a:pt x="191079" y="275632"/>
                </a:lnTo>
                <a:lnTo>
                  <a:pt x="194753" y="275324"/>
                </a:lnTo>
                <a:lnTo>
                  <a:pt x="198428" y="274970"/>
                </a:lnTo>
                <a:lnTo>
                  <a:pt x="202102" y="274574"/>
                </a:lnTo>
                <a:lnTo>
                  <a:pt x="205777" y="274137"/>
                </a:lnTo>
                <a:lnTo>
                  <a:pt x="209452" y="273663"/>
                </a:lnTo>
                <a:lnTo>
                  <a:pt x="213126" y="273158"/>
                </a:lnTo>
                <a:lnTo>
                  <a:pt x="216801" y="272626"/>
                </a:lnTo>
                <a:lnTo>
                  <a:pt x="220475" y="272074"/>
                </a:lnTo>
                <a:lnTo>
                  <a:pt x="224150" y="271507"/>
                </a:lnTo>
                <a:lnTo>
                  <a:pt x="227825" y="270934"/>
                </a:lnTo>
                <a:lnTo>
                  <a:pt x="231499" y="270365"/>
                </a:lnTo>
                <a:lnTo>
                  <a:pt x="235174" y="269807"/>
                </a:lnTo>
                <a:lnTo>
                  <a:pt x="238848" y="269269"/>
                </a:lnTo>
                <a:lnTo>
                  <a:pt x="242523" y="268759"/>
                </a:lnTo>
                <a:lnTo>
                  <a:pt x="246198" y="268279"/>
                </a:lnTo>
                <a:lnTo>
                  <a:pt x="249872" y="267832"/>
                </a:lnTo>
                <a:lnTo>
                  <a:pt x="253547" y="267415"/>
                </a:lnTo>
                <a:lnTo>
                  <a:pt x="257221" y="267023"/>
                </a:lnTo>
                <a:lnTo>
                  <a:pt x="260896" y="266646"/>
                </a:lnTo>
                <a:lnTo>
                  <a:pt x="264571" y="266273"/>
                </a:lnTo>
                <a:lnTo>
                  <a:pt x="268245" y="265888"/>
                </a:lnTo>
                <a:lnTo>
                  <a:pt x="271920" y="265473"/>
                </a:lnTo>
                <a:lnTo>
                  <a:pt x="275594" y="265007"/>
                </a:lnTo>
                <a:lnTo>
                  <a:pt x="279269" y="264477"/>
                </a:lnTo>
                <a:lnTo>
                  <a:pt x="282944" y="263866"/>
                </a:lnTo>
                <a:lnTo>
                  <a:pt x="286618" y="263162"/>
                </a:lnTo>
                <a:lnTo>
                  <a:pt x="290293" y="262354"/>
                </a:lnTo>
                <a:lnTo>
                  <a:pt x="293967" y="261434"/>
                </a:lnTo>
                <a:lnTo>
                  <a:pt x="297642" y="260400"/>
                </a:lnTo>
                <a:lnTo>
                  <a:pt x="301317" y="259252"/>
                </a:lnTo>
                <a:lnTo>
                  <a:pt x="304991" y="257994"/>
                </a:lnTo>
                <a:lnTo>
                  <a:pt x="308666" y="256637"/>
                </a:lnTo>
                <a:lnTo>
                  <a:pt x="312340" y="255191"/>
                </a:lnTo>
                <a:lnTo>
                  <a:pt x="316015" y="253670"/>
                </a:lnTo>
                <a:lnTo>
                  <a:pt x="319690" y="252085"/>
                </a:lnTo>
                <a:lnTo>
                  <a:pt x="323364" y="250450"/>
                </a:lnTo>
                <a:lnTo>
                  <a:pt x="327039" y="248771"/>
                </a:lnTo>
                <a:lnTo>
                  <a:pt x="330713" y="247050"/>
                </a:lnTo>
                <a:lnTo>
                  <a:pt x="334388" y="245282"/>
                </a:lnTo>
                <a:lnTo>
                  <a:pt x="338063" y="243464"/>
                </a:lnTo>
                <a:lnTo>
                  <a:pt x="341737" y="241591"/>
                </a:lnTo>
                <a:lnTo>
                  <a:pt x="345412" y="239661"/>
                </a:lnTo>
                <a:lnTo>
                  <a:pt x="349086" y="237677"/>
                </a:lnTo>
                <a:lnTo>
                  <a:pt x="352761" y="235647"/>
                </a:lnTo>
                <a:lnTo>
                  <a:pt x="356436" y="233586"/>
                </a:lnTo>
                <a:lnTo>
                  <a:pt x="360110" y="231512"/>
                </a:lnTo>
                <a:lnTo>
                  <a:pt x="363785" y="229451"/>
                </a:lnTo>
                <a:lnTo>
                  <a:pt x="367459" y="227421"/>
                </a:lnTo>
                <a:lnTo>
                  <a:pt x="371134" y="225437"/>
                </a:lnTo>
                <a:lnTo>
                  <a:pt x="374809" y="223506"/>
                </a:lnTo>
                <a:lnTo>
                  <a:pt x="378483" y="221630"/>
                </a:lnTo>
                <a:lnTo>
                  <a:pt x="382158" y="219801"/>
                </a:lnTo>
                <a:lnTo>
                  <a:pt x="385832" y="218011"/>
                </a:lnTo>
                <a:lnTo>
                  <a:pt x="389507" y="216250"/>
                </a:lnTo>
                <a:lnTo>
                  <a:pt x="393182" y="214505"/>
                </a:lnTo>
                <a:lnTo>
                  <a:pt x="396856" y="212766"/>
                </a:lnTo>
                <a:lnTo>
                  <a:pt x="400531" y="211026"/>
                </a:lnTo>
                <a:lnTo>
                  <a:pt x="404205" y="209272"/>
                </a:lnTo>
                <a:lnTo>
                  <a:pt x="407880" y="207485"/>
                </a:lnTo>
                <a:lnTo>
                  <a:pt x="411555" y="205640"/>
                </a:lnTo>
                <a:lnTo>
                  <a:pt x="415229" y="203701"/>
                </a:lnTo>
                <a:lnTo>
                  <a:pt x="418904" y="201621"/>
                </a:lnTo>
                <a:lnTo>
                  <a:pt x="422578" y="199348"/>
                </a:lnTo>
                <a:lnTo>
                  <a:pt x="426253" y="196826"/>
                </a:lnTo>
                <a:lnTo>
                  <a:pt x="429928" y="194005"/>
                </a:lnTo>
                <a:lnTo>
                  <a:pt x="433602" y="190843"/>
                </a:lnTo>
                <a:lnTo>
                  <a:pt x="437277" y="187319"/>
                </a:lnTo>
                <a:lnTo>
                  <a:pt x="440951" y="183430"/>
                </a:lnTo>
                <a:lnTo>
                  <a:pt x="444626" y="179201"/>
                </a:lnTo>
                <a:lnTo>
                  <a:pt x="448301" y="174680"/>
                </a:lnTo>
                <a:lnTo>
                  <a:pt x="451975" y="169927"/>
                </a:lnTo>
                <a:lnTo>
                  <a:pt x="455650" y="165059"/>
                </a:lnTo>
                <a:lnTo>
                  <a:pt x="459324" y="160179"/>
                </a:lnTo>
                <a:lnTo>
                  <a:pt x="462999" y="155388"/>
                </a:lnTo>
                <a:lnTo>
                  <a:pt x="466674" y="150781"/>
                </a:lnTo>
                <a:lnTo>
                  <a:pt x="470348" y="146440"/>
                </a:lnTo>
                <a:lnTo>
                  <a:pt x="474023" y="142431"/>
                </a:lnTo>
                <a:lnTo>
                  <a:pt x="477697" y="138797"/>
                </a:lnTo>
                <a:lnTo>
                  <a:pt x="481372" y="135555"/>
                </a:lnTo>
                <a:lnTo>
                  <a:pt x="485047" y="132696"/>
                </a:lnTo>
                <a:lnTo>
                  <a:pt x="488721" y="130180"/>
                </a:lnTo>
                <a:lnTo>
                  <a:pt x="492396" y="127942"/>
                </a:lnTo>
                <a:lnTo>
                  <a:pt x="496070" y="125898"/>
                </a:lnTo>
                <a:lnTo>
                  <a:pt x="499745" y="123919"/>
                </a:lnTo>
                <a:lnTo>
                  <a:pt x="503420" y="121884"/>
                </a:lnTo>
                <a:lnTo>
                  <a:pt x="507094" y="119688"/>
                </a:lnTo>
                <a:lnTo>
                  <a:pt x="510769" y="117237"/>
                </a:lnTo>
                <a:lnTo>
                  <a:pt x="514443" y="114461"/>
                </a:lnTo>
                <a:lnTo>
                  <a:pt x="518118" y="111319"/>
                </a:lnTo>
                <a:lnTo>
                  <a:pt x="521793" y="107795"/>
                </a:lnTo>
                <a:lnTo>
                  <a:pt x="525467" y="103904"/>
                </a:lnTo>
                <a:lnTo>
                  <a:pt x="529142" y="99681"/>
                </a:lnTo>
                <a:lnTo>
                  <a:pt x="532816" y="95176"/>
                </a:lnTo>
                <a:lnTo>
                  <a:pt x="536491" y="90448"/>
                </a:lnTo>
                <a:lnTo>
                  <a:pt x="540166" y="85553"/>
                </a:lnTo>
                <a:lnTo>
                  <a:pt x="543840" y="80562"/>
                </a:lnTo>
                <a:lnTo>
                  <a:pt x="547515" y="75536"/>
                </a:lnTo>
                <a:lnTo>
                  <a:pt x="551189" y="70529"/>
                </a:lnTo>
                <a:lnTo>
                  <a:pt x="554864" y="65597"/>
                </a:lnTo>
                <a:lnTo>
                  <a:pt x="558539" y="60796"/>
                </a:lnTo>
                <a:lnTo>
                  <a:pt x="562213" y="56182"/>
                </a:lnTo>
                <a:lnTo>
                  <a:pt x="565888" y="51808"/>
                </a:lnTo>
                <a:lnTo>
                  <a:pt x="569562" y="47718"/>
                </a:lnTo>
                <a:lnTo>
                  <a:pt x="573237" y="43942"/>
                </a:lnTo>
                <a:lnTo>
                  <a:pt x="576912" y="40488"/>
                </a:lnTo>
                <a:lnTo>
                  <a:pt x="580586" y="37339"/>
                </a:lnTo>
                <a:lnTo>
                  <a:pt x="584261" y="34467"/>
                </a:lnTo>
                <a:lnTo>
                  <a:pt x="587935" y="31801"/>
                </a:lnTo>
                <a:lnTo>
                  <a:pt x="591610" y="29256"/>
                </a:lnTo>
                <a:lnTo>
                  <a:pt x="595285" y="26768"/>
                </a:lnTo>
                <a:lnTo>
                  <a:pt x="598959" y="24285"/>
                </a:lnTo>
                <a:lnTo>
                  <a:pt x="602634" y="21781"/>
                </a:lnTo>
                <a:lnTo>
                  <a:pt x="606308" y="19259"/>
                </a:lnTo>
                <a:lnTo>
                  <a:pt x="609983" y="16751"/>
                </a:lnTo>
                <a:lnTo>
                  <a:pt x="613658" y="14310"/>
                </a:lnTo>
                <a:lnTo>
                  <a:pt x="617332" y="12006"/>
                </a:lnTo>
                <a:lnTo>
                  <a:pt x="621007" y="9911"/>
                </a:lnTo>
                <a:lnTo>
                  <a:pt x="624681" y="8091"/>
                </a:lnTo>
                <a:lnTo>
                  <a:pt x="628356" y="6597"/>
                </a:lnTo>
                <a:lnTo>
                  <a:pt x="632031" y="5449"/>
                </a:lnTo>
                <a:lnTo>
                  <a:pt x="635705" y="4594"/>
                </a:lnTo>
                <a:lnTo>
                  <a:pt x="639380" y="3973"/>
                </a:lnTo>
                <a:lnTo>
                  <a:pt x="643054" y="3510"/>
                </a:lnTo>
                <a:lnTo>
                  <a:pt x="646729" y="3124"/>
                </a:lnTo>
                <a:lnTo>
                  <a:pt x="650404" y="2741"/>
                </a:lnTo>
                <a:lnTo>
                  <a:pt x="654078" y="2311"/>
                </a:lnTo>
                <a:lnTo>
                  <a:pt x="657753" y="1813"/>
                </a:lnTo>
                <a:lnTo>
                  <a:pt x="661427" y="1263"/>
                </a:lnTo>
                <a:lnTo>
                  <a:pt x="665102" y="715"/>
                </a:lnTo>
                <a:lnTo>
                  <a:pt x="668777" y="255"/>
                </a:lnTo>
                <a:lnTo>
                  <a:pt x="672451" y="0"/>
                </a:lnTo>
                <a:lnTo>
                  <a:pt x="676126" y="104"/>
                </a:lnTo>
                <a:lnTo>
                  <a:pt x="679800" y="670"/>
                </a:lnTo>
                <a:lnTo>
                  <a:pt x="683475" y="1795"/>
                </a:lnTo>
                <a:lnTo>
                  <a:pt x="687150" y="3550"/>
                </a:lnTo>
                <a:lnTo>
                  <a:pt x="690824" y="5975"/>
                </a:lnTo>
                <a:lnTo>
                  <a:pt x="694499" y="9076"/>
                </a:lnTo>
                <a:lnTo>
                  <a:pt x="698173" y="12827"/>
                </a:lnTo>
                <a:lnTo>
                  <a:pt x="701848" y="17172"/>
                </a:lnTo>
                <a:lnTo>
                  <a:pt x="705523" y="22032"/>
                </a:lnTo>
                <a:lnTo>
                  <a:pt x="709197" y="27309"/>
                </a:lnTo>
                <a:lnTo>
                  <a:pt x="712872" y="32894"/>
                </a:lnTo>
                <a:lnTo>
                  <a:pt x="716546" y="38674"/>
                </a:lnTo>
                <a:lnTo>
                  <a:pt x="720221" y="44530"/>
                </a:lnTo>
                <a:lnTo>
                  <a:pt x="723896" y="50350"/>
                </a:lnTo>
                <a:lnTo>
                  <a:pt x="727570" y="56052"/>
                </a:lnTo>
                <a:lnTo>
                  <a:pt x="731245" y="61577"/>
                </a:lnTo>
                <a:lnTo>
                  <a:pt x="734919" y="66891"/>
                </a:lnTo>
                <a:lnTo>
                  <a:pt x="738594" y="71986"/>
                </a:lnTo>
                <a:lnTo>
                  <a:pt x="742269" y="76881"/>
                </a:lnTo>
                <a:lnTo>
                  <a:pt x="745943" y="81618"/>
                </a:lnTo>
                <a:lnTo>
                  <a:pt x="749618" y="86264"/>
                </a:lnTo>
                <a:lnTo>
                  <a:pt x="753292" y="90903"/>
                </a:lnTo>
                <a:lnTo>
                  <a:pt x="756967" y="95627"/>
                </a:lnTo>
                <a:lnTo>
                  <a:pt x="760642" y="100534"/>
                </a:lnTo>
                <a:lnTo>
                  <a:pt x="764316" y="105748"/>
                </a:lnTo>
                <a:lnTo>
                  <a:pt x="767991" y="111315"/>
                </a:lnTo>
                <a:lnTo>
                  <a:pt x="771665" y="117275"/>
                </a:lnTo>
                <a:lnTo>
                  <a:pt x="775340" y="123634"/>
                </a:lnTo>
                <a:lnTo>
                  <a:pt x="779015" y="130368"/>
                </a:lnTo>
                <a:lnTo>
                  <a:pt x="782689" y="137417"/>
                </a:lnTo>
                <a:lnTo>
                  <a:pt x="786364" y="144695"/>
                </a:lnTo>
                <a:lnTo>
                  <a:pt x="790038" y="152093"/>
                </a:lnTo>
                <a:lnTo>
                  <a:pt x="793713" y="159490"/>
                </a:lnTo>
                <a:lnTo>
                  <a:pt x="797388" y="166757"/>
                </a:lnTo>
                <a:lnTo>
                  <a:pt x="801062" y="173776"/>
                </a:lnTo>
                <a:lnTo>
                  <a:pt x="804737" y="180443"/>
                </a:lnTo>
                <a:lnTo>
                  <a:pt x="808411" y="186635"/>
                </a:lnTo>
                <a:lnTo>
                  <a:pt x="812086" y="192339"/>
                </a:lnTo>
                <a:lnTo>
                  <a:pt x="815761" y="197559"/>
                </a:lnTo>
                <a:lnTo>
                  <a:pt x="819435" y="202320"/>
                </a:lnTo>
                <a:lnTo>
                  <a:pt x="823110" y="206674"/>
                </a:lnTo>
                <a:lnTo>
                  <a:pt x="826784" y="210689"/>
                </a:lnTo>
                <a:lnTo>
                  <a:pt x="830459" y="214439"/>
                </a:lnTo>
                <a:lnTo>
                  <a:pt x="834134" y="217996"/>
                </a:lnTo>
                <a:lnTo>
                  <a:pt x="837808" y="221424"/>
                </a:lnTo>
                <a:lnTo>
                  <a:pt x="841483" y="224768"/>
                </a:lnTo>
                <a:lnTo>
                  <a:pt x="845157" y="228056"/>
                </a:lnTo>
                <a:lnTo>
                  <a:pt x="848832" y="231299"/>
                </a:lnTo>
                <a:lnTo>
                  <a:pt x="852507" y="234479"/>
                </a:lnTo>
                <a:lnTo>
                  <a:pt x="856181" y="237574"/>
                </a:lnTo>
                <a:lnTo>
                  <a:pt x="859856" y="240554"/>
                </a:lnTo>
                <a:lnTo>
                  <a:pt x="863530" y="243390"/>
                </a:lnTo>
                <a:lnTo>
                  <a:pt x="867205" y="246059"/>
                </a:lnTo>
                <a:lnTo>
                  <a:pt x="870880" y="248548"/>
                </a:lnTo>
                <a:lnTo>
                  <a:pt x="874554" y="250854"/>
                </a:lnTo>
                <a:lnTo>
                  <a:pt x="878229" y="252986"/>
                </a:lnTo>
                <a:lnTo>
                  <a:pt x="881903" y="254964"/>
                </a:lnTo>
                <a:lnTo>
                  <a:pt x="885578" y="256812"/>
                </a:lnTo>
                <a:lnTo>
                  <a:pt x="889253" y="258559"/>
                </a:lnTo>
                <a:lnTo>
                  <a:pt x="892927" y="260231"/>
                </a:lnTo>
                <a:lnTo>
                  <a:pt x="896602" y="261848"/>
                </a:lnTo>
                <a:lnTo>
                  <a:pt x="900276" y="263423"/>
                </a:lnTo>
                <a:lnTo>
                  <a:pt x="903951" y="264958"/>
                </a:lnTo>
                <a:lnTo>
                  <a:pt x="907626" y="266444"/>
                </a:lnTo>
                <a:lnTo>
                  <a:pt x="911300" y="267868"/>
                </a:lnTo>
                <a:lnTo>
                  <a:pt x="914975" y="269210"/>
                </a:lnTo>
                <a:lnTo>
                  <a:pt x="918649" y="270452"/>
                </a:lnTo>
                <a:lnTo>
                  <a:pt x="922324" y="271580"/>
                </a:lnTo>
                <a:lnTo>
                  <a:pt x="925999" y="272581"/>
                </a:lnTo>
                <a:lnTo>
                  <a:pt x="929673" y="273453"/>
                </a:lnTo>
                <a:lnTo>
                  <a:pt x="933348" y="274195"/>
                </a:lnTo>
                <a:lnTo>
                  <a:pt x="937022" y="274817"/>
                </a:lnTo>
                <a:lnTo>
                  <a:pt x="940697" y="275326"/>
                </a:lnTo>
                <a:lnTo>
                  <a:pt x="944372" y="275740"/>
                </a:lnTo>
                <a:lnTo>
                  <a:pt x="948046" y="276080"/>
                </a:lnTo>
                <a:lnTo>
                  <a:pt x="951721" y="276361"/>
                </a:lnTo>
                <a:lnTo>
                  <a:pt x="955395" y="276598"/>
                </a:lnTo>
                <a:lnTo>
                  <a:pt x="959070" y="276803"/>
                </a:lnTo>
                <a:lnTo>
                  <a:pt x="962745" y="276985"/>
                </a:lnTo>
                <a:lnTo>
                  <a:pt x="966419" y="277151"/>
                </a:lnTo>
                <a:lnTo>
                  <a:pt x="970094" y="277309"/>
                </a:lnTo>
                <a:lnTo>
                  <a:pt x="973768" y="277461"/>
                </a:lnTo>
                <a:lnTo>
                  <a:pt x="977443" y="277612"/>
                </a:lnTo>
                <a:lnTo>
                  <a:pt x="981118" y="277762"/>
                </a:lnTo>
                <a:lnTo>
                  <a:pt x="984792" y="277912"/>
                </a:lnTo>
                <a:lnTo>
                  <a:pt x="988467" y="278061"/>
                </a:lnTo>
                <a:lnTo>
                  <a:pt x="992141" y="278207"/>
                </a:lnTo>
                <a:lnTo>
                  <a:pt x="995816" y="278348"/>
                </a:lnTo>
                <a:lnTo>
                  <a:pt x="999491" y="278483"/>
                </a:lnTo>
                <a:lnTo>
                  <a:pt x="1003165" y="278610"/>
                </a:lnTo>
                <a:lnTo>
                  <a:pt x="1006840" y="278729"/>
                </a:lnTo>
                <a:lnTo>
                  <a:pt x="1010514" y="278839"/>
                </a:lnTo>
                <a:lnTo>
                  <a:pt x="1014189" y="278940"/>
                </a:lnTo>
                <a:lnTo>
                  <a:pt x="1017864" y="279032"/>
                </a:lnTo>
                <a:lnTo>
                  <a:pt x="1021538" y="279116"/>
                </a:lnTo>
                <a:lnTo>
                  <a:pt x="1025213" y="279191"/>
                </a:lnTo>
                <a:lnTo>
                  <a:pt x="1028887" y="279259"/>
                </a:lnTo>
                <a:lnTo>
                  <a:pt x="1032562" y="279318"/>
                </a:lnTo>
                <a:lnTo>
                  <a:pt x="1036237" y="279370"/>
                </a:lnTo>
                <a:lnTo>
                  <a:pt x="1039911" y="279414"/>
                </a:lnTo>
                <a:lnTo>
                  <a:pt x="1043586" y="279451"/>
                </a:lnTo>
                <a:lnTo>
                  <a:pt x="1047260" y="279481"/>
                </a:lnTo>
                <a:lnTo>
                  <a:pt x="1050935" y="279504"/>
                </a:lnTo>
                <a:lnTo>
                  <a:pt x="1054610" y="279523"/>
                </a:lnTo>
                <a:lnTo>
                  <a:pt x="1058284" y="279536"/>
                </a:lnTo>
                <a:lnTo>
                  <a:pt x="1061959" y="279546"/>
                </a:lnTo>
                <a:lnTo>
                  <a:pt x="1065633" y="279553"/>
                </a:lnTo>
                <a:lnTo>
                  <a:pt x="1069308" y="279558"/>
                </a:lnTo>
                <a:lnTo>
                  <a:pt x="1072983" y="279561"/>
                </a:lnTo>
                <a:lnTo>
                  <a:pt x="1076657" y="279563"/>
                </a:lnTo>
                <a:lnTo>
                  <a:pt x="1080332" y="279564"/>
                </a:lnTo>
                <a:lnTo>
                  <a:pt x="1084006" y="279565"/>
                </a:lnTo>
                <a:lnTo>
                  <a:pt x="1087681" y="279565"/>
                </a:lnTo>
                <a:lnTo>
                  <a:pt x="1091356" y="279565"/>
                </a:lnTo>
                <a:lnTo>
                  <a:pt x="1095030" y="279565"/>
                </a:lnTo>
                <a:lnTo>
                  <a:pt x="1098705" y="279566"/>
                </a:lnTo>
                <a:lnTo>
                  <a:pt x="1102379" y="279566"/>
                </a:lnTo>
                <a:lnTo>
                  <a:pt x="1106054" y="279566"/>
                </a:lnTo>
                <a:lnTo>
                  <a:pt x="1109729" y="279566"/>
                </a:lnTo>
                <a:lnTo>
                  <a:pt x="1113403" y="279566"/>
                </a:lnTo>
                <a:lnTo>
                  <a:pt x="1117078" y="279566"/>
                </a:lnTo>
                <a:lnTo>
                  <a:pt x="1120752" y="279566"/>
                </a:lnTo>
                <a:lnTo>
                  <a:pt x="1124427" y="279566"/>
                </a:lnTo>
                <a:lnTo>
                  <a:pt x="1128102" y="279566"/>
                </a:lnTo>
                <a:lnTo>
                  <a:pt x="1131776" y="279566"/>
                </a:lnTo>
                <a:lnTo>
                  <a:pt x="1135451" y="279566"/>
                </a:lnTo>
                <a:lnTo>
                  <a:pt x="1139125" y="279566"/>
                </a:lnTo>
                <a:lnTo>
                  <a:pt x="1142800" y="279566"/>
                </a:lnTo>
                <a:lnTo>
                  <a:pt x="1146475" y="279566"/>
                </a:lnTo>
                <a:lnTo>
                  <a:pt x="1150149" y="279566"/>
                </a:lnTo>
                <a:lnTo>
                  <a:pt x="1153824" y="279566"/>
                </a:lnTo>
                <a:lnTo>
                  <a:pt x="1157498" y="279566"/>
                </a:lnTo>
                <a:lnTo>
                  <a:pt x="1161173" y="279566"/>
                </a:lnTo>
                <a:lnTo>
                  <a:pt x="1164848" y="279566"/>
                </a:lnTo>
                <a:lnTo>
                  <a:pt x="1168522" y="279566"/>
                </a:lnTo>
                <a:lnTo>
                  <a:pt x="1172197" y="279566"/>
                </a:lnTo>
                <a:lnTo>
                  <a:pt x="1175871" y="279566"/>
                </a:lnTo>
                <a:lnTo>
                  <a:pt x="1179546" y="279566"/>
                </a:lnTo>
                <a:lnTo>
                  <a:pt x="1183221" y="279566"/>
                </a:lnTo>
                <a:lnTo>
                  <a:pt x="1186895" y="279566"/>
                </a:lnTo>
                <a:lnTo>
                  <a:pt x="1190570" y="279566"/>
                </a:lnTo>
                <a:lnTo>
                  <a:pt x="1194244" y="279566"/>
                </a:lnTo>
                <a:lnTo>
                  <a:pt x="1197919" y="279566"/>
                </a:lnTo>
                <a:lnTo>
                  <a:pt x="1201594" y="279566"/>
                </a:lnTo>
                <a:lnTo>
                  <a:pt x="1205268" y="279566"/>
                </a:lnTo>
                <a:lnTo>
                  <a:pt x="1208943" y="279566"/>
                </a:lnTo>
                <a:lnTo>
                  <a:pt x="1212617" y="279566"/>
                </a:lnTo>
                <a:lnTo>
                  <a:pt x="1216292" y="279566"/>
                </a:lnTo>
                <a:lnTo>
                  <a:pt x="1219967" y="279566"/>
                </a:lnTo>
                <a:lnTo>
                  <a:pt x="1223641" y="279566"/>
                </a:lnTo>
                <a:lnTo>
                  <a:pt x="1227316" y="279566"/>
                </a:lnTo>
                <a:lnTo>
                  <a:pt x="1230990" y="279566"/>
                </a:lnTo>
                <a:lnTo>
                  <a:pt x="1234665" y="279566"/>
                </a:lnTo>
                <a:lnTo>
                  <a:pt x="1238340" y="279566"/>
                </a:lnTo>
                <a:lnTo>
                  <a:pt x="1242014" y="279566"/>
                </a:lnTo>
                <a:lnTo>
                  <a:pt x="1245689" y="279566"/>
                </a:lnTo>
                <a:lnTo>
                  <a:pt x="1249363" y="279566"/>
                </a:lnTo>
                <a:lnTo>
                  <a:pt x="1253038" y="279566"/>
                </a:lnTo>
                <a:lnTo>
                  <a:pt x="1256713" y="279566"/>
                </a:lnTo>
                <a:lnTo>
                  <a:pt x="1260387" y="279566"/>
                </a:lnTo>
                <a:lnTo>
                  <a:pt x="1264062" y="279566"/>
                </a:lnTo>
                <a:lnTo>
                  <a:pt x="1267736" y="279566"/>
                </a:lnTo>
                <a:lnTo>
                  <a:pt x="1271411" y="279566"/>
                </a:lnTo>
                <a:lnTo>
                  <a:pt x="1275086" y="279566"/>
                </a:lnTo>
                <a:lnTo>
                  <a:pt x="1278760" y="279566"/>
                </a:lnTo>
                <a:lnTo>
                  <a:pt x="1282435" y="279566"/>
                </a:lnTo>
                <a:lnTo>
                  <a:pt x="1286109" y="279566"/>
                </a:lnTo>
                <a:lnTo>
                  <a:pt x="1289784" y="279566"/>
                </a:lnTo>
                <a:lnTo>
                  <a:pt x="1293459" y="279566"/>
                </a:lnTo>
                <a:lnTo>
                  <a:pt x="1297133" y="279566"/>
                </a:lnTo>
                <a:lnTo>
                  <a:pt x="1300808" y="279566"/>
                </a:lnTo>
                <a:lnTo>
                  <a:pt x="1304482" y="279566"/>
                </a:lnTo>
                <a:lnTo>
                  <a:pt x="1308157" y="279566"/>
                </a:lnTo>
                <a:lnTo>
                  <a:pt x="1311832" y="279566"/>
                </a:lnTo>
                <a:lnTo>
                  <a:pt x="1315506" y="279566"/>
                </a:lnTo>
                <a:lnTo>
                  <a:pt x="1319181" y="279566"/>
                </a:lnTo>
                <a:lnTo>
                  <a:pt x="1322855" y="279566"/>
                </a:lnTo>
                <a:lnTo>
                  <a:pt x="1326530" y="279566"/>
                </a:lnTo>
                <a:lnTo>
                  <a:pt x="1330205" y="279566"/>
                </a:lnTo>
                <a:lnTo>
                  <a:pt x="1333879" y="279566"/>
                </a:lnTo>
                <a:lnTo>
                  <a:pt x="1337554" y="279566"/>
                </a:lnTo>
                <a:lnTo>
                  <a:pt x="1341228" y="279566"/>
                </a:lnTo>
                <a:lnTo>
                  <a:pt x="1344903" y="279566"/>
                </a:lnTo>
                <a:lnTo>
                  <a:pt x="1348577" y="279566"/>
                </a:lnTo>
                <a:lnTo>
                  <a:pt x="1352252" y="279566"/>
                </a:lnTo>
                <a:lnTo>
                  <a:pt x="1355927" y="279566"/>
                </a:lnTo>
                <a:lnTo>
                  <a:pt x="1359601" y="279566"/>
                </a:lnTo>
                <a:lnTo>
                  <a:pt x="1363276" y="279566"/>
                </a:lnTo>
                <a:lnTo>
                  <a:pt x="1366950" y="279566"/>
                </a:lnTo>
                <a:lnTo>
                  <a:pt x="1370625" y="279566"/>
                </a:lnTo>
                <a:lnTo>
                  <a:pt x="1374300" y="279566"/>
                </a:lnTo>
                <a:lnTo>
                  <a:pt x="1377974" y="279566"/>
                </a:lnTo>
                <a:lnTo>
                  <a:pt x="1381649" y="279566"/>
                </a:lnTo>
                <a:lnTo>
                  <a:pt x="1385323" y="279566"/>
                </a:lnTo>
                <a:lnTo>
                  <a:pt x="1388998" y="279566"/>
                </a:lnTo>
                <a:lnTo>
                  <a:pt x="1392673" y="279566"/>
                </a:lnTo>
                <a:lnTo>
                  <a:pt x="1396347" y="279566"/>
                </a:lnTo>
                <a:lnTo>
                  <a:pt x="1400022" y="279566"/>
                </a:lnTo>
                <a:lnTo>
                  <a:pt x="1403696" y="279566"/>
                </a:lnTo>
                <a:lnTo>
                  <a:pt x="1407371" y="279566"/>
                </a:lnTo>
                <a:lnTo>
                  <a:pt x="1411046" y="279566"/>
                </a:lnTo>
                <a:lnTo>
                  <a:pt x="1414720" y="279566"/>
                </a:lnTo>
                <a:lnTo>
                  <a:pt x="1418395" y="279566"/>
                </a:lnTo>
                <a:lnTo>
                  <a:pt x="1422069" y="279566"/>
                </a:lnTo>
                <a:lnTo>
                  <a:pt x="1425744" y="279566"/>
                </a:lnTo>
                <a:lnTo>
                  <a:pt x="1429419" y="279566"/>
                </a:lnTo>
                <a:lnTo>
                  <a:pt x="1433093" y="279566"/>
                </a:lnTo>
                <a:lnTo>
                  <a:pt x="1436768" y="279566"/>
                </a:lnTo>
                <a:lnTo>
                  <a:pt x="1440442" y="279566"/>
                </a:lnTo>
                <a:lnTo>
                  <a:pt x="1444117" y="279566"/>
                </a:lnTo>
                <a:lnTo>
                  <a:pt x="1447792" y="279566"/>
                </a:lnTo>
                <a:lnTo>
                  <a:pt x="1451466" y="279566"/>
                </a:lnTo>
                <a:lnTo>
                  <a:pt x="1455141" y="279566"/>
                </a:lnTo>
                <a:lnTo>
                  <a:pt x="1458815" y="279566"/>
                </a:lnTo>
                <a:lnTo>
                  <a:pt x="1462490" y="279566"/>
                </a:lnTo>
                <a:lnTo>
                  <a:pt x="1466165" y="279566"/>
                </a:lnTo>
                <a:lnTo>
                  <a:pt x="1469839" y="279566"/>
                </a:lnTo>
                <a:lnTo>
                  <a:pt x="1473514" y="279566"/>
                </a:lnTo>
                <a:lnTo>
                  <a:pt x="1477188" y="279566"/>
                </a:lnTo>
                <a:lnTo>
                  <a:pt x="1480863" y="279566"/>
                </a:lnTo>
                <a:lnTo>
                  <a:pt x="1484538" y="279566"/>
                </a:lnTo>
                <a:lnTo>
                  <a:pt x="1488212" y="279566"/>
                </a:lnTo>
                <a:lnTo>
                  <a:pt x="1491887" y="279566"/>
                </a:lnTo>
                <a:lnTo>
                  <a:pt x="1495561" y="279566"/>
                </a:lnTo>
                <a:lnTo>
                  <a:pt x="1499236" y="279566"/>
                </a:lnTo>
                <a:lnTo>
                  <a:pt x="1502911" y="279566"/>
                </a:lnTo>
                <a:lnTo>
                  <a:pt x="1506585" y="279566"/>
                </a:lnTo>
                <a:lnTo>
                  <a:pt x="1510260" y="279566"/>
                </a:lnTo>
                <a:lnTo>
                  <a:pt x="1513934" y="279566"/>
                </a:lnTo>
                <a:lnTo>
                  <a:pt x="1517609" y="279566"/>
                </a:lnTo>
                <a:lnTo>
                  <a:pt x="1521284" y="279566"/>
                </a:lnTo>
                <a:lnTo>
                  <a:pt x="1524958" y="279566"/>
                </a:lnTo>
                <a:lnTo>
                  <a:pt x="1528633" y="279566"/>
                </a:lnTo>
                <a:lnTo>
                  <a:pt x="1532307" y="279566"/>
                </a:lnTo>
                <a:lnTo>
                  <a:pt x="1535982" y="279566"/>
                </a:lnTo>
                <a:lnTo>
                  <a:pt x="1539657" y="279566"/>
                </a:lnTo>
                <a:lnTo>
                  <a:pt x="1543331" y="279566"/>
                </a:lnTo>
                <a:lnTo>
                  <a:pt x="1547006" y="279566"/>
                </a:lnTo>
                <a:lnTo>
                  <a:pt x="1550680" y="279566"/>
                </a:lnTo>
                <a:lnTo>
                  <a:pt x="1554355" y="279566"/>
                </a:lnTo>
                <a:lnTo>
                  <a:pt x="1558030" y="279566"/>
                </a:lnTo>
                <a:lnTo>
                  <a:pt x="1561704" y="279566"/>
                </a:lnTo>
                <a:lnTo>
                  <a:pt x="1565379" y="279566"/>
                </a:lnTo>
                <a:lnTo>
                  <a:pt x="1569053" y="279566"/>
                </a:lnTo>
                <a:lnTo>
                  <a:pt x="1572728" y="279566"/>
                </a:lnTo>
                <a:lnTo>
                  <a:pt x="1576403" y="279566"/>
                </a:lnTo>
                <a:lnTo>
                  <a:pt x="1580077" y="279566"/>
                </a:lnTo>
                <a:lnTo>
                  <a:pt x="1583752" y="279566"/>
                </a:lnTo>
                <a:lnTo>
                  <a:pt x="1587426" y="279566"/>
                </a:lnTo>
                <a:lnTo>
                  <a:pt x="1591101" y="279566"/>
                </a:lnTo>
                <a:lnTo>
                  <a:pt x="1594776" y="279566"/>
                </a:lnTo>
                <a:lnTo>
                  <a:pt x="1598450" y="279566"/>
                </a:lnTo>
                <a:lnTo>
                  <a:pt x="1602125" y="279566"/>
                </a:lnTo>
                <a:lnTo>
                  <a:pt x="1605799" y="279566"/>
                </a:lnTo>
                <a:lnTo>
                  <a:pt x="1609474" y="279566"/>
                </a:lnTo>
                <a:lnTo>
                  <a:pt x="1613149" y="279566"/>
                </a:lnTo>
                <a:lnTo>
                  <a:pt x="1616823" y="279566"/>
                </a:lnTo>
                <a:lnTo>
                  <a:pt x="1620498" y="279566"/>
                </a:lnTo>
                <a:lnTo>
                  <a:pt x="1624172" y="279566"/>
                </a:lnTo>
                <a:lnTo>
                  <a:pt x="1627847" y="279566"/>
                </a:lnTo>
                <a:lnTo>
                  <a:pt x="1631522" y="279566"/>
                </a:lnTo>
                <a:lnTo>
                  <a:pt x="1635196" y="279566"/>
                </a:lnTo>
                <a:lnTo>
                  <a:pt x="1638871" y="279566"/>
                </a:lnTo>
                <a:lnTo>
                  <a:pt x="1642545" y="279566"/>
                </a:lnTo>
                <a:lnTo>
                  <a:pt x="1646220" y="279566"/>
                </a:lnTo>
                <a:lnTo>
                  <a:pt x="1649895" y="279566"/>
                </a:lnTo>
                <a:lnTo>
                  <a:pt x="1653569" y="279566"/>
                </a:lnTo>
                <a:lnTo>
                  <a:pt x="1657244" y="279566"/>
                </a:lnTo>
                <a:lnTo>
                  <a:pt x="1660918" y="279566"/>
                </a:lnTo>
                <a:lnTo>
                  <a:pt x="1664593" y="279566"/>
                </a:lnTo>
                <a:lnTo>
                  <a:pt x="1668268" y="279566"/>
                </a:lnTo>
                <a:lnTo>
                  <a:pt x="1671942" y="279566"/>
                </a:lnTo>
                <a:lnTo>
                  <a:pt x="1675617" y="279566"/>
                </a:lnTo>
                <a:lnTo>
                  <a:pt x="1679291" y="279566"/>
                </a:lnTo>
                <a:lnTo>
                  <a:pt x="1682966" y="279566"/>
                </a:lnTo>
                <a:lnTo>
                  <a:pt x="1686641" y="279566"/>
                </a:lnTo>
                <a:lnTo>
                  <a:pt x="1690315" y="279566"/>
                </a:lnTo>
                <a:lnTo>
                  <a:pt x="1693990" y="279566"/>
                </a:lnTo>
                <a:lnTo>
                  <a:pt x="1697664" y="279566"/>
                </a:lnTo>
                <a:lnTo>
                  <a:pt x="1701339" y="279566"/>
                </a:lnTo>
                <a:lnTo>
                  <a:pt x="1705014" y="279566"/>
                </a:lnTo>
                <a:lnTo>
                  <a:pt x="1708688" y="279566"/>
                </a:lnTo>
                <a:lnTo>
                  <a:pt x="1712363" y="279566"/>
                </a:lnTo>
                <a:lnTo>
                  <a:pt x="1716037" y="279566"/>
                </a:lnTo>
                <a:lnTo>
                  <a:pt x="1719712" y="279566"/>
                </a:lnTo>
                <a:lnTo>
                  <a:pt x="1723387" y="279566"/>
                </a:lnTo>
                <a:lnTo>
                  <a:pt x="1727061" y="279566"/>
                </a:lnTo>
                <a:lnTo>
                  <a:pt x="1730736" y="279566"/>
                </a:lnTo>
                <a:lnTo>
                  <a:pt x="1734410" y="279566"/>
                </a:lnTo>
                <a:lnTo>
                  <a:pt x="1738085" y="279566"/>
                </a:lnTo>
                <a:lnTo>
                  <a:pt x="1741760" y="279566"/>
                </a:lnTo>
                <a:lnTo>
                  <a:pt x="1745434" y="279566"/>
                </a:lnTo>
                <a:lnTo>
                  <a:pt x="1749109" y="279566"/>
                </a:lnTo>
                <a:lnTo>
                  <a:pt x="1752783" y="279566"/>
                </a:lnTo>
                <a:lnTo>
                  <a:pt x="1756458" y="279566"/>
                </a:lnTo>
                <a:lnTo>
                  <a:pt x="1760133" y="279566"/>
                </a:lnTo>
                <a:lnTo>
                  <a:pt x="1763807" y="279566"/>
                </a:lnTo>
                <a:lnTo>
                  <a:pt x="1767482" y="279566"/>
                </a:lnTo>
                <a:lnTo>
                  <a:pt x="1771156" y="279566"/>
                </a:lnTo>
                <a:lnTo>
                  <a:pt x="1774831" y="279566"/>
                </a:lnTo>
                <a:lnTo>
                  <a:pt x="1778506" y="279566"/>
                </a:lnTo>
                <a:lnTo>
                  <a:pt x="1782180" y="279566"/>
                </a:lnTo>
                <a:lnTo>
                  <a:pt x="1785855" y="279566"/>
                </a:lnTo>
                <a:lnTo>
                  <a:pt x="1789529" y="279566"/>
                </a:lnTo>
                <a:lnTo>
                  <a:pt x="1793204" y="279566"/>
                </a:lnTo>
                <a:lnTo>
                  <a:pt x="1796879" y="279566"/>
                </a:lnTo>
                <a:lnTo>
                  <a:pt x="1800553" y="279566"/>
                </a:lnTo>
                <a:lnTo>
                  <a:pt x="1804228" y="279566"/>
                </a:lnTo>
                <a:lnTo>
                  <a:pt x="1807902" y="279566"/>
                </a:lnTo>
                <a:lnTo>
                  <a:pt x="1811577" y="279566"/>
                </a:lnTo>
                <a:lnTo>
                  <a:pt x="1815252" y="279566"/>
                </a:lnTo>
                <a:lnTo>
                  <a:pt x="1818926" y="279566"/>
                </a:lnTo>
                <a:lnTo>
                  <a:pt x="1822601" y="279566"/>
                </a:lnTo>
                <a:lnTo>
                  <a:pt x="1826275" y="279566"/>
                </a:lnTo>
                <a:lnTo>
                  <a:pt x="1829950" y="279566"/>
                </a:lnTo>
                <a:lnTo>
                  <a:pt x="1833625" y="279566"/>
                </a:lnTo>
                <a:lnTo>
                  <a:pt x="1837299" y="279566"/>
                </a:lnTo>
                <a:lnTo>
                  <a:pt x="1840974" y="279566"/>
                </a:lnTo>
                <a:lnTo>
                  <a:pt x="1844648" y="279566"/>
                </a:lnTo>
                <a:lnTo>
                  <a:pt x="1848323" y="279566"/>
                </a:lnTo>
                <a:lnTo>
                  <a:pt x="1851998" y="279566"/>
                </a:lnTo>
                <a:lnTo>
                  <a:pt x="1855672" y="279566"/>
                </a:lnTo>
                <a:lnTo>
                  <a:pt x="1859347" y="279566"/>
                </a:lnTo>
                <a:lnTo>
                  <a:pt x="1863021" y="279566"/>
                </a:lnTo>
                <a:lnTo>
                  <a:pt x="1866696" y="279566"/>
                </a:lnTo>
                <a:lnTo>
                  <a:pt x="1870371" y="279566"/>
                </a:lnTo>
                <a:lnTo>
                  <a:pt x="1874045" y="279566"/>
                </a:lnTo>
                <a:lnTo>
                  <a:pt x="1877720" y="279566"/>
                </a:lnTo>
              </a:path>
            </a:pathLst>
          </a:custGeom>
          <a:ln w="27101" cap="flat">
            <a:solidFill>
              <a:srgbClr val="7CAE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" name="pg26"/>
          <p:cNvSpPr/>
          <p:nvPr/>
        </p:nvSpPr>
        <p:spPr>
          <a:xfrm>
            <a:off x="4548521" y="2556842"/>
            <a:ext cx="1877720" cy="182851"/>
          </a:xfrm>
          <a:custGeom>
            <a:avLst/>
            <a:gdLst/>
            <a:ahLst/>
            <a:cxnLst/>
            <a:rect l="0" t="0" r="0" b="0"/>
            <a:pathLst>
              <a:path w="1877720" h="182851">
                <a:moveTo>
                  <a:pt x="0" y="179896"/>
                </a:moveTo>
                <a:lnTo>
                  <a:pt x="3674" y="179521"/>
                </a:lnTo>
                <a:lnTo>
                  <a:pt x="7349" y="179118"/>
                </a:lnTo>
                <a:lnTo>
                  <a:pt x="11023" y="178684"/>
                </a:lnTo>
                <a:lnTo>
                  <a:pt x="14698" y="178219"/>
                </a:lnTo>
                <a:lnTo>
                  <a:pt x="18372" y="177726"/>
                </a:lnTo>
                <a:lnTo>
                  <a:pt x="22047" y="177204"/>
                </a:lnTo>
                <a:lnTo>
                  <a:pt x="25722" y="176653"/>
                </a:lnTo>
                <a:lnTo>
                  <a:pt x="29396" y="176074"/>
                </a:lnTo>
                <a:lnTo>
                  <a:pt x="33071" y="175467"/>
                </a:lnTo>
                <a:lnTo>
                  <a:pt x="36745" y="174833"/>
                </a:lnTo>
                <a:lnTo>
                  <a:pt x="40420" y="174171"/>
                </a:lnTo>
                <a:lnTo>
                  <a:pt x="44095" y="173480"/>
                </a:lnTo>
                <a:lnTo>
                  <a:pt x="47769" y="172763"/>
                </a:lnTo>
                <a:lnTo>
                  <a:pt x="51444" y="172023"/>
                </a:lnTo>
                <a:lnTo>
                  <a:pt x="55118" y="171261"/>
                </a:lnTo>
                <a:lnTo>
                  <a:pt x="58793" y="170479"/>
                </a:lnTo>
                <a:lnTo>
                  <a:pt x="62468" y="169680"/>
                </a:lnTo>
                <a:lnTo>
                  <a:pt x="66142" y="168868"/>
                </a:lnTo>
                <a:lnTo>
                  <a:pt x="69817" y="168045"/>
                </a:lnTo>
                <a:lnTo>
                  <a:pt x="73491" y="167217"/>
                </a:lnTo>
                <a:lnTo>
                  <a:pt x="77166" y="166389"/>
                </a:lnTo>
                <a:lnTo>
                  <a:pt x="80841" y="165567"/>
                </a:lnTo>
                <a:lnTo>
                  <a:pt x="84515" y="164756"/>
                </a:lnTo>
                <a:lnTo>
                  <a:pt x="88190" y="163962"/>
                </a:lnTo>
                <a:lnTo>
                  <a:pt x="91864" y="163189"/>
                </a:lnTo>
                <a:lnTo>
                  <a:pt x="95539" y="162441"/>
                </a:lnTo>
                <a:lnTo>
                  <a:pt x="99214" y="161722"/>
                </a:lnTo>
                <a:lnTo>
                  <a:pt x="102888" y="161036"/>
                </a:lnTo>
                <a:lnTo>
                  <a:pt x="106563" y="160388"/>
                </a:lnTo>
                <a:lnTo>
                  <a:pt x="110237" y="159773"/>
                </a:lnTo>
                <a:lnTo>
                  <a:pt x="113912" y="159189"/>
                </a:lnTo>
                <a:lnTo>
                  <a:pt x="117587" y="158634"/>
                </a:lnTo>
                <a:lnTo>
                  <a:pt x="121261" y="158104"/>
                </a:lnTo>
                <a:lnTo>
                  <a:pt x="124936" y="157595"/>
                </a:lnTo>
                <a:lnTo>
                  <a:pt x="128610" y="157102"/>
                </a:lnTo>
                <a:lnTo>
                  <a:pt x="132285" y="156618"/>
                </a:lnTo>
                <a:lnTo>
                  <a:pt x="135960" y="156138"/>
                </a:lnTo>
                <a:lnTo>
                  <a:pt x="139634" y="155652"/>
                </a:lnTo>
                <a:lnTo>
                  <a:pt x="143309" y="155156"/>
                </a:lnTo>
                <a:lnTo>
                  <a:pt x="146983" y="154642"/>
                </a:lnTo>
                <a:lnTo>
                  <a:pt x="150658" y="154105"/>
                </a:lnTo>
                <a:lnTo>
                  <a:pt x="154333" y="153542"/>
                </a:lnTo>
                <a:lnTo>
                  <a:pt x="158007" y="152946"/>
                </a:lnTo>
                <a:lnTo>
                  <a:pt x="161682" y="152315"/>
                </a:lnTo>
                <a:lnTo>
                  <a:pt x="165356" y="151643"/>
                </a:lnTo>
                <a:lnTo>
                  <a:pt x="169031" y="150925"/>
                </a:lnTo>
                <a:lnTo>
                  <a:pt x="172706" y="150165"/>
                </a:lnTo>
                <a:lnTo>
                  <a:pt x="176380" y="149361"/>
                </a:lnTo>
                <a:lnTo>
                  <a:pt x="180055" y="148515"/>
                </a:lnTo>
                <a:lnTo>
                  <a:pt x="183729" y="147626"/>
                </a:lnTo>
                <a:lnTo>
                  <a:pt x="187404" y="146696"/>
                </a:lnTo>
                <a:lnTo>
                  <a:pt x="191079" y="145727"/>
                </a:lnTo>
                <a:lnTo>
                  <a:pt x="194753" y="144722"/>
                </a:lnTo>
                <a:lnTo>
                  <a:pt x="198428" y="143680"/>
                </a:lnTo>
                <a:lnTo>
                  <a:pt x="202102" y="142610"/>
                </a:lnTo>
                <a:lnTo>
                  <a:pt x="205777" y="141516"/>
                </a:lnTo>
                <a:lnTo>
                  <a:pt x="209452" y="140405"/>
                </a:lnTo>
                <a:lnTo>
                  <a:pt x="213126" y="139282"/>
                </a:lnTo>
                <a:lnTo>
                  <a:pt x="216801" y="138154"/>
                </a:lnTo>
                <a:lnTo>
                  <a:pt x="220475" y="137025"/>
                </a:lnTo>
                <a:lnTo>
                  <a:pt x="224150" y="135903"/>
                </a:lnTo>
                <a:lnTo>
                  <a:pt x="227825" y="134795"/>
                </a:lnTo>
                <a:lnTo>
                  <a:pt x="231499" y="133708"/>
                </a:lnTo>
                <a:lnTo>
                  <a:pt x="235174" y="132645"/>
                </a:lnTo>
                <a:lnTo>
                  <a:pt x="238848" y="131608"/>
                </a:lnTo>
                <a:lnTo>
                  <a:pt x="242523" y="130599"/>
                </a:lnTo>
                <a:lnTo>
                  <a:pt x="246198" y="129616"/>
                </a:lnTo>
                <a:lnTo>
                  <a:pt x="249872" y="128659"/>
                </a:lnTo>
                <a:lnTo>
                  <a:pt x="253547" y="127723"/>
                </a:lnTo>
                <a:lnTo>
                  <a:pt x="257221" y="126803"/>
                </a:lnTo>
                <a:lnTo>
                  <a:pt x="260896" y="125893"/>
                </a:lnTo>
                <a:lnTo>
                  <a:pt x="264571" y="124983"/>
                </a:lnTo>
                <a:lnTo>
                  <a:pt x="268245" y="124065"/>
                </a:lnTo>
                <a:lnTo>
                  <a:pt x="271920" y="123132"/>
                </a:lnTo>
                <a:lnTo>
                  <a:pt x="275594" y="122177"/>
                </a:lnTo>
                <a:lnTo>
                  <a:pt x="279269" y="121193"/>
                </a:lnTo>
                <a:lnTo>
                  <a:pt x="282944" y="120174"/>
                </a:lnTo>
                <a:lnTo>
                  <a:pt x="286618" y="119117"/>
                </a:lnTo>
                <a:lnTo>
                  <a:pt x="290293" y="118013"/>
                </a:lnTo>
                <a:lnTo>
                  <a:pt x="293967" y="116861"/>
                </a:lnTo>
                <a:lnTo>
                  <a:pt x="297642" y="115660"/>
                </a:lnTo>
                <a:lnTo>
                  <a:pt x="301317" y="114411"/>
                </a:lnTo>
                <a:lnTo>
                  <a:pt x="304991" y="113111"/>
                </a:lnTo>
                <a:lnTo>
                  <a:pt x="308666" y="111759"/>
                </a:lnTo>
                <a:lnTo>
                  <a:pt x="312340" y="110355"/>
                </a:lnTo>
                <a:lnTo>
                  <a:pt x="316015" y="108896"/>
                </a:lnTo>
                <a:lnTo>
                  <a:pt x="319690" y="107380"/>
                </a:lnTo>
                <a:lnTo>
                  <a:pt x="323364" y="105799"/>
                </a:lnTo>
                <a:lnTo>
                  <a:pt x="327039" y="104158"/>
                </a:lnTo>
                <a:lnTo>
                  <a:pt x="330713" y="102455"/>
                </a:lnTo>
                <a:lnTo>
                  <a:pt x="334388" y="100692"/>
                </a:lnTo>
                <a:lnTo>
                  <a:pt x="338063" y="98867"/>
                </a:lnTo>
                <a:lnTo>
                  <a:pt x="341737" y="96981"/>
                </a:lnTo>
                <a:lnTo>
                  <a:pt x="345412" y="95037"/>
                </a:lnTo>
                <a:lnTo>
                  <a:pt x="349086" y="93037"/>
                </a:lnTo>
                <a:lnTo>
                  <a:pt x="352761" y="90979"/>
                </a:lnTo>
                <a:lnTo>
                  <a:pt x="356436" y="88873"/>
                </a:lnTo>
                <a:lnTo>
                  <a:pt x="360110" y="86728"/>
                </a:lnTo>
                <a:lnTo>
                  <a:pt x="363785" y="84550"/>
                </a:lnTo>
                <a:lnTo>
                  <a:pt x="367459" y="82347"/>
                </a:lnTo>
                <a:lnTo>
                  <a:pt x="371134" y="80127"/>
                </a:lnTo>
                <a:lnTo>
                  <a:pt x="374809" y="77898"/>
                </a:lnTo>
                <a:lnTo>
                  <a:pt x="378483" y="75670"/>
                </a:lnTo>
                <a:lnTo>
                  <a:pt x="382158" y="73453"/>
                </a:lnTo>
                <a:lnTo>
                  <a:pt x="385832" y="71259"/>
                </a:lnTo>
                <a:lnTo>
                  <a:pt x="389507" y="69096"/>
                </a:lnTo>
                <a:lnTo>
                  <a:pt x="393182" y="66972"/>
                </a:lnTo>
                <a:lnTo>
                  <a:pt x="396856" y="64896"/>
                </a:lnTo>
                <a:lnTo>
                  <a:pt x="400531" y="62874"/>
                </a:lnTo>
                <a:lnTo>
                  <a:pt x="404205" y="60912"/>
                </a:lnTo>
                <a:lnTo>
                  <a:pt x="407880" y="59014"/>
                </a:lnTo>
                <a:lnTo>
                  <a:pt x="411555" y="57181"/>
                </a:lnTo>
                <a:lnTo>
                  <a:pt x="415229" y="55425"/>
                </a:lnTo>
                <a:lnTo>
                  <a:pt x="418904" y="53734"/>
                </a:lnTo>
                <a:lnTo>
                  <a:pt x="422578" y="52104"/>
                </a:lnTo>
                <a:lnTo>
                  <a:pt x="426253" y="50529"/>
                </a:lnTo>
                <a:lnTo>
                  <a:pt x="429928" y="49002"/>
                </a:lnTo>
                <a:lnTo>
                  <a:pt x="433602" y="47516"/>
                </a:lnTo>
                <a:lnTo>
                  <a:pt x="437277" y="46063"/>
                </a:lnTo>
                <a:lnTo>
                  <a:pt x="440951" y="44633"/>
                </a:lnTo>
                <a:lnTo>
                  <a:pt x="444626" y="43218"/>
                </a:lnTo>
                <a:lnTo>
                  <a:pt x="448301" y="41810"/>
                </a:lnTo>
                <a:lnTo>
                  <a:pt x="451975" y="40399"/>
                </a:lnTo>
                <a:lnTo>
                  <a:pt x="455650" y="38979"/>
                </a:lnTo>
                <a:lnTo>
                  <a:pt x="459324" y="37546"/>
                </a:lnTo>
                <a:lnTo>
                  <a:pt x="462999" y="36095"/>
                </a:lnTo>
                <a:lnTo>
                  <a:pt x="466674" y="34624"/>
                </a:lnTo>
                <a:lnTo>
                  <a:pt x="470348" y="33131"/>
                </a:lnTo>
                <a:lnTo>
                  <a:pt x="474023" y="31615"/>
                </a:lnTo>
                <a:lnTo>
                  <a:pt x="477697" y="30073"/>
                </a:lnTo>
                <a:lnTo>
                  <a:pt x="481372" y="28511"/>
                </a:lnTo>
                <a:lnTo>
                  <a:pt x="485047" y="26932"/>
                </a:lnTo>
                <a:lnTo>
                  <a:pt x="488721" y="25342"/>
                </a:lnTo>
                <a:lnTo>
                  <a:pt x="492396" y="23746"/>
                </a:lnTo>
                <a:lnTo>
                  <a:pt x="496070" y="22151"/>
                </a:lnTo>
                <a:lnTo>
                  <a:pt x="499745" y="20566"/>
                </a:lnTo>
                <a:lnTo>
                  <a:pt x="503420" y="18999"/>
                </a:lnTo>
                <a:lnTo>
                  <a:pt x="507094" y="17465"/>
                </a:lnTo>
                <a:lnTo>
                  <a:pt x="510769" y="15978"/>
                </a:lnTo>
                <a:lnTo>
                  <a:pt x="514443" y="14548"/>
                </a:lnTo>
                <a:lnTo>
                  <a:pt x="518118" y="13185"/>
                </a:lnTo>
                <a:lnTo>
                  <a:pt x="521793" y="11900"/>
                </a:lnTo>
                <a:lnTo>
                  <a:pt x="525467" y="10704"/>
                </a:lnTo>
                <a:lnTo>
                  <a:pt x="529142" y="9604"/>
                </a:lnTo>
                <a:lnTo>
                  <a:pt x="532816" y="8605"/>
                </a:lnTo>
                <a:lnTo>
                  <a:pt x="536491" y="7712"/>
                </a:lnTo>
                <a:lnTo>
                  <a:pt x="540166" y="6938"/>
                </a:lnTo>
                <a:lnTo>
                  <a:pt x="543840" y="6262"/>
                </a:lnTo>
                <a:lnTo>
                  <a:pt x="547515" y="5678"/>
                </a:lnTo>
                <a:lnTo>
                  <a:pt x="551189" y="5173"/>
                </a:lnTo>
                <a:lnTo>
                  <a:pt x="554864" y="4738"/>
                </a:lnTo>
                <a:lnTo>
                  <a:pt x="558539" y="4356"/>
                </a:lnTo>
                <a:lnTo>
                  <a:pt x="562213" y="4016"/>
                </a:lnTo>
                <a:lnTo>
                  <a:pt x="565888" y="3701"/>
                </a:lnTo>
                <a:lnTo>
                  <a:pt x="569562" y="3401"/>
                </a:lnTo>
                <a:lnTo>
                  <a:pt x="573237" y="3100"/>
                </a:lnTo>
                <a:lnTo>
                  <a:pt x="576912" y="2793"/>
                </a:lnTo>
                <a:lnTo>
                  <a:pt x="580586" y="2476"/>
                </a:lnTo>
                <a:lnTo>
                  <a:pt x="584261" y="2149"/>
                </a:lnTo>
                <a:lnTo>
                  <a:pt x="587935" y="1814"/>
                </a:lnTo>
                <a:lnTo>
                  <a:pt x="591610" y="1479"/>
                </a:lnTo>
                <a:lnTo>
                  <a:pt x="595285" y="1150"/>
                </a:lnTo>
                <a:lnTo>
                  <a:pt x="598959" y="839"/>
                </a:lnTo>
                <a:lnTo>
                  <a:pt x="602634" y="563"/>
                </a:lnTo>
                <a:lnTo>
                  <a:pt x="606308" y="330"/>
                </a:lnTo>
                <a:lnTo>
                  <a:pt x="609983" y="152"/>
                </a:lnTo>
                <a:lnTo>
                  <a:pt x="613658" y="39"/>
                </a:lnTo>
                <a:lnTo>
                  <a:pt x="617332" y="0"/>
                </a:lnTo>
                <a:lnTo>
                  <a:pt x="621007" y="40"/>
                </a:lnTo>
                <a:lnTo>
                  <a:pt x="624681" y="165"/>
                </a:lnTo>
                <a:lnTo>
                  <a:pt x="628356" y="379"/>
                </a:lnTo>
                <a:lnTo>
                  <a:pt x="632031" y="696"/>
                </a:lnTo>
                <a:lnTo>
                  <a:pt x="635705" y="1107"/>
                </a:lnTo>
                <a:lnTo>
                  <a:pt x="639380" y="1608"/>
                </a:lnTo>
                <a:lnTo>
                  <a:pt x="643054" y="2198"/>
                </a:lnTo>
                <a:lnTo>
                  <a:pt x="646729" y="2875"/>
                </a:lnTo>
                <a:lnTo>
                  <a:pt x="650404" y="3637"/>
                </a:lnTo>
                <a:lnTo>
                  <a:pt x="654078" y="4483"/>
                </a:lnTo>
                <a:lnTo>
                  <a:pt x="657753" y="5413"/>
                </a:lnTo>
                <a:lnTo>
                  <a:pt x="661427" y="6431"/>
                </a:lnTo>
                <a:lnTo>
                  <a:pt x="665102" y="7543"/>
                </a:lnTo>
                <a:lnTo>
                  <a:pt x="668777" y="8743"/>
                </a:lnTo>
                <a:lnTo>
                  <a:pt x="672451" y="10034"/>
                </a:lnTo>
                <a:lnTo>
                  <a:pt x="676126" y="11422"/>
                </a:lnTo>
                <a:lnTo>
                  <a:pt x="679800" y="12910"/>
                </a:lnTo>
                <a:lnTo>
                  <a:pt x="683475" y="14505"/>
                </a:lnTo>
                <a:lnTo>
                  <a:pt x="687150" y="16212"/>
                </a:lnTo>
                <a:lnTo>
                  <a:pt x="690824" y="18035"/>
                </a:lnTo>
                <a:lnTo>
                  <a:pt x="694499" y="19997"/>
                </a:lnTo>
                <a:lnTo>
                  <a:pt x="698173" y="22083"/>
                </a:lnTo>
                <a:lnTo>
                  <a:pt x="701848" y="24292"/>
                </a:lnTo>
                <a:lnTo>
                  <a:pt x="705523" y="26620"/>
                </a:lnTo>
                <a:lnTo>
                  <a:pt x="709197" y="29064"/>
                </a:lnTo>
                <a:lnTo>
                  <a:pt x="712872" y="31614"/>
                </a:lnTo>
                <a:lnTo>
                  <a:pt x="716546" y="34263"/>
                </a:lnTo>
                <a:lnTo>
                  <a:pt x="720221" y="36998"/>
                </a:lnTo>
                <a:lnTo>
                  <a:pt x="723896" y="39809"/>
                </a:lnTo>
                <a:lnTo>
                  <a:pt x="727570" y="42677"/>
                </a:lnTo>
                <a:lnTo>
                  <a:pt x="731245" y="45581"/>
                </a:lnTo>
                <a:lnTo>
                  <a:pt x="734919" y="48505"/>
                </a:lnTo>
                <a:lnTo>
                  <a:pt x="738594" y="51433"/>
                </a:lnTo>
                <a:lnTo>
                  <a:pt x="742269" y="54353"/>
                </a:lnTo>
                <a:lnTo>
                  <a:pt x="745943" y="57252"/>
                </a:lnTo>
                <a:lnTo>
                  <a:pt x="749618" y="60120"/>
                </a:lnTo>
                <a:lnTo>
                  <a:pt x="753292" y="62947"/>
                </a:lnTo>
                <a:lnTo>
                  <a:pt x="756967" y="65721"/>
                </a:lnTo>
                <a:lnTo>
                  <a:pt x="760642" y="68443"/>
                </a:lnTo>
                <a:lnTo>
                  <a:pt x="764316" y="71113"/>
                </a:lnTo>
                <a:lnTo>
                  <a:pt x="767991" y="73730"/>
                </a:lnTo>
                <a:lnTo>
                  <a:pt x="771665" y="76293"/>
                </a:lnTo>
                <a:lnTo>
                  <a:pt x="775340" y="78804"/>
                </a:lnTo>
                <a:lnTo>
                  <a:pt x="779015" y="81265"/>
                </a:lnTo>
                <a:lnTo>
                  <a:pt x="782689" y="83675"/>
                </a:lnTo>
                <a:lnTo>
                  <a:pt x="786364" y="86031"/>
                </a:lnTo>
                <a:lnTo>
                  <a:pt x="790038" y="88336"/>
                </a:lnTo>
                <a:lnTo>
                  <a:pt x="793713" y="90594"/>
                </a:lnTo>
                <a:lnTo>
                  <a:pt x="797388" y="92803"/>
                </a:lnTo>
                <a:lnTo>
                  <a:pt x="801062" y="94965"/>
                </a:lnTo>
                <a:lnTo>
                  <a:pt x="804737" y="97078"/>
                </a:lnTo>
                <a:lnTo>
                  <a:pt x="808411" y="99144"/>
                </a:lnTo>
                <a:lnTo>
                  <a:pt x="812086" y="101162"/>
                </a:lnTo>
                <a:lnTo>
                  <a:pt x="815761" y="103132"/>
                </a:lnTo>
                <a:lnTo>
                  <a:pt x="819435" y="105051"/>
                </a:lnTo>
                <a:lnTo>
                  <a:pt x="823110" y="106925"/>
                </a:lnTo>
                <a:lnTo>
                  <a:pt x="826784" y="108758"/>
                </a:lnTo>
                <a:lnTo>
                  <a:pt x="830459" y="110550"/>
                </a:lnTo>
                <a:lnTo>
                  <a:pt x="834134" y="112306"/>
                </a:lnTo>
                <a:lnTo>
                  <a:pt x="837808" y="114029"/>
                </a:lnTo>
                <a:lnTo>
                  <a:pt x="841483" y="115721"/>
                </a:lnTo>
                <a:lnTo>
                  <a:pt x="845157" y="117387"/>
                </a:lnTo>
                <a:lnTo>
                  <a:pt x="848832" y="119030"/>
                </a:lnTo>
                <a:lnTo>
                  <a:pt x="852507" y="120657"/>
                </a:lnTo>
                <a:lnTo>
                  <a:pt x="856181" y="122274"/>
                </a:lnTo>
                <a:lnTo>
                  <a:pt x="859856" y="123887"/>
                </a:lnTo>
                <a:lnTo>
                  <a:pt x="863530" y="125499"/>
                </a:lnTo>
                <a:lnTo>
                  <a:pt x="867205" y="127116"/>
                </a:lnTo>
                <a:lnTo>
                  <a:pt x="870880" y="128740"/>
                </a:lnTo>
                <a:lnTo>
                  <a:pt x="874554" y="130376"/>
                </a:lnTo>
                <a:lnTo>
                  <a:pt x="878229" y="132025"/>
                </a:lnTo>
                <a:lnTo>
                  <a:pt x="881903" y="133688"/>
                </a:lnTo>
                <a:lnTo>
                  <a:pt x="885578" y="135364"/>
                </a:lnTo>
                <a:lnTo>
                  <a:pt x="889253" y="137049"/>
                </a:lnTo>
                <a:lnTo>
                  <a:pt x="892927" y="138741"/>
                </a:lnTo>
                <a:lnTo>
                  <a:pt x="896602" y="140433"/>
                </a:lnTo>
                <a:lnTo>
                  <a:pt x="900276" y="142122"/>
                </a:lnTo>
                <a:lnTo>
                  <a:pt x="903951" y="143800"/>
                </a:lnTo>
                <a:lnTo>
                  <a:pt x="907626" y="145461"/>
                </a:lnTo>
                <a:lnTo>
                  <a:pt x="911300" y="147095"/>
                </a:lnTo>
                <a:lnTo>
                  <a:pt x="914975" y="148697"/>
                </a:lnTo>
                <a:lnTo>
                  <a:pt x="918649" y="150261"/>
                </a:lnTo>
                <a:lnTo>
                  <a:pt x="922324" y="151784"/>
                </a:lnTo>
                <a:lnTo>
                  <a:pt x="925999" y="153260"/>
                </a:lnTo>
                <a:lnTo>
                  <a:pt x="929673" y="154686"/>
                </a:lnTo>
                <a:lnTo>
                  <a:pt x="933348" y="156061"/>
                </a:lnTo>
                <a:lnTo>
                  <a:pt x="937022" y="157384"/>
                </a:lnTo>
                <a:lnTo>
                  <a:pt x="940697" y="158650"/>
                </a:lnTo>
                <a:lnTo>
                  <a:pt x="944372" y="159860"/>
                </a:lnTo>
                <a:lnTo>
                  <a:pt x="948046" y="161023"/>
                </a:lnTo>
                <a:lnTo>
                  <a:pt x="951721" y="162139"/>
                </a:lnTo>
                <a:lnTo>
                  <a:pt x="955395" y="163212"/>
                </a:lnTo>
                <a:lnTo>
                  <a:pt x="959070" y="164246"/>
                </a:lnTo>
                <a:lnTo>
                  <a:pt x="962745" y="165243"/>
                </a:lnTo>
                <a:lnTo>
                  <a:pt x="966419" y="166207"/>
                </a:lnTo>
                <a:lnTo>
                  <a:pt x="970094" y="167141"/>
                </a:lnTo>
                <a:lnTo>
                  <a:pt x="973768" y="168041"/>
                </a:lnTo>
                <a:lnTo>
                  <a:pt x="977443" y="168915"/>
                </a:lnTo>
                <a:lnTo>
                  <a:pt x="981118" y="169761"/>
                </a:lnTo>
                <a:lnTo>
                  <a:pt x="984792" y="170580"/>
                </a:lnTo>
                <a:lnTo>
                  <a:pt x="988467" y="171371"/>
                </a:lnTo>
                <a:lnTo>
                  <a:pt x="992141" y="172132"/>
                </a:lnTo>
                <a:lnTo>
                  <a:pt x="995816" y="172862"/>
                </a:lnTo>
                <a:lnTo>
                  <a:pt x="999491" y="173559"/>
                </a:lnTo>
                <a:lnTo>
                  <a:pt x="1003165" y="174217"/>
                </a:lnTo>
                <a:lnTo>
                  <a:pt x="1006840" y="174836"/>
                </a:lnTo>
                <a:lnTo>
                  <a:pt x="1010514" y="175418"/>
                </a:lnTo>
                <a:lnTo>
                  <a:pt x="1014189" y="175963"/>
                </a:lnTo>
                <a:lnTo>
                  <a:pt x="1017864" y="176469"/>
                </a:lnTo>
                <a:lnTo>
                  <a:pt x="1021538" y="176939"/>
                </a:lnTo>
                <a:lnTo>
                  <a:pt x="1025213" y="177374"/>
                </a:lnTo>
                <a:lnTo>
                  <a:pt x="1028887" y="177775"/>
                </a:lnTo>
                <a:lnTo>
                  <a:pt x="1032562" y="178143"/>
                </a:lnTo>
                <a:lnTo>
                  <a:pt x="1036237" y="178478"/>
                </a:lnTo>
                <a:lnTo>
                  <a:pt x="1039911" y="178788"/>
                </a:lnTo>
                <a:lnTo>
                  <a:pt x="1043586" y="179073"/>
                </a:lnTo>
                <a:lnTo>
                  <a:pt x="1047260" y="179337"/>
                </a:lnTo>
                <a:lnTo>
                  <a:pt x="1050935" y="179581"/>
                </a:lnTo>
                <a:lnTo>
                  <a:pt x="1054610" y="179807"/>
                </a:lnTo>
                <a:lnTo>
                  <a:pt x="1058284" y="180018"/>
                </a:lnTo>
                <a:lnTo>
                  <a:pt x="1061959" y="180214"/>
                </a:lnTo>
                <a:lnTo>
                  <a:pt x="1065633" y="180396"/>
                </a:lnTo>
                <a:lnTo>
                  <a:pt x="1069308" y="180566"/>
                </a:lnTo>
                <a:lnTo>
                  <a:pt x="1072983" y="180726"/>
                </a:lnTo>
                <a:lnTo>
                  <a:pt x="1076657" y="180876"/>
                </a:lnTo>
                <a:lnTo>
                  <a:pt x="1080332" y="181019"/>
                </a:lnTo>
                <a:lnTo>
                  <a:pt x="1084006" y="181154"/>
                </a:lnTo>
                <a:lnTo>
                  <a:pt x="1087681" y="181283"/>
                </a:lnTo>
                <a:lnTo>
                  <a:pt x="1091356" y="181406"/>
                </a:lnTo>
                <a:lnTo>
                  <a:pt x="1095030" y="181523"/>
                </a:lnTo>
                <a:lnTo>
                  <a:pt x="1098705" y="181636"/>
                </a:lnTo>
                <a:lnTo>
                  <a:pt x="1102379" y="181744"/>
                </a:lnTo>
                <a:lnTo>
                  <a:pt x="1106054" y="181848"/>
                </a:lnTo>
                <a:lnTo>
                  <a:pt x="1109729" y="181947"/>
                </a:lnTo>
                <a:lnTo>
                  <a:pt x="1113403" y="182042"/>
                </a:lnTo>
                <a:lnTo>
                  <a:pt x="1117078" y="182133"/>
                </a:lnTo>
                <a:lnTo>
                  <a:pt x="1120752" y="182218"/>
                </a:lnTo>
                <a:lnTo>
                  <a:pt x="1124427" y="182298"/>
                </a:lnTo>
                <a:lnTo>
                  <a:pt x="1128102" y="182372"/>
                </a:lnTo>
                <a:lnTo>
                  <a:pt x="1131776" y="182439"/>
                </a:lnTo>
                <a:lnTo>
                  <a:pt x="1135451" y="182501"/>
                </a:lnTo>
                <a:lnTo>
                  <a:pt x="1139125" y="182556"/>
                </a:lnTo>
                <a:lnTo>
                  <a:pt x="1142800" y="182605"/>
                </a:lnTo>
                <a:lnTo>
                  <a:pt x="1146475" y="182648"/>
                </a:lnTo>
                <a:lnTo>
                  <a:pt x="1150149" y="182686"/>
                </a:lnTo>
                <a:lnTo>
                  <a:pt x="1153824" y="182718"/>
                </a:lnTo>
                <a:lnTo>
                  <a:pt x="1157498" y="182745"/>
                </a:lnTo>
                <a:lnTo>
                  <a:pt x="1161173" y="182767"/>
                </a:lnTo>
                <a:lnTo>
                  <a:pt x="1164848" y="182786"/>
                </a:lnTo>
                <a:lnTo>
                  <a:pt x="1168522" y="182801"/>
                </a:lnTo>
                <a:lnTo>
                  <a:pt x="1172197" y="182813"/>
                </a:lnTo>
                <a:lnTo>
                  <a:pt x="1175871" y="182822"/>
                </a:lnTo>
                <a:lnTo>
                  <a:pt x="1179546" y="182830"/>
                </a:lnTo>
                <a:lnTo>
                  <a:pt x="1183221" y="182836"/>
                </a:lnTo>
                <a:lnTo>
                  <a:pt x="1186895" y="182840"/>
                </a:lnTo>
                <a:lnTo>
                  <a:pt x="1190570" y="182843"/>
                </a:lnTo>
                <a:lnTo>
                  <a:pt x="1194244" y="182845"/>
                </a:lnTo>
                <a:lnTo>
                  <a:pt x="1197919" y="182847"/>
                </a:lnTo>
                <a:lnTo>
                  <a:pt x="1201594" y="182848"/>
                </a:lnTo>
                <a:lnTo>
                  <a:pt x="1205268" y="182849"/>
                </a:lnTo>
                <a:lnTo>
                  <a:pt x="1208943" y="182850"/>
                </a:lnTo>
                <a:lnTo>
                  <a:pt x="1212617" y="182850"/>
                </a:lnTo>
                <a:lnTo>
                  <a:pt x="1216292" y="182851"/>
                </a:lnTo>
                <a:lnTo>
                  <a:pt x="1219967" y="182851"/>
                </a:lnTo>
                <a:lnTo>
                  <a:pt x="1223641" y="182851"/>
                </a:lnTo>
                <a:lnTo>
                  <a:pt x="1227316" y="182851"/>
                </a:lnTo>
                <a:lnTo>
                  <a:pt x="1230990" y="182851"/>
                </a:lnTo>
                <a:lnTo>
                  <a:pt x="1234665" y="182851"/>
                </a:lnTo>
                <a:lnTo>
                  <a:pt x="1238340" y="182851"/>
                </a:lnTo>
                <a:lnTo>
                  <a:pt x="1242014" y="182851"/>
                </a:lnTo>
                <a:lnTo>
                  <a:pt x="1245689" y="182851"/>
                </a:lnTo>
                <a:lnTo>
                  <a:pt x="1249363" y="182851"/>
                </a:lnTo>
                <a:lnTo>
                  <a:pt x="1253038" y="182851"/>
                </a:lnTo>
                <a:lnTo>
                  <a:pt x="1256713" y="182851"/>
                </a:lnTo>
                <a:lnTo>
                  <a:pt x="1260387" y="182851"/>
                </a:lnTo>
                <a:lnTo>
                  <a:pt x="1264062" y="182851"/>
                </a:lnTo>
                <a:lnTo>
                  <a:pt x="1267736" y="182851"/>
                </a:lnTo>
                <a:lnTo>
                  <a:pt x="1271411" y="182851"/>
                </a:lnTo>
                <a:lnTo>
                  <a:pt x="1275086" y="182851"/>
                </a:lnTo>
                <a:lnTo>
                  <a:pt x="1278760" y="182851"/>
                </a:lnTo>
                <a:lnTo>
                  <a:pt x="1282435" y="182851"/>
                </a:lnTo>
                <a:lnTo>
                  <a:pt x="1286109" y="182851"/>
                </a:lnTo>
                <a:lnTo>
                  <a:pt x="1289784" y="182851"/>
                </a:lnTo>
                <a:lnTo>
                  <a:pt x="1293459" y="182851"/>
                </a:lnTo>
                <a:lnTo>
                  <a:pt x="1297133" y="182851"/>
                </a:lnTo>
                <a:lnTo>
                  <a:pt x="1300808" y="182851"/>
                </a:lnTo>
                <a:lnTo>
                  <a:pt x="1304482" y="182851"/>
                </a:lnTo>
                <a:lnTo>
                  <a:pt x="1308157" y="182851"/>
                </a:lnTo>
                <a:lnTo>
                  <a:pt x="1311832" y="182851"/>
                </a:lnTo>
                <a:lnTo>
                  <a:pt x="1315506" y="182851"/>
                </a:lnTo>
                <a:lnTo>
                  <a:pt x="1319181" y="182851"/>
                </a:lnTo>
                <a:lnTo>
                  <a:pt x="1322855" y="182851"/>
                </a:lnTo>
                <a:lnTo>
                  <a:pt x="1326530" y="182851"/>
                </a:lnTo>
                <a:lnTo>
                  <a:pt x="1330205" y="182851"/>
                </a:lnTo>
                <a:lnTo>
                  <a:pt x="1333879" y="182851"/>
                </a:lnTo>
                <a:lnTo>
                  <a:pt x="1337554" y="182851"/>
                </a:lnTo>
                <a:lnTo>
                  <a:pt x="1341228" y="182851"/>
                </a:lnTo>
                <a:lnTo>
                  <a:pt x="1344903" y="182851"/>
                </a:lnTo>
                <a:lnTo>
                  <a:pt x="1348577" y="182851"/>
                </a:lnTo>
                <a:lnTo>
                  <a:pt x="1352252" y="182851"/>
                </a:lnTo>
                <a:lnTo>
                  <a:pt x="1355927" y="182851"/>
                </a:lnTo>
                <a:lnTo>
                  <a:pt x="1359601" y="182851"/>
                </a:lnTo>
                <a:lnTo>
                  <a:pt x="1363276" y="182851"/>
                </a:lnTo>
                <a:lnTo>
                  <a:pt x="1366950" y="182851"/>
                </a:lnTo>
                <a:lnTo>
                  <a:pt x="1370625" y="182851"/>
                </a:lnTo>
                <a:lnTo>
                  <a:pt x="1374300" y="182851"/>
                </a:lnTo>
                <a:lnTo>
                  <a:pt x="1377974" y="182851"/>
                </a:lnTo>
                <a:lnTo>
                  <a:pt x="1381649" y="182851"/>
                </a:lnTo>
                <a:lnTo>
                  <a:pt x="1385323" y="182851"/>
                </a:lnTo>
                <a:lnTo>
                  <a:pt x="1388998" y="182851"/>
                </a:lnTo>
                <a:lnTo>
                  <a:pt x="1392673" y="182851"/>
                </a:lnTo>
                <a:lnTo>
                  <a:pt x="1396347" y="182851"/>
                </a:lnTo>
                <a:lnTo>
                  <a:pt x="1400022" y="182851"/>
                </a:lnTo>
                <a:lnTo>
                  <a:pt x="1403696" y="182851"/>
                </a:lnTo>
                <a:lnTo>
                  <a:pt x="1407371" y="182851"/>
                </a:lnTo>
                <a:lnTo>
                  <a:pt x="1411046" y="182851"/>
                </a:lnTo>
                <a:lnTo>
                  <a:pt x="1414720" y="182851"/>
                </a:lnTo>
                <a:lnTo>
                  <a:pt x="1418395" y="182851"/>
                </a:lnTo>
                <a:lnTo>
                  <a:pt x="1422069" y="182851"/>
                </a:lnTo>
                <a:lnTo>
                  <a:pt x="1425744" y="182851"/>
                </a:lnTo>
                <a:lnTo>
                  <a:pt x="1429419" y="182851"/>
                </a:lnTo>
                <a:lnTo>
                  <a:pt x="1433093" y="182851"/>
                </a:lnTo>
                <a:lnTo>
                  <a:pt x="1436768" y="182851"/>
                </a:lnTo>
                <a:lnTo>
                  <a:pt x="1440442" y="182851"/>
                </a:lnTo>
                <a:lnTo>
                  <a:pt x="1444117" y="182851"/>
                </a:lnTo>
                <a:lnTo>
                  <a:pt x="1447792" y="182851"/>
                </a:lnTo>
                <a:lnTo>
                  <a:pt x="1451466" y="182851"/>
                </a:lnTo>
                <a:lnTo>
                  <a:pt x="1455141" y="182851"/>
                </a:lnTo>
                <a:lnTo>
                  <a:pt x="1458815" y="182851"/>
                </a:lnTo>
                <a:lnTo>
                  <a:pt x="1462490" y="182851"/>
                </a:lnTo>
                <a:lnTo>
                  <a:pt x="1466165" y="182851"/>
                </a:lnTo>
                <a:lnTo>
                  <a:pt x="1469839" y="182851"/>
                </a:lnTo>
                <a:lnTo>
                  <a:pt x="1473514" y="182851"/>
                </a:lnTo>
                <a:lnTo>
                  <a:pt x="1477188" y="182851"/>
                </a:lnTo>
                <a:lnTo>
                  <a:pt x="1480863" y="182851"/>
                </a:lnTo>
                <a:lnTo>
                  <a:pt x="1484538" y="182851"/>
                </a:lnTo>
                <a:lnTo>
                  <a:pt x="1488212" y="182851"/>
                </a:lnTo>
                <a:lnTo>
                  <a:pt x="1491887" y="182851"/>
                </a:lnTo>
                <a:lnTo>
                  <a:pt x="1495561" y="182851"/>
                </a:lnTo>
                <a:lnTo>
                  <a:pt x="1499236" y="182851"/>
                </a:lnTo>
                <a:lnTo>
                  <a:pt x="1502911" y="182851"/>
                </a:lnTo>
                <a:lnTo>
                  <a:pt x="1506585" y="182851"/>
                </a:lnTo>
                <a:lnTo>
                  <a:pt x="1510260" y="182851"/>
                </a:lnTo>
                <a:lnTo>
                  <a:pt x="1513934" y="182851"/>
                </a:lnTo>
                <a:lnTo>
                  <a:pt x="1517609" y="182851"/>
                </a:lnTo>
                <a:lnTo>
                  <a:pt x="1521284" y="182851"/>
                </a:lnTo>
                <a:lnTo>
                  <a:pt x="1524958" y="182851"/>
                </a:lnTo>
                <a:lnTo>
                  <a:pt x="1528633" y="182851"/>
                </a:lnTo>
                <a:lnTo>
                  <a:pt x="1532307" y="182851"/>
                </a:lnTo>
                <a:lnTo>
                  <a:pt x="1535982" y="182851"/>
                </a:lnTo>
                <a:lnTo>
                  <a:pt x="1539657" y="182851"/>
                </a:lnTo>
                <a:lnTo>
                  <a:pt x="1543331" y="182851"/>
                </a:lnTo>
                <a:lnTo>
                  <a:pt x="1547006" y="182851"/>
                </a:lnTo>
                <a:lnTo>
                  <a:pt x="1550680" y="182851"/>
                </a:lnTo>
                <a:lnTo>
                  <a:pt x="1554355" y="182851"/>
                </a:lnTo>
                <a:lnTo>
                  <a:pt x="1558030" y="182851"/>
                </a:lnTo>
                <a:lnTo>
                  <a:pt x="1561704" y="182851"/>
                </a:lnTo>
                <a:lnTo>
                  <a:pt x="1565379" y="182851"/>
                </a:lnTo>
                <a:lnTo>
                  <a:pt x="1569053" y="182851"/>
                </a:lnTo>
                <a:lnTo>
                  <a:pt x="1572728" y="182851"/>
                </a:lnTo>
                <a:lnTo>
                  <a:pt x="1576403" y="182851"/>
                </a:lnTo>
                <a:lnTo>
                  <a:pt x="1580077" y="182851"/>
                </a:lnTo>
                <a:lnTo>
                  <a:pt x="1583752" y="182851"/>
                </a:lnTo>
                <a:lnTo>
                  <a:pt x="1587426" y="182851"/>
                </a:lnTo>
                <a:lnTo>
                  <a:pt x="1591101" y="182851"/>
                </a:lnTo>
                <a:lnTo>
                  <a:pt x="1594776" y="182851"/>
                </a:lnTo>
                <a:lnTo>
                  <a:pt x="1598450" y="182851"/>
                </a:lnTo>
                <a:lnTo>
                  <a:pt x="1602125" y="182851"/>
                </a:lnTo>
                <a:lnTo>
                  <a:pt x="1605799" y="182851"/>
                </a:lnTo>
                <a:lnTo>
                  <a:pt x="1609474" y="182851"/>
                </a:lnTo>
                <a:lnTo>
                  <a:pt x="1613149" y="182851"/>
                </a:lnTo>
                <a:lnTo>
                  <a:pt x="1616823" y="182851"/>
                </a:lnTo>
                <a:lnTo>
                  <a:pt x="1620498" y="182851"/>
                </a:lnTo>
                <a:lnTo>
                  <a:pt x="1624172" y="182851"/>
                </a:lnTo>
                <a:lnTo>
                  <a:pt x="1627847" y="182851"/>
                </a:lnTo>
                <a:lnTo>
                  <a:pt x="1631522" y="182851"/>
                </a:lnTo>
                <a:lnTo>
                  <a:pt x="1635196" y="182851"/>
                </a:lnTo>
                <a:lnTo>
                  <a:pt x="1638871" y="182851"/>
                </a:lnTo>
                <a:lnTo>
                  <a:pt x="1642545" y="182851"/>
                </a:lnTo>
                <a:lnTo>
                  <a:pt x="1646220" y="182851"/>
                </a:lnTo>
                <a:lnTo>
                  <a:pt x="1649895" y="182851"/>
                </a:lnTo>
                <a:lnTo>
                  <a:pt x="1653569" y="182851"/>
                </a:lnTo>
                <a:lnTo>
                  <a:pt x="1657244" y="182851"/>
                </a:lnTo>
                <a:lnTo>
                  <a:pt x="1660918" y="182851"/>
                </a:lnTo>
                <a:lnTo>
                  <a:pt x="1664593" y="182851"/>
                </a:lnTo>
                <a:lnTo>
                  <a:pt x="1668268" y="182851"/>
                </a:lnTo>
                <a:lnTo>
                  <a:pt x="1671942" y="182851"/>
                </a:lnTo>
                <a:lnTo>
                  <a:pt x="1675617" y="182851"/>
                </a:lnTo>
                <a:lnTo>
                  <a:pt x="1679291" y="182851"/>
                </a:lnTo>
                <a:lnTo>
                  <a:pt x="1682966" y="182851"/>
                </a:lnTo>
                <a:lnTo>
                  <a:pt x="1686641" y="182851"/>
                </a:lnTo>
                <a:lnTo>
                  <a:pt x="1690315" y="182851"/>
                </a:lnTo>
                <a:lnTo>
                  <a:pt x="1693990" y="182851"/>
                </a:lnTo>
                <a:lnTo>
                  <a:pt x="1697664" y="182851"/>
                </a:lnTo>
                <a:lnTo>
                  <a:pt x="1701339" y="182851"/>
                </a:lnTo>
                <a:lnTo>
                  <a:pt x="1705014" y="182851"/>
                </a:lnTo>
                <a:lnTo>
                  <a:pt x="1708688" y="182851"/>
                </a:lnTo>
                <a:lnTo>
                  <a:pt x="1712363" y="182851"/>
                </a:lnTo>
                <a:lnTo>
                  <a:pt x="1716037" y="182851"/>
                </a:lnTo>
                <a:lnTo>
                  <a:pt x="1719712" y="182851"/>
                </a:lnTo>
                <a:lnTo>
                  <a:pt x="1723387" y="182851"/>
                </a:lnTo>
                <a:lnTo>
                  <a:pt x="1727061" y="182851"/>
                </a:lnTo>
                <a:lnTo>
                  <a:pt x="1730736" y="182851"/>
                </a:lnTo>
                <a:lnTo>
                  <a:pt x="1734410" y="182851"/>
                </a:lnTo>
                <a:lnTo>
                  <a:pt x="1738085" y="182851"/>
                </a:lnTo>
                <a:lnTo>
                  <a:pt x="1741760" y="182851"/>
                </a:lnTo>
                <a:lnTo>
                  <a:pt x="1745434" y="182851"/>
                </a:lnTo>
                <a:lnTo>
                  <a:pt x="1749109" y="182851"/>
                </a:lnTo>
                <a:lnTo>
                  <a:pt x="1752783" y="182851"/>
                </a:lnTo>
                <a:lnTo>
                  <a:pt x="1756458" y="182851"/>
                </a:lnTo>
                <a:lnTo>
                  <a:pt x="1760133" y="182851"/>
                </a:lnTo>
                <a:lnTo>
                  <a:pt x="1763807" y="182851"/>
                </a:lnTo>
                <a:lnTo>
                  <a:pt x="1767482" y="182851"/>
                </a:lnTo>
                <a:lnTo>
                  <a:pt x="1771156" y="182851"/>
                </a:lnTo>
                <a:lnTo>
                  <a:pt x="1774831" y="182851"/>
                </a:lnTo>
                <a:lnTo>
                  <a:pt x="1778506" y="182851"/>
                </a:lnTo>
                <a:lnTo>
                  <a:pt x="1782180" y="182851"/>
                </a:lnTo>
                <a:lnTo>
                  <a:pt x="1785855" y="182851"/>
                </a:lnTo>
                <a:lnTo>
                  <a:pt x="1789529" y="182851"/>
                </a:lnTo>
                <a:lnTo>
                  <a:pt x="1793204" y="182851"/>
                </a:lnTo>
                <a:lnTo>
                  <a:pt x="1796879" y="182851"/>
                </a:lnTo>
                <a:lnTo>
                  <a:pt x="1800553" y="182851"/>
                </a:lnTo>
                <a:lnTo>
                  <a:pt x="1804228" y="182851"/>
                </a:lnTo>
                <a:lnTo>
                  <a:pt x="1807902" y="182851"/>
                </a:lnTo>
                <a:lnTo>
                  <a:pt x="1811577" y="182851"/>
                </a:lnTo>
                <a:lnTo>
                  <a:pt x="1815252" y="182851"/>
                </a:lnTo>
                <a:lnTo>
                  <a:pt x="1818926" y="182851"/>
                </a:lnTo>
                <a:lnTo>
                  <a:pt x="1822601" y="182851"/>
                </a:lnTo>
                <a:lnTo>
                  <a:pt x="1826275" y="182851"/>
                </a:lnTo>
                <a:lnTo>
                  <a:pt x="1829950" y="182851"/>
                </a:lnTo>
                <a:lnTo>
                  <a:pt x="1833625" y="182851"/>
                </a:lnTo>
                <a:lnTo>
                  <a:pt x="1837299" y="182851"/>
                </a:lnTo>
                <a:lnTo>
                  <a:pt x="1840974" y="182851"/>
                </a:lnTo>
                <a:lnTo>
                  <a:pt x="1844648" y="182851"/>
                </a:lnTo>
                <a:lnTo>
                  <a:pt x="1848323" y="182851"/>
                </a:lnTo>
                <a:lnTo>
                  <a:pt x="1851998" y="182851"/>
                </a:lnTo>
                <a:lnTo>
                  <a:pt x="1855672" y="182851"/>
                </a:lnTo>
                <a:lnTo>
                  <a:pt x="1859347" y="182851"/>
                </a:lnTo>
                <a:lnTo>
                  <a:pt x="1863021" y="182851"/>
                </a:lnTo>
                <a:lnTo>
                  <a:pt x="1866696" y="182851"/>
                </a:lnTo>
                <a:lnTo>
                  <a:pt x="1870371" y="182851"/>
                </a:lnTo>
                <a:lnTo>
                  <a:pt x="1874045" y="182851"/>
                </a:lnTo>
                <a:lnTo>
                  <a:pt x="1877720" y="182851"/>
                </a:lnTo>
                <a:lnTo>
                  <a:pt x="1874045" y="182851"/>
                </a:lnTo>
                <a:lnTo>
                  <a:pt x="1870371" y="182851"/>
                </a:lnTo>
                <a:lnTo>
                  <a:pt x="1866696" y="182851"/>
                </a:lnTo>
                <a:lnTo>
                  <a:pt x="1863021" y="182851"/>
                </a:lnTo>
                <a:lnTo>
                  <a:pt x="1859347" y="182851"/>
                </a:lnTo>
                <a:lnTo>
                  <a:pt x="1855672" y="182851"/>
                </a:lnTo>
                <a:lnTo>
                  <a:pt x="1851998" y="182851"/>
                </a:lnTo>
                <a:lnTo>
                  <a:pt x="1848323" y="182851"/>
                </a:lnTo>
                <a:lnTo>
                  <a:pt x="1844648" y="182851"/>
                </a:lnTo>
                <a:lnTo>
                  <a:pt x="1840974" y="182851"/>
                </a:lnTo>
                <a:lnTo>
                  <a:pt x="1837299" y="182851"/>
                </a:lnTo>
                <a:lnTo>
                  <a:pt x="1833625" y="182851"/>
                </a:lnTo>
                <a:lnTo>
                  <a:pt x="1829950" y="182851"/>
                </a:lnTo>
                <a:lnTo>
                  <a:pt x="1826275" y="182851"/>
                </a:lnTo>
                <a:lnTo>
                  <a:pt x="1822601" y="182851"/>
                </a:lnTo>
                <a:lnTo>
                  <a:pt x="1818926" y="182851"/>
                </a:lnTo>
                <a:lnTo>
                  <a:pt x="1815252" y="182851"/>
                </a:lnTo>
                <a:lnTo>
                  <a:pt x="1811577" y="182851"/>
                </a:lnTo>
                <a:lnTo>
                  <a:pt x="1807902" y="182851"/>
                </a:lnTo>
                <a:lnTo>
                  <a:pt x="1804228" y="182851"/>
                </a:lnTo>
                <a:lnTo>
                  <a:pt x="1800553" y="182851"/>
                </a:lnTo>
                <a:lnTo>
                  <a:pt x="1796879" y="182851"/>
                </a:lnTo>
                <a:lnTo>
                  <a:pt x="1793204" y="182851"/>
                </a:lnTo>
                <a:lnTo>
                  <a:pt x="1789529" y="182851"/>
                </a:lnTo>
                <a:lnTo>
                  <a:pt x="1785855" y="182851"/>
                </a:lnTo>
                <a:lnTo>
                  <a:pt x="1782180" y="182851"/>
                </a:lnTo>
                <a:lnTo>
                  <a:pt x="1778506" y="182851"/>
                </a:lnTo>
                <a:lnTo>
                  <a:pt x="1774831" y="182851"/>
                </a:lnTo>
                <a:lnTo>
                  <a:pt x="1771156" y="182851"/>
                </a:lnTo>
                <a:lnTo>
                  <a:pt x="1767482" y="182851"/>
                </a:lnTo>
                <a:lnTo>
                  <a:pt x="1763807" y="182851"/>
                </a:lnTo>
                <a:lnTo>
                  <a:pt x="1760133" y="182851"/>
                </a:lnTo>
                <a:lnTo>
                  <a:pt x="1756458" y="182851"/>
                </a:lnTo>
                <a:lnTo>
                  <a:pt x="1752783" y="182851"/>
                </a:lnTo>
                <a:lnTo>
                  <a:pt x="1749109" y="182851"/>
                </a:lnTo>
                <a:lnTo>
                  <a:pt x="1745434" y="182851"/>
                </a:lnTo>
                <a:lnTo>
                  <a:pt x="1741760" y="182851"/>
                </a:lnTo>
                <a:lnTo>
                  <a:pt x="1738085" y="182851"/>
                </a:lnTo>
                <a:lnTo>
                  <a:pt x="1734410" y="182851"/>
                </a:lnTo>
                <a:lnTo>
                  <a:pt x="1730736" y="182851"/>
                </a:lnTo>
                <a:lnTo>
                  <a:pt x="1727061" y="182851"/>
                </a:lnTo>
                <a:lnTo>
                  <a:pt x="1723387" y="182851"/>
                </a:lnTo>
                <a:lnTo>
                  <a:pt x="1719712" y="182851"/>
                </a:lnTo>
                <a:lnTo>
                  <a:pt x="1716037" y="182851"/>
                </a:lnTo>
                <a:lnTo>
                  <a:pt x="1712363" y="182851"/>
                </a:lnTo>
                <a:lnTo>
                  <a:pt x="1708688" y="182851"/>
                </a:lnTo>
                <a:lnTo>
                  <a:pt x="1705014" y="182851"/>
                </a:lnTo>
                <a:lnTo>
                  <a:pt x="1701339" y="182851"/>
                </a:lnTo>
                <a:lnTo>
                  <a:pt x="1697664" y="182851"/>
                </a:lnTo>
                <a:lnTo>
                  <a:pt x="1693990" y="182851"/>
                </a:lnTo>
                <a:lnTo>
                  <a:pt x="1690315" y="182851"/>
                </a:lnTo>
                <a:lnTo>
                  <a:pt x="1686641" y="182851"/>
                </a:lnTo>
                <a:lnTo>
                  <a:pt x="1682966" y="182851"/>
                </a:lnTo>
                <a:lnTo>
                  <a:pt x="1679291" y="182851"/>
                </a:lnTo>
                <a:lnTo>
                  <a:pt x="1675617" y="182851"/>
                </a:lnTo>
                <a:lnTo>
                  <a:pt x="1671942" y="182851"/>
                </a:lnTo>
                <a:lnTo>
                  <a:pt x="1668268" y="182851"/>
                </a:lnTo>
                <a:lnTo>
                  <a:pt x="1664593" y="182851"/>
                </a:lnTo>
                <a:lnTo>
                  <a:pt x="1660918" y="182851"/>
                </a:lnTo>
                <a:lnTo>
                  <a:pt x="1657244" y="182851"/>
                </a:lnTo>
                <a:lnTo>
                  <a:pt x="1653569" y="182851"/>
                </a:lnTo>
                <a:lnTo>
                  <a:pt x="1649895" y="182851"/>
                </a:lnTo>
                <a:lnTo>
                  <a:pt x="1646220" y="182851"/>
                </a:lnTo>
                <a:lnTo>
                  <a:pt x="1642545" y="182851"/>
                </a:lnTo>
                <a:lnTo>
                  <a:pt x="1638871" y="182851"/>
                </a:lnTo>
                <a:lnTo>
                  <a:pt x="1635196" y="182851"/>
                </a:lnTo>
                <a:lnTo>
                  <a:pt x="1631522" y="182851"/>
                </a:lnTo>
                <a:lnTo>
                  <a:pt x="1627847" y="182851"/>
                </a:lnTo>
                <a:lnTo>
                  <a:pt x="1624172" y="182851"/>
                </a:lnTo>
                <a:lnTo>
                  <a:pt x="1620498" y="182851"/>
                </a:lnTo>
                <a:lnTo>
                  <a:pt x="1616823" y="182851"/>
                </a:lnTo>
                <a:lnTo>
                  <a:pt x="1613149" y="182851"/>
                </a:lnTo>
                <a:lnTo>
                  <a:pt x="1609474" y="182851"/>
                </a:lnTo>
                <a:lnTo>
                  <a:pt x="1605799" y="182851"/>
                </a:lnTo>
                <a:lnTo>
                  <a:pt x="1602125" y="182851"/>
                </a:lnTo>
                <a:lnTo>
                  <a:pt x="1598450" y="182851"/>
                </a:lnTo>
                <a:lnTo>
                  <a:pt x="1594776" y="182851"/>
                </a:lnTo>
                <a:lnTo>
                  <a:pt x="1591101" y="182851"/>
                </a:lnTo>
                <a:lnTo>
                  <a:pt x="1587426" y="182851"/>
                </a:lnTo>
                <a:lnTo>
                  <a:pt x="1583752" y="182851"/>
                </a:lnTo>
                <a:lnTo>
                  <a:pt x="1580077" y="182851"/>
                </a:lnTo>
                <a:lnTo>
                  <a:pt x="1576403" y="182851"/>
                </a:lnTo>
                <a:lnTo>
                  <a:pt x="1572728" y="182851"/>
                </a:lnTo>
                <a:lnTo>
                  <a:pt x="1569053" y="182851"/>
                </a:lnTo>
                <a:lnTo>
                  <a:pt x="1565379" y="182851"/>
                </a:lnTo>
                <a:lnTo>
                  <a:pt x="1561704" y="182851"/>
                </a:lnTo>
                <a:lnTo>
                  <a:pt x="1558030" y="182851"/>
                </a:lnTo>
                <a:lnTo>
                  <a:pt x="1554355" y="182851"/>
                </a:lnTo>
                <a:lnTo>
                  <a:pt x="1550680" y="182851"/>
                </a:lnTo>
                <a:lnTo>
                  <a:pt x="1547006" y="182851"/>
                </a:lnTo>
                <a:lnTo>
                  <a:pt x="1543331" y="182851"/>
                </a:lnTo>
                <a:lnTo>
                  <a:pt x="1539657" y="182851"/>
                </a:lnTo>
                <a:lnTo>
                  <a:pt x="1535982" y="182851"/>
                </a:lnTo>
                <a:lnTo>
                  <a:pt x="1532307" y="182851"/>
                </a:lnTo>
                <a:lnTo>
                  <a:pt x="1528633" y="182851"/>
                </a:lnTo>
                <a:lnTo>
                  <a:pt x="1524958" y="182851"/>
                </a:lnTo>
                <a:lnTo>
                  <a:pt x="1521284" y="182851"/>
                </a:lnTo>
                <a:lnTo>
                  <a:pt x="1517609" y="182851"/>
                </a:lnTo>
                <a:lnTo>
                  <a:pt x="1513934" y="182851"/>
                </a:lnTo>
                <a:lnTo>
                  <a:pt x="1510260" y="182851"/>
                </a:lnTo>
                <a:lnTo>
                  <a:pt x="1506585" y="182851"/>
                </a:lnTo>
                <a:lnTo>
                  <a:pt x="1502911" y="182851"/>
                </a:lnTo>
                <a:lnTo>
                  <a:pt x="1499236" y="182851"/>
                </a:lnTo>
                <a:lnTo>
                  <a:pt x="1495561" y="182851"/>
                </a:lnTo>
                <a:lnTo>
                  <a:pt x="1491887" y="182851"/>
                </a:lnTo>
                <a:lnTo>
                  <a:pt x="1488212" y="182851"/>
                </a:lnTo>
                <a:lnTo>
                  <a:pt x="1484538" y="182851"/>
                </a:lnTo>
                <a:lnTo>
                  <a:pt x="1480863" y="182851"/>
                </a:lnTo>
                <a:lnTo>
                  <a:pt x="1477188" y="182851"/>
                </a:lnTo>
                <a:lnTo>
                  <a:pt x="1473514" y="182851"/>
                </a:lnTo>
                <a:lnTo>
                  <a:pt x="1469839" y="182851"/>
                </a:lnTo>
                <a:lnTo>
                  <a:pt x="1466165" y="182851"/>
                </a:lnTo>
                <a:lnTo>
                  <a:pt x="1462490" y="182851"/>
                </a:lnTo>
                <a:lnTo>
                  <a:pt x="1458815" y="182851"/>
                </a:lnTo>
                <a:lnTo>
                  <a:pt x="1455141" y="182851"/>
                </a:lnTo>
                <a:lnTo>
                  <a:pt x="1451466" y="182851"/>
                </a:lnTo>
                <a:lnTo>
                  <a:pt x="1447792" y="182851"/>
                </a:lnTo>
                <a:lnTo>
                  <a:pt x="1444117" y="182851"/>
                </a:lnTo>
                <a:lnTo>
                  <a:pt x="1440442" y="182851"/>
                </a:lnTo>
                <a:lnTo>
                  <a:pt x="1436768" y="182851"/>
                </a:lnTo>
                <a:lnTo>
                  <a:pt x="1433093" y="182851"/>
                </a:lnTo>
                <a:lnTo>
                  <a:pt x="1429419" y="182851"/>
                </a:lnTo>
                <a:lnTo>
                  <a:pt x="1425744" y="182851"/>
                </a:lnTo>
                <a:lnTo>
                  <a:pt x="1422069" y="182851"/>
                </a:lnTo>
                <a:lnTo>
                  <a:pt x="1418395" y="182851"/>
                </a:lnTo>
                <a:lnTo>
                  <a:pt x="1414720" y="182851"/>
                </a:lnTo>
                <a:lnTo>
                  <a:pt x="1411046" y="182851"/>
                </a:lnTo>
                <a:lnTo>
                  <a:pt x="1407371" y="182851"/>
                </a:lnTo>
                <a:lnTo>
                  <a:pt x="1403696" y="182851"/>
                </a:lnTo>
                <a:lnTo>
                  <a:pt x="1400022" y="182851"/>
                </a:lnTo>
                <a:lnTo>
                  <a:pt x="1396347" y="182851"/>
                </a:lnTo>
                <a:lnTo>
                  <a:pt x="1392673" y="182851"/>
                </a:lnTo>
                <a:lnTo>
                  <a:pt x="1388998" y="182851"/>
                </a:lnTo>
                <a:lnTo>
                  <a:pt x="1385323" y="182851"/>
                </a:lnTo>
                <a:lnTo>
                  <a:pt x="1381649" y="182851"/>
                </a:lnTo>
                <a:lnTo>
                  <a:pt x="1377974" y="182851"/>
                </a:lnTo>
                <a:lnTo>
                  <a:pt x="1374300" y="182851"/>
                </a:lnTo>
                <a:lnTo>
                  <a:pt x="1370625" y="182851"/>
                </a:lnTo>
                <a:lnTo>
                  <a:pt x="1366950" y="182851"/>
                </a:lnTo>
                <a:lnTo>
                  <a:pt x="1363276" y="182851"/>
                </a:lnTo>
                <a:lnTo>
                  <a:pt x="1359601" y="182851"/>
                </a:lnTo>
                <a:lnTo>
                  <a:pt x="1355927" y="182851"/>
                </a:lnTo>
                <a:lnTo>
                  <a:pt x="1352252" y="182851"/>
                </a:lnTo>
                <a:lnTo>
                  <a:pt x="1348577" y="182851"/>
                </a:lnTo>
                <a:lnTo>
                  <a:pt x="1344903" y="182851"/>
                </a:lnTo>
                <a:lnTo>
                  <a:pt x="1341228" y="182851"/>
                </a:lnTo>
                <a:lnTo>
                  <a:pt x="1337554" y="182851"/>
                </a:lnTo>
                <a:lnTo>
                  <a:pt x="1333879" y="182851"/>
                </a:lnTo>
                <a:lnTo>
                  <a:pt x="1330205" y="182851"/>
                </a:lnTo>
                <a:lnTo>
                  <a:pt x="1326530" y="182851"/>
                </a:lnTo>
                <a:lnTo>
                  <a:pt x="1322855" y="182851"/>
                </a:lnTo>
                <a:lnTo>
                  <a:pt x="1319181" y="182851"/>
                </a:lnTo>
                <a:lnTo>
                  <a:pt x="1315506" y="182851"/>
                </a:lnTo>
                <a:lnTo>
                  <a:pt x="1311832" y="182851"/>
                </a:lnTo>
                <a:lnTo>
                  <a:pt x="1308157" y="182851"/>
                </a:lnTo>
                <a:lnTo>
                  <a:pt x="1304482" y="182851"/>
                </a:lnTo>
                <a:lnTo>
                  <a:pt x="1300808" y="182851"/>
                </a:lnTo>
                <a:lnTo>
                  <a:pt x="1297133" y="182851"/>
                </a:lnTo>
                <a:lnTo>
                  <a:pt x="1293459" y="182851"/>
                </a:lnTo>
                <a:lnTo>
                  <a:pt x="1289784" y="182851"/>
                </a:lnTo>
                <a:lnTo>
                  <a:pt x="1286109" y="182851"/>
                </a:lnTo>
                <a:lnTo>
                  <a:pt x="1282435" y="182851"/>
                </a:lnTo>
                <a:lnTo>
                  <a:pt x="1278760" y="182851"/>
                </a:lnTo>
                <a:lnTo>
                  <a:pt x="1275086" y="182851"/>
                </a:lnTo>
                <a:lnTo>
                  <a:pt x="1271411" y="182851"/>
                </a:lnTo>
                <a:lnTo>
                  <a:pt x="1267736" y="182851"/>
                </a:lnTo>
                <a:lnTo>
                  <a:pt x="1264062" y="182851"/>
                </a:lnTo>
                <a:lnTo>
                  <a:pt x="1260387" y="182851"/>
                </a:lnTo>
                <a:lnTo>
                  <a:pt x="1256713" y="182851"/>
                </a:lnTo>
                <a:lnTo>
                  <a:pt x="1253038" y="182851"/>
                </a:lnTo>
                <a:lnTo>
                  <a:pt x="1249363" y="182851"/>
                </a:lnTo>
                <a:lnTo>
                  <a:pt x="1245689" y="182851"/>
                </a:lnTo>
                <a:lnTo>
                  <a:pt x="1242014" y="182851"/>
                </a:lnTo>
                <a:lnTo>
                  <a:pt x="1238340" y="182851"/>
                </a:lnTo>
                <a:lnTo>
                  <a:pt x="1234665" y="182851"/>
                </a:lnTo>
                <a:lnTo>
                  <a:pt x="1230990" y="182851"/>
                </a:lnTo>
                <a:lnTo>
                  <a:pt x="1227316" y="182851"/>
                </a:lnTo>
                <a:lnTo>
                  <a:pt x="1223641" y="182851"/>
                </a:lnTo>
                <a:lnTo>
                  <a:pt x="1219967" y="182851"/>
                </a:lnTo>
                <a:lnTo>
                  <a:pt x="1216292" y="182851"/>
                </a:lnTo>
                <a:lnTo>
                  <a:pt x="1212617" y="182851"/>
                </a:lnTo>
                <a:lnTo>
                  <a:pt x="1208943" y="182851"/>
                </a:lnTo>
                <a:lnTo>
                  <a:pt x="1205268" y="182851"/>
                </a:lnTo>
                <a:lnTo>
                  <a:pt x="1201594" y="182851"/>
                </a:lnTo>
                <a:lnTo>
                  <a:pt x="1197919" y="182851"/>
                </a:lnTo>
                <a:lnTo>
                  <a:pt x="1194244" y="182851"/>
                </a:lnTo>
                <a:lnTo>
                  <a:pt x="1190570" y="182851"/>
                </a:lnTo>
                <a:lnTo>
                  <a:pt x="1186895" y="182851"/>
                </a:lnTo>
                <a:lnTo>
                  <a:pt x="1183221" y="182851"/>
                </a:lnTo>
                <a:lnTo>
                  <a:pt x="1179546" y="182851"/>
                </a:lnTo>
                <a:lnTo>
                  <a:pt x="1175871" y="182851"/>
                </a:lnTo>
                <a:lnTo>
                  <a:pt x="1172197" y="182851"/>
                </a:lnTo>
                <a:lnTo>
                  <a:pt x="1168522" y="182851"/>
                </a:lnTo>
                <a:lnTo>
                  <a:pt x="1164848" y="182851"/>
                </a:lnTo>
                <a:lnTo>
                  <a:pt x="1161173" y="182851"/>
                </a:lnTo>
                <a:lnTo>
                  <a:pt x="1157498" y="182851"/>
                </a:lnTo>
                <a:lnTo>
                  <a:pt x="1153824" y="182851"/>
                </a:lnTo>
                <a:lnTo>
                  <a:pt x="1150149" y="182851"/>
                </a:lnTo>
                <a:lnTo>
                  <a:pt x="1146475" y="182851"/>
                </a:lnTo>
                <a:lnTo>
                  <a:pt x="1142800" y="182851"/>
                </a:lnTo>
                <a:lnTo>
                  <a:pt x="1139125" y="182851"/>
                </a:lnTo>
                <a:lnTo>
                  <a:pt x="1135451" y="182851"/>
                </a:lnTo>
                <a:lnTo>
                  <a:pt x="1131776" y="182851"/>
                </a:lnTo>
                <a:lnTo>
                  <a:pt x="1128102" y="182851"/>
                </a:lnTo>
                <a:lnTo>
                  <a:pt x="1124427" y="182851"/>
                </a:lnTo>
                <a:lnTo>
                  <a:pt x="1120752" y="182851"/>
                </a:lnTo>
                <a:lnTo>
                  <a:pt x="1117078" y="182851"/>
                </a:lnTo>
                <a:lnTo>
                  <a:pt x="1113403" y="182851"/>
                </a:lnTo>
                <a:lnTo>
                  <a:pt x="1109729" y="182851"/>
                </a:lnTo>
                <a:lnTo>
                  <a:pt x="1106054" y="182851"/>
                </a:lnTo>
                <a:lnTo>
                  <a:pt x="1102379" y="182851"/>
                </a:lnTo>
                <a:lnTo>
                  <a:pt x="1098705" y="182851"/>
                </a:lnTo>
                <a:lnTo>
                  <a:pt x="1095030" y="182851"/>
                </a:lnTo>
                <a:lnTo>
                  <a:pt x="1091356" y="182851"/>
                </a:lnTo>
                <a:lnTo>
                  <a:pt x="1087681" y="182851"/>
                </a:lnTo>
                <a:lnTo>
                  <a:pt x="1084006" y="182851"/>
                </a:lnTo>
                <a:lnTo>
                  <a:pt x="1080332" y="182851"/>
                </a:lnTo>
                <a:lnTo>
                  <a:pt x="1076657" y="182851"/>
                </a:lnTo>
                <a:lnTo>
                  <a:pt x="1072983" y="182851"/>
                </a:lnTo>
                <a:lnTo>
                  <a:pt x="1069308" y="182851"/>
                </a:lnTo>
                <a:lnTo>
                  <a:pt x="1065633" y="182851"/>
                </a:lnTo>
                <a:lnTo>
                  <a:pt x="1061959" y="182851"/>
                </a:lnTo>
                <a:lnTo>
                  <a:pt x="1058284" y="182851"/>
                </a:lnTo>
                <a:lnTo>
                  <a:pt x="1054610" y="182851"/>
                </a:lnTo>
                <a:lnTo>
                  <a:pt x="1050935" y="182851"/>
                </a:lnTo>
                <a:lnTo>
                  <a:pt x="1047260" y="182851"/>
                </a:lnTo>
                <a:lnTo>
                  <a:pt x="1043586" y="182851"/>
                </a:lnTo>
                <a:lnTo>
                  <a:pt x="1039911" y="182851"/>
                </a:lnTo>
                <a:lnTo>
                  <a:pt x="1036237" y="182851"/>
                </a:lnTo>
                <a:lnTo>
                  <a:pt x="1032562" y="182851"/>
                </a:lnTo>
                <a:lnTo>
                  <a:pt x="1028887" y="182851"/>
                </a:lnTo>
                <a:lnTo>
                  <a:pt x="1025213" y="182851"/>
                </a:lnTo>
                <a:lnTo>
                  <a:pt x="1021538" y="182851"/>
                </a:lnTo>
                <a:lnTo>
                  <a:pt x="1017864" y="182851"/>
                </a:lnTo>
                <a:lnTo>
                  <a:pt x="1014189" y="182851"/>
                </a:lnTo>
                <a:lnTo>
                  <a:pt x="1010514" y="182851"/>
                </a:lnTo>
                <a:lnTo>
                  <a:pt x="1006840" y="182851"/>
                </a:lnTo>
                <a:lnTo>
                  <a:pt x="1003165" y="182851"/>
                </a:lnTo>
                <a:lnTo>
                  <a:pt x="999491" y="182851"/>
                </a:lnTo>
                <a:lnTo>
                  <a:pt x="995816" y="182851"/>
                </a:lnTo>
                <a:lnTo>
                  <a:pt x="992141" y="182851"/>
                </a:lnTo>
                <a:lnTo>
                  <a:pt x="988467" y="182851"/>
                </a:lnTo>
                <a:lnTo>
                  <a:pt x="984792" y="182851"/>
                </a:lnTo>
                <a:lnTo>
                  <a:pt x="981118" y="182851"/>
                </a:lnTo>
                <a:lnTo>
                  <a:pt x="977443" y="182851"/>
                </a:lnTo>
                <a:lnTo>
                  <a:pt x="973768" y="182851"/>
                </a:lnTo>
                <a:lnTo>
                  <a:pt x="970094" y="182851"/>
                </a:lnTo>
                <a:lnTo>
                  <a:pt x="966419" y="182851"/>
                </a:lnTo>
                <a:lnTo>
                  <a:pt x="962745" y="182851"/>
                </a:lnTo>
                <a:lnTo>
                  <a:pt x="959070" y="182851"/>
                </a:lnTo>
                <a:lnTo>
                  <a:pt x="955395" y="182851"/>
                </a:lnTo>
                <a:lnTo>
                  <a:pt x="951721" y="182851"/>
                </a:lnTo>
                <a:lnTo>
                  <a:pt x="948046" y="182851"/>
                </a:lnTo>
                <a:lnTo>
                  <a:pt x="944372" y="182851"/>
                </a:lnTo>
                <a:lnTo>
                  <a:pt x="940697" y="182851"/>
                </a:lnTo>
                <a:lnTo>
                  <a:pt x="937022" y="182851"/>
                </a:lnTo>
                <a:lnTo>
                  <a:pt x="933348" y="182851"/>
                </a:lnTo>
                <a:lnTo>
                  <a:pt x="929673" y="182851"/>
                </a:lnTo>
                <a:lnTo>
                  <a:pt x="925999" y="182851"/>
                </a:lnTo>
                <a:lnTo>
                  <a:pt x="922324" y="182851"/>
                </a:lnTo>
                <a:lnTo>
                  <a:pt x="918649" y="182851"/>
                </a:lnTo>
                <a:lnTo>
                  <a:pt x="914975" y="182851"/>
                </a:lnTo>
                <a:lnTo>
                  <a:pt x="911300" y="182851"/>
                </a:lnTo>
                <a:lnTo>
                  <a:pt x="907626" y="182851"/>
                </a:lnTo>
                <a:lnTo>
                  <a:pt x="903951" y="182851"/>
                </a:lnTo>
                <a:lnTo>
                  <a:pt x="900276" y="182851"/>
                </a:lnTo>
                <a:lnTo>
                  <a:pt x="896602" y="182851"/>
                </a:lnTo>
                <a:lnTo>
                  <a:pt x="892927" y="182851"/>
                </a:lnTo>
                <a:lnTo>
                  <a:pt x="889253" y="182851"/>
                </a:lnTo>
                <a:lnTo>
                  <a:pt x="885578" y="182851"/>
                </a:lnTo>
                <a:lnTo>
                  <a:pt x="881903" y="182851"/>
                </a:lnTo>
                <a:lnTo>
                  <a:pt x="878229" y="182851"/>
                </a:lnTo>
                <a:lnTo>
                  <a:pt x="874554" y="182851"/>
                </a:lnTo>
                <a:lnTo>
                  <a:pt x="870880" y="182851"/>
                </a:lnTo>
                <a:lnTo>
                  <a:pt x="867205" y="182851"/>
                </a:lnTo>
                <a:lnTo>
                  <a:pt x="863530" y="182851"/>
                </a:lnTo>
                <a:lnTo>
                  <a:pt x="859856" y="182851"/>
                </a:lnTo>
                <a:lnTo>
                  <a:pt x="856181" y="182851"/>
                </a:lnTo>
                <a:lnTo>
                  <a:pt x="852507" y="182851"/>
                </a:lnTo>
                <a:lnTo>
                  <a:pt x="848832" y="182851"/>
                </a:lnTo>
                <a:lnTo>
                  <a:pt x="845157" y="182851"/>
                </a:lnTo>
                <a:lnTo>
                  <a:pt x="841483" y="182851"/>
                </a:lnTo>
                <a:lnTo>
                  <a:pt x="837808" y="182851"/>
                </a:lnTo>
                <a:lnTo>
                  <a:pt x="834134" y="182851"/>
                </a:lnTo>
                <a:lnTo>
                  <a:pt x="830459" y="182851"/>
                </a:lnTo>
                <a:lnTo>
                  <a:pt x="826784" y="182851"/>
                </a:lnTo>
                <a:lnTo>
                  <a:pt x="823110" y="182851"/>
                </a:lnTo>
                <a:lnTo>
                  <a:pt x="819435" y="182851"/>
                </a:lnTo>
                <a:lnTo>
                  <a:pt x="815761" y="182851"/>
                </a:lnTo>
                <a:lnTo>
                  <a:pt x="812086" y="182851"/>
                </a:lnTo>
                <a:lnTo>
                  <a:pt x="808411" y="182851"/>
                </a:lnTo>
                <a:lnTo>
                  <a:pt x="804737" y="182851"/>
                </a:lnTo>
                <a:lnTo>
                  <a:pt x="801062" y="182851"/>
                </a:lnTo>
                <a:lnTo>
                  <a:pt x="797388" y="182851"/>
                </a:lnTo>
                <a:lnTo>
                  <a:pt x="793713" y="182851"/>
                </a:lnTo>
                <a:lnTo>
                  <a:pt x="790038" y="182851"/>
                </a:lnTo>
                <a:lnTo>
                  <a:pt x="786364" y="182851"/>
                </a:lnTo>
                <a:lnTo>
                  <a:pt x="782689" y="182851"/>
                </a:lnTo>
                <a:lnTo>
                  <a:pt x="779015" y="182851"/>
                </a:lnTo>
                <a:lnTo>
                  <a:pt x="775340" y="182851"/>
                </a:lnTo>
                <a:lnTo>
                  <a:pt x="771665" y="182851"/>
                </a:lnTo>
                <a:lnTo>
                  <a:pt x="767991" y="182851"/>
                </a:lnTo>
                <a:lnTo>
                  <a:pt x="764316" y="182851"/>
                </a:lnTo>
                <a:lnTo>
                  <a:pt x="760642" y="182851"/>
                </a:lnTo>
                <a:lnTo>
                  <a:pt x="756967" y="182851"/>
                </a:lnTo>
                <a:lnTo>
                  <a:pt x="753292" y="182851"/>
                </a:lnTo>
                <a:lnTo>
                  <a:pt x="749618" y="182851"/>
                </a:lnTo>
                <a:lnTo>
                  <a:pt x="745943" y="182851"/>
                </a:lnTo>
                <a:lnTo>
                  <a:pt x="742269" y="182851"/>
                </a:lnTo>
                <a:lnTo>
                  <a:pt x="738594" y="182851"/>
                </a:lnTo>
                <a:lnTo>
                  <a:pt x="734919" y="182851"/>
                </a:lnTo>
                <a:lnTo>
                  <a:pt x="731245" y="182851"/>
                </a:lnTo>
                <a:lnTo>
                  <a:pt x="727570" y="182851"/>
                </a:lnTo>
                <a:lnTo>
                  <a:pt x="723896" y="182851"/>
                </a:lnTo>
                <a:lnTo>
                  <a:pt x="720221" y="182851"/>
                </a:lnTo>
                <a:lnTo>
                  <a:pt x="716546" y="182851"/>
                </a:lnTo>
                <a:lnTo>
                  <a:pt x="712872" y="182851"/>
                </a:lnTo>
                <a:lnTo>
                  <a:pt x="709197" y="182851"/>
                </a:lnTo>
                <a:lnTo>
                  <a:pt x="705523" y="182851"/>
                </a:lnTo>
                <a:lnTo>
                  <a:pt x="701848" y="182851"/>
                </a:lnTo>
                <a:lnTo>
                  <a:pt x="698173" y="182851"/>
                </a:lnTo>
                <a:lnTo>
                  <a:pt x="694499" y="182851"/>
                </a:lnTo>
                <a:lnTo>
                  <a:pt x="690824" y="182851"/>
                </a:lnTo>
                <a:lnTo>
                  <a:pt x="687150" y="182851"/>
                </a:lnTo>
                <a:lnTo>
                  <a:pt x="683475" y="182851"/>
                </a:lnTo>
                <a:lnTo>
                  <a:pt x="679800" y="182851"/>
                </a:lnTo>
                <a:lnTo>
                  <a:pt x="676126" y="182851"/>
                </a:lnTo>
                <a:lnTo>
                  <a:pt x="672451" y="182851"/>
                </a:lnTo>
                <a:lnTo>
                  <a:pt x="668777" y="182851"/>
                </a:lnTo>
                <a:lnTo>
                  <a:pt x="665102" y="182851"/>
                </a:lnTo>
                <a:lnTo>
                  <a:pt x="661427" y="182851"/>
                </a:lnTo>
                <a:lnTo>
                  <a:pt x="657753" y="182851"/>
                </a:lnTo>
                <a:lnTo>
                  <a:pt x="654078" y="182851"/>
                </a:lnTo>
                <a:lnTo>
                  <a:pt x="650404" y="182851"/>
                </a:lnTo>
                <a:lnTo>
                  <a:pt x="646729" y="182851"/>
                </a:lnTo>
                <a:lnTo>
                  <a:pt x="643054" y="182851"/>
                </a:lnTo>
                <a:lnTo>
                  <a:pt x="639380" y="182851"/>
                </a:lnTo>
                <a:lnTo>
                  <a:pt x="635705" y="182851"/>
                </a:lnTo>
                <a:lnTo>
                  <a:pt x="632031" y="182851"/>
                </a:lnTo>
                <a:lnTo>
                  <a:pt x="628356" y="182851"/>
                </a:lnTo>
                <a:lnTo>
                  <a:pt x="624681" y="182851"/>
                </a:lnTo>
                <a:lnTo>
                  <a:pt x="621007" y="182851"/>
                </a:lnTo>
                <a:lnTo>
                  <a:pt x="617332" y="182851"/>
                </a:lnTo>
                <a:lnTo>
                  <a:pt x="613658" y="182851"/>
                </a:lnTo>
                <a:lnTo>
                  <a:pt x="609983" y="182851"/>
                </a:lnTo>
                <a:lnTo>
                  <a:pt x="606308" y="182851"/>
                </a:lnTo>
                <a:lnTo>
                  <a:pt x="602634" y="182851"/>
                </a:lnTo>
                <a:lnTo>
                  <a:pt x="598959" y="182851"/>
                </a:lnTo>
                <a:lnTo>
                  <a:pt x="595285" y="182851"/>
                </a:lnTo>
                <a:lnTo>
                  <a:pt x="591610" y="182851"/>
                </a:lnTo>
                <a:lnTo>
                  <a:pt x="587935" y="182851"/>
                </a:lnTo>
                <a:lnTo>
                  <a:pt x="584261" y="182851"/>
                </a:lnTo>
                <a:lnTo>
                  <a:pt x="580586" y="182851"/>
                </a:lnTo>
                <a:lnTo>
                  <a:pt x="576912" y="182851"/>
                </a:lnTo>
                <a:lnTo>
                  <a:pt x="573237" y="182851"/>
                </a:lnTo>
                <a:lnTo>
                  <a:pt x="569562" y="182851"/>
                </a:lnTo>
                <a:lnTo>
                  <a:pt x="565888" y="182851"/>
                </a:lnTo>
                <a:lnTo>
                  <a:pt x="562213" y="182851"/>
                </a:lnTo>
                <a:lnTo>
                  <a:pt x="558539" y="182851"/>
                </a:lnTo>
                <a:lnTo>
                  <a:pt x="554864" y="182851"/>
                </a:lnTo>
                <a:lnTo>
                  <a:pt x="551189" y="182851"/>
                </a:lnTo>
                <a:lnTo>
                  <a:pt x="547515" y="182851"/>
                </a:lnTo>
                <a:lnTo>
                  <a:pt x="543840" y="182851"/>
                </a:lnTo>
                <a:lnTo>
                  <a:pt x="540166" y="182851"/>
                </a:lnTo>
                <a:lnTo>
                  <a:pt x="536491" y="182851"/>
                </a:lnTo>
                <a:lnTo>
                  <a:pt x="532816" y="182851"/>
                </a:lnTo>
                <a:lnTo>
                  <a:pt x="529142" y="182851"/>
                </a:lnTo>
                <a:lnTo>
                  <a:pt x="525467" y="182851"/>
                </a:lnTo>
                <a:lnTo>
                  <a:pt x="521793" y="182851"/>
                </a:lnTo>
                <a:lnTo>
                  <a:pt x="518118" y="182851"/>
                </a:lnTo>
                <a:lnTo>
                  <a:pt x="514443" y="182851"/>
                </a:lnTo>
                <a:lnTo>
                  <a:pt x="510769" y="182851"/>
                </a:lnTo>
                <a:lnTo>
                  <a:pt x="507094" y="182851"/>
                </a:lnTo>
                <a:lnTo>
                  <a:pt x="503420" y="182851"/>
                </a:lnTo>
                <a:lnTo>
                  <a:pt x="499745" y="182851"/>
                </a:lnTo>
                <a:lnTo>
                  <a:pt x="496070" y="182851"/>
                </a:lnTo>
                <a:lnTo>
                  <a:pt x="492396" y="182851"/>
                </a:lnTo>
                <a:lnTo>
                  <a:pt x="488721" y="182851"/>
                </a:lnTo>
                <a:lnTo>
                  <a:pt x="485047" y="182851"/>
                </a:lnTo>
                <a:lnTo>
                  <a:pt x="481372" y="182851"/>
                </a:lnTo>
                <a:lnTo>
                  <a:pt x="477697" y="182851"/>
                </a:lnTo>
                <a:lnTo>
                  <a:pt x="474023" y="182851"/>
                </a:lnTo>
                <a:lnTo>
                  <a:pt x="470348" y="182851"/>
                </a:lnTo>
                <a:lnTo>
                  <a:pt x="466674" y="182851"/>
                </a:lnTo>
                <a:lnTo>
                  <a:pt x="462999" y="182851"/>
                </a:lnTo>
                <a:lnTo>
                  <a:pt x="459324" y="182851"/>
                </a:lnTo>
                <a:lnTo>
                  <a:pt x="455650" y="182851"/>
                </a:lnTo>
                <a:lnTo>
                  <a:pt x="451975" y="182851"/>
                </a:lnTo>
                <a:lnTo>
                  <a:pt x="448301" y="182851"/>
                </a:lnTo>
                <a:lnTo>
                  <a:pt x="444626" y="182851"/>
                </a:lnTo>
                <a:lnTo>
                  <a:pt x="440951" y="182851"/>
                </a:lnTo>
                <a:lnTo>
                  <a:pt x="437277" y="182851"/>
                </a:lnTo>
                <a:lnTo>
                  <a:pt x="433602" y="182851"/>
                </a:lnTo>
                <a:lnTo>
                  <a:pt x="429928" y="182851"/>
                </a:lnTo>
                <a:lnTo>
                  <a:pt x="426253" y="182851"/>
                </a:lnTo>
                <a:lnTo>
                  <a:pt x="422578" y="182851"/>
                </a:lnTo>
                <a:lnTo>
                  <a:pt x="418904" y="182851"/>
                </a:lnTo>
                <a:lnTo>
                  <a:pt x="415229" y="182851"/>
                </a:lnTo>
                <a:lnTo>
                  <a:pt x="411555" y="182851"/>
                </a:lnTo>
                <a:lnTo>
                  <a:pt x="407880" y="182851"/>
                </a:lnTo>
                <a:lnTo>
                  <a:pt x="404205" y="182851"/>
                </a:lnTo>
                <a:lnTo>
                  <a:pt x="400531" y="182851"/>
                </a:lnTo>
                <a:lnTo>
                  <a:pt x="396856" y="182851"/>
                </a:lnTo>
                <a:lnTo>
                  <a:pt x="393182" y="182851"/>
                </a:lnTo>
                <a:lnTo>
                  <a:pt x="389507" y="182851"/>
                </a:lnTo>
                <a:lnTo>
                  <a:pt x="385832" y="182851"/>
                </a:lnTo>
                <a:lnTo>
                  <a:pt x="382158" y="182851"/>
                </a:lnTo>
                <a:lnTo>
                  <a:pt x="378483" y="182851"/>
                </a:lnTo>
                <a:lnTo>
                  <a:pt x="374809" y="182851"/>
                </a:lnTo>
                <a:lnTo>
                  <a:pt x="371134" y="182851"/>
                </a:lnTo>
                <a:lnTo>
                  <a:pt x="367459" y="182851"/>
                </a:lnTo>
                <a:lnTo>
                  <a:pt x="363785" y="182851"/>
                </a:lnTo>
                <a:lnTo>
                  <a:pt x="360110" y="182851"/>
                </a:lnTo>
                <a:lnTo>
                  <a:pt x="356436" y="182851"/>
                </a:lnTo>
                <a:lnTo>
                  <a:pt x="352761" y="182851"/>
                </a:lnTo>
                <a:lnTo>
                  <a:pt x="349086" y="182851"/>
                </a:lnTo>
                <a:lnTo>
                  <a:pt x="345412" y="182851"/>
                </a:lnTo>
                <a:lnTo>
                  <a:pt x="341737" y="182851"/>
                </a:lnTo>
                <a:lnTo>
                  <a:pt x="338063" y="182851"/>
                </a:lnTo>
                <a:lnTo>
                  <a:pt x="334388" y="182851"/>
                </a:lnTo>
                <a:lnTo>
                  <a:pt x="330713" y="182851"/>
                </a:lnTo>
                <a:lnTo>
                  <a:pt x="327039" y="182851"/>
                </a:lnTo>
                <a:lnTo>
                  <a:pt x="323364" y="182851"/>
                </a:lnTo>
                <a:lnTo>
                  <a:pt x="319690" y="182851"/>
                </a:lnTo>
                <a:lnTo>
                  <a:pt x="316015" y="182851"/>
                </a:lnTo>
                <a:lnTo>
                  <a:pt x="312340" y="182851"/>
                </a:lnTo>
                <a:lnTo>
                  <a:pt x="308666" y="182851"/>
                </a:lnTo>
                <a:lnTo>
                  <a:pt x="304991" y="182851"/>
                </a:lnTo>
                <a:lnTo>
                  <a:pt x="301317" y="182851"/>
                </a:lnTo>
                <a:lnTo>
                  <a:pt x="297642" y="182851"/>
                </a:lnTo>
                <a:lnTo>
                  <a:pt x="293967" y="182851"/>
                </a:lnTo>
                <a:lnTo>
                  <a:pt x="290293" y="182851"/>
                </a:lnTo>
                <a:lnTo>
                  <a:pt x="286618" y="182851"/>
                </a:lnTo>
                <a:lnTo>
                  <a:pt x="282944" y="182851"/>
                </a:lnTo>
                <a:lnTo>
                  <a:pt x="279269" y="182851"/>
                </a:lnTo>
                <a:lnTo>
                  <a:pt x="275594" y="182851"/>
                </a:lnTo>
                <a:lnTo>
                  <a:pt x="271920" y="182851"/>
                </a:lnTo>
                <a:lnTo>
                  <a:pt x="268245" y="182851"/>
                </a:lnTo>
                <a:lnTo>
                  <a:pt x="264571" y="182851"/>
                </a:lnTo>
                <a:lnTo>
                  <a:pt x="260896" y="182851"/>
                </a:lnTo>
                <a:lnTo>
                  <a:pt x="257221" y="182851"/>
                </a:lnTo>
                <a:lnTo>
                  <a:pt x="253547" y="182851"/>
                </a:lnTo>
                <a:lnTo>
                  <a:pt x="249872" y="182851"/>
                </a:lnTo>
                <a:lnTo>
                  <a:pt x="246198" y="182851"/>
                </a:lnTo>
                <a:lnTo>
                  <a:pt x="242523" y="182851"/>
                </a:lnTo>
                <a:lnTo>
                  <a:pt x="238848" y="182851"/>
                </a:lnTo>
                <a:lnTo>
                  <a:pt x="235174" y="182851"/>
                </a:lnTo>
                <a:lnTo>
                  <a:pt x="231499" y="182851"/>
                </a:lnTo>
                <a:lnTo>
                  <a:pt x="227825" y="182851"/>
                </a:lnTo>
                <a:lnTo>
                  <a:pt x="224150" y="182851"/>
                </a:lnTo>
                <a:lnTo>
                  <a:pt x="220475" y="182851"/>
                </a:lnTo>
                <a:lnTo>
                  <a:pt x="216801" y="182851"/>
                </a:lnTo>
                <a:lnTo>
                  <a:pt x="213126" y="182851"/>
                </a:lnTo>
                <a:lnTo>
                  <a:pt x="209452" y="182851"/>
                </a:lnTo>
                <a:lnTo>
                  <a:pt x="205777" y="182851"/>
                </a:lnTo>
                <a:lnTo>
                  <a:pt x="202102" y="182851"/>
                </a:lnTo>
                <a:lnTo>
                  <a:pt x="198428" y="182851"/>
                </a:lnTo>
                <a:lnTo>
                  <a:pt x="194753" y="182851"/>
                </a:lnTo>
                <a:lnTo>
                  <a:pt x="191079" y="182851"/>
                </a:lnTo>
                <a:lnTo>
                  <a:pt x="187404" y="182851"/>
                </a:lnTo>
                <a:lnTo>
                  <a:pt x="183729" y="182851"/>
                </a:lnTo>
                <a:lnTo>
                  <a:pt x="180055" y="182851"/>
                </a:lnTo>
                <a:lnTo>
                  <a:pt x="176380" y="182851"/>
                </a:lnTo>
                <a:lnTo>
                  <a:pt x="172706" y="182851"/>
                </a:lnTo>
                <a:lnTo>
                  <a:pt x="169031" y="182851"/>
                </a:lnTo>
                <a:lnTo>
                  <a:pt x="165356" y="182851"/>
                </a:lnTo>
                <a:lnTo>
                  <a:pt x="161682" y="182851"/>
                </a:lnTo>
                <a:lnTo>
                  <a:pt x="158007" y="182851"/>
                </a:lnTo>
                <a:lnTo>
                  <a:pt x="154333" y="182851"/>
                </a:lnTo>
                <a:lnTo>
                  <a:pt x="150658" y="182851"/>
                </a:lnTo>
                <a:lnTo>
                  <a:pt x="146983" y="182851"/>
                </a:lnTo>
                <a:lnTo>
                  <a:pt x="143309" y="182851"/>
                </a:lnTo>
                <a:lnTo>
                  <a:pt x="139634" y="182851"/>
                </a:lnTo>
                <a:lnTo>
                  <a:pt x="135960" y="182851"/>
                </a:lnTo>
                <a:lnTo>
                  <a:pt x="132285" y="182851"/>
                </a:lnTo>
                <a:lnTo>
                  <a:pt x="128610" y="182851"/>
                </a:lnTo>
                <a:lnTo>
                  <a:pt x="124936" y="182851"/>
                </a:lnTo>
                <a:lnTo>
                  <a:pt x="121261" y="182851"/>
                </a:lnTo>
                <a:lnTo>
                  <a:pt x="117587" y="182851"/>
                </a:lnTo>
                <a:lnTo>
                  <a:pt x="113912" y="182851"/>
                </a:lnTo>
                <a:lnTo>
                  <a:pt x="110237" y="182851"/>
                </a:lnTo>
                <a:lnTo>
                  <a:pt x="106563" y="182851"/>
                </a:lnTo>
                <a:lnTo>
                  <a:pt x="102888" y="182851"/>
                </a:lnTo>
                <a:lnTo>
                  <a:pt x="99214" y="182851"/>
                </a:lnTo>
                <a:lnTo>
                  <a:pt x="95539" y="182851"/>
                </a:lnTo>
                <a:lnTo>
                  <a:pt x="91864" y="182851"/>
                </a:lnTo>
                <a:lnTo>
                  <a:pt x="88190" y="182851"/>
                </a:lnTo>
                <a:lnTo>
                  <a:pt x="84515" y="182851"/>
                </a:lnTo>
                <a:lnTo>
                  <a:pt x="80841" y="182851"/>
                </a:lnTo>
                <a:lnTo>
                  <a:pt x="77166" y="182851"/>
                </a:lnTo>
                <a:lnTo>
                  <a:pt x="73491" y="182851"/>
                </a:lnTo>
                <a:lnTo>
                  <a:pt x="69817" y="182851"/>
                </a:lnTo>
                <a:lnTo>
                  <a:pt x="66142" y="182851"/>
                </a:lnTo>
                <a:lnTo>
                  <a:pt x="62468" y="182851"/>
                </a:lnTo>
                <a:lnTo>
                  <a:pt x="58793" y="182851"/>
                </a:lnTo>
                <a:lnTo>
                  <a:pt x="55118" y="182851"/>
                </a:lnTo>
                <a:lnTo>
                  <a:pt x="51444" y="182851"/>
                </a:lnTo>
                <a:lnTo>
                  <a:pt x="47769" y="182851"/>
                </a:lnTo>
                <a:lnTo>
                  <a:pt x="44095" y="182851"/>
                </a:lnTo>
                <a:lnTo>
                  <a:pt x="40420" y="182851"/>
                </a:lnTo>
                <a:lnTo>
                  <a:pt x="36745" y="182851"/>
                </a:lnTo>
                <a:lnTo>
                  <a:pt x="33071" y="182851"/>
                </a:lnTo>
                <a:lnTo>
                  <a:pt x="29396" y="182851"/>
                </a:lnTo>
                <a:lnTo>
                  <a:pt x="25722" y="182851"/>
                </a:lnTo>
                <a:lnTo>
                  <a:pt x="22047" y="182851"/>
                </a:lnTo>
                <a:lnTo>
                  <a:pt x="18372" y="182851"/>
                </a:lnTo>
                <a:lnTo>
                  <a:pt x="14698" y="182851"/>
                </a:lnTo>
                <a:lnTo>
                  <a:pt x="11023" y="182851"/>
                </a:lnTo>
                <a:lnTo>
                  <a:pt x="7349" y="182851"/>
                </a:lnTo>
                <a:lnTo>
                  <a:pt x="3674" y="182851"/>
                </a:lnTo>
                <a:lnTo>
                  <a:pt x="0" y="182851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7" name="pl27"/>
          <p:cNvSpPr/>
          <p:nvPr/>
        </p:nvSpPr>
        <p:spPr>
          <a:xfrm>
            <a:off x="4548521" y="2556842"/>
            <a:ext cx="1877720" cy="182851"/>
          </a:xfrm>
          <a:custGeom>
            <a:avLst/>
            <a:gdLst/>
            <a:ahLst/>
            <a:cxnLst/>
            <a:rect l="0" t="0" r="0" b="0"/>
            <a:pathLst>
              <a:path w="1877720" h="182851">
                <a:moveTo>
                  <a:pt x="0" y="179896"/>
                </a:moveTo>
                <a:lnTo>
                  <a:pt x="3674" y="179521"/>
                </a:lnTo>
                <a:lnTo>
                  <a:pt x="7349" y="179118"/>
                </a:lnTo>
                <a:lnTo>
                  <a:pt x="11023" y="178684"/>
                </a:lnTo>
                <a:lnTo>
                  <a:pt x="14698" y="178219"/>
                </a:lnTo>
                <a:lnTo>
                  <a:pt x="18372" y="177726"/>
                </a:lnTo>
                <a:lnTo>
                  <a:pt x="22047" y="177204"/>
                </a:lnTo>
                <a:lnTo>
                  <a:pt x="25722" y="176653"/>
                </a:lnTo>
                <a:lnTo>
                  <a:pt x="29396" y="176074"/>
                </a:lnTo>
                <a:lnTo>
                  <a:pt x="33071" y="175467"/>
                </a:lnTo>
                <a:lnTo>
                  <a:pt x="36745" y="174833"/>
                </a:lnTo>
                <a:lnTo>
                  <a:pt x="40420" y="174171"/>
                </a:lnTo>
                <a:lnTo>
                  <a:pt x="44095" y="173480"/>
                </a:lnTo>
                <a:lnTo>
                  <a:pt x="47769" y="172763"/>
                </a:lnTo>
                <a:lnTo>
                  <a:pt x="51444" y="172023"/>
                </a:lnTo>
                <a:lnTo>
                  <a:pt x="55118" y="171261"/>
                </a:lnTo>
                <a:lnTo>
                  <a:pt x="58793" y="170479"/>
                </a:lnTo>
                <a:lnTo>
                  <a:pt x="62468" y="169680"/>
                </a:lnTo>
                <a:lnTo>
                  <a:pt x="66142" y="168868"/>
                </a:lnTo>
                <a:lnTo>
                  <a:pt x="69817" y="168045"/>
                </a:lnTo>
                <a:lnTo>
                  <a:pt x="73491" y="167217"/>
                </a:lnTo>
                <a:lnTo>
                  <a:pt x="77166" y="166389"/>
                </a:lnTo>
                <a:lnTo>
                  <a:pt x="80841" y="165567"/>
                </a:lnTo>
                <a:lnTo>
                  <a:pt x="84515" y="164756"/>
                </a:lnTo>
                <a:lnTo>
                  <a:pt x="88190" y="163962"/>
                </a:lnTo>
                <a:lnTo>
                  <a:pt x="91864" y="163189"/>
                </a:lnTo>
                <a:lnTo>
                  <a:pt x="95539" y="162441"/>
                </a:lnTo>
                <a:lnTo>
                  <a:pt x="99214" y="161722"/>
                </a:lnTo>
                <a:lnTo>
                  <a:pt x="102888" y="161036"/>
                </a:lnTo>
                <a:lnTo>
                  <a:pt x="106563" y="160388"/>
                </a:lnTo>
                <a:lnTo>
                  <a:pt x="110237" y="159773"/>
                </a:lnTo>
                <a:lnTo>
                  <a:pt x="113912" y="159189"/>
                </a:lnTo>
                <a:lnTo>
                  <a:pt x="117587" y="158634"/>
                </a:lnTo>
                <a:lnTo>
                  <a:pt x="121261" y="158104"/>
                </a:lnTo>
                <a:lnTo>
                  <a:pt x="124936" y="157595"/>
                </a:lnTo>
                <a:lnTo>
                  <a:pt x="128610" y="157102"/>
                </a:lnTo>
                <a:lnTo>
                  <a:pt x="132285" y="156618"/>
                </a:lnTo>
                <a:lnTo>
                  <a:pt x="135960" y="156138"/>
                </a:lnTo>
                <a:lnTo>
                  <a:pt x="139634" y="155652"/>
                </a:lnTo>
                <a:lnTo>
                  <a:pt x="143309" y="155156"/>
                </a:lnTo>
                <a:lnTo>
                  <a:pt x="146983" y="154642"/>
                </a:lnTo>
                <a:lnTo>
                  <a:pt x="150658" y="154105"/>
                </a:lnTo>
                <a:lnTo>
                  <a:pt x="154333" y="153542"/>
                </a:lnTo>
                <a:lnTo>
                  <a:pt x="158007" y="152946"/>
                </a:lnTo>
                <a:lnTo>
                  <a:pt x="161682" y="152315"/>
                </a:lnTo>
                <a:lnTo>
                  <a:pt x="165356" y="151643"/>
                </a:lnTo>
                <a:lnTo>
                  <a:pt x="169031" y="150925"/>
                </a:lnTo>
                <a:lnTo>
                  <a:pt x="172706" y="150165"/>
                </a:lnTo>
                <a:lnTo>
                  <a:pt x="176380" y="149361"/>
                </a:lnTo>
                <a:lnTo>
                  <a:pt x="180055" y="148515"/>
                </a:lnTo>
                <a:lnTo>
                  <a:pt x="183729" y="147626"/>
                </a:lnTo>
                <a:lnTo>
                  <a:pt x="187404" y="146696"/>
                </a:lnTo>
                <a:lnTo>
                  <a:pt x="191079" y="145727"/>
                </a:lnTo>
                <a:lnTo>
                  <a:pt x="194753" y="144722"/>
                </a:lnTo>
                <a:lnTo>
                  <a:pt x="198428" y="143680"/>
                </a:lnTo>
                <a:lnTo>
                  <a:pt x="202102" y="142610"/>
                </a:lnTo>
                <a:lnTo>
                  <a:pt x="205777" y="141516"/>
                </a:lnTo>
                <a:lnTo>
                  <a:pt x="209452" y="140405"/>
                </a:lnTo>
                <a:lnTo>
                  <a:pt x="213126" y="139282"/>
                </a:lnTo>
                <a:lnTo>
                  <a:pt x="216801" y="138154"/>
                </a:lnTo>
                <a:lnTo>
                  <a:pt x="220475" y="137025"/>
                </a:lnTo>
                <a:lnTo>
                  <a:pt x="224150" y="135903"/>
                </a:lnTo>
                <a:lnTo>
                  <a:pt x="227825" y="134795"/>
                </a:lnTo>
                <a:lnTo>
                  <a:pt x="231499" y="133708"/>
                </a:lnTo>
                <a:lnTo>
                  <a:pt x="235174" y="132645"/>
                </a:lnTo>
                <a:lnTo>
                  <a:pt x="238848" y="131608"/>
                </a:lnTo>
                <a:lnTo>
                  <a:pt x="242523" y="130599"/>
                </a:lnTo>
                <a:lnTo>
                  <a:pt x="246198" y="129616"/>
                </a:lnTo>
                <a:lnTo>
                  <a:pt x="249872" y="128659"/>
                </a:lnTo>
                <a:lnTo>
                  <a:pt x="253547" y="127723"/>
                </a:lnTo>
                <a:lnTo>
                  <a:pt x="257221" y="126803"/>
                </a:lnTo>
                <a:lnTo>
                  <a:pt x="260896" y="125893"/>
                </a:lnTo>
                <a:lnTo>
                  <a:pt x="264571" y="124983"/>
                </a:lnTo>
                <a:lnTo>
                  <a:pt x="268245" y="124065"/>
                </a:lnTo>
                <a:lnTo>
                  <a:pt x="271920" y="123132"/>
                </a:lnTo>
                <a:lnTo>
                  <a:pt x="275594" y="122177"/>
                </a:lnTo>
                <a:lnTo>
                  <a:pt x="279269" y="121193"/>
                </a:lnTo>
                <a:lnTo>
                  <a:pt x="282944" y="120174"/>
                </a:lnTo>
                <a:lnTo>
                  <a:pt x="286618" y="119117"/>
                </a:lnTo>
                <a:lnTo>
                  <a:pt x="290293" y="118013"/>
                </a:lnTo>
                <a:lnTo>
                  <a:pt x="293967" y="116861"/>
                </a:lnTo>
                <a:lnTo>
                  <a:pt x="297642" y="115660"/>
                </a:lnTo>
                <a:lnTo>
                  <a:pt x="301317" y="114411"/>
                </a:lnTo>
                <a:lnTo>
                  <a:pt x="304991" y="113111"/>
                </a:lnTo>
                <a:lnTo>
                  <a:pt x="308666" y="111759"/>
                </a:lnTo>
                <a:lnTo>
                  <a:pt x="312340" y="110355"/>
                </a:lnTo>
                <a:lnTo>
                  <a:pt x="316015" y="108896"/>
                </a:lnTo>
                <a:lnTo>
                  <a:pt x="319690" y="107380"/>
                </a:lnTo>
                <a:lnTo>
                  <a:pt x="323364" y="105799"/>
                </a:lnTo>
                <a:lnTo>
                  <a:pt x="327039" y="104158"/>
                </a:lnTo>
                <a:lnTo>
                  <a:pt x="330713" y="102455"/>
                </a:lnTo>
                <a:lnTo>
                  <a:pt x="334388" y="100692"/>
                </a:lnTo>
                <a:lnTo>
                  <a:pt x="338063" y="98867"/>
                </a:lnTo>
                <a:lnTo>
                  <a:pt x="341737" y="96981"/>
                </a:lnTo>
                <a:lnTo>
                  <a:pt x="345412" y="95037"/>
                </a:lnTo>
                <a:lnTo>
                  <a:pt x="349086" y="93037"/>
                </a:lnTo>
                <a:lnTo>
                  <a:pt x="352761" y="90979"/>
                </a:lnTo>
                <a:lnTo>
                  <a:pt x="356436" y="88873"/>
                </a:lnTo>
                <a:lnTo>
                  <a:pt x="360110" y="86728"/>
                </a:lnTo>
                <a:lnTo>
                  <a:pt x="363785" y="84550"/>
                </a:lnTo>
                <a:lnTo>
                  <a:pt x="367459" y="82347"/>
                </a:lnTo>
                <a:lnTo>
                  <a:pt x="371134" y="80127"/>
                </a:lnTo>
                <a:lnTo>
                  <a:pt x="374809" y="77898"/>
                </a:lnTo>
                <a:lnTo>
                  <a:pt x="378483" y="75670"/>
                </a:lnTo>
                <a:lnTo>
                  <a:pt x="382158" y="73453"/>
                </a:lnTo>
                <a:lnTo>
                  <a:pt x="385832" y="71259"/>
                </a:lnTo>
                <a:lnTo>
                  <a:pt x="389507" y="69096"/>
                </a:lnTo>
                <a:lnTo>
                  <a:pt x="393182" y="66972"/>
                </a:lnTo>
                <a:lnTo>
                  <a:pt x="396856" y="64896"/>
                </a:lnTo>
                <a:lnTo>
                  <a:pt x="400531" y="62874"/>
                </a:lnTo>
                <a:lnTo>
                  <a:pt x="404205" y="60912"/>
                </a:lnTo>
                <a:lnTo>
                  <a:pt x="407880" y="59014"/>
                </a:lnTo>
                <a:lnTo>
                  <a:pt x="411555" y="57181"/>
                </a:lnTo>
                <a:lnTo>
                  <a:pt x="415229" y="55425"/>
                </a:lnTo>
                <a:lnTo>
                  <a:pt x="418904" y="53734"/>
                </a:lnTo>
                <a:lnTo>
                  <a:pt x="422578" y="52104"/>
                </a:lnTo>
                <a:lnTo>
                  <a:pt x="426253" y="50529"/>
                </a:lnTo>
                <a:lnTo>
                  <a:pt x="429928" y="49002"/>
                </a:lnTo>
                <a:lnTo>
                  <a:pt x="433602" y="47516"/>
                </a:lnTo>
                <a:lnTo>
                  <a:pt x="437277" y="46063"/>
                </a:lnTo>
                <a:lnTo>
                  <a:pt x="440951" y="44633"/>
                </a:lnTo>
                <a:lnTo>
                  <a:pt x="444626" y="43218"/>
                </a:lnTo>
                <a:lnTo>
                  <a:pt x="448301" y="41810"/>
                </a:lnTo>
                <a:lnTo>
                  <a:pt x="451975" y="40399"/>
                </a:lnTo>
                <a:lnTo>
                  <a:pt x="455650" y="38979"/>
                </a:lnTo>
                <a:lnTo>
                  <a:pt x="459324" y="37546"/>
                </a:lnTo>
                <a:lnTo>
                  <a:pt x="462999" y="36095"/>
                </a:lnTo>
                <a:lnTo>
                  <a:pt x="466674" y="34624"/>
                </a:lnTo>
                <a:lnTo>
                  <a:pt x="470348" y="33131"/>
                </a:lnTo>
                <a:lnTo>
                  <a:pt x="474023" y="31615"/>
                </a:lnTo>
                <a:lnTo>
                  <a:pt x="477697" y="30073"/>
                </a:lnTo>
                <a:lnTo>
                  <a:pt x="481372" y="28511"/>
                </a:lnTo>
                <a:lnTo>
                  <a:pt x="485047" y="26932"/>
                </a:lnTo>
                <a:lnTo>
                  <a:pt x="488721" y="25342"/>
                </a:lnTo>
                <a:lnTo>
                  <a:pt x="492396" y="23746"/>
                </a:lnTo>
                <a:lnTo>
                  <a:pt x="496070" y="22151"/>
                </a:lnTo>
                <a:lnTo>
                  <a:pt x="499745" y="20566"/>
                </a:lnTo>
                <a:lnTo>
                  <a:pt x="503420" y="18999"/>
                </a:lnTo>
                <a:lnTo>
                  <a:pt x="507094" y="17465"/>
                </a:lnTo>
                <a:lnTo>
                  <a:pt x="510769" y="15978"/>
                </a:lnTo>
                <a:lnTo>
                  <a:pt x="514443" y="14548"/>
                </a:lnTo>
                <a:lnTo>
                  <a:pt x="518118" y="13185"/>
                </a:lnTo>
                <a:lnTo>
                  <a:pt x="521793" y="11900"/>
                </a:lnTo>
                <a:lnTo>
                  <a:pt x="525467" y="10704"/>
                </a:lnTo>
                <a:lnTo>
                  <a:pt x="529142" y="9604"/>
                </a:lnTo>
                <a:lnTo>
                  <a:pt x="532816" y="8605"/>
                </a:lnTo>
                <a:lnTo>
                  <a:pt x="536491" y="7712"/>
                </a:lnTo>
                <a:lnTo>
                  <a:pt x="540166" y="6938"/>
                </a:lnTo>
                <a:lnTo>
                  <a:pt x="543840" y="6262"/>
                </a:lnTo>
                <a:lnTo>
                  <a:pt x="547515" y="5678"/>
                </a:lnTo>
                <a:lnTo>
                  <a:pt x="551189" y="5173"/>
                </a:lnTo>
                <a:lnTo>
                  <a:pt x="554864" y="4738"/>
                </a:lnTo>
                <a:lnTo>
                  <a:pt x="558539" y="4356"/>
                </a:lnTo>
                <a:lnTo>
                  <a:pt x="562213" y="4016"/>
                </a:lnTo>
                <a:lnTo>
                  <a:pt x="565888" y="3701"/>
                </a:lnTo>
                <a:lnTo>
                  <a:pt x="569562" y="3401"/>
                </a:lnTo>
                <a:lnTo>
                  <a:pt x="573237" y="3100"/>
                </a:lnTo>
                <a:lnTo>
                  <a:pt x="576912" y="2793"/>
                </a:lnTo>
                <a:lnTo>
                  <a:pt x="580586" y="2476"/>
                </a:lnTo>
                <a:lnTo>
                  <a:pt x="584261" y="2149"/>
                </a:lnTo>
                <a:lnTo>
                  <a:pt x="587935" y="1814"/>
                </a:lnTo>
                <a:lnTo>
                  <a:pt x="591610" y="1479"/>
                </a:lnTo>
                <a:lnTo>
                  <a:pt x="595285" y="1150"/>
                </a:lnTo>
                <a:lnTo>
                  <a:pt x="598959" y="839"/>
                </a:lnTo>
                <a:lnTo>
                  <a:pt x="602634" y="563"/>
                </a:lnTo>
                <a:lnTo>
                  <a:pt x="606308" y="330"/>
                </a:lnTo>
                <a:lnTo>
                  <a:pt x="609983" y="152"/>
                </a:lnTo>
                <a:lnTo>
                  <a:pt x="613658" y="39"/>
                </a:lnTo>
                <a:lnTo>
                  <a:pt x="617332" y="0"/>
                </a:lnTo>
                <a:lnTo>
                  <a:pt x="621007" y="40"/>
                </a:lnTo>
                <a:lnTo>
                  <a:pt x="624681" y="165"/>
                </a:lnTo>
                <a:lnTo>
                  <a:pt x="628356" y="379"/>
                </a:lnTo>
                <a:lnTo>
                  <a:pt x="632031" y="696"/>
                </a:lnTo>
                <a:lnTo>
                  <a:pt x="635705" y="1107"/>
                </a:lnTo>
                <a:lnTo>
                  <a:pt x="639380" y="1608"/>
                </a:lnTo>
                <a:lnTo>
                  <a:pt x="643054" y="2198"/>
                </a:lnTo>
                <a:lnTo>
                  <a:pt x="646729" y="2875"/>
                </a:lnTo>
                <a:lnTo>
                  <a:pt x="650404" y="3637"/>
                </a:lnTo>
                <a:lnTo>
                  <a:pt x="654078" y="4483"/>
                </a:lnTo>
                <a:lnTo>
                  <a:pt x="657753" y="5413"/>
                </a:lnTo>
                <a:lnTo>
                  <a:pt x="661427" y="6431"/>
                </a:lnTo>
                <a:lnTo>
                  <a:pt x="665102" y="7543"/>
                </a:lnTo>
                <a:lnTo>
                  <a:pt x="668777" y="8743"/>
                </a:lnTo>
                <a:lnTo>
                  <a:pt x="672451" y="10034"/>
                </a:lnTo>
                <a:lnTo>
                  <a:pt x="676126" y="11422"/>
                </a:lnTo>
                <a:lnTo>
                  <a:pt x="679800" y="12910"/>
                </a:lnTo>
                <a:lnTo>
                  <a:pt x="683475" y="14505"/>
                </a:lnTo>
                <a:lnTo>
                  <a:pt x="687150" y="16212"/>
                </a:lnTo>
                <a:lnTo>
                  <a:pt x="690824" y="18035"/>
                </a:lnTo>
                <a:lnTo>
                  <a:pt x="694499" y="19997"/>
                </a:lnTo>
                <a:lnTo>
                  <a:pt x="698173" y="22083"/>
                </a:lnTo>
                <a:lnTo>
                  <a:pt x="701848" y="24292"/>
                </a:lnTo>
                <a:lnTo>
                  <a:pt x="705523" y="26620"/>
                </a:lnTo>
                <a:lnTo>
                  <a:pt x="709197" y="29064"/>
                </a:lnTo>
                <a:lnTo>
                  <a:pt x="712872" y="31614"/>
                </a:lnTo>
                <a:lnTo>
                  <a:pt x="716546" y="34263"/>
                </a:lnTo>
                <a:lnTo>
                  <a:pt x="720221" y="36998"/>
                </a:lnTo>
                <a:lnTo>
                  <a:pt x="723896" y="39809"/>
                </a:lnTo>
                <a:lnTo>
                  <a:pt x="727570" y="42677"/>
                </a:lnTo>
                <a:lnTo>
                  <a:pt x="731245" y="45581"/>
                </a:lnTo>
                <a:lnTo>
                  <a:pt x="734919" y="48505"/>
                </a:lnTo>
                <a:lnTo>
                  <a:pt x="738594" y="51433"/>
                </a:lnTo>
                <a:lnTo>
                  <a:pt x="742269" y="54353"/>
                </a:lnTo>
                <a:lnTo>
                  <a:pt x="745943" y="57252"/>
                </a:lnTo>
                <a:lnTo>
                  <a:pt x="749618" y="60120"/>
                </a:lnTo>
                <a:lnTo>
                  <a:pt x="753292" y="62947"/>
                </a:lnTo>
                <a:lnTo>
                  <a:pt x="756967" y="65721"/>
                </a:lnTo>
                <a:lnTo>
                  <a:pt x="760642" y="68443"/>
                </a:lnTo>
                <a:lnTo>
                  <a:pt x="764316" y="71113"/>
                </a:lnTo>
                <a:lnTo>
                  <a:pt x="767991" y="73730"/>
                </a:lnTo>
                <a:lnTo>
                  <a:pt x="771665" y="76293"/>
                </a:lnTo>
                <a:lnTo>
                  <a:pt x="775340" y="78804"/>
                </a:lnTo>
                <a:lnTo>
                  <a:pt x="779015" y="81265"/>
                </a:lnTo>
                <a:lnTo>
                  <a:pt x="782689" y="83675"/>
                </a:lnTo>
                <a:lnTo>
                  <a:pt x="786364" y="86031"/>
                </a:lnTo>
                <a:lnTo>
                  <a:pt x="790038" y="88336"/>
                </a:lnTo>
                <a:lnTo>
                  <a:pt x="793713" y="90594"/>
                </a:lnTo>
                <a:lnTo>
                  <a:pt x="797388" y="92803"/>
                </a:lnTo>
                <a:lnTo>
                  <a:pt x="801062" y="94965"/>
                </a:lnTo>
                <a:lnTo>
                  <a:pt x="804737" y="97078"/>
                </a:lnTo>
                <a:lnTo>
                  <a:pt x="808411" y="99144"/>
                </a:lnTo>
                <a:lnTo>
                  <a:pt x="812086" y="101162"/>
                </a:lnTo>
                <a:lnTo>
                  <a:pt x="815761" y="103132"/>
                </a:lnTo>
                <a:lnTo>
                  <a:pt x="819435" y="105051"/>
                </a:lnTo>
                <a:lnTo>
                  <a:pt x="823110" y="106925"/>
                </a:lnTo>
                <a:lnTo>
                  <a:pt x="826784" y="108758"/>
                </a:lnTo>
                <a:lnTo>
                  <a:pt x="830459" y="110550"/>
                </a:lnTo>
                <a:lnTo>
                  <a:pt x="834134" y="112306"/>
                </a:lnTo>
                <a:lnTo>
                  <a:pt x="837808" y="114029"/>
                </a:lnTo>
                <a:lnTo>
                  <a:pt x="841483" y="115721"/>
                </a:lnTo>
                <a:lnTo>
                  <a:pt x="845157" y="117387"/>
                </a:lnTo>
                <a:lnTo>
                  <a:pt x="848832" y="119030"/>
                </a:lnTo>
                <a:lnTo>
                  <a:pt x="852507" y="120657"/>
                </a:lnTo>
                <a:lnTo>
                  <a:pt x="856181" y="122274"/>
                </a:lnTo>
                <a:lnTo>
                  <a:pt x="859856" y="123887"/>
                </a:lnTo>
                <a:lnTo>
                  <a:pt x="863530" y="125499"/>
                </a:lnTo>
                <a:lnTo>
                  <a:pt x="867205" y="127116"/>
                </a:lnTo>
                <a:lnTo>
                  <a:pt x="870880" y="128740"/>
                </a:lnTo>
                <a:lnTo>
                  <a:pt x="874554" y="130376"/>
                </a:lnTo>
                <a:lnTo>
                  <a:pt x="878229" y="132025"/>
                </a:lnTo>
                <a:lnTo>
                  <a:pt x="881903" y="133688"/>
                </a:lnTo>
                <a:lnTo>
                  <a:pt x="885578" y="135364"/>
                </a:lnTo>
                <a:lnTo>
                  <a:pt x="889253" y="137049"/>
                </a:lnTo>
                <a:lnTo>
                  <a:pt x="892927" y="138741"/>
                </a:lnTo>
                <a:lnTo>
                  <a:pt x="896602" y="140433"/>
                </a:lnTo>
                <a:lnTo>
                  <a:pt x="900276" y="142122"/>
                </a:lnTo>
                <a:lnTo>
                  <a:pt x="903951" y="143800"/>
                </a:lnTo>
                <a:lnTo>
                  <a:pt x="907626" y="145461"/>
                </a:lnTo>
                <a:lnTo>
                  <a:pt x="911300" y="147095"/>
                </a:lnTo>
                <a:lnTo>
                  <a:pt x="914975" y="148697"/>
                </a:lnTo>
                <a:lnTo>
                  <a:pt x="918649" y="150261"/>
                </a:lnTo>
                <a:lnTo>
                  <a:pt x="922324" y="151784"/>
                </a:lnTo>
                <a:lnTo>
                  <a:pt x="925999" y="153260"/>
                </a:lnTo>
                <a:lnTo>
                  <a:pt x="929673" y="154686"/>
                </a:lnTo>
                <a:lnTo>
                  <a:pt x="933348" y="156061"/>
                </a:lnTo>
                <a:lnTo>
                  <a:pt x="937022" y="157384"/>
                </a:lnTo>
                <a:lnTo>
                  <a:pt x="940697" y="158650"/>
                </a:lnTo>
                <a:lnTo>
                  <a:pt x="944372" y="159860"/>
                </a:lnTo>
                <a:lnTo>
                  <a:pt x="948046" y="161023"/>
                </a:lnTo>
                <a:lnTo>
                  <a:pt x="951721" y="162139"/>
                </a:lnTo>
                <a:lnTo>
                  <a:pt x="955395" y="163212"/>
                </a:lnTo>
                <a:lnTo>
                  <a:pt x="959070" y="164246"/>
                </a:lnTo>
                <a:lnTo>
                  <a:pt x="962745" y="165243"/>
                </a:lnTo>
                <a:lnTo>
                  <a:pt x="966419" y="166207"/>
                </a:lnTo>
                <a:lnTo>
                  <a:pt x="970094" y="167141"/>
                </a:lnTo>
                <a:lnTo>
                  <a:pt x="973768" y="168041"/>
                </a:lnTo>
                <a:lnTo>
                  <a:pt x="977443" y="168915"/>
                </a:lnTo>
                <a:lnTo>
                  <a:pt x="981118" y="169761"/>
                </a:lnTo>
                <a:lnTo>
                  <a:pt x="984792" y="170580"/>
                </a:lnTo>
                <a:lnTo>
                  <a:pt x="988467" y="171371"/>
                </a:lnTo>
                <a:lnTo>
                  <a:pt x="992141" y="172132"/>
                </a:lnTo>
                <a:lnTo>
                  <a:pt x="995816" y="172862"/>
                </a:lnTo>
                <a:lnTo>
                  <a:pt x="999491" y="173559"/>
                </a:lnTo>
                <a:lnTo>
                  <a:pt x="1003165" y="174217"/>
                </a:lnTo>
                <a:lnTo>
                  <a:pt x="1006840" y="174836"/>
                </a:lnTo>
                <a:lnTo>
                  <a:pt x="1010514" y="175418"/>
                </a:lnTo>
                <a:lnTo>
                  <a:pt x="1014189" y="175963"/>
                </a:lnTo>
                <a:lnTo>
                  <a:pt x="1017864" y="176469"/>
                </a:lnTo>
                <a:lnTo>
                  <a:pt x="1021538" y="176939"/>
                </a:lnTo>
                <a:lnTo>
                  <a:pt x="1025213" y="177374"/>
                </a:lnTo>
                <a:lnTo>
                  <a:pt x="1028887" y="177775"/>
                </a:lnTo>
                <a:lnTo>
                  <a:pt x="1032562" y="178143"/>
                </a:lnTo>
                <a:lnTo>
                  <a:pt x="1036237" y="178478"/>
                </a:lnTo>
                <a:lnTo>
                  <a:pt x="1039911" y="178788"/>
                </a:lnTo>
                <a:lnTo>
                  <a:pt x="1043586" y="179073"/>
                </a:lnTo>
                <a:lnTo>
                  <a:pt x="1047260" y="179337"/>
                </a:lnTo>
                <a:lnTo>
                  <a:pt x="1050935" y="179581"/>
                </a:lnTo>
                <a:lnTo>
                  <a:pt x="1054610" y="179807"/>
                </a:lnTo>
                <a:lnTo>
                  <a:pt x="1058284" y="180018"/>
                </a:lnTo>
                <a:lnTo>
                  <a:pt x="1061959" y="180214"/>
                </a:lnTo>
                <a:lnTo>
                  <a:pt x="1065633" y="180396"/>
                </a:lnTo>
                <a:lnTo>
                  <a:pt x="1069308" y="180566"/>
                </a:lnTo>
                <a:lnTo>
                  <a:pt x="1072983" y="180726"/>
                </a:lnTo>
                <a:lnTo>
                  <a:pt x="1076657" y="180876"/>
                </a:lnTo>
                <a:lnTo>
                  <a:pt x="1080332" y="181019"/>
                </a:lnTo>
                <a:lnTo>
                  <a:pt x="1084006" y="181154"/>
                </a:lnTo>
                <a:lnTo>
                  <a:pt x="1087681" y="181283"/>
                </a:lnTo>
                <a:lnTo>
                  <a:pt x="1091356" y="181406"/>
                </a:lnTo>
                <a:lnTo>
                  <a:pt x="1095030" y="181523"/>
                </a:lnTo>
                <a:lnTo>
                  <a:pt x="1098705" y="181636"/>
                </a:lnTo>
                <a:lnTo>
                  <a:pt x="1102379" y="181744"/>
                </a:lnTo>
                <a:lnTo>
                  <a:pt x="1106054" y="181848"/>
                </a:lnTo>
                <a:lnTo>
                  <a:pt x="1109729" y="181947"/>
                </a:lnTo>
                <a:lnTo>
                  <a:pt x="1113403" y="182042"/>
                </a:lnTo>
                <a:lnTo>
                  <a:pt x="1117078" y="182133"/>
                </a:lnTo>
                <a:lnTo>
                  <a:pt x="1120752" y="182218"/>
                </a:lnTo>
                <a:lnTo>
                  <a:pt x="1124427" y="182298"/>
                </a:lnTo>
                <a:lnTo>
                  <a:pt x="1128102" y="182372"/>
                </a:lnTo>
                <a:lnTo>
                  <a:pt x="1131776" y="182439"/>
                </a:lnTo>
                <a:lnTo>
                  <a:pt x="1135451" y="182501"/>
                </a:lnTo>
                <a:lnTo>
                  <a:pt x="1139125" y="182556"/>
                </a:lnTo>
                <a:lnTo>
                  <a:pt x="1142800" y="182605"/>
                </a:lnTo>
                <a:lnTo>
                  <a:pt x="1146475" y="182648"/>
                </a:lnTo>
                <a:lnTo>
                  <a:pt x="1150149" y="182686"/>
                </a:lnTo>
                <a:lnTo>
                  <a:pt x="1153824" y="182718"/>
                </a:lnTo>
                <a:lnTo>
                  <a:pt x="1157498" y="182745"/>
                </a:lnTo>
                <a:lnTo>
                  <a:pt x="1161173" y="182767"/>
                </a:lnTo>
                <a:lnTo>
                  <a:pt x="1164848" y="182786"/>
                </a:lnTo>
                <a:lnTo>
                  <a:pt x="1168522" y="182801"/>
                </a:lnTo>
                <a:lnTo>
                  <a:pt x="1172197" y="182813"/>
                </a:lnTo>
                <a:lnTo>
                  <a:pt x="1175871" y="182822"/>
                </a:lnTo>
                <a:lnTo>
                  <a:pt x="1179546" y="182830"/>
                </a:lnTo>
                <a:lnTo>
                  <a:pt x="1183221" y="182836"/>
                </a:lnTo>
                <a:lnTo>
                  <a:pt x="1186895" y="182840"/>
                </a:lnTo>
                <a:lnTo>
                  <a:pt x="1190570" y="182843"/>
                </a:lnTo>
                <a:lnTo>
                  <a:pt x="1194244" y="182845"/>
                </a:lnTo>
                <a:lnTo>
                  <a:pt x="1197919" y="182847"/>
                </a:lnTo>
                <a:lnTo>
                  <a:pt x="1201594" y="182848"/>
                </a:lnTo>
                <a:lnTo>
                  <a:pt x="1205268" y="182849"/>
                </a:lnTo>
                <a:lnTo>
                  <a:pt x="1208943" y="182850"/>
                </a:lnTo>
                <a:lnTo>
                  <a:pt x="1212617" y="182850"/>
                </a:lnTo>
                <a:lnTo>
                  <a:pt x="1216292" y="182851"/>
                </a:lnTo>
                <a:lnTo>
                  <a:pt x="1219967" y="182851"/>
                </a:lnTo>
                <a:lnTo>
                  <a:pt x="1223641" y="182851"/>
                </a:lnTo>
                <a:lnTo>
                  <a:pt x="1227316" y="182851"/>
                </a:lnTo>
                <a:lnTo>
                  <a:pt x="1230990" y="182851"/>
                </a:lnTo>
                <a:lnTo>
                  <a:pt x="1234665" y="182851"/>
                </a:lnTo>
                <a:lnTo>
                  <a:pt x="1238340" y="182851"/>
                </a:lnTo>
                <a:lnTo>
                  <a:pt x="1242014" y="182851"/>
                </a:lnTo>
                <a:lnTo>
                  <a:pt x="1245689" y="182851"/>
                </a:lnTo>
                <a:lnTo>
                  <a:pt x="1249363" y="182851"/>
                </a:lnTo>
                <a:lnTo>
                  <a:pt x="1253038" y="182851"/>
                </a:lnTo>
                <a:lnTo>
                  <a:pt x="1256713" y="182851"/>
                </a:lnTo>
                <a:lnTo>
                  <a:pt x="1260387" y="182851"/>
                </a:lnTo>
                <a:lnTo>
                  <a:pt x="1264062" y="182851"/>
                </a:lnTo>
                <a:lnTo>
                  <a:pt x="1267736" y="182851"/>
                </a:lnTo>
                <a:lnTo>
                  <a:pt x="1271411" y="182851"/>
                </a:lnTo>
                <a:lnTo>
                  <a:pt x="1275086" y="182851"/>
                </a:lnTo>
                <a:lnTo>
                  <a:pt x="1278760" y="182851"/>
                </a:lnTo>
                <a:lnTo>
                  <a:pt x="1282435" y="182851"/>
                </a:lnTo>
                <a:lnTo>
                  <a:pt x="1286109" y="182851"/>
                </a:lnTo>
                <a:lnTo>
                  <a:pt x="1289784" y="182851"/>
                </a:lnTo>
                <a:lnTo>
                  <a:pt x="1293459" y="182851"/>
                </a:lnTo>
                <a:lnTo>
                  <a:pt x="1297133" y="182851"/>
                </a:lnTo>
                <a:lnTo>
                  <a:pt x="1300808" y="182851"/>
                </a:lnTo>
                <a:lnTo>
                  <a:pt x="1304482" y="182851"/>
                </a:lnTo>
                <a:lnTo>
                  <a:pt x="1308157" y="182851"/>
                </a:lnTo>
                <a:lnTo>
                  <a:pt x="1311832" y="182851"/>
                </a:lnTo>
                <a:lnTo>
                  <a:pt x="1315506" y="182851"/>
                </a:lnTo>
                <a:lnTo>
                  <a:pt x="1319181" y="182851"/>
                </a:lnTo>
                <a:lnTo>
                  <a:pt x="1322855" y="182851"/>
                </a:lnTo>
                <a:lnTo>
                  <a:pt x="1326530" y="182851"/>
                </a:lnTo>
                <a:lnTo>
                  <a:pt x="1330205" y="182851"/>
                </a:lnTo>
                <a:lnTo>
                  <a:pt x="1333879" y="182851"/>
                </a:lnTo>
                <a:lnTo>
                  <a:pt x="1337554" y="182851"/>
                </a:lnTo>
                <a:lnTo>
                  <a:pt x="1341228" y="182851"/>
                </a:lnTo>
                <a:lnTo>
                  <a:pt x="1344903" y="182851"/>
                </a:lnTo>
                <a:lnTo>
                  <a:pt x="1348577" y="182851"/>
                </a:lnTo>
                <a:lnTo>
                  <a:pt x="1352252" y="182851"/>
                </a:lnTo>
                <a:lnTo>
                  <a:pt x="1355927" y="182851"/>
                </a:lnTo>
                <a:lnTo>
                  <a:pt x="1359601" y="182851"/>
                </a:lnTo>
                <a:lnTo>
                  <a:pt x="1363276" y="182851"/>
                </a:lnTo>
                <a:lnTo>
                  <a:pt x="1366950" y="182851"/>
                </a:lnTo>
                <a:lnTo>
                  <a:pt x="1370625" y="182851"/>
                </a:lnTo>
                <a:lnTo>
                  <a:pt x="1374300" y="182851"/>
                </a:lnTo>
                <a:lnTo>
                  <a:pt x="1377974" y="182851"/>
                </a:lnTo>
                <a:lnTo>
                  <a:pt x="1381649" y="182851"/>
                </a:lnTo>
                <a:lnTo>
                  <a:pt x="1385323" y="182851"/>
                </a:lnTo>
                <a:lnTo>
                  <a:pt x="1388998" y="182851"/>
                </a:lnTo>
                <a:lnTo>
                  <a:pt x="1392673" y="182851"/>
                </a:lnTo>
                <a:lnTo>
                  <a:pt x="1396347" y="182851"/>
                </a:lnTo>
                <a:lnTo>
                  <a:pt x="1400022" y="182851"/>
                </a:lnTo>
                <a:lnTo>
                  <a:pt x="1403696" y="182851"/>
                </a:lnTo>
                <a:lnTo>
                  <a:pt x="1407371" y="182851"/>
                </a:lnTo>
                <a:lnTo>
                  <a:pt x="1411046" y="182851"/>
                </a:lnTo>
                <a:lnTo>
                  <a:pt x="1414720" y="182851"/>
                </a:lnTo>
                <a:lnTo>
                  <a:pt x="1418395" y="182851"/>
                </a:lnTo>
                <a:lnTo>
                  <a:pt x="1422069" y="182851"/>
                </a:lnTo>
                <a:lnTo>
                  <a:pt x="1425744" y="182851"/>
                </a:lnTo>
                <a:lnTo>
                  <a:pt x="1429419" y="182851"/>
                </a:lnTo>
                <a:lnTo>
                  <a:pt x="1433093" y="182851"/>
                </a:lnTo>
                <a:lnTo>
                  <a:pt x="1436768" y="182851"/>
                </a:lnTo>
                <a:lnTo>
                  <a:pt x="1440442" y="182851"/>
                </a:lnTo>
                <a:lnTo>
                  <a:pt x="1444117" y="182851"/>
                </a:lnTo>
                <a:lnTo>
                  <a:pt x="1447792" y="182851"/>
                </a:lnTo>
                <a:lnTo>
                  <a:pt x="1451466" y="182851"/>
                </a:lnTo>
                <a:lnTo>
                  <a:pt x="1455141" y="182851"/>
                </a:lnTo>
                <a:lnTo>
                  <a:pt x="1458815" y="182851"/>
                </a:lnTo>
                <a:lnTo>
                  <a:pt x="1462490" y="182851"/>
                </a:lnTo>
                <a:lnTo>
                  <a:pt x="1466165" y="182851"/>
                </a:lnTo>
                <a:lnTo>
                  <a:pt x="1469839" y="182851"/>
                </a:lnTo>
                <a:lnTo>
                  <a:pt x="1473514" y="182851"/>
                </a:lnTo>
                <a:lnTo>
                  <a:pt x="1477188" y="182851"/>
                </a:lnTo>
                <a:lnTo>
                  <a:pt x="1480863" y="182851"/>
                </a:lnTo>
                <a:lnTo>
                  <a:pt x="1484538" y="182851"/>
                </a:lnTo>
                <a:lnTo>
                  <a:pt x="1488212" y="182851"/>
                </a:lnTo>
                <a:lnTo>
                  <a:pt x="1491887" y="182851"/>
                </a:lnTo>
                <a:lnTo>
                  <a:pt x="1495561" y="182851"/>
                </a:lnTo>
                <a:lnTo>
                  <a:pt x="1499236" y="182851"/>
                </a:lnTo>
                <a:lnTo>
                  <a:pt x="1502911" y="182851"/>
                </a:lnTo>
                <a:lnTo>
                  <a:pt x="1506585" y="182851"/>
                </a:lnTo>
                <a:lnTo>
                  <a:pt x="1510260" y="182851"/>
                </a:lnTo>
                <a:lnTo>
                  <a:pt x="1513934" y="182851"/>
                </a:lnTo>
                <a:lnTo>
                  <a:pt x="1517609" y="182851"/>
                </a:lnTo>
                <a:lnTo>
                  <a:pt x="1521284" y="182851"/>
                </a:lnTo>
                <a:lnTo>
                  <a:pt x="1524958" y="182851"/>
                </a:lnTo>
                <a:lnTo>
                  <a:pt x="1528633" y="182851"/>
                </a:lnTo>
                <a:lnTo>
                  <a:pt x="1532307" y="182851"/>
                </a:lnTo>
                <a:lnTo>
                  <a:pt x="1535982" y="182851"/>
                </a:lnTo>
                <a:lnTo>
                  <a:pt x="1539657" y="182851"/>
                </a:lnTo>
                <a:lnTo>
                  <a:pt x="1543331" y="182851"/>
                </a:lnTo>
                <a:lnTo>
                  <a:pt x="1547006" y="182851"/>
                </a:lnTo>
                <a:lnTo>
                  <a:pt x="1550680" y="182851"/>
                </a:lnTo>
                <a:lnTo>
                  <a:pt x="1554355" y="182851"/>
                </a:lnTo>
                <a:lnTo>
                  <a:pt x="1558030" y="182851"/>
                </a:lnTo>
                <a:lnTo>
                  <a:pt x="1561704" y="182851"/>
                </a:lnTo>
                <a:lnTo>
                  <a:pt x="1565379" y="182851"/>
                </a:lnTo>
                <a:lnTo>
                  <a:pt x="1569053" y="182851"/>
                </a:lnTo>
                <a:lnTo>
                  <a:pt x="1572728" y="182851"/>
                </a:lnTo>
                <a:lnTo>
                  <a:pt x="1576403" y="182851"/>
                </a:lnTo>
                <a:lnTo>
                  <a:pt x="1580077" y="182851"/>
                </a:lnTo>
                <a:lnTo>
                  <a:pt x="1583752" y="182851"/>
                </a:lnTo>
                <a:lnTo>
                  <a:pt x="1587426" y="182851"/>
                </a:lnTo>
                <a:lnTo>
                  <a:pt x="1591101" y="182851"/>
                </a:lnTo>
                <a:lnTo>
                  <a:pt x="1594776" y="182851"/>
                </a:lnTo>
                <a:lnTo>
                  <a:pt x="1598450" y="182851"/>
                </a:lnTo>
                <a:lnTo>
                  <a:pt x="1602125" y="182851"/>
                </a:lnTo>
                <a:lnTo>
                  <a:pt x="1605799" y="182851"/>
                </a:lnTo>
                <a:lnTo>
                  <a:pt x="1609474" y="182851"/>
                </a:lnTo>
                <a:lnTo>
                  <a:pt x="1613149" y="182851"/>
                </a:lnTo>
                <a:lnTo>
                  <a:pt x="1616823" y="182851"/>
                </a:lnTo>
                <a:lnTo>
                  <a:pt x="1620498" y="182851"/>
                </a:lnTo>
                <a:lnTo>
                  <a:pt x="1624172" y="182851"/>
                </a:lnTo>
                <a:lnTo>
                  <a:pt x="1627847" y="182851"/>
                </a:lnTo>
                <a:lnTo>
                  <a:pt x="1631522" y="182851"/>
                </a:lnTo>
                <a:lnTo>
                  <a:pt x="1635196" y="182851"/>
                </a:lnTo>
                <a:lnTo>
                  <a:pt x="1638871" y="182851"/>
                </a:lnTo>
                <a:lnTo>
                  <a:pt x="1642545" y="182851"/>
                </a:lnTo>
                <a:lnTo>
                  <a:pt x="1646220" y="182851"/>
                </a:lnTo>
                <a:lnTo>
                  <a:pt x="1649895" y="182851"/>
                </a:lnTo>
                <a:lnTo>
                  <a:pt x="1653569" y="182851"/>
                </a:lnTo>
                <a:lnTo>
                  <a:pt x="1657244" y="182851"/>
                </a:lnTo>
                <a:lnTo>
                  <a:pt x="1660918" y="182851"/>
                </a:lnTo>
                <a:lnTo>
                  <a:pt x="1664593" y="182851"/>
                </a:lnTo>
                <a:lnTo>
                  <a:pt x="1668268" y="182851"/>
                </a:lnTo>
                <a:lnTo>
                  <a:pt x="1671942" y="182851"/>
                </a:lnTo>
                <a:lnTo>
                  <a:pt x="1675617" y="182851"/>
                </a:lnTo>
                <a:lnTo>
                  <a:pt x="1679291" y="182851"/>
                </a:lnTo>
                <a:lnTo>
                  <a:pt x="1682966" y="182851"/>
                </a:lnTo>
                <a:lnTo>
                  <a:pt x="1686641" y="182851"/>
                </a:lnTo>
                <a:lnTo>
                  <a:pt x="1690315" y="182851"/>
                </a:lnTo>
                <a:lnTo>
                  <a:pt x="1693990" y="182851"/>
                </a:lnTo>
                <a:lnTo>
                  <a:pt x="1697664" y="182851"/>
                </a:lnTo>
                <a:lnTo>
                  <a:pt x="1701339" y="182851"/>
                </a:lnTo>
                <a:lnTo>
                  <a:pt x="1705014" y="182851"/>
                </a:lnTo>
                <a:lnTo>
                  <a:pt x="1708688" y="182851"/>
                </a:lnTo>
                <a:lnTo>
                  <a:pt x="1712363" y="182851"/>
                </a:lnTo>
                <a:lnTo>
                  <a:pt x="1716037" y="182851"/>
                </a:lnTo>
                <a:lnTo>
                  <a:pt x="1719712" y="182851"/>
                </a:lnTo>
                <a:lnTo>
                  <a:pt x="1723387" y="182851"/>
                </a:lnTo>
                <a:lnTo>
                  <a:pt x="1727061" y="182851"/>
                </a:lnTo>
                <a:lnTo>
                  <a:pt x="1730736" y="182851"/>
                </a:lnTo>
                <a:lnTo>
                  <a:pt x="1734410" y="182851"/>
                </a:lnTo>
                <a:lnTo>
                  <a:pt x="1738085" y="182851"/>
                </a:lnTo>
                <a:lnTo>
                  <a:pt x="1741760" y="182851"/>
                </a:lnTo>
                <a:lnTo>
                  <a:pt x="1745434" y="182851"/>
                </a:lnTo>
                <a:lnTo>
                  <a:pt x="1749109" y="182851"/>
                </a:lnTo>
                <a:lnTo>
                  <a:pt x="1752783" y="182851"/>
                </a:lnTo>
                <a:lnTo>
                  <a:pt x="1756458" y="182851"/>
                </a:lnTo>
                <a:lnTo>
                  <a:pt x="1760133" y="182851"/>
                </a:lnTo>
                <a:lnTo>
                  <a:pt x="1763807" y="182851"/>
                </a:lnTo>
                <a:lnTo>
                  <a:pt x="1767482" y="182851"/>
                </a:lnTo>
                <a:lnTo>
                  <a:pt x="1771156" y="182851"/>
                </a:lnTo>
                <a:lnTo>
                  <a:pt x="1774831" y="182851"/>
                </a:lnTo>
                <a:lnTo>
                  <a:pt x="1778506" y="182851"/>
                </a:lnTo>
                <a:lnTo>
                  <a:pt x="1782180" y="182851"/>
                </a:lnTo>
                <a:lnTo>
                  <a:pt x="1785855" y="182851"/>
                </a:lnTo>
                <a:lnTo>
                  <a:pt x="1789529" y="182851"/>
                </a:lnTo>
                <a:lnTo>
                  <a:pt x="1793204" y="182851"/>
                </a:lnTo>
                <a:lnTo>
                  <a:pt x="1796879" y="182851"/>
                </a:lnTo>
                <a:lnTo>
                  <a:pt x="1800553" y="182851"/>
                </a:lnTo>
                <a:lnTo>
                  <a:pt x="1804228" y="182851"/>
                </a:lnTo>
                <a:lnTo>
                  <a:pt x="1807902" y="182851"/>
                </a:lnTo>
                <a:lnTo>
                  <a:pt x="1811577" y="182851"/>
                </a:lnTo>
                <a:lnTo>
                  <a:pt x="1815252" y="182851"/>
                </a:lnTo>
                <a:lnTo>
                  <a:pt x="1818926" y="182851"/>
                </a:lnTo>
                <a:lnTo>
                  <a:pt x="1822601" y="182851"/>
                </a:lnTo>
                <a:lnTo>
                  <a:pt x="1826275" y="182851"/>
                </a:lnTo>
                <a:lnTo>
                  <a:pt x="1829950" y="182851"/>
                </a:lnTo>
                <a:lnTo>
                  <a:pt x="1833625" y="182851"/>
                </a:lnTo>
                <a:lnTo>
                  <a:pt x="1837299" y="182851"/>
                </a:lnTo>
                <a:lnTo>
                  <a:pt x="1840974" y="182851"/>
                </a:lnTo>
                <a:lnTo>
                  <a:pt x="1844648" y="182851"/>
                </a:lnTo>
                <a:lnTo>
                  <a:pt x="1848323" y="182851"/>
                </a:lnTo>
                <a:lnTo>
                  <a:pt x="1851998" y="182851"/>
                </a:lnTo>
                <a:lnTo>
                  <a:pt x="1855672" y="182851"/>
                </a:lnTo>
                <a:lnTo>
                  <a:pt x="1859347" y="182851"/>
                </a:lnTo>
                <a:lnTo>
                  <a:pt x="1863021" y="182851"/>
                </a:lnTo>
                <a:lnTo>
                  <a:pt x="1866696" y="182851"/>
                </a:lnTo>
                <a:lnTo>
                  <a:pt x="1870371" y="182851"/>
                </a:lnTo>
                <a:lnTo>
                  <a:pt x="1874045" y="182851"/>
                </a:lnTo>
                <a:lnTo>
                  <a:pt x="1877720" y="182851"/>
                </a:lnTo>
              </a:path>
            </a:pathLst>
          </a:custGeom>
          <a:ln w="27101" cap="flat">
            <a:solidFill>
              <a:srgbClr val="00BFC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" name="pg28"/>
          <p:cNvSpPr/>
          <p:nvPr/>
        </p:nvSpPr>
        <p:spPr>
          <a:xfrm>
            <a:off x="4548521" y="2589427"/>
            <a:ext cx="1877720" cy="150266"/>
          </a:xfrm>
          <a:custGeom>
            <a:avLst/>
            <a:gdLst/>
            <a:ahLst/>
            <a:cxnLst/>
            <a:rect l="0" t="0" r="0" b="0"/>
            <a:pathLst>
              <a:path w="1877720" h="150266">
                <a:moveTo>
                  <a:pt x="0" y="133242"/>
                </a:moveTo>
                <a:lnTo>
                  <a:pt x="3674" y="131780"/>
                </a:lnTo>
                <a:lnTo>
                  <a:pt x="7349" y="130303"/>
                </a:lnTo>
                <a:lnTo>
                  <a:pt x="11023" y="128822"/>
                </a:lnTo>
                <a:lnTo>
                  <a:pt x="14698" y="127348"/>
                </a:lnTo>
                <a:lnTo>
                  <a:pt x="18372" y="125895"/>
                </a:lnTo>
                <a:lnTo>
                  <a:pt x="22047" y="124470"/>
                </a:lnTo>
                <a:lnTo>
                  <a:pt x="25722" y="123079"/>
                </a:lnTo>
                <a:lnTo>
                  <a:pt x="29396" y="121729"/>
                </a:lnTo>
                <a:lnTo>
                  <a:pt x="33071" y="120424"/>
                </a:lnTo>
                <a:lnTo>
                  <a:pt x="36745" y="119168"/>
                </a:lnTo>
                <a:lnTo>
                  <a:pt x="40420" y="117963"/>
                </a:lnTo>
                <a:lnTo>
                  <a:pt x="44095" y="116820"/>
                </a:lnTo>
                <a:lnTo>
                  <a:pt x="47769" y="115730"/>
                </a:lnTo>
                <a:lnTo>
                  <a:pt x="51444" y="114691"/>
                </a:lnTo>
                <a:lnTo>
                  <a:pt x="55118" y="113703"/>
                </a:lnTo>
                <a:lnTo>
                  <a:pt x="58793" y="112762"/>
                </a:lnTo>
                <a:lnTo>
                  <a:pt x="62468" y="111867"/>
                </a:lnTo>
                <a:lnTo>
                  <a:pt x="66142" y="111016"/>
                </a:lnTo>
                <a:lnTo>
                  <a:pt x="69817" y="110212"/>
                </a:lnTo>
                <a:lnTo>
                  <a:pt x="73491" y="109451"/>
                </a:lnTo>
                <a:lnTo>
                  <a:pt x="77166" y="108727"/>
                </a:lnTo>
                <a:lnTo>
                  <a:pt x="80841" y="108040"/>
                </a:lnTo>
                <a:lnTo>
                  <a:pt x="84515" y="107389"/>
                </a:lnTo>
                <a:lnTo>
                  <a:pt x="88190" y="106774"/>
                </a:lnTo>
                <a:lnTo>
                  <a:pt x="91864" y="106194"/>
                </a:lnTo>
                <a:lnTo>
                  <a:pt x="95539" y="105651"/>
                </a:lnTo>
                <a:lnTo>
                  <a:pt x="99214" y="105144"/>
                </a:lnTo>
                <a:lnTo>
                  <a:pt x="102888" y="104668"/>
                </a:lnTo>
                <a:lnTo>
                  <a:pt x="106563" y="104221"/>
                </a:lnTo>
                <a:lnTo>
                  <a:pt x="110237" y="103800"/>
                </a:lnTo>
                <a:lnTo>
                  <a:pt x="113912" y="103401"/>
                </a:lnTo>
                <a:lnTo>
                  <a:pt x="117587" y="103021"/>
                </a:lnTo>
                <a:lnTo>
                  <a:pt x="121261" y="102653"/>
                </a:lnTo>
                <a:lnTo>
                  <a:pt x="124936" y="102291"/>
                </a:lnTo>
                <a:lnTo>
                  <a:pt x="128610" y="101924"/>
                </a:lnTo>
                <a:lnTo>
                  <a:pt x="132285" y="101545"/>
                </a:lnTo>
                <a:lnTo>
                  <a:pt x="135960" y="101146"/>
                </a:lnTo>
                <a:lnTo>
                  <a:pt x="139634" y="100718"/>
                </a:lnTo>
                <a:lnTo>
                  <a:pt x="143309" y="100252"/>
                </a:lnTo>
                <a:lnTo>
                  <a:pt x="146983" y="99738"/>
                </a:lnTo>
                <a:lnTo>
                  <a:pt x="150658" y="99159"/>
                </a:lnTo>
                <a:lnTo>
                  <a:pt x="154333" y="98515"/>
                </a:lnTo>
                <a:lnTo>
                  <a:pt x="158007" y="97800"/>
                </a:lnTo>
                <a:lnTo>
                  <a:pt x="161682" y="97012"/>
                </a:lnTo>
                <a:lnTo>
                  <a:pt x="165356" y="96145"/>
                </a:lnTo>
                <a:lnTo>
                  <a:pt x="169031" y="95200"/>
                </a:lnTo>
                <a:lnTo>
                  <a:pt x="172706" y="94176"/>
                </a:lnTo>
                <a:lnTo>
                  <a:pt x="176380" y="93063"/>
                </a:lnTo>
                <a:lnTo>
                  <a:pt x="180055" y="91878"/>
                </a:lnTo>
                <a:lnTo>
                  <a:pt x="183729" y="90629"/>
                </a:lnTo>
                <a:lnTo>
                  <a:pt x="187404" y="89323"/>
                </a:lnTo>
                <a:lnTo>
                  <a:pt x="191079" y="87968"/>
                </a:lnTo>
                <a:lnTo>
                  <a:pt x="194753" y="86575"/>
                </a:lnTo>
                <a:lnTo>
                  <a:pt x="198428" y="85154"/>
                </a:lnTo>
                <a:lnTo>
                  <a:pt x="202102" y="83713"/>
                </a:lnTo>
                <a:lnTo>
                  <a:pt x="205777" y="82269"/>
                </a:lnTo>
                <a:lnTo>
                  <a:pt x="209452" y="80831"/>
                </a:lnTo>
                <a:lnTo>
                  <a:pt x="213126" y="79410"/>
                </a:lnTo>
                <a:lnTo>
                  <a:pt x="216801" y="78013"/>
                </a:lnTo>
                <a:lnTo>
                  <a:pt x="220475" y="76648"/>
                </a:lnTo>
                <a:lnTo>
                  <a:pt x="224150" y="75321"/>
                </a:lnTo>
                <a:lnTo>
                  <a:pt x="227825" y="74040"/>
                </a:lnTo>
                <a:lnTo>
                  <a:pt x="231499" y="72810"/>
                </a:lnTo>
                <a:lnTo>
                  <a:pt x="235174" y="71626"/>
                </a:lnTo>
                <a:lnTo>
                  <a:pt x="238848" y="70489"/>
                </a:lnTo>
                <a:lnTo>
                  <a:pt x="242523" y="69397"/>
                </a:lnTo>
                <a:lnTo>
                  <a:pt x="246198" y="68346"/>
                </a:lnTo>
                <a:lnTo>
                  <a:pt x="249872" y="67334"/>
                </a:lnTo>
                <a:lnTo>
                  <a:pt x="253547" y="66358"/>
                </a:lnTo>
                <a:lnTo>
                  <a:pt x="257221" y="65413"/>
                </a:lnTo>
                <a:lnTo>
                  <a:pt x="260896" y="64488"/>
                </a:lnTo>
                <a:lnTo>
                  <a:pt x="264571" y="63578"/>
                </a:lnTo>
                <a:lnTo>
                  <a:pt x="268245" y="62679"/>
                </a:lnTo>
                <a:lnTo>
                  <a:pt x="271920" y="61785"/>
                </a:lnTo>
                <a:lnTo>
                  <a:pt x="275594" y="60891"/>
                </a:lnTo>
                <a:lnTo>
                  <a:pt x="279269" y="59993"/>
                </a:lnTo>
                <a:lnTo>
                  <a:pt x="282944" y="59086"/>
                </a:lnTo>
                <a:lnTo>
                  <a:pt x="286618" y="58168"/>
                </a:lnTo>
                <a:lnTo>
                  <a:pt x="290293" y="57238"/>
                </a:lnTo>
                <a:lnTo>
                  <a:pt x="293967" y="56294"/>
                </a:lnTo>
                <a:lnTo>
                  <a:pt x="297642" y="55337"/>
                </a:lnTo>
                <a:lnTo>
                  <a:pt x="301317" y="54366"/>
                </a:lnTo>
                <a:lnTo>
                  <a:pt x="304991" y="53383"/>
                </a:lnTo>
                <a:lnTo>
                  <a:pt x="308666" y="52386"/>
                </a:lnTo>
                <a:lnTo>
                  <a:pt x="312340" y="51379"/>
                </a:lnTo>
                <a:lnTo>
                  <a:pt x="316015" y="50365"/>
                </a:lnTo>
                <a:lnTo>
                  <a:pt x="319690" y="49344"/>
                </a:lnTo>
                <a:lnTo>
                  <a:pt x="323364" y="48318"/>
                </a:lnTo>
                <a:lnTo>
                  <a:pt x="327039" y="47289"/>
                </a:lnTo>
                <a:lnTo>
                  <a:pt x="330713" y="46258"/>
                </a:lnTo>
                <a:lnTo>
                  <a:pt x="334388" y="45225"/>
                </a:lnTo>
                <a:lnTo>
                  <a:pt x="338063" y="44193"/>
                </a:lnTo>
                <a:lnTo>
                  <a:pt x="341737" y="43162"/>
                </a:lnTo>
                <a:lnTo>
                  <a:pt x="345412" y="42132"/>
                </a:lnTo>
                <a:lnTo>
                  <a:pt x="349086" y="41105"/>
                </a:lnTo>
                <a:lnTo>
                  <a:pt x="352761" y="40082"/>
                </a:lnTo>
                <a:lnTo>
                  <a:pt x="356436" y="39065"/>
                </a:lnTo>
                <a:lnTo>
                  <a:pt x="360110" y="38055"/>
                </a:lnTo>
                <a:lnTo>
                  <a:pt x="363785" y="37057"/>
                </a:lnTo>
                <a:lnTo>
                  <a:pt x="367459" y="36072"/>
                </a:lnTo>
                <a:lnTo>
                  <a:pt x="371134" y="35103"/>
                </a:lnTo>
                <a:lnTo>
                  <a:pt x="374809" y="34153"/>
                </a:lnTo>
                <a:lnTo>
                  <a:pt x="378483" y="33227"/>
                </a:lnTo>
                <a:lnTo>
                  <a:pt x="382158" y="32328"/>
                </a:lnTo>
                <a:lnTo>
                  <a:pt x="385832" y="31462"/>
                </a:lnTo>
                <a:lnTo>
                  <a:pt x="389507" y="30635"/>
                </a:lnTo>
                <a:lnTo>
                  <a:pt x="393182" y="29845"/>
                </a:lnTo>
                <a:lnTo>
                  <a:pt x="396856" y="29094"/>
                </a:lnTo>
                <a:lnTo>
                  <a:pt x="400531" y="28383"/>
                </a:lnTo>
                <a:lnTo>
                  <a:pt x="404205" y="27713"/>
                </a:lnTo>
                <a:lnTo>
                  <a:pt x="407880" y="27081"/>
                </a:lnTo>
                <a:lnTo>
                  <a:pt x="411555" y="26489"/>
                </a:lnTo>
                <a:lnTo>
                  <a:pt x="415229" y="25935"/>
                </a:lnTo>
                <a:lnTo>
                  <a:pt x="418904" y="25408"/>
                </a:lnTo>
                <a:lnTo>
                  <a:pt x="422578" y="24905"/>
                </a:lnTo>
                <a:lnTo>
                  <a:pt x="426253" y="24418"/>
                </a:lnTo>
                <a:lnTo>
                  <a:pt x="429928" y="23942"/>
                </a:lnTo>
                <a:lnTo>
                  <a:pt x="433602" y="23469"/>
                </a:lnTo>
                <a:lnTo>
                  <a:pt x="437277" y="22993"/>
                </a:lnTo>
                <a:lnTo>
                  <a:pt x="440951" y="22503"/>
                </a:lnTo>
                <a:lnTo>
                  <a:pt x="444626" y="21993"/>
                </a:lnTo>
                <a:lnTo>
                  <a:pt x="448301" y="21456"/>
                </a:lnTo>
                <a:lnTo>
                  <a:pt x="451975" y="20888"/>
                </a:lnTo>
                <a:lnTo>
                  <a:pt x="455650" y="20283"/>
                </a:lnTo>
                <a:lnTo>
                  <a:pt x="459324" y="19638"/>
                </a:lnTo>
                <a:lnTo>
                  <a:pt x="462999" y="18948"/>
                </a:lnTo>
                <a:lnTo>
                  <a:pt x="466674" y="18203"/>
                </a:lnTo>
                <a:lnTo>
                  <a:pt x="470348" y="17409"/>
                </a:lnTo>
                <a:lnTo>
                  <a:pt x="474023" y="16567"/>
                </a:lnTo>
                <a:lnTo>
                  <a:pt x="477697" y="15680"/>
                </a:lnTo>
                <a:lnTo>
                  <a:pt x="481372" y="14750"/>
                </a:lnTo>
                <a:lnTo>
                  <a:pt x="485047" y="13781"/>
                </a:lnTo>
                <a:lnTo>
                  <a:pt x="488721" y="12778"/>
                </a:lnTo>
                <a:lnTo>
                  <a:pt x="492396" y="11745"/>
                </a:lnTo>
                <a:lnTo>
                  <a:pt x="496070" y="10694"/>
                </a:lnTo>
                <a:lnTo>
                  <a:pt x="499745" y="9635"/>
                </a:lnTo>
                <a:lnTo>
                  <a:pt x="503420" y="8579"/>
                </a:lnTo>
                <a:lnTo>
                  <a:pt x="507094" y="7536"/>
                </a:lnTo>
                <a:lnTo>
                  <a:pt x="510769" y="6515"/>
                </a:lnTo>
                <a:lnTo>
                  <a:pt x="514443" y="5529"/>
                </a:lnTo>
                <a:lnTo>
                  <a:pt x="518118" y="4594"/>
                </a:lnTo>
                <a:lnTo>
                  <a:pt x="521793" y="3725"/>
                </a:lnTo>
                <a:lnTo>
                  <a:pt x="525467" y="2926"/>
                </a:lnTo>
                <a:lnTo>
                  <a:pt x="529142" y="2208"/>
                </a:lnTo>
                <a:lnTo>
                  <a:pt x="532816" y="1578"/>
                </a:lnTo>
                <a:lnTo>
                  <a:pt x="536491" y="1044"/>
                </a:lnTo>
                <a:lnTo>
                  <a:pt x="540166" y="611"/>
                </a:lnTo>
                <a:lnTo>
                  <a:pt x="543840" y="290"/>
                </a:lnTo>
                <a:lnTo>
                  <a:pt x="547515" y="91"/>
                </a:lnTo>
                <a:lnTo>
                  <a:pt x="551189" y="0"/>
                </a:lnTo>
                <a:lnTo>
                  <a:pt x="554864" y="14"/>
                </a:lnTo>
                <a:lnTo>
                  <a:pt x="558539" y="131"/>
                </a:lnTo>
                <a:lnTo>
                  <a:pt x="562213" y="345"/>
                </a:lnTo>
                <a:lnTo>
                  <a:pt x="565888" y="650"/>
                </a:lnTo>
                <a:lnTo>
                  <a:pt x="569562" y="1039"/>
                </a:lnTo>
                <a:lnTo>
                  <a:pt x="573237" y="1512"/>
                </a:lnTo>
                <a:lnTo>
                  <a:pt x="576912" y="2045"/>
                </a:lnTo>
                <a:lnTo>
                  <a:pt x="580586" y="2626"/>
                </a:lnTo>
                <a:lnTo>
                  <a:pt x="584261" y="3247"/>
                </a:lnTo>
                <a:lnTo>
                  <a:pt x="587935" y="3895"/>
                </a:lnTo>
                <a:lnTo>
                  <a:pt x="591610" y="4563"/>
                </a:lnTo>
                <a:lnTo>
                  <a:pt x="595285" y="5240"/>
                </a:lnTo>
                <a:lnTo>
                  <a:pt x="598959" y="5916"/>
                </a:lnTo>
                <a:lnTo>
                  <a:pt x="602634" y="6583"/>
                </a:lnTo>
                <a:lnTo>
                  <a:pt x="606308" y="7237"/>
                </a:lnTo>
                <a:lnTo>
                  <a:pt x="609983" y="7873"/>
                </a:lnTo>
                <a:lnTo>
                  <a:pt x="613658" y="8490"/>
                </a:lnTo>
                <a:lnTo>
                  <a:pt x="617332" y="9087"/>
                </a:lnTo>
                <a:lnTo>
                  <a:pt x="621007" y="9665"/>
                </a:lnTo>
                <a:lnTo>
                  <a:pt x="624681" y="10225"/>
                </a:lnTo>
                <a:lnTo>
                  <a:pt x="628356" y="10774"/>
                </a:lnTo>
                <a:lnTo>
                  <a:pt x="632031" y="11318"/>
                </a:lnTo>
                <a:lnTo>
                  <a:pt x="635705" y="11862"/>
                </a:lnTo>
                <a:lnTo>
                  <a:pt x="639380" y="12415"/>
                </a:lnTo>
                <a:lnTo>
                  <a:pt x="643054" y="12983"/>
                </a:lnTo>
                <a:lnTo>
                  <a:pt x="646729" y="13573"/>
                </a:lnTo>
                <a:lnTo>
                  <a:pt x="650404" y="14196"/>
                </a:lnTo>
                <a:lnTo>
                  <a:pt x="654078" y="14860"/>
                </a:lnTo>
                <a:lnTo>
                  <a:pt x="657753" y="15568"/>
                </a:lnTo>
                <a:lnTo>
                  <a:pt x="661427" y="16325"/>
                </a:lnTo>
                <a:lnTo>
                  <a:pt x="665102" y="17135"/>
                </a:lnTo>
                <a:lnTo>
                  <a:pt x="668777" y="18001"/>
                </a:lnTo>
                <a:lnTo>
                  <a:pt x="672451" y="18926"/>
                </a:lnTo>
                <a:lnTo>
                  <a:pt x="676126" y="19916"/>
                </a:lnTo>
                <a:lnTo>
                  <a:pt x="679800" y="20973"/>
                </a:lnTo>
                <a:lnTo>
                  <a:pt x="683475" y="22092"/>
                </a:lnTo>
                <a:lnTo>
                  <a:pt x="687150" y="23270"/>
                </a:lnTo>
                <a:lnTo>
                  <a:pt x="690824" y="24508"/>
                </a:lnTo>
                <a:lnTo>
                  <a:pt x="694499" y="25802"/>
                </a:lnTo>
                <a:lnTo>
                  <a:pt x="698173" y="27153"/>
                </a:lnTo>
                <a:lnTo>
                  <a:pt x="701848" y="28559"/>
                </a:lnTo>
                <a:lnTo>
                  <a:pt x="705523" y="30024"/>
                </a:lnTo>
                <a:lnTo>
                  <a:pt x="709197" y="31537"/>
                </a:lnTo>
                <a:lnTo>
                  <a:pt x="712872" y="33096"/>
                </a:lnTo>
                <a:lnTo>
                  <a:pt x="716546" y="34699"/>
                </a:lnTo>
                <a:lnTo>
                  <a:pt x="720221" y="36340"/>
                </a:lnTo>
                <a:lnTo>
                  <a:pt x="723896" y="38019"/>
                </a:lnTo>
                <a:lnTo>
                  <a:pt x="727570" y="39729"/>
                </a:lnTo>
                <a:lnTo>
                  <a:pt x="731245" y="41472"/>
                </a:lnTo>
                <a:lnTo>
                  <a:pt x="734919" y="43236"/>
                </a:lnTo>
                <a:lnTo>
                  <a:pt x="738594" y="45014"/>
                </a:lnTo>
                <a:lnTo>
                  <a:pt x="742269" y="46802"/>
                </a:lnTo>
                <a:lnTo>
                  <a:pt x="745943" y="48593"/>
                </a:lnTo>
                <a:lnTo>
                  <a:pt x="749618" y="50381"/>
                </a:lnTo>
                <a:lnTo>
                  <a:pt x="753292" y="52159"/>
                </a:lnTo>
                <a:lnTo>
                  <a:pt x="756967" y="53916"/>
                </a:lnTo>
                <a:lnTo>
                  <a:pt x="760642" y="55648"/>
                </a:lnTo>
                <a:lnTo>
                  <a:pt x="764316" y="57349"/>
                </a:lnTo>
                <a:lnTo>
                  <a:pt x="767991" y="59014"/>
                </a:lnTo>
                <a:lnTo>
                  <a:pt x="771665" y="60640"/>
                </a:lnTo>
                <a:lnTo>
                  <a:pt x="775340" y="62223"/>
                </a:lnTo>
                <a:lnTo>
                  <a:pt x="779015" y="63760"/>
                </a:lnTo>
                <a:lnTo>
                  <a:pt x="782689" y="65245"/>
                </a:lnTo>
                <a:lnTo>
                  <a:pt x="786364" y="66681"/>
                </a:lnTo>
                <a:lnTo>
                  <a:pt x="790038" y="68072"/>
                </a:lnTo>
                <a:lnTo>
                  <a:pt x="793713" y="69422"/>
                </a:lnTo>
                <a:lnTo>
                  <a:pt x="797388" y="70733"/>
                </a:lnTo>
                <a:lnTo>
                  <a:pt x="801062" y="72011"/>
                </a:lnTo>
                <a:lnTo>
                  <a:pt x="804737" y="73260"/>
                </a:lnTo>
                <a:lnTo>
                  <a:pt x="808411" y="74486"/>
                </a:lnTo>
                <a:lnTo>
                  <a:pt x="812086" y="75696"/>
                </a:lnTo>
                <a:lnTo>
                  <a:pt x="815761" y="76901"/>
                </a:lnTo>
                <a:lnTo>
                  <a:pt x="819435" y="78106"/>
                </a:lnTo>
                <a:lnTo>
                  <a:pt x="823110" y="79318"/>
                </a:lnTo>
                <a:lnTo>
                  <a:pt x="826784" y="80544"/>
                </a:lnTo>
                <a:lnTo>
                  <a:pt x="830459" y="81790"/>
                </a:lnTo>
                <a:lnTo>
                  <a:pt x="834134" y="83062"/>
                </a:lnTo>
                <a:lnTo>
                  <a:pt x="837808" y="84368"/>
                </a:lnTo>
                <a:lnTo>
                  <a:pt x="841483" y="85708"/>
                </a:lnTo>
                <a:lnTo>
                  <a:pt x="845157" y="87084"/>
                </a:lnTo>
                <a:lnTo>
                  <a:pt x="848832" y="88496"/>
                </a:lnTo>
                <a:lnTo>
                  <a:pt x="852507" y="89944"/>
                </a:lnTo>
                <a:lnTo>
                  <a:pt x="856181" y="91427"/>
                </a:lnTo>
                <a:lnTo>
                  <a:pt x="859856" y="92943"/>
                </a:lnTo>
                <a:lnTo>
                  <a:pt x="863530" y="94491"/>
                </a:lnTo>
                <a:lnTo>
                  <a:pt x="867205" y="96062"/>
                </a:lnTo>
                <a:lnTo>
                  <a:pt x="870880" y="97649"/>
                </a:lnTo>
                <a:lnTo>
                  <a:pt x="874554" y="99246"/>
                </a:lnTo>
                <a:lnTo>
                  <a:pt x="878229" y="100849"/>
                </a:lnTo>
                <a:lnTo>
                  <a:pt x="881903" y="102448"/>
                </a:lnTo>
                <a:lnTo>
                  <a:pt x="885578" y="104039"/>
                </a:lnTo>
                <a:lnTo>
                  <a:pt x="889253" y="105611"/>
                </a:lnTo>
                <a:lnTo>
                  <a:pt x="892927" y="107158"/>
                </a:lnTo>
                <a:lnTo>
                  <a:pt x="896602" y="108675"/>
                </a:lnTo>
                <a:lnTo>
                  <a:pt x="900276" y="110157"/>
                </a:lnTo>
                <a:lnTo>
                  <a:pt x="903951" y="111601"/>
                </a:lnTo>
                <a:lnTo>
                  <a:pt x="907626" y="113002"/>
                </a:lnTo>
                <a:lnTo>
                  <a:pt x="911300" y="114357"/>
                </a:lnTo>
                <a:lnTo>
                  <a:pt x="914975" y="115659"/>
                </a:lnTo>
                <a:lnTo>
                  <a:pt x="918649" y="116909"/>
                </a:lnTo>
                <a:lnTo>
                  <a:pt x="922324" y="118109"/>
                </a:lnTo>
                <a:lnTo>
                  <a:pt x="925999" y="119261"/>
                </a:lnTo>
                <a:lnTo>
                  <a:pt x="929673" y="120364"/>
                </a:lnTo>
                <a:lnTo>
                  <a:pt x="933348" y="121420"/>
                </a:lnTo>
                <a:lnTo>
                  <a:pt x="937022" y="122431"/>
                </a:lnTo>
                <a:lnTo>
                  <a:pt x="940697" y="123394"/>
                </a:lnTo>
                <a:lnTo>
                  <a:pt x="944372" y="124312"/>
                </a:lnTo>
                <a:lnTo>
                  <a:pt x="948046" y="125193"/>
                </a:lnTo>
                <a:lnTo>
                  <a:pt x="951721" y="126037"/>
                </a:lnTo>
                <a:lnTo>
                  <a:pt x="955395" y="126849"/>
                </a:lnTo>
                <a:lnTo>
                  <a:pt x="959070" y="127628"/>
                </a:lnTo>
                <a:lnTo>
                  <a:pt x="962745" y="128379"/>
                </a:lnTo>
                <a:lnTo>
                  <a:pt x="966419" y="129100"/>
                </a:lnTo>
                <a:lnTo>
                  <a:pt x="970094" y="129794"/>
                </a:lnTo>
                <a:lnTo>
                  <a:pt x="973768" y="130464"/>
                </a:lnTo>
                <a:lnTo>
                  <a:pt x="977443" y="131113"/>
                </a:lnTo>
                <a:lnTo>
                  <a:pt x="981118" y="131741"/>
                </a:lnTo>
                <a:lnTo>
                  <a:pt x="984792" y="132349"/>
                </a:lnTo>
                <a:lnTo>
                  <a:pt x="988467" y="132939"/>
                </a:lnTo>
                <a:lnTo>
                  <a:pt x="992141" y="133511"/>
                </a:lnTo>
                <a:lnTo>
                  <a:pt x="995816" y="134064"/>
                </a:lnTo>
                <a:lnTo>
                  <a:pt x="999491" y="134600"/>
                </a:lnTo>
                <a:lnTo>
                  <a:pt x="1003165" y="135121"/>
                </a:lnTo>
                <a:lnTo>
                  <a:pt x="1006840" y="135627"/>
                </a:lnTo>
                <a:lnTo>
                  <a:pt x="1010514" y="136118"/>
                </a:lnTo>
                <a:lnTo>
                  <a:pt x="1014189" y="136596"/>
                </a:lnTo>
                <a:lnTo>
                  <a:pt x="1017864" y="137060"/>
                </a:lnTo>
                <a:lnTo>
                  <a:pt x="1021538" y="137510"/>
                </a:lnTo>
                <a:lnTo>
                  <a:pt x="1025213" y="137948"/>
                </a:lnTo>
                <a:lnTo>
                  <a:pt x="1028887" y="138374"/>
                </a:lnTo>
                <a:lnTo>
                  <a:pt x="1032562" y="138791"/>
                </a:lnTo>
                <a:lnTo>
                  <a:pt x="1036237" y="139197"/>
                </a:lnTo>
                <a:lnTo>
                  <a:pt x="1039911" y="139595"/>
                </a:lnTo>
                <a:lnTo>
                  <a:pt x="1043586" y="139983"/>
                </a:lnTo>
                <a:lnTo>
                  <a:pt x="1047260" y="140362"/>
                </a:lnTo>
                <a:lnTo>
                  <a:pt x="1050935" y="140733"/>
                </a:lnTo>
                <a:lnTo>
                  <a:pt x="1054610" y="141096"/>
                </a:lnTo>
                <a:lnTo>
                  <a:pt x="1058284" y="141451"/>
                </a:lnTo>
                <a:lnTo>
                  <a:pt x="1061959" y="141798"/>
                </a:lnTo>
                <a:lnTo>
                  <a:pt x="1065633" y="142138"/>
                </a:lnTo>
                <a:lnTo>
                  <a:pt x="1069308" y="142470"/>
                </a:lnTo>
                <a:lnTo>
                  <a:pt x="1072983" y="142793"/>
                </a:lnTo>
                <a:lnTo>
                  <a:pt x="1076657" y="143107"/>
                </a:lnTo>
                <a:lnTo>
                  <a:pt x="1080332" y="143412"/>
                </a:lnTo>
                <a:lnTo>
                  <a:pt x="1084006" y="143709"/>
                </a:lnTo>
                <a:lnTo>
                  <a:pt x="1087681" y="143997"/>
                </a:lnTo>
                <a:lnTo>
                  <a:pt x="1091356" y="144276"/>
                </a:lnTo>
                <a:lnTo>
                  <a:pt x="1095030" y="144546"/>
                </a:lnTo>
                <a:lnTo>
                  <a:pt x="1098705" y="144808"/>
                </a:lnTo>
                <a:lnTo>
                  <a:pt x="1102379" y="145061"/>
                </a:lnTo>
                <a:lnTo>
                  <a:pt x="1106054" y="145306"/>
                </a:lnTo>
                <a:lnTo>
                  <a:pt x="1109729" y="145544"/>
                </a:lnTo>
                <a:lnTo>
                  <a:pt x="1113403" y="145775"/>
                </a:lnTo>
                <a:lnTo>
                  <a:pt x="1117078" y="146000"/>
                </a:lnTo>
                <a:lnTo>
                  <a:pt x="1120752" y="146220"/>
                </a:lnTo>
                <a:lnTo>
                  <a:pt x="1124427" y="146434"/>
                </a:lnTo>
                <a:lnTo>
                  <a:pt x="1128102" y="146643"/>
                </a:lnTo>
                <a:lnTo>
                  <a:pt x="1131776" y="146847"/>
                </a:lnTo>
                <a:lnTo>
                  <a:pt x="1135451" y="147047"/>
                </a:lnTo>
                <a:lnTo>
                  <a:pt x="1139125" y="147243"/>
                </a:lnTo>
                <a:lnTo>
                  <a:pt x="1142800" y="147435"/>
                </a:lnTo>
                <a:lnTo>
                  <a:pt x="1146475" y="147622"/>
                </a:lnTo>
                <a:lnTo>
                  <a:pt x="1150149" y="147804"/>
                </a:lnTo>
                <a:lnTo>
                  <a:pt x="1153824" y="147980"/>
                </a:lnTo>
                <a:lnTo>
                  <a:pt x="1157498" y="148149"/>
                </a:lnTo>
                <a:lnTo>
                  <a:pt x="1161173" y="148312"/>
                </a:lnTo>
                <a:lnTo>
                  <a:pt x="1164848" y="148468"/>
                </a:lnTo>
                <a:lnTo>
                  <a:pt x="1168522" y="148616"/>
                </a:lnTo>
                <a:lnTo>
                  <a:pt x="1172197" y="148755"/>
                </a:lnTo>
                <a:lnTo>
                  <a:pt x="1175871" y="148886"/>
                </a:lnTo>
                <a:lnTo>
                  <a:pt x="1179546" y="149005"/>
                </a:lnTo>
                <a:lnTo>
                  <a:pt x="1183221" y="149115"/>
                </a:lnTo>
                <a:lnTo>
                  <a:pt x="1186895" y="149214"/>
                </a:lnTo>
                <a:lnTo>
                  <a:pt x="1190570" y="149304"/>
                </a:lnTo>
                <a:lnTo>
                  <a:pt x="1194244" y="149385"/>
                </a:lnTo>
                <a:lnTo>
                  <a:pt x="1197919" y="149456"/>
                </a:lnTo>
                <a:lnTo>
                  <a:pt x="1201594" y="149518"/>
                </a:lnTo>
                <a:lnTo>
                  <a:pt x="1205268" y="149571"/>
                </a:lnTo>
                <a:lnTo>
                  <a:pt x="1208943" y="149616"/>
                </a:lnTo>
                <a:lnTo>
                  <a:pt x="1212617" y="149655"/>
                </a:lnTo>
                <a:lnTo>
                  <a:pt x="1216292" y="149688"/>
                </a:lnTo>
                <a:lnTo>
                  <a:pt x="1219967" y="149716"/>
                </a:lnTo>
                <a:lnTo>
                  <a:pt x="1223641" y="149741"/>
                </a:lnTo>
                <a:lnTo>
                  <a:pt x="1227316" y="149763"/>
                </a:lnTo>
                <a:lnTo>
                  <a:pt x="1230990" y="149782"/>
                </a:lnTo>
                <a:lnTo>
                  <a:pt x="1234665" y="149800"/>
                </a:lnTo>
                <a:lnTo>
                  <a:pt x="1238340" y="149817"/>
                </a:lnTo>
                <a:lnTo>
                  <a:pt x="1242014" y="149834"/>
                </a:lnTo>
                <a:lnTo>
                  <a:pt x="1245689" y="149852"/>
                </a:lnTo>
                <a:lnTo>
                  <a:pt x="1249363" y="149870"/>
                </a:lnTo>
                <a:lnTo>
                  <a:pt x="1253038" y="149888"/>
                </a:lnTo>
                <a:lnTo>
                  <a:pt x="1256713" y="149908"/>
                </a:lnTo>
                <a:lnTo>
                  <a:pt x="1260387" y="149929"/>
                </a:lnTo>
                <a:lnTo>
                  <a:pt x="1264062" y="149950"/>
                </a:lnTo>
                <a:lnTo>
                  <a:pt x="1267736" y="149972"/>
                </a:lnTo>
                <a:lnTo>
                  <a:pt x="1271411" y="149994"/>
                </a:lnTo>
                <a:lnTo>
                  <a:pt x="1275086" y="150017"/>
                </a:lnTo>
                <a:lnTo>
                  <a:pt x="1278760" y="150039"/>
                </a:lnTo>
                <a:lnTo>
                  <a:pt x="1282435" y="150061"/>
                </a:lnTo>
                <a:lnTo>
                  <a:pt x="1286109" y="150083"/>
                </a:lnTo>
                <a:lnTo>
                  <a:pt x="1289784" y="150103"/>
                </a:lnTo>
                <a:lnTo>
                  <a:pt x="1293459" y="150122"/>
                </a:lnTo>
                <a:lnTo>
                  <a:pt x="1297133" y="150140"/>
                </a:lnTo>
                <a:lnTo>
                  <a:pt x="1300808" y="150157"/>
                </a:lnTo>
                <a:lnTo>
                  <a:pt x="1304482" y="150172"/>
                </a:lnTo>
                <a:lnTo>
                  <a:pt x="1308157" y="150186"/>
                </a:lnTo>
                <a:lnTo>
                  <a:pt x="1311832" y="150199"/>
                </a:lnTo>
                <a:lnTo>
                  <a:pt x="1315506" y="150210"/>
                </a:lnTo>
                <a:lnTo>
                  <a:pt x="1319181" y="150219"/>
                </a:lnTo>
                <a:lnTo>
                  <a:pt x="1322855" y="150227"/>
                </a:lnTo>
                <a:lnTo>
                  <a:pt x="1326530" y="150235"/>
                </a:lnTo>
                <a:lnTo>
                  <a:pt x="1330205" y="150241"/>
                </a:lnTo>
                <a:lnTo>
                  <a:pt x="1333879" y="150246"/>
                </a:lnTo>
                <a:lnTo>
                  <a:pt x="1337554" y="150250"/>
                </a:lnTo>
                <a:lnTo>
                  <a:pt x="1341228" y="150253"/>
                </a:lnTo>
                <a:lnTo>
                  <a:pt x="1344903" y="150256"/>
                </a:lnTo>
                <a:lnTo>
                  <a:pt x="1348577" y="150258"/>
                </a:lnTo>
                <a:lnTo>
                  <a:pt x="1352252" y="150260"/>
                </a:lnTo>
                <a:lnTo>
                  <a:pt x="1355927" y="150262"/>
                </a:lnTo>
                <a:lnTo>
                  <a:pt x="1359601" y="150263"/>
                </a:lnTo>
                <a:lnTo>
                  <a:pt x="1363276" y="150264"/>
                </a:lnTo>
                <a:lnTo>
                  <a:pt x="1366950" y="150264"/>
                </a:lnTo>
                <a:lnTo>
                  <a:pt x="1370625" y="150265"/>
                </a:lnTo>
                <a:lnTo>
                  <a:pt x="1374300" y="150265"/>
                </a:lnTo>
                <a:lnTo>
                  <a:pt x="1377974" y="150266"/>
                </a:lnTo>
                <a:lnTo>
                  <a:pt x="1381649" y="150266"/>
                </a:lnTo>
                <a:lnTo>
                  <a:pt x="1385323" y="150266"/>
                </a:lnTo>
                <a:lnTo>
                  <a:pt x="1388998" y="150266"/>
                </a:lnTo>
                <a:lnTo>
                  <a:pt x="1392673" y="150266"/>
                </a:lnTo>
                <a:lnTo>
                  <a:pt x="1396347" y="150266"/>
                </a:lnTo>
                <a:lnTo>
                  <a:pt x="1400022" y="150266"/>
                </a:lnTo>
                <a:lnTo>
                  <a:pt x="1403696" y="150266"/>
                </a:lnTo>
                <a:lnTo>
                  <a:pt x="1407371" y="150266"/>
                </a:lnTo>
                <a:lnTo>
                  <a:pt x="1411046" y="150266"/>
                </a:lnTo>
                <a:lnTo>
                  <a:pt x="1414720" y="150266"/>
                </a:lnTo>
                <a:lnTo>
                  <a:pt x="1418395" y="150266"/>
                </a:lnTo>
                <a:lnTo>
                  <a:pt x="1422069" y="150266"/>
                </a:lnTo>
                <a:lnTo>
                  <a:pt x="1425744" y="150266"/>
                </a:lnTo>
                <a:lnTo>
                  <a:pt x="1429419" y="150266"/>
                </a:lnTo>
                <a:lnTo>
                  <a:pt x="1433093" y="150266"/>
                </a:lnTo>
                <a:lnTo>
                  <a:pt x="1436768" y="150266"/>
                </a:lnTo>
                <a:lnTo>
                  <a:pt x="1440442" y="150266"/>
                </a:lnTo>
                <a:lnTo>
                  <a:pt x="1444117" y="150266"/>
                </a:lnTo>
                <a:lnTo>
                  <a:pt x="1447792" y="150266"/>
                </a:lnTo>
                <a:lnTo>
                  <a:pt x="1451466" y="150266"/>
                </a:lnTo>
                <a:lnTo>
                  <a:pt x="1455141" y="150266"/>
                </a:lnTo>
                <a:lnTo>
                  <a:pt x="1458815" y="150266"/>
                </a:lnTo>
                <a:lnTo>
                  <a:pt x="1462490" y="150266"/>
                </a:lnTo>
                <a:lnTo>
                  <a:pt x="1466165" y="150266"/>
                </a:lnTo>
                <a:lnTo>
                  <a:pt x="1469839" y="150266"/>
                </a:lnTo>
                <a:lnTo>
                  <a:pt x="1473514" y="150266"/>
                </a:lnTo>
                <a:lnTo>
                  <a:pt x="1477188" y="150266"/>
                </a:lnTo>
                <a:lnTo>
                  <a:pt x="1480863" y="150266"/>
                </a:lnTo>
                <a:lnTo>
                  <a:pt x="1484538" y="150266"/>
                </a:lnTo>
                <a:lnTo>
                  <a:pt x="1488212" y="150266"/>
                </a:lnTo>
                <a:lnTo>
                  <a:pt x="1491887" y="150266"/>
                </a:lnTo>
                <a:lnTo>
                  <a:pt x="1495561" y="150266"/>
                </a:lnTo>
                <a:lnTo>
                  <a:pt x="1499236" y="150266"/>
                </a:lnTo>
                <a:lnTo>
                  <a:pt x="1502911" y="150266"/>
                </a:lnTo>
                <a:lnTo>
                  <a:pt x="1506585" y="150266"/>
                </a:lnTo>
                <a:lnTo>
                  <a:pt x="1510260" y="150266"/>
                </a:lnTo>
                <a:lnTo>
                  <a:pt x="1513934" y="150266"/>
                </a:lnTo>
                <a:lnTo>
                  <a:pt x="1517609" y="150266"/>
                </a:lnTo>
                <a:lnTo>
                  <a:pt x="1521284" y="150266"/>
                </a:lnTo>
                <a:lnTo>
                  <a:pt x="1524958" y="150266"/>
                </a:lnTo>
                <a:lnTo>
                  <a:pt x="1528633" y="150266"/>
                </a:lnTo>
                <a:lnTo>
                  <a:pt x="1532307" y="150266"/>
                </a:lnTo>
                <a:lnTo>
                  <a:pt x="1535982" y="150266"/>
                </a:lnTo>
                <a:lnTo>
                  <a:pt x="1539657" y="150266"/>
                </a:lnTo>
                <a:lnTo>
                  <a:pt x="1543331" y="150266"/>
                </a:lnTo>
                <a:lnTo>
                  <a:pt x="1547006" y="150266"/>
                </a:lnTo>
                <a:lnTo>
                  <a:pt x="1550680" y="150266"/>
                </a:lnTo>
                <a:lnTo>
                  <a:pt x="1554355" y="150266"/>
                </a:lnTo>
                <a:lnTo>
                  <a:pt x="1558030" y="150266"/>
                </a:lnTo>
                <a:lnTo>
                  <a:pt x="1561704" y="150266"/>
                </a:lnTo>
                <a:lnTo>
                  <a:pt x="1565379" y="150266"/>
                </a:lnTo>
                <a:lnTo>
                  <a:pt x="1569053" y="150266"/>
                </a:lnTo>
                <a:lnTo>
                  <a:pt x="1572728" y="150266"/>
                </a:lnTo>
                <a:lnTo>
                  <a:pt x="1576403" y="150266"/>
                </a:lnTo>
                <a:lnTo>
                  <a:pt x="1580077" y="150266"/>
                </a:lnTo>
                <a:lnTo>
                  <a:pt x="1583752" y="150266"/>
                </a:lnTo>
                <a:lnTo>
                  <a:pt x="1587426" y="150266"/>
                </a:lnTo>
                <a:lnTo>
                  <a:pt x="1591101" y="150266"/>
                </a:lnTo>
                <a:lnTo>
                  <a:pt x="1594776" y="150266"/>
                </a:lnTo>
                <a:lnTo>
                  <a:pt x="1598450" y="150266"/>
                </a:lnTo>
                <a:lnTo>
                  <a:pt x="1602125" y="150266"/>
                </a:lnTo>
                <a:lnTo>
                  <a:pt x="1605799" y="150266"/>
                </a:lnTo>
                <a:lnTo>
                  <a:pt x="1609474" y="150266"/>
                </a:lnTo>
                <a:lnTo>
                  <a:pt x="1613149" y="150266"/>
                </a:lnTo>
                <a:lnTo>
                  <a:pt x="1616823" y="150266"/>
                </a:lnTo>
                <a:lnTo>
                  <a:pt x="1620498" y="150266"/>
                </a:lnTo>
                <a:lnTo>
                  <a:pt x="1624172" y="150266"/>
                </a:lnTo>
                <a:lnTo>
                  <a:pt x="1627847" y="150266"/>
                </a:lnTo>
                <a:lnTo>
                  <a:pt x="1631522" y="150266"/>
                </a:lnTo>
                <a:lnTo>
                  <a:pt x="1635196" y="150266"/>
                </a:lnTo>
                <a:lnTo>
                  <a:pt x="1638871" y="150266"/>
                </a:lnTo>
                <a:lnTo>
                  <a:pt x="1642545" y="150266"/>
                </a:lnTo>
                <a:lnTo>
                  <a:pt x="1646220" y="150266"/>
                </a:lnTo>
                <a:lnTo>
                  <a:pt x="1649895" y="150266"/>
                </a:lnTo>
                <a:lnTo>
                  <a:pt x="1653569" y="150266"/>
                </a:lnTo>
                <a:lnTo>
                  <a:pt x="1657244" y="150266"/>
                </a:lnTo>
                <a:lnTo>
                  <a:pt x="1660918" y="150266"/>
                </a:lnTo>
                <a:lnTo>
                  <a:pt x="1664593" y="150266"/>
                </a:lnTo>
                <a:lnTo>
                  <a:pt x="1668268" y="150266"/>
                </a:lnTo>
                <a:lnTo>
                  <a:pt x="1671942" y="150266"/>
                </a:lnTo>
                <a:lnTo>
                  <a:pt x="1675617" y="150266"/>
                </a:lnTo>
                <a:lnTo>
                  <a:pt x="1679291" y="150266"/>
                </a:lnTo>
                <a:lnTo>
                  <a:pt x="1682966" y="150266"/>
                </a:lnTo>
                <a:lnTo>
                  <a:pt x="1686641" y="150266"/>
                </a:lnTo>
                <a:lnTo>
                  <a:pt x="1690315" y="150266"/>
                </a:lnTo>
                <a:lnTo>
                  <a:pt x="1693990" y="150266"/>
                </a:lnTo>
                <a:lnTo>
                  <a:pt x="1697664" y="150266"/>
                </a:lnTo>
                <a:lnTo>
                  <a:pt x="1701339" y="150266"/>
                </a:lnTo>
                <a:lnTo>
                  <a:pt x="1705014" y="150266"/>
                </a:lnTo>
                <a:lnTo>
                  <a:pt x="1708688" y="150266"/>
                </a:lnTo>
                <a:lnTo>
                  <a:pt x="1712363" y="150266"/>
                </a:lnTo>
                <a:lnTo>
                  <a:pt x="1716037" y="150266"/>
                </a:lnTo>
                <a:lnTo>
                  <a:pt x="1719712" y="150266"/>
                </a:lnTo>
                <a:lnTo>
                  <a:pt x="1723387" y="150266"/>
                </a:lnTo>
                <a:lnTo>
                  <a:pt x="1727061" y="150266"/>
                </a:lnTo>
                <a:lnTo>
                  <a:pt x="1730736" y="150266"/>
                </a:lnTo>
                <a:lnTo>
                  <a:pt x="1734410" y="150266"/>
                </a:lnTo>
                <a:lnTo>
                  <a:pt x="1738085" y="150266"/>
                </a:lnTo>
                <a:lnTo>
                  <a:pt x="1741760" y="150266"/>
                </a:lnTo>
                <a:lnTo>
                  <a:pt x="1745434" y="150266"/>
                </a:lnTo>
                <a:lnTo>
                  <a:pt x="1749109" y="150266"/>
                </a:lnTo>
                <a:lnTo>
                  <a:pt x="1752783" y="150266"/>
                </a:lnTo>
                <a:lnTo>
                  <a:pt x="1756458" y="150266"/>
                </a:lnTo>
                <a:lnTo>
                  <a:pt x="1760133" y="150266"/>
                </a:lnTo>
                <a:lnTo>
                  <a:pt x="1763807" y="150266"/>
                </a:lnTo>
                <a:lnTo>
                  <a:pt x="1767482" y="150266"/>
                </a:lnTo>
                <a:lnTo>
                  <a:pt x="1771156" y="150266"/>
                </a:lnTo>
                <a:lnTo>
                  <a:pt x="1774831" y="150266"/>
                </a:lnTo>
                <a:lnTo>
                  <a:pt x="1778506" y="150266"/>
                </a:lnTo>
                <a:lnTo>
                  <a:pt x="1782180" y="150266"/>
                </a:lnTo>
                <a:lnTo>
                  <a:pt x="1785855" y="150266"/>
                </a:lnTo>
                <a:lnTo>
                  <a:pt x="1789529" y="150266"/>
                </a:lnTo>
                <a:lnTo>
                  <a:pt x="1793204" y="150266"/>
                </a:lnTo>
                <a:lnTo>
                  <a:pt x="1796879" y="150266"/>
                </a:lnTo>
                <a:lnTo>
                  <a:pt x="1800553" y="150266"/>
                </a:lnTo>
                <a:lnTo>
                  <a:pt x="1804228" y="150266"/>
                </a:lnTo>
                <a:lnTo>
                  <a:pt x="1807902" y="150266"/>
                </a:lnTo>
                <a:lnTo>
                  <a:pt x="1811577" y="150266"/>
                </a:lnTo>
                <a:lnTo>
                  <a:pt x="1815252" y="150266"/>
                </a:lnTo>
                <a:lnTo>
                  <a:pt x="1818926" y="150266"/>
                </a:lnTo>
                <a:lnTo>
                  <a:pt x="1822601" y="150266"/>
                </a:lnTo>
                <a:lnTo>
                  <a:pt x="1826275" y="150266"/>
                </a:lnTo>
                <a:lnTo>
                  <a:pt x="1829950" y="150266"/>
                </a:lnTo>
                <a:lnTo>
                  <a:pt x="1833625" y="150266"/>
                </a:lnTo>
                <a:lnTo>
                  <a:pt x="1837299" y="150266"/>
                </a:lnTo>
                <a:lnTo>
                  <a:pt x="1840974" y="150266"/>
                </a:lnTo>
                <a:lnTo>
                  <a:pt x="1844648" y="150266"/>
                </a:lnTo>
                <a:lnTo>
                  <a:pt x="1848323" y="150266"/>
                </a:lnTo>
                <a:lnTo>
                  <a:pt x="1851998" y="150266"/>
                </a:lnTo>
                <a:lnTo>
                  <a:pt x="1855672" y="150266"/>
                </a:lnTo>
                <a:lnTo>
                  <a:pt x="1859347" y="150266"/>
                </a:lnTo>
                <a:lnTo>
                  <a:pt x="1863021" y="150266"/>
                </a:lnTo>
                <a:lnTo>
                  <a:pt x="1866696" y="150266"/>
                </a:lnTo>
                <a:lnTo>
                  <a:pt x="1870371" y="150266"/>
                </a:lnTo>
                <a:lnTo>
                  <a:pt x="1874045" y="150266"/>
                </a:lnTo>
                <a:lnTo>
                  <a:pt x="1877720" y="150266"/>
                </a:lnTo>
                <a:lnTo>
                  <a:pt x="1874045" y="150266"/>
                </a:lnTo>
                <a:lnTo>
                  <a:pt x="1870371" y="150266"/>
                </a:lnTo>
                <a:lnTo>
                  <a:pt x="1866696" y="150266"/>
                </a:lnTo>
                <a:lnTo>
                  <a:pt x="1863021" y="150266"/>
                </a:lnTo>
                <a:lnTo>
                  <a:pt x="1859347" y="150266"/>
                </a:lnTo>
                <a:lnTo>
                  <a:pt x="1855672" y="150266"/>
                </a:lnTo>
                <a:lnTo>
                  <a:pt x="1851998" y="150266"/>
                </a:lnTo>
                <a:lnTo>
                  <a:pt x="1848323" y="150266"/>
                </a:lnTo>
                <a:lnTo>
                  <a:pt x="1844648" y="150266"/>
                </a:lnTo>
                <a:lnTo>
                  <a:pt x="1840974" y="150266"/>
                </a:lnTo>
                <a:lnTo>
                  <a:pt x="1837299" y="150266"/>
                </a:lnTo>
                <a:lnTo>
                  <a:pt x="1833625" y="150266"/>
                </a:lnTo>
                <a:lnTo>
                  <a:pt x="1829950" y="150266"/>
                </a:lnTo>
                <a:lnTo>
                  <a:pt x="1826275" y="150266"/>
                </a:lnTo>
                <a:lnTo>
                  <a:pt x="1822601" y="150266"/>
                </a:lnTo>
                <a:lnTo>
                  <a:pt x="1818926" y="150266"/>
                </a:lnTo>
                <a:lnTo>
                  <a:pt x="1815252" y="150266"/>
                </a:lnTo>
                <a:lnTo>
                  <a:pt x="1811577" y="150266"/>
                </a:lnTo>
                <a:lnTo>
                  <a:pt x="1807902" y="150266"/>
                </a:lnTo>
                <a:lnTo>
                  <a:pt x="1804228" y="150266"/>
                </a:lnTo>
                <a:lnTo>
                  <a:pt x="1800553" y="150266"/>
                </a:lnTo>
                <a:lnTo>
                  <a:pt x="1796879" y="150266"/>
                </a:lnTo>
                <a:lnTo>
                  <a:pt x="1793204" y="150266"/>
                </a:lnTo>
                <a:lnTo>
                  <a:pt x="1789529" y="150266"/>
                </a:lnTo>
                <a:lnTo>
                  <a:pt x="1785855" y="150266"/>
                </a:lnTo>
                <a:lnTo>
                  <a:pt x="1782180" y="150266"/>
                </a:lnTo>
                <a:lnTo>
                  <a:pt x="1778506" y="150266"/>
                </a:lnTo>
                <a:lnTo>
                  <a:pt x="1774831" y="150266"/>
                </a:lnTo>
                <a:lnTo>
                  <a:pt x="1771156" y="150266"/>
                </a:lnTo>
                <a:lnTo>
                  <a:pt x="1767482" y="150266"/>
                </a:lnTo>
                <a:lnTo>
                  <a:pt x="1763807" y="150266"/>
                </a:lnTo>
                <a:lnTo>
                  <a:pt x="1760133" y="150266"/>
                </a:lnTo>
                <a:lnTo>
                  <a:pt x="1756458" y="150266"/>
                </a:lnTo>
                <a:lnTo>
                  <a:pt x="1752783" y="150266"/>
                </a:lnTo>
                <a:lnTo>
                  <a:pt x="1749109" y="150266"/>
                </a:lnTo>
                <a:lnTo>
                  <a:pt x="1745434" y="150266"/>
                </a:lnTo>
                <a:lnTo>
                  <a:pt x="1741760" y="150266"/>
                </a:lnTo>
                <a:lnTo>
                  <a:pt x="1738085" y="150266"/>
                </a:lnTo>
                <a:lnTo>
                  <a:pt x="1734410" y="150266"/>
                </a:lnTo>
                <a:lnTo>
                  <a:pt x="1730736" y="150266"/>
                </a:lnTo>
                <a:lnTo>
                  <a:pt x="1727061" y="150266"/>
                </a:lnTo>
                <a:lnTo>
                  <a:pt x="1723387" y="150266"/>
                </a:lnTo>
                <a:lnTo>
                  <a:pt x="1719712" y="150266"/>
                </a:lnTo>
                <a:lnTo>
                  <a:pt x="1716037" y="150266"/>
                </a:lnTo>
                <a:lnTo>
                  <a:pt x="1712363" y="150266"/>
                </a:lnTo>
                <a:lnTo>
                  <a:pt x="1708688" y="150266"/>
                </a:lnTo>
                <a:lnTo>
                  <a:pt x="1705014" y="150266"/>
                </a:lnTo>
                <a:lnTo>
                  <a:pt x="1701339" y="150266"/>
                </a:lnTo>
                <a:lnTo>
                  <a:pt x="1697664" y="150266"/>
                </a:lnTo>
                <a:lnTo>
                  <a:pt x="1693990" y="150266"/>
                </a:lnTo>
                <a:lnTo>
                  <a:pt x="1690315" y="150266"/>
                </a:lnTo>
                <a:lnTo>
                  <a:pt x="1686641" y="150266"/>
                </a:lnTo>
                <a:lnTo>
                  <a:pt x="1682966" y="150266"/>
                </a:lnTo>
                <a:lnTo>
                  <a:pt x="1679291" y="150266"/>
                </a:lnTo>
                <a:lnTo>
                  <a:pt x="1675617" y="150266"/>
                </a:lnTo>
                <a:lnTo>
                  <a:pt x="1671942" y="150266"/>
                </a:lnTo>
                <a:lnTo>
                  <a:pt x="1668268" y="150266"/>
                </a:lnTo>
                <a:lnTo>
                  <a:pt x="1664593" y="150266"/>
                </a:lnTo>
                <a:lnTo>
                  <a:pt x="1660918" y="150266"/>
                </a:lnTo>
                <a:lnTo>
                  <a:pt x="1657244" y="150266"/>
                </a:lnTo>
                <a:lnTo>
                  <a:pt x="1653569" y="150266"/>
                </a:lnTo>
                <a:lnTo>
                  <a:pt x="1649895" y="150266"/>
                </a:lnTo>
                <a:lnTo>
                  <a:pt x="1646220" y="150266"/>
                </a:lnTo>
                <a:lnTo>
                  <a:pt x="1642545" y="150266"/>
                </a:lnTo>
                <a:lnTo>
                  <a:pt x="1638871" y="150266"/>
                </a:lnTo>
                <a:lnTo>
                  <a:pt x="1635196" y="150266"/>
                </a:lnTo>
                <a:lnTo>
                  <a:pt x="1631522" y="150266"/>
                </a:lnTo>
                <a:lnTo>
                  <a:pt x="1627847" y="150266"/>
                </a:lnTo>
                <a:lnTo>
                  <a:pt x="1624172" y="150266"/>
                </a:lnTo>
                <a:lnTo>
                  <a:pt x="1620498" y="150266"/>
                </a:lnTo>
                <a:lnTo>
                  <a:pt x="1616823" y="150266"/>
                </a:lnTo>
                <a:lnTo>
                  <a:pt x="1613149" y="150266"/>
                </a:lnTo>
                <a:lnTo>
                  <a:pt x="1609474" y="150266"/>
                </a:lnTo>
                <a:lnTo>
                  <a:pt x="1605799" y="150266"/>
                </a:lnTo>
                <a:lnTo>
                  <a:pt x="1602125" y="150266"/>
                </a:lnTo>
                <a:lnTo>
                  <a:pt x="1598450" y="150266"/>
                </a:lnTo>
                <a:lnTo>
                  <a:pt x="1594776" y="150266"/>
                </a:lnTo>
                <a:lnTo>
                  <a:pt x="1591101" y="150266"/>
                </a:lnTo>
                <a:lnTo>
                  <a:pt x="1587426" y="150266"/>
                </a:lnTo>
                <a:lnTo>
                  <a:pt x="1583752" y="150266"/>
                </a:lnTo>
                <a:lnTo>
                  <a:pt x="1580077" y="150266"/>
                </a:lnTo>
                <a:lnTo>
                  <a:pt x="1576403" y="150266"/>
                </a:lnTo>
                <a:lnTo>
                  <a:pt x="1572728" y="150266"/>
                </a:lnTo>
                <a:lnTo>
                  <a:pt x="1569053" y="150266"/>
                </a:lnTo>
                <a:lnTo>
                  <a:pt x="1565379" y="150266"/>
                </a:lnTo>
                <a:lnTo>
                  <a:pt x="1561704" y="150266"/>
                </a:lnTo>
                <a:lnTo>
                  <a:pt x="1558030" y="150266"/>
                </a:lnTo>
                <a:lnTo>
                  <a:pt x="1554355" y="150266"/>
                </a:lnTo>
                <a:lnTo>
                  <a:pt x="1550680" y="150266"/>
                </a:lnTo>
                <a:lnTo>
                  <a:pt x="1547006" y="150266"/>
                </a:lnTo>
                <a:lnTo>
                  <a:pt x="1543331" y="150266"/>
                </a:lnTo>
                <a:lnTo>
                  <a:pt x="1539657" y="150266"/>
                </a:lnTo>
                <a:lnTo>
                  <a:pt x="1535982" y="150266"/>
                </a:lnTo>
                <a:lnTo>
                  <a:pt x="1532307" y="150266"/>
                </a:lnTo>
                <a:lnTo>
                  <a:pt x="1528633" y="150266"/>
                </a:lnTo>
                <a:lnTo>
                  <a:pt x="1524958" y="150266"/>
                </a:lnTo>
                <a:lnTo>
                  <a:pt x="1521284" y="150266"/>
                </a:lnTo>
                <a:lnTo>
                  <a:pt x="1517609" y="150266"/>
                </a:lnTo>
                <a:lnTo>
                  <a:pt x="1513934" y="150266"/>
                </a:lnTo>
                <a:lnTo>
                  <a:pt x="1510260" y="150266"/>
                </a:lnTo>
                <a:lnTo>
                  <a:pt x="1506585" y="150266"/>
                </a:lnTo>
                <a:lnTo>
                  <a:pt x="1502911" y="150266"/>
                </a:lnTo>
                <a:lnTo>
                  <a:pt x="1499236" y="150266"/>
                </a:lnTo>
                <a:lnTo>
                  <a:pt x="1495561" y="150266"/>
                </a:lnTo>
                <a:lnTo>
                  <a:pt x="1491887" y="150266"/>
                </a:lnTo>
                <a:lnTo>
                  <a:pt x="1488212" y="150266"/>
                </a:lnTo>
                <a:lnTo>
                  <a:pt x="1484538" y="150266"/>
                </a:lnTo>
                <a:lnTo>
                  <a:pt x="1480863" y="150266"/>
                </a:lnTo>
                <a:lnTo>
                  <a:pt x="1477188" y="150266"/>
                </a:lnTo>
                <a:lnTo>
                  <a:pt x="1473514" y="150266"/>
                </a:lnTo>
                <a:lnTo>
                  <a:pt x="1469839" y="150266"/>
                </a:lnTo>
                <a:lnTo>
                  <a:pt x="1466165" y="150266"/>
                </a:lnTo>
                <a:lnTo>
                  <a:pt x="1462490" y="150266"/>
                </a:lnTo>
                <a:lnTo>
                  <a:pt x="1458815" y="150266"/>
                </a:lnTo>
                <a:lnTo>
                  <a:pt x="1455141" y="150266"/>
                </a:lnTo>
                <a:lnTo>
                  <a:pt x="1451466" y="150266"/>
                </a:lnTo>
                <a:lnTo>
                  <a:pt x="1447792" y="150266"/>
                </a:lnTo>
                <a:lnTo>
                  <a:pt x="1444117" y="150266"/>
                </a:lnTo>
                <a:lnTo>
                  <a:pt x="1440442" y="150266"/>
                </a:lnTo>
                <a:lnTo>
                  <a:pt x="1436768" y="150266"/>
                </a:lnTo>
                <a:lnTo>
                  <a:pt x="1433093" y="150266"/>
                </a:lnTo>
                <a:lnTo>
                  <a:pt x="1429419" y="150266"/>
                </a:lnTo>
                <a:lnTo>
                  <a:pt x="1425744" y="150266"/>
                </a:lnTo>
                <a:lnTo>
                  <a:pt x="1422069" y="150266"/>
                </a:lnTo>
                <a:lnTo>
                  <a:pt x="1418395" y="150266"/>
                </a:lnTo>
                <a:lnTo>
                  <a:pt x="1414720" y="150266"/>
                </a:lnTo>
                <a:lnTo>
                  <a:pt x="1411046" y="150266"/>
                </a:lnTo>
                <a:lnTo>
                  <a:pt x="1407371" y="150266"/>
                </a:lnTo>
                <a:lnTo>
                  <a:pt x="1403696" y="150266"/>
                </a:lnTo>
                <a:lnTo>
                  <a:pt x="1400022" y="150266"/>
                </a:lnTo>
                <a:lnTo>
                  <a:pt x="1396347" y="150266"/>
                </a:lnTo>
                <a:lnTo>
                  <a:pt x="1392673" y="150266"/>
                </a:lnTo>
                <a:lnTo>
                  <a:pt x="1388998" y="150266"/>
                </a:lnTo>
                <a:lnTo>
                  <a:pt x="1385323" y="150266"/>
                </a:lnTo>
                <a:lnTo>
                  <a:pt x="1381649" y="150266"/>
                </a:lnTo>
                <a:lnTo>
                  <a:pt x="1377974" y="150266"/>
                </a:lnTo>
                <a:lnTo>
                  <a:pt x="1374300" y="150266"/>
                </a:lnTo>
                <a:lnTo>
                  <a:pt x="1370625" y="150266"/>
                </a:lnTo>
                <a:lnTo>
                  <a:pt x="1366950" y="150266"/>
                </a:lnTo>
                <a:lnTo>
                  <a:pt x="1363276" y="150266"/>
                </a:lnTo>
                <a:lnTo>
                  <a:pt x="1359601" y="150266"/>
                </a:lnTo>
                <a:lnTo>
                  <a:pt x="1355927" y="150266"/>
                </a:lnTo>
                <a:lnTo>
                  <a:pt x="1352252" y="150266"/>
                </a:lnTo>
                <a:lnTo>
                  <a:pt x="1348577" y="150266"/>
                </a:lnTo>
                <a:lnTo>
                  <a:pt x="1344903" y="150266"/>
                </a:lnTo>
                <a:lnTo>
                  <a:pt x="1341228" y="150266"/>
                </a:lnTo>
                <a:lnTo>
                  <a:pt x="1337554" y="150266"/>
                </a:lnTo>
                <a:lnTo>
                  <a:pt x="1333879" y="150266"/>
                </a:lnTo>
                <a:lnTo>
                  <a:pt x="1330205" y="150266"/>
                </a:lnTo>
                <a:lnTo>
                  <a:pt x="1326530" y="150266"/>
                </a:lnTo>
                <a:lnTo>
                  <a:pt x="1322855" y="150266"/>
                </a:lnTo>
                <a:lnTo>
                  <a:pt x="1319181" y="150266"/>
                </a:lnTo>
                <a:lnTo>
                  <a:pt x="1315506" y="150266"/>
                </a:lnTo>
                <a:lnTo>
                  <a:pt x="1311832" y="150266"/>
                </a:lnTo>
                <a:lnTo>
                  <a:pt x="1308157" y="150266"/>
                </a:lnTo>
                <a:lnTo>
                  <a:pt x="1304482" y="150266"/>
                </a:lnTo>
                <a:lnTo>
                  <a:pt x="1300808" y="150266"/>
                </a:lnTo>
                <a:lnTo>
                  <a:pt x="1297133" y="150266"/>
                </a:lnTo>
                <a:lnTo>
                  <a:pt x="1293459" y="150266"/>
                </a:lnTo>
                <a:lnTo>
                  <a:pt x="1289784" y="150266"/>
                </a:lnTo>
                <a:lnTo>
                  <a:pt x="1286109" y="150266"/>
                </a:lnTo>
                <a:lnTo>
                  <a:pt x="1282435" y="150266"/>
                </a:lnTo>
                <a:lnTo>
                  <a:pt x="1278760" y="150266"/>
                </a:lnTo>
                <a:lnTo>
                  <a:pt x="1275086" y="150266"/>
                </a:lnTo>
                <a:lnTo>
                  <a:pt x="1271411" y="150266"/>
                </a:lnTo>
                <a:lnTo>
                  <a:pt x="1267736" y="150266"/>
                </a:lnTo>
                <a:lnTo>
                  <a:pt x="1264062" y="150266"/>
                </a:lnTo>
                <a:lnTo>
                  <a:pt x="1260387" y="150266"/>
                </a:lnTo>
                <a:lnTo>
                  <a:pt x="1256713" y="150266"/>
                </a:lnTo>
                <a:lnTo>
                  <a:pt x="1253038" y="150266"/>
                </a:lnTo>
                <a:lnTo>
                  <a:pt x="1249363" y="150266"/>
                </a:lnTo>
                <a:lnTo>
                  <a:pt x="1245689" y="150266"/>
                </a:lnTo>
                <a:lnTo>
                  <a:pt x="1242014" y="150266"/>
                </a:lnTo>
                <a:lnTo>
                  <a:pt x="1238340" y="150266"/>
                </a:lnTo>
                <a:lnTo>
                  <a:pt x="1234665" y="150266"/>
                </a:lnTo>
                <a:lnTo>
                  <a:pt x="1230990" y="150266"/>
                </a:lnTo>
                <a:lnTo>
                  <a:pt x="1227316" y="150266"/>
                </a:lnTo>
                <a:lnTo>
                  <a:pt x="1223641" y="150266"/>
                </a:lnTo>
                <a:lnTo>
                  <a:pt x="1219967" y="150266"/>
                </a:lnTo>
                <a:lnTo>
                  <a:pt x="1216292" y="150266"/>
                </a:lnTo>
                <a:lnTo>
                  <a:pt x="1212617" y="150266"/>
                </a:lnTo>
                <a:lnTo>
                  <a:pt x="1208943" y="150266"/>
                </a:lnTo>
                <a:lnTo>
                  <a:pt x="1205268" y="150266"/>
                </a:lnTo>
                <a:lnTo>
                  <a:pt x="1201594" y="150266"/>
                </a:lnTo>
                <a:lnTo>
                  <a:pt x="1197919" y="150266"/>
                </a:lnTo>
                <a:lnTo>
                  <a:pt x="1194244" y="150266"/>
                </a:lnTo>
                <a:lnTo>
                  <a:pt x="1190570" y="150266"/>
                </a:lnTo>
                <a:lnTo>
                  <a:pt x="1186895" y="150266"/>
                </a:lnTo>
                <a:lnTo>
                  <a:pt x="1183221" y="150266"/>
                </a:lnTo>
                <a:lnTo>
                  <a:pt x="1179546" y="150266"/>
                </a:lnTo>
                <a:lnTo>
                  <a:pt x="1175871" y="150266"/>
                </a:lnTo>
                <a:lnTo>
                  <a:pt x="1172197" y="150266"/>
                </a:lnTo>
                <a:lnTo>
                  <a:pt x="1168522" y="150266"/>
                </a:lnTo>
                <a:lnTo>
                  <a:pt x="1164848" y="150266"/>
                </a:lnTo>
                <a:lnTo>
                  <a:pt x="1161173" y="150266"/>
                </a:lnTo>
                <a:lnTo>
                  <a:pt x="1157498" y="150266"/>
                </a:lnTo>
                <a:lnTo>
                  <a:pt x="1153824" y="150266"/>
                </a:lnTo>
                <a:lnTo>
                  <a:pt x="1150149" y="150266"/>
                </a:lnTo>
                <a:lnTo>
                  <a:pt x="1146475" y="150266"/>
                </a:lnTo>
                <a:lnTo>
                  <a:pt x="1142800" y="150266"/>
                </a:lnTo>
                <a:lnTo>
                  <a:pt x="1139125" y="150266"/>
                </a:lnTo>
                <a:lnTo>
                  <a:pt x="1135451" y="150266"/>
                </a:lnTo>
                <a:lnTo>
                  <a:pt x="1131776" y="150266"/>
                </a:lnTo>
                <a:lnTo>
                  <a:pt x="1128102" y="150266"/>
                </a:lnTo>
                <a:lnTo>
                  <a:pt x="1124427" y="150266"/>
                </a:lnTo>
                <a:lnTo>
                  <a:pt x="1120752" y="150266"/>
                </a:lnTo>
                <a:lnTo>
                  <a:pt x="1117078" y="150266"/>
                </a:lnTo>
                <a:lnTo>
                  <a:pt x="1113403" y="150266"/>
                </a:lnTo>
                <a:lnTo>
                  <a:pt x="1109729" y="150266"/>
                </a:lnTo>
                <a:lnTo>
                  <a:pt x="1106054" y="150266"/>
                </a:lnTo>
                <a:lnTo>
                  <a:pt x="1102379" y="150266"/>
                </a:lnTo>
                <a:lnTo>
                  <a:pt x="1098705" y="150266"/>
                </a:lnTo>
                <a:lnTo>
                  <a:pt x="1095030" y="150266"/>
                </a:lnTo>
                <a:lnTo>
                  <a:pt x="1091356" y="150266"/>
                </a:lnTo>
                <a:lnTo>
                  <a:pt x="1087681" y="150266"/>
                </a:lnTo>
                <a:lnTo>
                  <a:pt x="1084006" y="150266"/>
                </a:lnTo>
                <a:lnTo>
                  <a:pt x="1080332" y="150266"/>
                </a:lnTo>
                <a:lnTo>
                  <a:pt x="1076657" y="150266"/>
                </a:lnTo>
                <a:lnTo>
                  <a:pt x="1072983" y="150266"/>
                </a:lnTo>
                <a:lnTo>
                  <a:pt x="1069308" y="150266"/>
                </a:lnTo>
                <a:lnTo>
                  <a:pt x="1065633" y="150266"/>
                </a:lnTo>
                <a:lnTo>
                  <a:pt x="1061959" y="150266"/>
                </a:lnTo>
                <a:lnTo>
                  <a:pt x="1058284" y="150266"/>
                </a:lnTo>
                <a:lnTo>
                  <a:pt x="1054610" y="150266"/>
                </a:lnTo>
                <a:lnTo>
                  <a:pt x="1050935" y="150266"/>
                </a:lnTo>
                <a:lnTo>
                  <a:pt x="1047260" y="150266"/>
                </a:lnTo>
                <a:lnTo>
                  <a:pt x="1043586" y="150266"/>
                </a:lnTo>
                <a:lnTo>
                  <a:pt x="1039911" y="150266"/>
                </a:lnTo>
                <a:lnTo>
                  <a:pt x="1036237" y="150266"/>
                </a:lnTo>
                <a:lnTo>
                  <a:pt x="1032562" y="150266"/>
                </a:lnTo>
                <a:lnTo>
                  <a:pt x="1028887" y="150266"/>
                </a:lnTo>
                <a:lnTo>
                  <a:pt x="1025213" y="150266"/>
                </a:lnTo>
                <a:lnTo>
                  <a:pt x="1021538" y="150266"/>
                </a:lnTo>
                <a:lnTo>
                  <a:pt x="1017864" y="150266"/>
                </a:lnTo>
                <a:lnTo>
                  <a:pt x="1014189" y="150266"/>
                </a:lnTo>
                <a:lnTo>
                  <a:pt x="1010514" y="150266"/>
                </a:lnTo>
                <a:lnTo>
                  <a:pt x="1006840" y="150266"/>
                </a:lnTo>
                <a:lnTo>
                  <a:pt x="1003165" y="150266"/>
                </a:lnTo>
                <a:lnTo>
                  <a:pt x="999491" y="150266"/>
                </a:lnTo>
                <a:lnTo>
                  <a:pt x="995816" y="150266"/>
                </a:lnTo>
                <a:lnTo>
                  <a:pt x="992141" y="150266"/>
                </a:lnTo>
                <a:lnTo>
                  <a:pt x="988467" y="150266"/>
                </a:lnTo>
                <a:lnTo>
                  <a:pt x="984792" y="150266"/>
                </a:lnTo>
                <a:lnTo>
                  <a:pt x="981118" y="150266"/>
                </a:lnTo>
                <a:lnTo>
                  <a:pt x="977443" y="150266"/>
                </a:lnTo>
                <a:lnTo>
                  <a:pt x="973768" y="150266"/>
                </a:lnTo>
                <a:lnTo>
                  <a:pt x="970094" y="150266"/>
                </a:lnTo>
                <a:lnTo>
                  <a:pt x="966419" y="150266"/>
                </a:lnTo>
                <a:lnTo>
                  <a:pt x="962745" y="150266"/>
                </a:lnTo>
                <a:lnTo>
                  <a:pt x="959070" y="150266"/>
                </a:lnTo>
                <a:lnTo>
                  <a:pt x="955395" y="150266"/>
                </a:lnTo>
                <a:lnTo>
                  <a:pt x="951721" y="150266"/>
                </a:lnTo>
                <a:lnTo>
                  <a:pt x="948046" y="150266"/>
                </a:lnTo>
                <a:lnTo>
                  <a:pt x="944372" y="150266"/>
                </a:lnTo>
                <a:lnTo>
                  <a:pt x="940697" y="150266"/>
                </a:lnTo>
                <a:lnTo>
                  <a:pt x="937022" y="150266"/>
                </a:lnTo>
                <a:lnTo>
                  <a:pt x="933348" y="150266"/>
                </a:lnTo>
                <a:lnTo>
                  <a:pt x="929673" y="150266"/>
                </a:lnTo>
                <a:lnTo>
                  <a:pt x="925999" y="150266"/>
                </a:lnTo>
                <a:lnTo>
                  <a:pt x="922324" y="150266"/>
                </a:lnTo>
                <a:lnTo>
                  <a:pt x="918649" y="150266"/>
                </a:lnTo>
                <a:lnTo>
                  <a:pt x="914975" y="150266"/>
                </a:lnTo>
                <a:lnTo>
                  <a:pt x="911300" y="150266"/>
                </a:lnTo>
                <a:lnTo>
                  <a:pt x="907626" y="150266"/>
                </a:lnTo>
                <a:lnTo>
                  <a:pt x="903951" y="150266"/>
                </a:lnTo>
                <a:lnTo>
                  <a:pt x="900276" y="150266"/>
                </a:lnTo>
                <a:lnTo>
                  <a:pt x="896602" y="150266"/>
                </a:lnTo>
                <a:lnTo>
                  <a:pt x="892927" y="150266"/>
                </a:lnTo>
                <a:lnTo>
                  <a:pt x="889253" y="150266"/>
                </a:lnTo>
                <a:lnTo>
                  <a:pt x="885578" y="150266"/>
                </a:lnTo>
                <a:lnTo>
                  <a:pt x="881903" y="150266"/>
                </a:lnTo>
                <a:lnTo>
                  <a:pt x="878229" y="150266"/>
                </a:lnTo>
                <a:lnTo>
                  <a:pt x="874554" y="150266"/>
                </a:lnTo>
                <a:lnTo>
                  <a:pt x="870880" y="150266"/>
                </a:lnTo>
                <a:lnTo>
                  <a:pt x="867205" y="150266"/>
                </a:lnTo>
                <a:lnTo>
                  <a:pt x="863530" y="150266"/>
                </a:lnTo>
                <a:lnTo>
                  <a:pt x="859856" y="150266"/>
                </a:lnTo>
                <a:lnTo>
                  <a:pt x="856181" y="150266"/>
                </a:lnTo>
                <a:lnTo>
                  <a:pt x="852507" y="150266"/>
                </a:lnTo>
                <a:lnTo>
                  <a:pt x="848832" y="150266"/>
                </a:lnTo>
                <a:lnTo>
                  <a:pt x="845157" y="150266"/>
                </a:lnTo>
                <a:lnTo>
                  <a:pt x="841483" y="150266"/>
                </a:lnTo>
                <a:lnTo>
                  <a:pt x="837808" y="150266"/>
                </a:lnTo>
                <a:lnTo>
                  <a:pt x="834134" y="150266"/>
                </a:lnTo>
                <a:lnTo>
                  <a:pt x="830459" y="150266"/>
                </a:lnTo>
                <a:lnTo>
                  <a:pt x="826784" y="150266"/>
                </a:lnTo>
                <a:lnTo>
                  <a:pt x="823110" y="150266"/>
                </a:lnTo>
                <a:lnTo>
                  <a:pt x="819435" y="150266"/>
                </a:lnTo>
                <a:lnTo>
                  <a:pt x="815761" y="150266"/>
                </a:lnTo>
                <a:lnTo>
                  <a:pt x="812086" y="150266"/>
                </a:lnTo>
                <a:lnTo>
                  <a:pt x="808411" y="150266"/>
                </a:lnTo>
                <a:lnTo>
                  <a:pt x="804737" y="150266"/>
                </a:lnTo>
                <a:lnTo>
                  <a:pt x="801062" y="150266"/>
                </a:lnTo>
                <a:lnTo>
                  <a:pt x="797388" y="150266"/>
                </a:lnTo>
                <a:lnTo>
                  <a:pt x="793713" y="150266"/>
                </a:lnTo>
                <a:lnTo>
                  <a:pt x="790038" y="150266"/>
                </a:lnTo>
                <a:lnTo>
                  <a:pt x="786364" y="150266"/>
                </a:lnTo>
                <a:lnTo>
                  <a:pt x="782689" y="150266"/>
                </a:lnTo>
                <a:lnTo>
                  <a:pt x="779015" y="150266"/>
                </a:lnTo>
                <a:lnTo>
                  <a:pt x="775340" y="150266"/>
                </a:lnTo>
                <a:lnTo>
                  <a:pt x="771665" y="150266"/>
                </a:lnTo>
                <a:lnTo>
                  <a:pt x="767991" y="150266"/>
                </a:lnTo>
                <a:lnTo>
                  <a:pt x="764316" y="150266"/>
                </a:lnTo>
                <a:lnTo>
                  <a:pt x="760642" y="150266"/>
                </a:lnTo>
                <a:lnTo>
                  <a:pt x="756967" y="150266"/>
                </a:lnTo>
                <a:lnTo>
                  <a:pt x="753292" y="150266"/>
                </a:lnTo>
                <a:lnTo>
                  <a:pt x="749618" y="150266"/>
                </a:lnTo>
                <a:lnTo>
                  <a:pt x="745943" y="150266"/>
                </a:lnTo>
                <a:lnTo>
                  <a:pt x="742269" y="150266"/>
                </a:lnTo>
                <a:lnTo>
                  <a:pt x="738594" y="150266"/>
                </a:lnTo>
                <a:lnTo>
                  <a:pt x="734919" y="150266"/>
                </a:lnTo>
                <a:lnTo>
                  <a:pt x="731245" y="150266"/>
                </a:lnTo>
                <a:lnTo>
                  <a:pt x="727570" y="150266"/>
                </a:lnTo>
                <a:lnTo>
                  <a:pt x="723896" y="150266"/>
                </a:lnTo>
                <a:lnTo>
                  <a:pt x="720221" y="150266"/>
                </a:lnTo>
                <a:lnTo>
                  <a:pt x="716546" y="150266"/>
                </a:lnTo>
                <a:lnTo>
                  <a:pt x="712872" y="150266"/>
                </a:lnTo>
                <a:lnTo>
                  <a:pt x="709197" y="150266"/>
                </a:lnTo>
                <a:lnTo>
                  <a:pt x="705523" y="150266"/>
                </a:lnTo>
                <a:lnTo>
                  <a:pt x="701848" y="150266"/>
                </a:lnTo>
                <a:lnTo>
                  <a:pt x="698173" y="150266"/>
                </a:lnTo>
                <a:lnTo>
                  <a:pt x="694499" y="150266"/>
                </a:lnTo>
                <a:lnTo>
                  <a:pt x="690824" y="150266"/>
                </a:lnTo>
                <a:lnTo>
                  <a:pt x="687150" y="150266"/>
                </a:lnTo>
                <a:lnTo>
                  <a:pt x="683475" y="150266"/>
                </a:lnTo>
                <a:lnTo>
                  <a:pt x="679800" y="150266"/>
                </a:lnTo>
                <a:lnTo>
                  <a:pt x="676126" y="150266"/>
                </a:lnTo>
                <a:lnTo>
                  <a:pt x="672451" y="150266"/>
                </a:lnTo>
                <a:lnTo>
                  <a:pt x="668777" y="150266"/>
                </a:lnTo>
                <a:lnTo>
                  <a:pt x="665102" y="150266"/>
                </a:lnTo>
                <a:lnTo>
                  <a:pt x="661427" y="150266"/>
                </a:lnTo>
                <a:lnTo>
                  <a:pt x="657753" y="150266"/>
                </a:lnTo>
                <a:lnTo>
                  <a:pt x="654078" y="150266"/>
                </a:lnTo>
                <a:lnTo>
                  <a:pt x="650404" y="150266"/>
                </a:lnTo>
                <a:lnTo>
                  <a:pt x="646729" y="150266"/>
                </a:lnTo>
                <a:lnTo>
                  <a:pt x="643054" y="150266"/>
                </a:lnTo>
                <a:lnTo>
                  <a:pt x="639380" y="150266"/>
                </a:lnTo>
                <a:lnTo>
                  <a:pt x="635705" y="150266"/>
                </a:lnTo>
                <a:lnTo>
                  <a:pt x="632031" y="150266"/>
                </a:lnTo>
                <a:lnTo>
                  <a:pt x="628356" y="150266"/>
                </a:lnTo>
                <a:lnTo>
                  <a:pt x="624681" y="150266"/>
                </a:lnTo>
                <a:lnTo>
                  <a:pt x="621007" y="150266"/>
                </a:lnTo>
                <a:lnTo>
                  <a:pt x="617332" y="150266"/>
                </a:lnTo>
                <a:lnTo>
                  <a:pt x="613658" y="150266"/>
                </a:lnTo>
                <a:lnTo>
                  <a:pt x="609983" y="150266"/>
                </a:lnTo>
                <a:lnTo>
                  <a:pt x="606308" y="150266"/>
                </a:lnTo>
                <a:lnTo>
                  <a:pt x="602634" y="150266"/>
                </a:lnTo>
                <a:lnTo>
                  <a:pt x="598959" y="150266"/>
                </a:lnTo>
                <a:lnTo>
                  <a:pt x="595285" y="150266"/>
                </a:lnTo>
                <a:lnTo>
                  <a:pt x="591610" y="150266"/>
                </a:lnTo>
                <a:lnTo>
                  <a:pt x="587935" y="150266"/>
                </a:lnTo>
                <a:lnTo>
                  <a:pt x="584261" y="150266"/>
                </a:lnTo>
                <a:lnTo>
                  <a:pt x="580586" y="150266"/>
                </a:lnTo>
                <a:lnTo>
                  <a:pt x="576912" y="150266"/>
                </a:lnTo>
                <a:lnTo>
                  <a:pt x="573237" y="150266"/>
                </a:lnTo>
                <a:lnTo>
                  <a:pt x="569562" y="150266"/>
                </a:lnTo>
                <a:lnTo>
                  <a:pt x="565888" y="150266"/>
                </a:lnTo>
                <a:lnTo>
                  <a:pt x="562213" y="150266"/>
                </a:lnTo>
                <a:lnTo>
                  <a:pt x="558539" y="150266"/>
                </a:lnTo>
                <a:lnTo>
                  <a:pt x="554864" y="150266"/>
                </a:lnTo>
                <a:lnTo>
                  <a:pt x="551189" y="150266"/>
                </a:lnTo>
                <a:lnTo>
                  <a:pt x="547515" y="150266"/>
                </a:lnTo>
                <a:lnTo>
                  <a:pt x="543840" y="150266"/>
                </a:lnTo>
                <a:lnTo>
                  <a:pt x="540166" y="150266"/>
                </a:lnTo>
                <a:lnTo>
                  <a:pt x="536491" y="150266"/>
                </a:lnTo>
                <a:lnTo>
                  <a:pt x="532816" y="150266"/>
                </a:lnTo>
                <a:lnTo>
                  <a:pt x="529142" y="150266"/>
                </a:lnTo>
                <a:lnTo>
                  <a:pt x="525467" y="150266"/>
                </a:lnTo>
                <a:lnTo>
                  <a:pt x="521793" y="150266"/>
                </a:lnTo>
                <a:lnTo>
                  <a:pt x="518118" y="150266"/>
                </a:lnTo>
                <a:lnTo>
                  <a:pt x="514443" y="150266"/>
                </a:lnTo>
                <a:lnTo>
                  <a:pt x="510769" y="150266"/>
                </a:lnTo>
                <a:lnTo>
                  <a:pt x="507094" y="150266"/>
                </a:lnTo>
                <a:lnTo>
                  <a:pt x="503420" y="150266"/>
                </a:lnTo>
                <a:lnTo>
                  <a:pt x="499745" y="150266"/>
                </a:lnTo>
                <a:lnTo>
                  <a:pt x="496070" y="150266"/>
                </a:lnTo>
                <a:lnTo>
                  <a:pt x="492396" y="150266"/>
                </a:lnTo>
                <a:lnTo>
                  <a:pt x="488721" y="150266"/>
                </a:lnTo>
                <a:lnTo>
                  <a:pt x="485047" y="150266"/>
                </a:lnTo>
                <a:lnTo>
                  <a:pt x="481372" y="150266"/>
                </a:lnTo>
                <a:lnTo>
                  <a:pt x="477697" y="150266"/>
                </a:lnTo>
                <a:lnTo>
                  <a:pt x="474023" y="150266"/>
                </a:lnTo>
                <a:lnTo>
                  <a:pt x="470348" y="150266"/>
                </a:lnTo>
                <a:lnTo>
                  <a:pt x="466674" y="150266"/>
                </a:lnTo>
                <a:lnTo>
                  <a:pt x="462999" y="150266"/>
                </a:lnTo>
                <a:lnTo>
                  <a:pt x="459324" y="150266"/>
                </a:lnTo>
                <a:lnTo>
                  <a:pt x="455650" y="150266"/>
                </a:lnTo>
                <a:lnTo>
                  <a:pt x="451975" y="150266"/>
                </a:lnTo>
                <a:lnTo>
                  <a:pt x="448301" y="150266"/>
                </a:lnTo>
                <a:lnTo>
                  <a:pt x="444626" y="150266"/>
                </a:lnTo>
                <a:lnTo>
                  <a:pt x="440951" y="150266"/>
                </a:lnTo>
                <a:lnTo>
                  <a:pt x="437277" y="150266"/>
                </a:lnTo>
                <a:lnTo>
                  <a:pt x="433602" y="150266"/>
                </a:lnTo>
                <a:lnTo>
                  <a:pt x="429928" y="150266"/>
                </a:lnTo>
                <a:lnTo>
                  <a:pt x="426253" y="150266"/>
                </a:lnTo>
                <a:lnTo>
                  <a:pt x="422578" y="150266"/>
                </a:lnTo>
                <a:lnTo>
                  <a:pt x="418904" y="150266"/>
                </a:lnTo>
                <a:lnTo>
                  <a:pt x="415229" y="150266"/>
                </a:lnTo>
                <a:lnTo>
                  <a:pt x="411555" y="150266"/>
                </a:lnTo>
                <a:lnTo>
                  <a:pt x="407880" y="150266"/>
                </a:lnTo>
                <a:lnTo>
                  <a:pt x="404205" y="150266"/>
                </a:lnTo>
                <a:lnTo>
                  <a:pt x="400531" y="150266"/>
                </a:lnTo>
                <a:lnTo>
                  <a:pt x="396856" y="150266"/>
                </a:lnTo>
                <a:lnTo>
                  <a:pt x="393182" y="150266"/>
                </a:lnTo>
                <a:lnTo>
                  <a:pt x="389507" y="150266"/>
                </a:lnTo>
                <a:lnTo>
                  <a:pt x="385832" y="150266"/>
                </a:lnTo>
                <a:lnTo>
                  <a:pt x="382158" y="150266"/>
                </a:lnTo>
                <a:lnTo>
                  <a:pt x="378483" y="150266"/>
                </a:lnTo>
                <a:lnTo>
                  <a:pt x="374809" y="150266"/>
                </a:lnTo>
                <a:lnTo>
                  <a:pt x="371134" y="150266"/>
                </a:lnTo>
                <a:lnTo>
                  <a:pt x="367459" y="150266"/>
                </a:lnTo>
                <a:lnTo>
                  <a:pt x="363785" y="150266"/>
                </a:lnTo>
                <a:lnTo>
                  <a:pt x="360110" y="150266"/>
                </a:lnTo>
                <a:lnTo>
                  <a:pt x="356436" y="150266"/>
                </a:lnTo>
                <a:lnTo>
                  <a:pt x="352761" y="150266"/>
                </a:lnTo>
                <a:lnTo>
                  <a:pt x="349086" y="150266"/>
                </a:lnTo>
                <a:lnTo>
                  <a:pt x="345412" y="150266"/>
                </a:lnTo>
                <a:lnTo>
                  <a:pt x="341737" y="150266"/>
                </a:lnTo>
                <a:lnTo>
                  <a:pt x="338063" y="150266"/>
                </a:lnTo>
                <a:lnTo>
                  <a:pt x="334388" y="150266"/>
                </a:lnTo>
                <a:lnTo>
                  <a:pt x="330713" y="150266"/>
                </a:lnTo>
                <a:lnTo>
                  <a:pt x="327039" y="150266"/>
                </a:lnTo>
                <a:lnTo>
                  <a:pt x="323364" y="150266"/>
                </a:lnTo>
                <a:lnTo>
                  <a:pt x="319690" y="150266"/>
                </a:lnTo>
                <a:lnTo>
                  <a:pt x="316015" y="150266"/>
                </a:lnTo>
                <a:lnTo>
                  <a:pt x="312340" y="150266"/>
                </a:lnTo>
                <a:lnTo>
                  <a:pt x="308666" y="150266"/>
                </a:lnTo>
                <a:lnTo>
                  <a:pt x="304991" y="150266"/>
                </a:lnTo>
                <a:lnTo>
                  <a:pt x="301317" y="150266"/>
                </a:lnTo>
                <a:lnTo>
                  <a:pt x="297642" y="150266"/>
                </a:lnTo>
                <a:lnTo>
                  <a:pt x="293967" y="150266"/>
                </a:lnTo>
                <a:lnTo>
                  <a:pt x="290293" y="150266"/>
                </a:lnTo>
                <a:lnTo>
                  <a:pt x="286618" y="150266"/>
                </a:lnTo>
                <a:lnTo>
                  <a:pt x="282944" y="150266"/>
                </a:lnTo>
                <a:lnTo>
                  <a:pt x="279269" y="150266"/>
                </a:lnTo>
                <a:lnTo>
                  <a:pt x="275594" y="150266"/>
                </a:lnTo>
                <a:lnTo>
                  <a:pt x="271920" y="150266"/>
                </a:lnTo>
                <a:lnTo>
                  <a:pt x="268245" y="150266"/>
                </a:lnTo>
                <a:lnTo>
                  <a:pt x="264571" y="150266"/>
                </a:lnTo>
                <a:lnTo>
                  <a:pt x="260896" y="150266"/>
                </a:lnTo>
                <a:lnTo>
                  <a:pt x="257221" y="150266"/>
                </a:lnTo>
                <a:lnTo>
                  <a:pt x="253547" y="150266"/>
                </a:lnTo>
                <a:lnTo>
                  <a:pt x="249872" y="150266"/>
                </a:lnTo>
                <a:lnTo>
                  <a:pt x="246198" y="150266"/>
                </a:lnTo>
                <a:lnTo>
                  <a:pt x="242523" y="150266"/>
                </a:lnTo>
                <a:lnTo>
                  <a:pt x="238848" y="150266"/>
                </a:lnTo>
                <a:lnTo>
                  <a:pt x="235174" y="150266"/>
                </a:lnTo>
                <a:lnTo>
                  <a:pt x="231499" y="150266"/>
                </a:lnTo>
                <a:lnTo>
                  <a:pt x="227825" y="150266"/>
                </a:lnTo>
                <a:lnTo>
                  <a:pt x="224150" y="150266"/>
                </a:lnTo>
                <a:lnTo>
                  <a:pt x="220475" y="150266"/>
                </a:lnTo>
                <a:lnTo>
                  <a:pt x="216801" y="150266"/>
                </a:lnTo>
                <a:lnTo>
                  <a:pt x="213126" y="150266"/>
                </a:lnTo>
                <a:lnTo>
                  <a:pt x="209452" y="150266"/>
                </a:lnTo>
                <a:lnTo>
                  <a:pt x="205777" y="150266"/>
                </a:lnTo>
                <a:lnTo>
                  <a:pt x="202102" y="150266"/>
                </a:lnTo>
                <a:lnTo>
                  <a:pt x="198428" y="150266"/>
                </a:lnTo>
                <a:lnTo>
                  <a:pt x="194753" y="150266"/>
                </a:lnTo>
                <a:lnTo>
                  <a:pt x="191079" y="150266"/>
                </a:lnTo>
                <a:lnTo>
                  <a:pt x="187404" y="150266"/>
                </a:lnTo>
                <a:lnTo>
                  <a:pt x="183729" y="150266"/>
                </a:lnTo>
                <a:lnTo>
                  <a:pt x="180055" y="150266"/>
                </a:lnTo>
                <a:lnTo>
                  <a:pt x="176380" y="150266"/>
                </a:lnTo>
                <a:lnTo>
                  <a:pt x="172706" y="150266"/>
                </a:lnTo>
                <a:lnTo>
                  <a:pt x="169031" y="150266"/>
                </a:lnTo>
                <a:lnTo>
                  <a:pt x="165356" y="150266"/>
                </a:lnTo>
                <a:lnTo>
                  <a:pt x="161682" y="150266"/>
                </a:lnTo>
                <a:lnTo>
                  <a:pt x="158007" y="150266"/>
                </a:lnTo>
                <a:lnTo>
                  <a:pt x="154333" y="150266"/>
                </a:lnTo>
                <a:lnTo>
                  <a:pt x="150658" y="150266"/>
                </a:lnTo>
                <a:lnTo>
                  <a:pt x="146983" y="150266"/>
                </a:lnTo>
                <a:lnTo>
                  <a:pt x="143309" y="150266"/>
                </a:lnTo>
                <a:lnTo>
                  <a:pt x="139634" y="150266"/>
                </a:lnTo>
                <a:lnTo>
                  <a:pt x="135960" y="150266"/>
                </a:lnTo>
                <a:lnTo>
                  <a:pt x="132285" y="150266"/>
                </a:lnTo>
                <a:lnTo>
                  <a:pt x="128610" y="150266"/>
                </a:lnTo>
                <a:lnTo>
                  <a:pt x="124936" y="150266"/>
                </a:lnTo>
                <a:lnTo>
                  <a:pt x="121261" y="150266"/>
                </a:lnTo>
                <a:lnTo>
                  <a:pt x="117587" y="150266"/>
                </a:lnTo>
                <a:lnTo>
                  <a:pt x="113912" y="150266"/>
                </a:lnTo>
                <a:lnTo>
                  <a:pt x="110237" y="150266"/>
                </a:lnTo>
                <a:lnTo>
                  <a:pt x="106563" y="150266"/>
                </a:lnTo>
                <a:lnTo>
                  <a:pt x="102888" y="150266"/>
                </a:lnTo>
                <a:lnTo>
                  <a:pt x="99214" y="150266"/>
                </a:lnTo>
                <a:lnTo>
                  <a:pt x="95539" y="150266"/>
                </a:lnTo>
                <a:lnTo>
                  <a:pt x="91864" y="150266"/>
                </a:lnTo>
                <a:lnTo>
                  <a:pt x="88190" y="150266"/>
                </a:lnTo>
                <a:lnTo>
                  <a:pt x="84515" y="150266"/>
                </a:lnTo>
                <a:lnTo>
                  <a:pt x="80841" y="150266"/>
                </a:lnTo>
                <a:lnTo>
                  <a:pt x="77166" y="150266"/>
                </a:lnTo>
                <a:lnTo>
                  <a:pt x="73491" y="150266"/>
                </a:lnTo>
                <a:lnTo>
                  <a:pt x="69817" y="150266"/>
                </a:lnTo>
                <a:lnTo>
                  <a:pt x="66142" y="150266"/>
                </a:lnTo>
                <a:lnTo>
                  <a:pt x="62468" y="150266"/>
                </a:lnTo>
                <a:lnTo>
                  <a:pt x="58793" y="150266"/>
                </a:lnTo>
                <a:lnTo>
                  <a:pt x="55118" y="150266"/>
                </a:lnTo>
                <a:lnTo>
                  <a:pt x="51444" y="150266"/>
                </a:lnTo>
                <a:lnTo>
                  <a:pt x="47769" y="150266"/>
                </a:lnTo>
                <a:lnTo>
                  <a:pt x="44095" y="150266"/>
                </a:lnTo>
                <a:lnTo>
                  <a:pt x="40420" y="150266"/>
                </a:lnTo>
                <a:lnTo>
                  <a:pt x="36745" y="150266"/>
                </a:lnTo>
                <a:lnTo>
                  <a:pt x="33071" y="150266"/>
                </a:lnTo>
                <a:lnTo>
                  <a:pt x="29396" y="150266"/>
                </a:lnTo>
                <a:lnTo>
                  <a:pt x="25722" y="150266"/>
                </a:lnTo>
                <a:lnTo>
                  <a:pt x="22047" y="150266"/>
                </a:lnTo>
                <a:lnTo>
                  <a:pt x="18372" y="150266"/>
                </a:lnTo>
                <a:lnTo>
                  <a:pt x="14698" y="150266"/>
                </a:lnTo>
                <a:lnTo>
                  <a:pt x="11023" y="150266"/>
                </a:lnTo>
                <a:lnTo>
                  <a:pt x="7349" y="150266"/>
                </a:lnTo>
                <a:lnTo>
                  <a:pt x="3674" y="150266"/>
                </a:lnTo>
                <a:lnTo>
                  <a:pt x="0" y="150266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9" name="pl29"/>
          <p:cNvSpPr/>
          <p:nvPr/>
        </p:nvSpPr>
        <p:spPr>
          <a:xfrm>
            <a:off x="4548521" y="2589427"/>
            <a:ext cx="1877720" cy="150266"/>
          </a:xfrm>
          <a:custGeom>
            <a:avLst/>
            <a:gdLst/>
            <a:ahLst/>
            <a:cxnLst/>
            <a:rect l="0" t="0" r="0" b="0"/>
            <a:pathLst>
              <a:path w="1877720" h="150266">
                <a:moveTo>
                  <a:pt x="0" y="133242"/>
                </a:moveTo>
                <a:lnTo>
                  <a:pt x="3674" y="131780"/>
                </a:lnTo>
                <a:lnTo>
                  <a:pt x="7349" y="130303"/>
                </a:lnTo>
                <a:lnTo>
                  <a:pt x="11023" y="128822"/>
                </a:lnTo>
                <a:lnTo>
                  <a:pt x="14698" y="127348"/>
                </a:lnTo>
                <a:lnTo>
                  <a:pt x="18372" y="125895"/>
                </a:lnTo>
                <a:lnTo>
                  <a:pt x="22047" y="124470"/>
                </a:lnTo>
                <a:lnTo>
                  <a:pt x="25722" y="123079"/>
                </a:lnTo>
                <a:lnTo>
                  <a:pt x="29396" y="121729"/>
                </a:lnTo>
                <a:lnTo>
                  <a:pt x="33071" y="120424"/>
                </a:lnTo>
                <a:lnTo>
                  <a:pt x="36745" y="119168"/>
                </a:lnTo>
                <a:lnTo>
                  <a:pt x="40420" y="117963"/>
                </a:lnTo>
                <a:lnTo>
                  <a:pt x="44095" y="116820"/>
                </a:lnTo>
                <a:lnTo>
                  <a:pt x="47769" y="115730"/>
                </a:lnTo>
                <a:lnTo>
                  <a:pt x="51444" y="114691"/>
                </a:lnTo>
                <a:lnTo>
                  <a:pt x="55118" y="113703"/>
                </a:lnTo>
                <a:lnTo>
                  <a:pt x="58793" y="112762"/>
                </a:lnTo>
                <a:lnTo>
                  <a:pt x="62468" y="111867"/>
                </a:lnTo>
                <a:lnTo>
                  <a:pt x="66142" y="111016"/>
                </a:lnTo>
                <a:lnTo>
                  <a:pt x="69817" y="110212"/>
                </a:lnTo>
                <a:lnTo>
                  <a:pt x="73491" y="109451"/>
                </a:lnTo>
                <a:lnTo>
                  <a:pt x="77166" y="108727"/>
                </a:lnTo>
                <a:lnTo>
                  <a:pt x="80841" y="108040"/>
                </a:lnTo>
                <a:lnTo>
                  <a:pt x="84515" y="107389"/>
                </a:lnTo>
                <a:lnTo>
                  <a:pt x="88190" y="106774"/>
                </a:lnTo>
                <a:lnTo>
                  <a:pt x="91864" y="106194"/>
                </a:lnTo>
                <a:lnTo>
                  <a:pt x="95539" y="105651"/>
                </a:lnTo>
                <a:lnTo>
                  <a:pt x="99214" y="105144"/>
                </a:lnTo>
                <a:lnTo>
                  <a:pt x="102888" y="104668"/>
                </a:lnTo>
                <a:lnTo>
                  <a:pt x="106563" y="104221"/>
                </a:lnTo>
                <a:lnTo>
                  <a:pt x="110237" y="103800"/>
                </a:lnTo>
                <a:lnTo>
                  <a:pt x="113912" y="103401"/>
                </a:lnTo>
                <a:lnTo>
                  <a:pt x="117587" y="103021"/>
                </a:lnTo>
                <a:lnTo>
                  <a:pt x="121261" y="102653"/>
                </a:lnTo>
                <a:lnTo>
                  <a:pt x="124936" y="102291"/>
                </a:lnTo>
                <a:lnTo>
                  <a:pt x="128610" y="101924"/>
                </a:lnTo>
                <a:lnTo>
                  <a:pt x="132285" y="101545"/>
                </a:lnTo>
                <a:lnTo>
                  <a:pt x="135960" y="101146"/>
                </a:lnTo>
                <a:lnTo>
                  <a:pt x="139634" y="100718"/>
                </a:lnTo>
                <a:lnTo>
                  <a:pt x="143309" y="100252"/>
                </a:lnTo>
                <a:lnTo>
                  <a:pt x="146983" y="99738"/>
                </a:lnTo>
                <a:lnTo>
                  <a:pt x="150658" y="99159"/>
                </a:lnTo>
                <a:lnTo>
                  <a:pt x="154333" y="98515"/>
                </a:lnTo>
                <a:lnTo>
                  <a:pt x="158007" y="97800"/>
                </a:lnTo>
                <a:lnTo>
                  <a:pt x="161682" y="97012"/>
                </a:lnTo>
                <a:lnTo>
                  <a:pt x="165356" y="96145"/>
                </a:lnTo>
                <a:lnTo>
                  <a:pt x="169031" y="95200"/>
                </a:lnTo>
                <a:lnTo>
                  <a:pt x="172706" y="94176"/>
                </a:lnTo>
                <a:lnTo>
                  <a:pt x="176380" y="93063"/>
                </a:lnTo>
                <a:lnTo>
                  <a:pt x="180055" y="91878"/>
                </a:lnTo>
                <a:lnTo>
                  <a:pt x="183729" y="90629"/>
                </a:lnTo>
                <a:lnTo>
                  <a:pt x="187404" y="89323"/>
                </a:lnTo>
                <a:lnTo>
                  <a:pt x="191079" y="87968"/>
                </a:lnTo>
                <a:lnTo>
                  <a:pt x="194753" y="86575"/>
                </a:lnTo>
                <a:lnTo>
                  <a:pt x="198428" y="85154"/>
                </a:lnTo>
                <a:lnTo>
                  <a:pt x="202102" y="83713"/>
                </a:lnTo>
                <a:lnTo>
                  <a:pt x="205777" y="82269"/>
                </a:lnTo>
                <a:lnTo>
                  <a:pt x="209452" y="80831"/>
                </a:lnTo>
                <a:lnTo>
                  <a:pt x="213126" y="79410"/>
                </a:lnTo>
                <a:lnTo>
                  <a:pt x="216801" y="78013"/>
                </a:lnTo>
                <a:lnTo>
                  <a:pt x="220475" y="76648"/>
                </a:lnTo>
                <a:lnTo>
                  <a:pt x="224150" y="75321"/>
                </a:lnTo>
                <a:lnTo>
                  <a:pt x="227825" y="74040"/>
                </a:lnTo>
                <a:lnTo>
                  <a:pt x="231499" y="72810"/>
                </a:lnTo>
                <a:lnTo>
                  <a:pt x="235174" y="71626"/>
                </a:lnTo>
                <a:lnTo>
                  <a:pt x="238848" y="70489"/>
                </a:lnTo>
                <a:lnTo>
                  <a:pt x="242523" y="69397"/>
                </a:lnTo>
                <a:lnTo>
                  <a:pt x="246198" y="68346"/>
                </a:lnTo>
                <a:lnTo>
                  <a:pt x="249872" y="67334"/>
                </a:lnTo>
                <a:lnTo>
                  <a:pt x="253547" y="66358"/>
                </a:lnTo>
                <a:lnTo>
                  <a:pt x="257221" y="65413"/>
                </a:lnTo>
                <a:lnTo>
                  <a:pt x="260896" y="64488"/>
                </a:lnTo>
                <a:lnTo>
                  <a:pt x="264571" y="63578"/>
                </a:lnTo>
                <a:lnTo>
                  <a:pt x="268245" y="62679"/>
                </a:lnTo>
                <a:lnTo>
                  <a:pt x="271920" y="61785"/>
                </a:lnTo>
                <a:lnTo>
                  <a:pt x="275594" y="60891"/>
                </a:lnTo>
                <a:lnTo>
                  <a:pt x="279269" y="59993"/>
                </a:lnTo>
                <a:lnTo>
                  <a:pt x="282944" y="59086"/>
                </a:lnTo>
                <a:lnTo>
                  <a:pt x="286618" y="58168"/>
                </a:lnTo>
                <a:lnTo>
                  <a:pt x="290293" y="57238"/>
                </a:lnTo>
                <a:lnTo>
                  <a:pt x="293967" y="56294"/>
                </a:lnTo>
                <a:lnTo>
                  <a:pt x="297642" y="55337"/>
                </a:lnTo>
                <a:lnTo>
                  <a:pt x="301317" y="54366"/>
                </a:lnTo>
                <a:lnTo>
                  <a:pt x="304991" y="53383"/>
                </a:lnTo>
                <a:lnTo>
                  <a:pt x="308666" y="52386"/>
                </a:lnTo>
                <a:lnTo>
                  <a:pt x="312340" y="51379"/>
                </a:lnTo>
                <a:lnTo>
                  <a:pt x="316015" y="50365"/>
                </a:lnTo>
                <a:lnTo>
                  <a:pt x="319690" y="49344"/>
                </a:lnTo>
                <a:lnTo>
                  <a:pt x="323364" y="48318"/>
                </a:lnTo>
                <a:lnTo>
                  <a:pt x="327039" y="47289"/>
                </a:lnTo>
                <a:lnTo>
                  <a:pt x="330713" y="46258"/>
                </a:lnTo>
                <a:lnTo>
                  <a:pt x="334388" y="45225"/>
                </a:lnTo>
                <a:lnTo>
                  <a:pt x="338063" y="44193"/>
                </a:lnTo>
                <a:lnTo>
                  <a:pt x="341737" y="43162"/>
                </a:lnTo>
                <a:lnTo>
                  <a:pt x="345412" y="42132"/>
                </a:lnTo>
                <a:lnTo>
                  <a:pt x="349086" y="41105"/>
                </a:lnTo>
                <a:lnTo>
                  <a:pt x="352761" y="40082"/>
                </a:lnTo>
                <a:lnTo>
                  <a:pt x="356436" y="39065"/>
                </a:lnTo>
                <a:lnTo>
                  <a:pt x="360110" y="38055"/>
                </a:lnTo>
                <a:lnTo>
                  <a:pt x="363785" y="37057"/>
                </a:lnTo>
                <a:lnTo>
                  <a:pt x="367459" y="36072"/>
                </a:lnTo>
                <a:lnTo>
                  <a:pt x="371134" y="35103"/>
                </a:lnTo>
                <a:lnTo>
                  <a:pt x="374809" y="34153"/>
                </a:lnTo>
                <a:lnTo>
                  <a:pt x="378483" y="33227"/>
                </a:lnTo>
                <a:lnTo>
                  <a:pt x="382158" y="32328"/>
                </a:lnTo>
                <a:lnTo>
                  <a:pt x="385832" y="31462"/>
                </a:lnTo>
                <a:lnTo>
                  <a:pt x="389507" y="30635"/>
                </a:lnTo>
                <a:lnTo>
                  <a:pt x="393182" y="29845"/>
                </a:lnTo>
                <a:lnTo>
                  <a:pt x="396856" y="29094"/>
                </a:lnTo>
                <a:lnTo>
                  <a:pt x="400531" y="28383"/>
                </a:lnTo>
                <a:lnTo>
                  <a:pt x="404205" y="27713"/>
                </a:lnTo>
                <a:lnTo>
                  <a:pt x="407880" y="27081"/>
                </a:lnTo>
                <a:lnTo>
                  <a:pt x="411555" y="26489"/>
                </a:lnTo>
                <a:lnTo>
                  <a:pt x="415229" y="25935"/>
                </a:lnTo>
                <a:lnTo>
                  <a:pt x="418904" y="25408"/>
                </a:lnTo>
                <a:lnTo>
                  <a:pt x="422578" y="24905"/>
                </a:lnTo>
                <a:lnTo>
                  <a:pt x="426253" y="24418"/>
                </a:lnTo>
                <a:lnTo>
                  <a:pt x="429928" y="23942"/>
                </a:lnTo>
                <a:lnTo>
                  <a:pt x="433602" y="23469"/>
                </a:lnTo>
                <a:lnTo>
                  <a:pt x="437277" y="22993"/>
                </a:lnTo>
                <a:lnTo>
                  <a:pt x="440951" y="22503"/>
                </a:lnTo>
                <a:lnTo>
                  <a:pt x="444626" y="21993"/>
                </a:lnTo>
                <a:lnTo>
                  <a:pt x="448301" y="21456"/>
                </a:lnTo>
                <a:lnTo>
                  <a:pt x="451975" y="20888"/>
                </a:lnTo>
                <a:lnTo>
                  <a:pt x="455650" y="20283"/>
                </a:lnTo>
                <a:lnTo>
                  <a:pt x="459324" y="19638"/>
                </a:lnTo>
                <a:lnTo>
                  <a:pt x="462999" y="18948"/>
                </a:lnTo>
                <a:lnTo>
                  <a:pt x="466674" y="18203"/>
                </a:lnTo>
                <a:lnTo>
                  <a:pt x="470348" y="17409"/>
                </a:lnTo>
                <a:lnTo>
                  <a:pt x="474023" y="16567"/>
                </a:lnTo>
                <a:lnTo>
                  <a:pt x="477697" y="15680"/>
                </a:lnTo>
                <a:lnTo>
                  <a:pt x="481372" y="14750"/>
                </a:lnTo>
                <a:lnTo>
                  <a:pt x="485047" y="13781"/>
                </a:lnTo>
                <a:lnTo>
                  <a:pt x="488721" y="12778"/>
                </a:lnTo>
                <a:lnTo>
                  <a:pt x="492396" y="11745"/>
                </a:lnTo>
                <a:lnTo>
                  <a:pt x="496070" y="10694"/>
                </a:lnTo>
                <a:lnTo>
                  <a:pt x="499745" y="9635"/>
                </a:lnTo>
                <a:lnTo>
                  <a:pt x="503420" y="8579"/>
                </a:lnTo>
                <a:lnTo>
                  <a:pt x="507094" y="7536"/>
                </a:lnTo>
                <a:lnTo>
                  <a:pt x="510769" y="6515"/>
                </a:lnTo>
                <a:lnTo>
                  <a:pt x="514443" y="5529"/>
                </a:lnTo>
                <a:lnTo>
                  <a:pt x="518118" y="4594"/>
                </a:lnTo>
                <a:lnTo>
                  <a:pt x="521793" y="3725"/>
                </a:lnTo>
                <a:lnTo>
                  <a:pt x="525467" y="2926"/>
                </a:lnTo>
                <a:lnTo>
                  <a:pt x="529142" y="2208"/>
                </a:lnTo>
                <a:lnTo>
                  <a:pt x="532816" y="1578"/>
                </a:lnTo>
                <a:lnTo>
                  <a:pt x="536491" y="1044"/>
                </a:lnTo>
                <a:lnTo>
                  <a:pt x="540166" y="611"/>
                </a:lnTo>
                <a:lnTo>
                  <a:pt x="543840" y="290"/>
                </a:lnTo>
                <a:lnTo>
                  <a:pt x="547515" y="91"/>
                </a:lnTo>
                <a:lnTo>
                  <a:pt x="551189" y="0"/>
                </a:lnTo>
                <a:lnTo>
                  <a:pt x="554864" y="14"/>
                </a:lnTo>
                <a:lnTo>
                  <a:pt x="558539" y="131"/>
                </a:lnTo>
                <a:lnTo>
                  <a:pt x="562213" y="345"/>
                </a:lnTo>
                <a:lnTo>
                  <a:pt x="565888" y="650"/>
                </a:lnTo>
                <a:lnTo>
                  <a:pt x="569562" y="1039"/>
                </a:lnTo>
                <a:lnTo>
                  <a:pt x="573237" y="1512"/>
                </a:lnTo>
                <a:lnTo>
                  <a:pt x="576912" y="2045"/>
                </a:lnTo>
                <a:lnTo>
                  <a:pt x="580586" y="2626"/>
                </a:lnTo>
                <a:lnTo>
                  <a:pt x="584261" y="3247"/>
                </a:lnTo>
                <a:lnTo>
                  <a:pt x="587935" y="3895"/>
                </a:lnTo>
                <a:lnTo>
                  <a:pt x="591610" y="4563"/>
                </a:lnTo>
                <a:lnTo>
                  <a:pt x="595285" y="5240"/>
                </a:lnTo>
                <a:lnTo>
                  <a:pt x="598959" y="5916"/>
                </a:lnTo>
                <a:lnTo>
                  <a:pt x="602634" y="6583"/>
                </a:lnTo>
                <a:lnTo>
                  <a:pt x="606308" y="7237"/>
                </a:lnTo>
                <a:lnTo>
                  <a:pt x="609983" y="7873"/>
                </a:lnTo>
                <a:lnTo>
                  <a:pt x="613658" y="8490"/>
                </a:lnTo>
                <a:lnTo>
                  <a:pt x="617332" y="9087"/>
                </a:lnTo>
                <a:lnTo>
                  <a:pt x="621007" y="9665"/>
                </a:lnTo>
                <a:lnTo>
                  <a:pt x="624681" y="10225"/>
                </a:lnTo>
                <a:lnTo>
                  <a:pt x="628356" y="10774"/>
                </a:lnTo>
                <a:lnTo>
                  <a:pt x="632031" y="11318"/>
                </a:lnTo>
                <a:lnTo>
                  <a:pt x="635705" y="11862"/>
                </a:lnTo>
                <a:lnTo>
                  <a:pt x="639380" y="12415"/>
                </a:lnTo>
                <a:lnTo>
                  <a:pt x="643054" y="12983"/>
                </a:lnTo>
                <a:lnTo>
                  <a:pt x="646729" y="13573"/>
                </a:lnTo>
                <a:lnTo>
                  <a:pt x="650404" y="14196"/>
                </a:lnTo>
                <a:lnTo>
                  <a:pt x="654078" y="14860"/>
                </a:lnTo>
                <a:lnTo>
                  <a:pt x="657753" y="15568"/>
                </a:lnTo>
                <a:lnTo>
                  <a:pt x="661427" y="16325"/>
                </a:lnTo>
                <a:lnTo>
                  <a:pt x="665102" y="17135"/>
                </a:lnTo>
                <a:lnTo>
                  <a:pt x="668777" y="18001"/>
                </a:lnTo>
                <a:lnTo>
                  <a:pt x="672451" y="18926"/>
                </a:lnTo>
                <a:lnTo>
                  <a:pt x="676126" y="19916"/>
                </a:lnTo>
                <a:lnTo>
                  <a:pt x="679800" y="20973"/>
                </a:lnTo>
                <a:lnTo>
                  <a:pt x="683475" y="22092"/>
                </a:lnTo>
                <a:lnTo>
                  <a:pt x="687150" y="23270"/>
                </a:lnTo>
                <a:lnTo>
                  <a:pt x="690824" y="24508"/>
                </a:lnTo>
                <a:lnTo>
                  <a:pt x="694499" y="25802"/>
                </a:lnTo>
                <a:lnTo>
                  <a:pt x="698173" y="27153"/>
                </a:lnTo>
                <a:lnTo>
                  <a:pt x="701848" y="28559"/>
                </a:lnTo>
                <a:lnTo>
                  <a:pt x="705523" y="30024"/>
                </a:lnTo>
                <a:lnTo>
                  <a:pt x="709197" y="31537"/>
                </a:lnTo>
                <a:lnTo>
                  <a:pt x="712872" y="33096"/>
                </a:lnTo>
                <a:lnTo>
                  <a:pt x="716546" y="34699"/>
                </a:lnTo>
                <a:lnTo>
                  <a:pt x="720221" y="36340"/>
                </a:lnTo>
                <a:lnTo>
                  <a:pt x="723896" y="38019"/>
                </a:lnTo>
                <a:lnTo>
                  <a:pt x="727570" y="39729"/>
                </a:lnTo>
                <a:lnTo>
                  <a:pt x="731245" y="41472"/>
                </a:lnTo>
                <a:lnTo>
                  <a:pt x="734919" y="43236"/>
                </a:lnTo>
                <a:lnTo>
                  <a:pt x="738594" y="45014"/>
                </a:lnTo>
                <a:lnTo>
                  <a:pt x="742269" y="46802"/>
                </a:lnTo>
                <a:lnTo>
                  <a:pt x="745943" y="48593"/>
                </a:lnTo>
                <a:lnTo>
                  <a:pt x="749618" y="50381"/>
                </a:lnTo>
                <a:lnTo>
                  <a:pt x="753292" y="52159"/>
                </a:lnTo>
                <a:lnTo>
                  <a:pt x="756967" y="53916"/>
                </a:lnTo>
                <a:lnTo>
                  <a:pt x="760642" y="55648"/>
                </a:lnTo>
                <a:lnTo>
                  <a:pt x="764316" y="57349"/>
                </a:lnTo>
                <a:lnTo>
                  <a:pt x="767991" y="59014"/>
                </a:lnTo>
                <a:lnTo>
                  <a:pt x="771665" y="60640"/>
                </a:lnTo>
                <a:lnTo>
                  <a:pt x="775340" y="62223"/>
                </a:lnTo>
                <a:lnTo>
                  <a:pt x="779015" y="63760"/>
                </a:lnTo>
                <a:lnTo>
                  <a:pt x="782689" y="65245"/>
                </a:lnTo>
                <a:lnTo>
                  <a:pt x="786364" y="66681"/>
                </a:lnTo>
                <a:lnTo>
                  <a:pt x="790038" y="68072"/>
                </a:lnTo>
                <a:lnTo>
                  <a:pt x="793713" y="69422"/>
                </a:lnTo>
                <a:lnTo>
                  <a:pt x="797388" y="70733"/>
                </a:lnTo>
                <a:lnTo>
                  <a:pt x="801062" y="72011"/>
                </a:lnTo>
                <a:lnTo>
                  <a:pt x="804737" y="73260"/>
                </a:lnTo>
                <a:lnTo>
                  <a:pt x="808411" y="74486"/>
                </a:lnTo>
                <a:lnTo>
                  <a:pt x="812086" y="75696"/>
                </a:lnTo>
                <a:lnTo>
                  <a:pt x="815761" y="76901"/>
                </a:lnTo>
                <a:lnTo>
                  <a:pt x="819435" y="78106"/>
                </a:lnTo>
                <a:lnTo>
                  <a:pt x="823110" y="79318"/>
                </a:lnTo>
                <a:lnTo>
                  <a:pt x="826784" y="80544"/>
                </a:lnTo>
                <a:lnTo>
                  <a:pt x="830459" y="81790"/>
                </a:lnTo>
                <a:lnTo>
                  <a:pt x="834134" y="83062"/>
                </a:lnTo>
                <a:lnTo>
                  <a:pt x="837808" y="84368"/>
                </a:lnTo>
                <a:lnTo>
                  <a:pt x="841483" y="85708"/>
                </a:lnTo>
                <a:lnTo>
                  <a:pt x="845157" y="87084"/>
                </a:lnTo>
                <a:lnTo>
                  <a:pt x="848832" y="88496"/>
                </a:lnTo>
                <a:lnTo>
                  <a:pt x="852507" y="89944"/>
                </a:lnTo>
                <a:lnTo>
                  <a:pt x="856181" y="91427"/>
                </a:lnTo>
                <a:lnTo>
                  <a:pt x="859856" y="92943"/>
                </a:lnTo>
                <a:lnTo>
                  <a:pt x="863530" y="94491"/>
                </a:lnTo>
                <a:lnTo>
                  <a:pt x="867205" y="96062"/>
                </a:lnTo>
                <a:lnTo>
                  <a:pt x="870880" y="97649"/>
                </a:lnTo>
                <a:lnTo>
                  <a:pt x="874554" y="99246"/>
                </a:lnTo>
                <a:lnTo>
                  <a:pt x="878229" y="100849"/>
                </a:lnTo>
                <a:lnTo>
                  <a:pt x="881903" y="102448"/>
                </a:lnTo>
                <a:lnTo>
                  <a:pt x="885578" y="104039"/>
                </a:lnTo>
                <a:lnTo>
                  <a:pt x="889253" y="105611"/>
                </a:lnTo>
                <a:lnTo>
                  <a:pt x="892927" y="107158"/>
                </a:lnTo>
                <a:lnTo>
                  <a:pt x="896602" y="108675"/>
                </a:lnTo>
                <a:lnTo>
                  <a:pt x="900276" y="110157"/>
                </a:lnTo>
                <a:lnTo>
                  <a:pt x="903951" y="111601"/>
                </a:lnTo>
                <a:lnTo>
                  <a:pt x="907626" y="113002"/>
                </a:lnTo>
                <a:lnTo>
                  <a:pt x="911300" y="114357"/>
                </a:lnTo>
                <a:lnTo>
                  <a:pt x="914975" y="115659"/>
                </a:lnTo>
                <a:lnTo>
                  <a:pt x="918649" y="116909"/>
                </a:lnTo>
                <a:lnTo>
                  <a:pt x="922324" y="118109"/>
                </a:lnTo>
                <a:lnTo>
                  <a:pt x="925999" y="119261"/>
                </a:lnTo>
                <a:lnTo>
                  <a:pt x="929673" y="120364"/>
                </a:lnTo>
                <a:lnTo>
                  <a:pt x="933348" y="121420"/>
                </a:lnTo>
                <a:lnTo>
                  <a:pt x="937022" y="122431"/>
                </a:lnTo>
                <a:lnTo>
                  <a:pt x="940697" y="123394"/>
                </a:lnTo>
                <a:lnTo>
                  <a:pt x="944372" y="124312"/>
                </a:lnTo>
                <a:lnTo>
                  <a:pt x="948046" y="125193"/>
                </a:lnTo>
                <a:lnTo>
                  <a:pt x="951721" y="126037"/>
                </a:lnTo>
                <a:lnTo>
                  <a:pt x="955395" y="126849"/>
                </a:lnTo>
                <a:lnTo>
                  <a:pt x="959070" y="127628"/>
                </a:lnTo>
                <a:lnTo>
                  <a:pt x="962745" y="128379"/>
                </a:lnTo>
                <a:lnTo>
                  <a:pt x="966419" y="129100"/>
                </a:lnTo>
                <a:lnTo>
                  <a:pt x="970094" y="129794"/>
                </a:lnTo>
                <a:lnTo>
                  <a:pt x="973768" y="130464"/>
                </a:lnTo>
                <a:lnTo>
                  <a:pt x="977443" y="131113"/>
                </a:lnTo>
                <a:lnTo>
                  <a:pt x="981118" y="131741"/>
                </a:lnTo>
                <a:lnTo>
                  <a:pt x="984792" y="132349"/>
                </a:lnTo>
                <a:lnTo>
                  <a:pt x="988467" y="132939"/>
                </a:lnTo>
                <a:lnTo>
                  <a:pt x="992141" y="133511"/>
                </a:lnTo>
                <a:lnTo>
                  <a:pt x="995816" y="134064"/>
                </a:lnTo>
                <a:lnTo>
                  <a:pt x="999491" y="134600"/>
                </a:lnTo>
                <a:lnTo>
                  <a:pt x="1003165" y="135121"/>
                </a:lnTo>
                <a:lnTo>
                  <a:pt x="1006840" y="135627"/>
                </a:lnTo>
                <a:lnTo>
                  <a:pt x="1010514" y="136118"/>
                </a:lnTo>
                <a:lnTo>
                  <a:pt x="1014189" y="136596"/>
                </a:lnTo>
                <a:lnTo>
                  <a:pt x="1017864" y="137060"/>
                </a:lnTo>
                <a:lnTo>
                  <a:pt x="1021538" y="137510"/>
                </a:lnTo>
                <a:lnTo>
                  <a:pt x="1025213" y="137948"/>
                </a:lnTo>
                <a:lnTo>
                  <a:pt x="1028887" y="138374"/>
                </a:lnTo>
                <a:lnTo>
                  <a:pt x="1032562" y="138791"/>
                </a:lnTo>
                <a:lnTo>
                  <a:pt x="1036237" y="139197"/>
                </a:lnTo>
                <a:lnTo>
                  <a:pt x="1039911" y="139595"/>
                </a:lnTo>
                <a:lnTo>
                  <a:pt x="1043586" y="139983"/>
                </a:lnTo>
                <a:lnTo>
                  <a:pt x="1047260" y="140362"/>
                </a:lnTo>
                <a:lnTo>
                  <a:pt x="1050935" y="140733"/>
                </a:lnTo>
                <a:lnTo>
                  <a:pt x="1054610" y="141096"/>
                </a:lnTo>
                <a:lnTo>
                  <a:pt x="1058284" y="141451"/>
                </a:lnTo>
                <a:lnTo>
                  <a:pt x="1061959" y="141798"/>
                </a:lnTo>
                <a:lnTo>
                  <a:pt x="1065633" y="142138"/>
                </a:lnTo>
                <a:lnTo>
                  <a:pt x="1069308" y="142470"/>
                </a:lnTo>
                <a:lnTo>
                  <a:pt x="1072983" y="142793"/>
                </a:lnTo>
                <a:lnTo>
                  <a:pt x="1076657" y="143107"/>
                </a:lnTo>
                <a:lnTo>
                  <a:pt x="1080332" y="143412"/>
                </a:lnTo>
                <a:lnTo>
                  <a:pt x="1084006" y="143709"/>
                </a:lnTo>
                <a:lnTo>
                  <a:pt x="1087681" y="143997"/>
                </a:lnTo>
                <a:lnTo>
                  <a:pt x="1091356" y="144276"/>
                </a:lnTo>
                <a:lnTo>
                  <a:pt x="1095030" y="144546"/>
                </a:lnTo>
                <a:lnTo>
                  <a:pt x="1098705" y="144808"/>
                </a:lnTo>
                <a:lnTo>
                  <a:pt x="1102379" y="145061"/>
                </a:lnTo>
                <a:lnTo>
                  <a:pt x="1106054" y="145306"/>
                </a:lnTo>
                <a:lnTo>
                  <a:pt x="1109729" y="145544"/>
                </a:lnTo>
                <a:lnTo>
                  <a:pt x="1113403" y="145775"/>
                </a:lnTo>
                <a:lnTo>
                  <a:pt x="1117078" y="146000"/>
                </a:lnTo>
                <a:lnTo>
                  <a:pt x="1120752" y="146220"/>
                </a:lnTo>
                <a:lnTo>
                  <a:pt x="1124427" y="146434"/>
                </a:lnTo>
                <a:lnTo>
                  <a:pt x="1128102" y="146643"/>
                </a:lnTo>
                <a:lnTo>
                  <a:pt x="1131776" y="146847"/>
                </a:lnTo>
                <a:lnTo>
                  <a:pt x="1135451" y="147047"/>
                </a:lnTo>
                <a:lnTo>
                  <a:pt x="1139125" y="147243"/>
                </a:lnTo>
                <a:lnTo>
                  <a:pt x="1142800" y="147435"/>
                </a:lnTo>
                <a:lnTo>
                  <a:pt x="1146475" y="147622"/>
                </a:lnTo>
                <a:lnTo>
                  <a:pt x="1150149" y="147804"/>
                </a:lnTo>
                <a:lnTo>
                  <a:pt x="1153824" y="147980"/>
                </a:lnTo>
                <a:lnTo>
                  <a:pt x="1157498" y="148149"/>
                </a:lnTo>
                <a:lnTo>
                  <a:pt x="1161173" y="148312"/>
                </a:lnTo>
                <a:lnTo>
                  <a:pt x="1164848" y="148468"/>
                </a:lnTo>
                <a:lnTo>
                  <a:pt x="1168522" y="148616"/>
                </a:lnTo>
                <a:lnTo>
                  <a:pt x="1172197" y="148755"/>
                </a:lnTo>
                <a:lnTo>
                  <a:pt x="1175871" y="148886"/>
                </a:lnTo>
                <a:lnTo>
                  <a:pt x="1179546" y="149005"/>
                </a:lnTo>
                <a:lnTo>
                  <a:pt x="1183221" y="149115"/>
                </a:lnTo>
                <a:lnTo>
                  <a:pt x="1186895" y="149214"/>
                </a:lnTo>
                <a:lnTo>
                  <a:pt x="1190570" y="149304"/>
                </a:lnTo>
                <a:lnTo>
                  <a:pt x="1194244" y="149385"/>
                </a:lnTo>
                <a:lnTo>
                  <a:pt x="1197919" y="149456"/>
                </a:lnTo>
                <a:lnTo>
                  <a:pt x="1201594" y="149518"/>
                </a:lnTo>
                <a:lnTo>
                  <a:pt x="1205268" y="149571"/>
                </a:lnTo>
                <a:lnTo>
                  <a:pt x="1208943" y="149616"/>
                </a:lnTo>
                <a:lnTo>
                  <a:pt x="1212617" y="149655"/>
                </a:lnTo>
                <a:lnTo>
                  <a:pt x="1216292" y="149688"/>
                </a:lnTo>
                <a:lnTo>
                  <a:pt x="1219967" y="149716"/>
                </a:lnTo>
                <a:lnTo>
                  <a:pt x="1223641" y="149741"/>
                </a:lnTo>
                <a:lnTo>
                  <a:pt x="1227316" y="149763"/>
                </a:lnTo>
                <a:lnTo>
                  <a:pt x="1230990" y="149782"/>
                </a:lnTo>
                <a:lnTo>
                  <a:pt x="1234665" y="149800"/>
                </a:lnTo>
                <a:lnTo>
                  <a:pt x="1238340" y="149817"/>
                </a:lnTo>
                <a:lnTo>
                  <a:pt x="1242014" y="149834"/>
                </a:lnTo>
                <a:lnTo>
                  <a:pt x="1245689" y="149852"/>
                </a:lnTo>
                <a:lnTo>
                  <a:pt x="1249363" y="149870"/>
                </a:lnTo>
                <a:lnTo>
                  <a:pt x="1253038" y="149888"/>
                </a:lnTo>
                <a:lnTo>
                  <a:pt x="1256713" y="149908"/>
                </a:lnTo>
                <a:lnTo>
                  <a:pt x="1260387" y="149929"/>
                </a:lnTo>
                <a:lnTo>
                  <a:pt x="1264062" y="149950"/>
                </a:lnTo>
                <a:lnTo>
                  <a:pt x="1267736" y="149972"/>
                </a:lnTo>
                <a:lnTo>
                  <a:pt x="1271411" y="149994"/>
                </a:lnTo>
                <a:lnTo>
                  <a:pt x="1275086" y="150017"/>
                </a:lnTo>
                <a:lnTo>
                  <a:pt x="1278760" y="150039"/>
                </a:lnTo>
                <a:lnTo>
                  <a:pt x="1282435" y="150061"/>
                </a:lnTo>
                <a:lnTo>
                  <a:pt x="1286109" y="150083"/>
                </a:lnTo>
                <a:lnTo>
                  <a:pt x="1289784" y="150103"/>
                </a:lnTo>
                <a:lnTo>
                  <a:pt x="1293459" y="150122"/>
                </a:lnTo>
                <a:lnTo>
                  <a:pt x="1297133" y="150140"/>
                </a:lnTo>
                <a:lnTo>
                  <a:pt x="1300808" y="150157"/>
                </a:lnTo>
                <a:lnTo>
                  <a:pt x="1304482" y="150172"/>
                </a:lnTo>
                <a:lnTo>
                  <a:pt x="1308157" y="150186"/>
                </a:lnTo>
                <a:lnTo>
                  <a:pt x="1311832" y="150199"/>
                </a:lnTo>
                <a:lnTo>
                  <a:pt x="1315506" y="150210"/>
                </a:lnTo>
                <a:lnTo>
                  <a:pt x="1319181" y="150219"/>
                </a:lnTo>
                <a:lnTo>
                  <a:pt x="1322855" y="150227"/>
                </a:lnTo>
                <a:lnTo>
                  <a:pt x="1326530" y="150235"/>
                </a:lnTo>
                <a:lnTo>
                  <a:pt x="1330205" y="150241"/>
                </a:lnTo>
                <a:lnTo>
                  <a:pt x="1333879" y="150246"/>
                </a:lnTo>
                <a:lnTo>
                  <a:pt x="1337554" y="150250"/>
                </a:lnTo>
                <a:lnTo>
                  <a:pt x="1341228" y="150253"/>
                </a:lnTo>
                <a:lnTo>
                  <a:pt x="1344903" y="150256"/>
                </a:lnTo>
                <a:lnTo>
                  <a:pt x="1348577" y="150258"/>
                </a:lnTo>
                <a:lnTo>
                  <a:pt x="1352252" y="150260"/>
                </a:lnTo>
                <a:lnTo>
                  <a:pt x="1355927" y="150262"/>
                </a:lnTo>
                <a:lnTo>
                  <a:pt x="1359601" y="150263"/>
                </a:lnTo>
                <a:lnTo>
                  <a:pt x="1363276" y="150264"/>
                </a:lnTo>
                <a:lnTo>
                  <a:pt x="1366950" y="150264"/>
                </a:lnTo>
                <a:lnTo>
                  <a:pt x="1370625" y="150265"/>
                </a:lnTo>
                <a:lnTo>
                  <a:pt x="1374300" y="150265"/>
                </a:lnTo>
                <a:lnTo>
                  <a:pt x="1377974" y="150266"/>
                </a:lnTo>
                <a:lnTo>
                  <a:pt x="1381649" y="150266"/>
                </a:lnTo>
                <a:lnTo>
                  <a:pt x="1385323" y="150266"/>
                </a:lnTo>
                <a:lnTo>
                  <a:pt x="1388998" y="150266"/>
                </a:lnTo>
                <a:lnTo>
                  <a:pt x="1392673" y="150266"/>
                </a:lnTo>
                <a:lnTo>
                  <a:pt x="1396347" y="150266"/>
                </a:lnTo>
                <a:lnTo>
                  <a:pt x="1400022" y="150266"/>
                </a:lnTo>
                <a:lnTo>
                  <a:pt x="1403696" y="150266"/>
                </a:lnTo>
                <a:lnTo>
                  <a:pt x="1407371" y="150266"/>
                </a:lnTo>
                <a:lnTo>
                  <a:pt x="1411046" y="150266"/>
                </a:lnTo>
                <a:lnTo>
                  <a:pt x="1414720" y="150266"/>
                </a:lnTo>
                <a:lnTo>
                  <a:pt x="1418395" y="150266"/>
                </a:lnTo>
                <a:lnTo>
                  <a:pt x="1422069" y="150266"/>
                </a:lnTo>
                <a:lnTo>
                  <a:pt x="1425744" y="150266"/>
                </a:lnTo>
                <a:lnTo>
                  <a:pt x="1429419" y="150266"/>
                </a:lnTo>
                <a:lnTo>
                  <a:pt x="1433093" y="150266"/>
                </a:lnTo>
                <a:lnTo>
                  <a:pt x="1436768" y="150266"/>
                </a:lnTo>
                <a:lnTo>
                  <a:pt x="1440442" y="150266"/>
                </a:lnTo>
                <a:lnTo>
                  <a:pt x="1444117" y="150266"/>
                </a:lnTo>
                <a:lnTo>
                  <a:pt x="1447792" y="150266"/>
                </a:lnTo>
                <a:lnTo>
                  <a:pt x="1451466" y="150266"/>
                </a:lnTo>
                <a:lnTo>
                  <a:pt x="1455141" y="150266"/>
                </a:lnTo>
                <a:lnTo>
                  <a:pt x="1458815" y="150266"/>
                </a:lnTo>
                <a:lnTo>
                  <a:pt x="1462490" y="150266"/>
                </a:lnTo>
                <a:lnTo>
                  <a:pt x="1466165" y="150266"/>
                </a:lnTo>
                <a:lnTo>
                  <a:pt x="1469839" y="150266"/>
                </a:lnTo>
                <a:lnTo>
                  <a:pt x="1473514" y="150266"/>
                </a:lnTo>
                <a:lnTo>
                  <a:pt x="1477188" y="150266"/>
                </a:lnTo>
                <a:lnTo>
                  <a:pt x="1480863" y="150266"/>
                </a:lnTo>
                <a:lnTo>
                  <a:pt x="1484538" y="150266"/>
                </a:lnTo>
                <a:lnTo>
                  <a:pt x="1488212" y="150266"/>
                </a:lnTo>
                <a:lnTo>
                  <a:pt x="1491887" y="150266"/>
                </a:lnTo>
                <a:lnTo>
                  <a:pt x="1495561" y="150266"/>
                </a:lnTo>
                <a:lnTo>
                  <a:pt x="1499236" y="150266"/>
                </a:lnTo>
                <a:lnTo>
                  <a:pt x="1502911" y="150266"/>
                </a:lnTo>
                <a:lnTo>
                  <a:pt x="1506585" y="150266"/>
                </a:lnTo>
                <a:lnTo>
                  <a:pt x="1510260" y="150266"/>
                </a:lnTo>
                <a:lnTo>
                  <a:pt x="1513934" y="150266"/>
                </a:lnTo>
                <a:lnTo>
                  <a:pt x="1517609" y="150266"/>
                </a:lnTo>
                <a:lnTo>
                  <a:pt x="1521284" y="150266"/>
                </a:lnTo>
                <a:lnTo>
                  <a:pt x="1524958" y="150266"/>
                </a:lnTo>
                <a:lnTo>
                  <a:pt x="1528633" y="150266"/>
                </a:lnTo>
                <a:lnTo>
                  <a:pt x="1532307" y="150266"/>
                </a:lnTo>
                <a:lnTo>
                  <a:pt x="1535982" y="150266"/>
                </a:lnTo>
                <a:lnTo>
                  <a:pt x="1539657" y="150266"/>
                </a:lnTo>
                <a:lnTo>
                  <a:pt x="1543331" y="150266"/>
                </a:lnTo>
                <a:lnTo>
                  <a:pt x="1547006" y="150266"/>
                </a:lnTo>
                <a:lnTo>
                  <a:pt x="1550680" y="150266"/>
                </a:lnTo>
                <a:lnTo>
                  <a:pt x="1554355" y="150266"/>
                </a:lnTo>
                <a:lnTo>
                  <a:pt x="1558030" y="150266"/>
                </a:lnTo>
                <a:lnTo>
                  <a:pt x="1561704" y="150266"/>
                </a:lnTo>
                <a:lnTo>
                  <a:pt x="1565379" y="150266"/>
                </a:lnTo>
                <a:lnTo>
                  <a:pt x="1569053" y="150266"/>
                </a:lnTo>
                <a:lnTo>
                  <a:pt x="1572728" y="150266"/>
                </a:lnTo>
                <a:lnTo>
                  <a:pt x="1576403" y="150266"/>
                </a:lnTo>
                <a:lnTo>
                  <a:pt x="1580077" y="150266"/>
                </a:lnTo>
                <a:lnTo>
                  <a:pt x="1583752" y="150266"/>
                </a:lnTo>
                <a:lnTo>
                  <a:pt x="1587426" y="150266"/>
                </a:lnTo>
                <a:lnTo>
                  <a:pt x="1591101" y="150266"/>
                </a:lnTo>
                <a:lnTo>
                  <a:pt x="1594776" y="150266"/>
                </a:lnTo>
                <a:lnTo>
                  <a:pt x="1598450" y="150266"/>
                </a:lnTo>
                <a:lnTo>
                  <a:pt x="1602125" y="150266"/>
                </a:lnTo>
                <a:lnTo>
                  <a:pt x="1605799" y="150266"/>
                </a:lnTo>
                <a:lnTo>
                  <a:pt x="1609474" y="150266"/>
                </a:lnTo>
                <a:lnTo>
                  <a:pt x="1613149" y="150266"/>
                </a:lnTo>
                <a:lnTo>
                  <a:pt x="1616823" y="150266"/>
                </a:lnTo>
                <a:lnTo>
                  <a:pt x="1620498" y="150266"/>
                </a:lnTo>
                <a:lnTo>
                  <a:pt x="1624172" y="150266"/>
                </a:lnTo>
                <a:lnTo>
                  <a:pt x="1627847" y="150266"/>
                </a:lnTo>
                <a:lnTo>
                  <a:pt x="1631522" y="150266"/>
                </a:lnTo>
                <a:lnTo>
                  <a:pt x="1635196" y="150266"/>
                </a:lnTo>
                <a:lnTo>
                  <a:pt x="1638871" y="150266"/>
                </a:lnTo>
                <a:lnTo>
                  <a:pt x="1642545" y="150266"/>
                </a:lnTo>
                <a:lnTo>
                  <a:pt x="1646220" y="150266"/>
                </a:lnTo>
                <a:lnTo>
                  <a:pt x="1649895" y="150266"/>
                </a:lnTo>
                <a:lnTo>
                  <a:pt x="1653569" y="150266"/>
                </a:lnTo>
                <a:lnTo>
                  <a:pt x="1657244" y="150266"/>
                </a:lnTo>
                <a:lnTo>
                  <a:pt x="1660918" y="150266"/>
                </a:lnTo>
                <a:lnTo>
                  <a:pt x="1664593" y="150266"/>
                </a:lnTo>
                <a:lnTo>
                  <a:pt x="1668268" y="150266"/>
                </a:lnTo>
                <a:lnTo>
                  <a:pt x="1671942" y="150266"/>
                </a:lnTo>
                <a:lnTo>
                  <a:pt x="1675617" y="150266"/>
                </a:lnTo>
                <a:lnTo>
                  <a:pt x="1679291" y="150266"/>
                </a:lnTo>
                <a:lnTo>
                  <a:pt x="1682966" y="150266"/>
                </a:lnTo>
                <a:lnTo>
                  <a:pt x="1686641" y="150266"/>
                </a:lnTo>
                <a:lnTo>
                  <a:pt x="1690315" y="150266"/>
                </a:lnTo>
                <a:lnTo>
                  <a:pt x="1693990" y="150266"/>
                </a:lnTo>
                <a:lnTo>
                  <a:pt x="1697664" y="150266"/>
                </a:lnTo>
                <a:lnTo>
                  <a:pt x="1701339" y="150266"/>
                </a:lnTo>
                <a:lnTo>
                  <a:pt x="1705014" y="150266"/>
                </a:lnTo>
                <a:lnTo>
                  <a:pt x="1708688" y="150266"/>
                </a:lnTo>
                <a:lnTo>
                  <a:pt x="1712363" y="150266"/>
                </a:lnTo>
                <a:lnTo>
                  <a:pt x="1716037" y="150266"/>
                </a:lnTo>
                <a:lnTo>
                  <a:pt x="1719712" y="150266"/>
                </a:lnTo>
                <a:lnTo>
                  <a:pt x="1723387" y="150266"/>
                </a:lnTo>
                <a:lnTo>
                  <a:pt x="1727061" y="150266"/>
                </a:lnTo>
                <a:lnTo>
                  <a:pt x="1730736" y="150266"/>
                </a:lnTo>
                <a:lnTo>
                  <a:pt x="1734410" y="150266"/>
                </a:lnTo>
                <a:lnTo>
                  <a:pt x="1738085" y="150266"/>
                </a:lnTo>
                <a:lnTo>
                  <a:pt x="1741760" y="150266"/>
                </a:lnTo>
                <a:lnTo>
                  <a:pt x="1745434" y="150266"/>
                </a:lnTo>
                <a:lnTo>
                  <a:pt x="1749109" y="150266"/>
                </a:lnTo>
                <a:lnTo>
                  <a:pt x="1752783" y="150266"/>
                </a:lnTo>
                <a:lnTo>
                  <a:pt x="1756458" y="150266"/>
                </a:lnTo>
                <a:lnTo>
                  <a:pt x="1760133" y="150266"/>
                </a:lnTo>
                <a:lnTo>
                  <a:pt x="1763807" y="150266"/>
                </a:lnTo>
                <a:lnTo>
                  <a:pt x="1767482" y="150266"/>
                </a:lnTo>
                <a:lnTo>
                  <a:pt x="1771156" y="150266"/>
                </a:lnTo>
                <a:lnTo>
                  <a:pt x="1774831" y="150266"/>
                </a:lnTo>
                <a:lnTo>
                  <a:pt x="1778506" y="150266"/>
                </a:lnTo>
                <a:lnTo>
                  <a:pt x="1782180" y="150266"/>
                </a:lnTo>
                <a:lnTo>
                  <a:pt x="1785855" y="150266"/>
                </a:lnTo>
                <a:lnTo>
                  <a:pt x="1789529" y="150266"/>
                </a:lnTo>
                <a:lnTo>
                  <a:pt x="1793204" y="150266"/>
                </a:lnTo>
                <a:lnTo>
                  <a:pt x="1796879" y="150266"/>
                </a:lnTo>
                <a:lnTo>
                  <a:pt x="1800553" y="150266"/>
                </a:lnTo>
                <a:lnTo>
                  <a:pt x="1804228" y="150266"/>
                </a:lnTo>
                <a:lnTo>
                  <a:pt x="1807902" y="150266"/>
                </a:lnTo>
                <a:lnTo>
                  <a:pt x="1811577" y="150266"/>
                </a:lnTo>
                <a:lnTo>
                  <a:pt x="1815252" y="150266"/>
                </a:lnTo>
                <a:lnTo>
                  <a:pt x="1818926" y="150266"/>
                </a:lnTo>
                <a:lnTo>
                  <a:pt x="1822601" y="150266"/>
                </a:lnTo>
                <a:lnTo>
                  <a:pt x="1826275" y="150266"/>
                </a:lnTo>
                <a:lnTo>
                  <a:pt x="1829950" y="150266"/>
                </a:lnTo>
                <a:lnTo>
                  <a:pt x="1833625" y="150266"/>
                </a:lnTo>
                <a:lnTo>
                  <a:pt x="1837299" y="150266"/>
                </a:lnTo>
                <a:lnTo>
                  <a:pt x="1840974" y="150266"/>
                </a:lnTo>
                <a:lnTo>
                  <a:pt x="1844648" y="150266"/>
                </a:lnTo>
                <a:lnTo>
                  <a:pt x="1848323" y="150266"/>
                </a:lnTo>
                <a:lnTo>
                  <a:pt x="1851998" y="150266"/>
                </a:lnTo>
                <a:lnTo>
                  <a:pt x="1855672" y="150266"/>
                </a:lnTo>
                <a:lnTo>
                  <a:pt x="1859347" y="150266"/>
                </a:lnTo>
                <a:lnTo>
                  <a:pt x="1863021" y="150266"/>
                </a:lnTo>
                <a:lnTo>
                  <a:pt x="1866696" y="150266"/>
                </a:lnTo>
                <a:lnTo>
                  <a:pt x="1870371" y="150266"/>
                </a:lnTo>
                <a:lnTo>
                  <a:pt x="1874045" y="150266"/>
                </a:lnTo>
                <a:lnTo>
                  <a:pt x="1877720" y="150266"/>
                </a:lnTo>
              </a:path>
            </a:pathLst>
          </a:custGeom>
          <a:ln w="27101" cap="flat">
            <a:solidFill>
              <a:srgbClr val="C77C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" name="rc30"/>
          <p:cNvSpPr/>
          <p:nvPr/>
        </p:nvSpPr>
        <p:spPr>
          <a:xfrm>
            <a:off x="4454635" y="2115428"/>
            <a:ext cx="2065492" cy="653993"/>
          </a:xfrm>
          <a:prstGeom prst="rect">
            <a:avLst/>
          </a:prstGeom>
          <a:ln w="17246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" name="rc31"/>
          <p:cNvSpPr/>
          <p:nvPr/>
        </p:nvSpPr>
        <p:spPr>
          <a:xfrm>
            <a:off x="4454635" y="2857989"/>
            <a:ext cx="2065492" cy="653993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" name="pl32"/>
          <p:cNvSpPr/>
          <p:nvPr/>
        </p:nvSpPr>
        <p:spPr>
          <a:xfrm>
            <a:off x="4454635" y="3387009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" name="pl33"/>
          <p:cNvSpPr/>
          <p:nvPr/>
        </p:nvSpPr>
        <p:spPr>
          <a:xfrm>
            <a:off x="4454635" y="3196518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" name="pl34"/>
          <p:cNvSpPr/>
          <p:nvPr/>
        </p:nvSpPr>
        <p:spPr>
          <a:xfrm>
            <a:off x="4454635" y="3006026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" name="pl35"/>
          <p:cNvSpPr/>
          <p:nvPr/>
        </p:nvSpPr>
        <p:spPr>
          <a:xfrm>
            <a:off x="4783236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" name="pl36"/>
          <p:cNvSpPr/>
          <p:nvPr/>
        </p:nvSpPr>
        <p:spPr>
          <a:xfrm>
            <a:off x="5252666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" name="pl37"/>
          <p:cNvSpPr/>
          <p:nvPr/>
        </p:nvSpPr>
        <p:spPr>
          <a:xfrm>
            <a:off x="5722096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" name="pl38"/>
          <p:cNvSpPr/>
          <p:nvPr/>
        </p:nvSpPr>
        <p:spPr>
          <a:xfrm>
            <a:off x="6191527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" name="pl39"/>
          <p:cNvSpPr/>
          <p:nvPr/>
        </p:nvSpPr>
        <p:spPr>
          <a:xfrm>
            <a:off x="4454635" y="3482255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0" name="pl40"/>
          <p:cNvSpPr/>
          <p:nvPr/>
        </p:nvSpPr>
        <p:spPr>
          <a:xfrm>
            <a:off x="4454635" y="3291764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" name="pl41"/>
          <p:cNvSpPr/>
          <p:nvPr/>
        </p:nvSpPr>
        <p:spPr>
          <a:xfrm>
            <a:off x="4454635" y="3101272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" name="pl42"/>
          <p:cNvSpPr/>
          <p:nvPr/>
        </p:nvSpPr>
        <p:spPr>
          <a:xfrm>
            <a:off x="4454635" y="2910781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3" name="pl43"/>
          <p:cNvSpPr/>
          <p:nvPr/>
        </p:nvSpPr>
        <p:spPr>
          <a:xfrm>
            <a:off x="4548521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" name="pl44"/>
          <p:cNvSpPr/>
          <p:nvPr/>
        </p:nvSpPr>
        <p:spPr>
          <a:xfrm>
            <a:off x="5017951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5" name="pl45"/>
          <p:cNvSpPr/>
          <p:nvPr/>
        </p:nvSpPr>
        <p:spPr>
          <a:xfrm>
            <a:off x="5487381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" name="pl46"/>
          <p:cNvSpPr/>
          <p:nvPr/>
        </p:nvSpPr>
        <p:spPr>
          <a:xfrm>
            <a:off x="5956811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" name="pl47"/>
          <p:cNvSpPr/>
          <p:nvPr/>
        </p:nvSpPr>
        <p:spPr>
          <a:xfrm>
            <a:off x="6426242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" name="pg48"/>
          <p:cNvSpPr/>
          <p:nvPr/>
        </p:nvSpPr>
        <p:spPr>
          <a:xfrm>
            <a:off x="4548521" y="3096422"/>
            <a:ext cx="1877720" cy="385833"/>
          </a:xfrm>
          <a:custGeom>
            <a:avLst/>
            <a:gdLst/>
            <a:ahLst/>
            <a:cxnLst/>
            <a:rect l="0" t="0" r="0" b="0"/>
            <a:pathLst>
              <a:path w="1877720" h="385833">
                <a:moveTo>
                  <a:pt x="0" y="385833"/>
                </a:moveTo>
                <a:lnTo>
                  <a:pt x="3674" y="385833"/>
                </a:lnTo>
                <a:lnTo>
                  <a:pt x="7349" y="385833"/>
                </a:lnTo>
                <a:lnTo>
                  <a:pt x="11023" y="385833"/>
                </a:lnTo>
                <a:lnTo>
                  <a:pt x="14698" y="385833"/>
                </a:lnTo>
                <a:lnTo>
                  <a:pt x="18372" y="385833"/>
                </a:lnTo>
                <a:lnTo>
                  <a:pt x="22047" y="385833"/>
                </a:lnTo>
                <a:lnTo>
                  <a:pt x="25722" y="385833"/>
                </a:lnTo>
                <a:lnTo>
                  <a:pt x="29396" y="385833"/>
                </a:lnTo>
                <a:lnTo>
                  <a:pt x="33071" y="385833"/>
                </a:lnTo>
                <a:lnTo>
                  <a:pt x="36745" y="385833"/>
                </a:lnTo>
                <a:lnTo>
                  <a:pt x="40420" y="385833"/>
                </a:lnTo>
                <a:lnTo>
                  <a:pt x="44095" y="385833"/>
                </a:lnTo>
                <a:lnTo>
                  <a:pt x="47769" y="385833"/>
                </a:lnTo>
                <a:lnTo>
                  <a:pt x="51444" y="385833"/>
                </a:lnTo>
                <a:lnTo>
                  <a:pt x="55118" y="385833"/>
                </a:lnTo>
                <a:lnTo>
                  <a:pt x="58793" y="385833"/>
                </a:lnTo>
                <a:lnTo>
                  <a:pt x="62468" y="385833"/>
                </a:lnTo>
                <a:lnTo>
                  <a:pt x="66142" y="385833"/>
                </a:lnTo>
                <a:lnTo>
                  <a:pt x="69817" y="385833"/>
                </a:lnTo>
                <a:lnTo>
                  <a:pt x="73491" y="385833"/>
                </a:lnTo>
                <a:lnTo>
                  <a:pt x="77166" y="385833"/>
                </a:lnTo>
                <a:lnTo>
                  <a:pt x="80841" y="385833"/>
                </a:lnTo>
                <a:lnTo>
                  <a:pt x="84515" y="385833"/>
                </a:lnTo>
                <a:lnTo>
                  <a:pt x="88190" y="385833"/>
                </a:lnTo>
                <a:lnTo>
                  <a:pt x="91864" y="385833"/>
                </a:lnTo>
                <a:lnTo>
                  <a:pt x="95539" y="385833"/>
                </a:lnTo>
                <a:lnTo>
                  <a:pt x="99214" y="385833"/>
                </a:lnTo>
                <a:lnTo>
                  <a:pt x="102888" y="385833"/>
                </a:lnTo>
                <a:lnTo>
                  <a:pt x="106563" y="385833"/>
                </a:lnTo>
                <a:lnTo>
                  <a:pt x="110237" y="385833"/>
                </a:lnTo>
                <a:lnTo>
                  <a:pt x="113912" y="385833"/>
                </a:lnTo>
                <a:lnTo>
                  <a:pt x="117587" y="385833"/>
                </a:lnTo>
                <a:lnTo>
                  <a:pt x="121261" y="385833"/>
                </a:lnTo>
                <a:lnTo>
                  <a:pt x="124936" y="385833"/>
                </a:lnTo>
                <a:lnTo>
                  <a:pt x="128610" y="385833"/>
                </a:lnTo>
                <a:lnTo>
                  <a:pt x="132285" y="385833"/>
                </a:lnTo>
                <a:lnTo>
                  <a:pt x="135960" y="385833"/>
                </a:lnTo>
                <a:lnTo>
                  <a:pt x="139634" y="385833"/>
                </a:lnTo>
                <a:lnTo>
                  <a:pt x="143309" y="385833"/>
                </a:lnTo>
                <a:lnTo>
                  <a:pt x="146983" y="385833"/>
                </a:lnTo>
                <a:lnTo>
                  <a:pt x="150658" y="385833"/>
                </a:lnTo>
                <a:lnTo>
                  <a:pt x="154333" y="385833"/>
                </a:lnTo>
                <a:lnTo>
                  <a:pt x="158007" y="385833"/>
                </a:lnTo>
                <a:lnTo>
                  <a:pt x="161682" y="385833"/>
                </a:lnTo>
                <a:lnTo>
                  <a:pt x="165356" y="385833"/>
                </a:lnTo>
                <a:lnTo>
                  <a:pt x="169031" y="385833"/>
                </a:lnTo>
                <a:lnTo>
                  <a:pt x="172706" y="385833"/>
                </a:lnTo>
                <a:lnTo>
                  <a:pt x="176380" y="385833"/>
                </a:lnTo>
                <a:lnTo>
                  <a:pt x="180055" y="385833"/>
                </a:lnTo>
                <a:lnTo>
                  <a:pt x="183729" y="385833"/>
                </a:lnTo>
                <a:lnTo>
                  <a:pt x="187404" y="385833"/>
                </a:lnTo>
                <a:lnTo>
                  <a:pt x="191079" y="385833"/>
                </a:lnTo>
                <a:lnTo>
                  <a:pt x="194753" y="385833"/>
                </a:lnTo>
                <a:lnTo>
                  <a:pt x="198428" y="385833"/>
                </a:lnTo>
                <a:lnTo>
                  <a:pt x="202102" y="385833"/>
                </a:lnTo>
                <a:lnTo>
                  <a:pt x="205777" y="385833"/>
                </a:lnTo>
                <a:lnTo>
                  <a:pt x="209452" y="385833"/>
                </a:lnTo>
                <a:lnTo>
                  <a:pt x="213126" y="385833"/>
                </a:lnTo>
                <a:lnTo>
                  <a:pt x="216801" y="385833"/>
                </a:lnTo>
                <a:lnTo>
                  <a:pt x="220475" y="385833"/>
                </a:lnTo>
                <a:lnTo>
                  <a:pt x="224150" y="385833"/>
                </a:lnTo>
                <a:lnTo>
                  <a:pt x="227825" y="385833"/>
                </a:lnTo>
                <a:lnTo>
                  <a:pt x="231499" y="385833"/>
                </a:lnTo>
                <a:lnTo>
                  <a:pt x="235174" y="385833"/>
                </a:lnTo>
                <a:lnTo>
                  <a:pt x="238848" y="385833"/>
                </a:lnTo>
                <a:lnTo>
                  <a:pt x="242523" y="385833"/>
                </a:lnTo>
                <a:lnTo>
                  <a:pt x="246198" y="385833"/>
                </a:lnTo>
                <a:lnTo>
                  <a:pt x="249872" y="385833"/>
                </a:lnTo>
                <a:lnTo>
                  <a:pt x="253547" y="385833"/>
                </a:lnTo>
                <a:lnTo>
                  <a:pt x="257221" y="385833"/>
                </a:lnTo>
                <a:lnTo>
                  <a:pt x="260896" y="385833"/>
                </a:lnTo>
                <a:lnTo>
                  <a:pt x="264571" y="385833"/>
                </a:lnTo>
                <a:lnTo>
                  <a:pt x="268245" y="385833"/>
                </a:lnTo>
                <a:lnTo>
                  <a:pt x="271920" y="385833"/>
                </a:lnTo>
                <a:lnTo>
                  <a:pt x="275594" y="385833"/>
                </a:lnTo>
                <a:lnTo>
                  <a:pt x="279269" y="385833"/>
                </a:lnTo>
                <a:lnTo>
                  <a:pt x="282944" y="385833"/>
                </a:lnTo>
                <a:lnTo>
                  <a:pt x="286618" y="385833"/>
                </a:lnTo>
                <a:lnTo>
                  <a:pt x="290293" y="385833"/>
                </a:lnTo>
                <a:lnTo>
                  <a:pt x="293967" y="385833"/>
                </a:lnTo>
                <a:lnTo>
                  <a:pt x="297642" y="385833"/>
                </a:lnTo>
                <a:lnTo>
                  <a:pt x="301317" y="385833"/>
                </a:lnTo>
                <a:lnTo>
                  <a:pt x="304991" y="385833"/>
                </a:lnTo>
                <a:lnTo>
                  <a:pt x="308666" y="385833"/>
                </a:lnTo>
                <a:lnTo>
                  <a:pt x="312340" y="385833"/>
                </a:lnTo>
                <a:lnTo>
                  <a:pt x="316015" y="385833"/>
                </a:lnTo>
                <a:lnTo>
                  <a:pt x="319690" y="385833"/>
                </a:lnTo>
                <a:lnTo>
                  <a:pt x="323364" y="385833"/>
                </a:lnTo>
                <a:lnTo>
                  <a:pt x="327039" y="385833"/>
                </a:lnTo>
                <a:lnTo>
                  <a:pt x="330713" y="385833"/>
                </a:lnTo>
                <a:lnTo>
                  <a:pt x="334388" y="385833"/>
                </a:lnTo>
                <a:lnTo>
                  <a:pt x="338063" y="385833"/>
                </a:lnTo>
                <a:lnTo>
                  <a:pt x="341737" y="385833"/>
                </a:lnTo>
                <a:lnTo>
                  <a:pt x="345412" y="385833"/>
                </a:lnTo>
                <a:lnTo>
                  <a:pt x="349086" y="385833"/>
                </a:lnTo>
                <a:lnTo>
                  <a:pt x="352761" y="385833"/>
                </a:lnTo>
                <a:lnTo>
                  <a:pt x="356436" y="385833"/>
                </a:lnTo>
                <a:lnTo>
                  <a:pt x="360110" y="385833"/>
                </a:lnTo>
                <a:lnTo>
                  <a:pt x="363785" y="385832"/>
                </a:lnTo>
                <a:lnTo>
                  <a:pt x="367459" y="385832"/>
                </a:lnTo>
                <a:lnTo>
                  <a:pt x="371134" y="385831"/>
                </a:lnTo>
                <a:lnTo>
                  <a:pt x="374809" y="385828"/>
                </a:lnTo>
                <a:lnTo>
                  <a:pt x="378483" y="385823"/>
                </a:lnTo>
                <a:lnTo>
                  <a:pt x="382158" y="385813"/>
                </a:lnTo>
                <a:lnTo>
                  <a:pt x="385832" y="385796"/>
                </a:lnTo>
                <a:lnTo>
                  <a:pt x="389507" y="385767"/>
                </a:lnTo>
                <a:lnTo>
                  <a:pt x="393182" y="385722"/>
                </a:lnTo>
                <a:lnTo>
                  <a:pt x="396856" y="385655"/>
                </a:lnTo>
                <a:lnTo>
                  <a:pt x="400531" y="385561"/>
                </a:lnTo>
                <a:lnTo>
                  <a:pt x="404205" y="385437"/>
                </a:lnTo>
                <a:lnTo>
                  <a:pt x="407880" y="385286"/>
                </a:lnTo>
                <a:lnTo>
                  <a:pt x="411555" y="385117"/>
                </a:lnTo>
                <a:lnTo>
                  <a:pt x="415229" y="384941"/>
                </a:lnTo>
                <a:lnTo>
                  <a:pt x="418904" y="384774"/>
                </a:lnTo>
                <a:lnTo>
                  <a:pt x="422578" y="384630"/>
                </a:lnTo>
                <a:lnTo>
                  <a:pt x="426253" y="384522"/>
                </a:lnTo>
                <a:lnTo>
                  <a:pt x="429928" y="384452"/>
                </a:lnTo>
                <a:lnTo>
                  <a:pt x="433602" y="384418"/>
                </a:lnTo>
                <a:lnTo>
                  <a:pt x="437277" y="384406"/>
                </a:lnTo>
                <a:lnTo>
                  <a:pt x="440951" y="384395"/>
                </a:lnTo>
                <a:lnTo>
                  <a:pt x="444626" y="384364"/>
                </a:lnTo>
                <a:lnTo>
                  <a:pt x="448301" y="384292"/>
                </a:lnTo>
                <a:lnTo>
                  <a:pt x="451975" y="384163"/>
                </a:lnTo>
                <a:lnTo>
                  <a:pt x="455650" y="383971"/>
                </a:lnTo>
                <a:lnTo>
                  <a:pt x="459324" y="383717"/>
                </a:lnTo>
                <a:lnTo>
                  <a:pt x="462999" y="383411"/>
                </a:lnTo>
                <a:lnTo>
                  <a:pt x="466674" y="383069"/>
                </a:lnTo>
                <a:lnTo>
                  <a:pt x="470348" y="382701"/>
                </a:lnTo>
                <a:lnTo>
                  <a:pt x="474023" y="382313"/>
                </a:lnTo>
                <a:lnTo>
                  <a:pt x="477697" y="381900"/>
                </a:lnTo>
                <a:lnTo>
                  <a:pt x="481372" y="381452"/>
                </a:lnTo>
                <a:lnTo>
                  <a:pt x="485047" y="380955"/>
                </a:lnTo>
                <a:lnTo>
                  <a:pt x="488721" y="380395"/>
                </a:lnTo>
                <a:lnTo>
                  <a:pt x="492396" y="379756"/>
                </a:lnTo>
                <a:lnTo>
                  <a:pt x="496070" y="379025"/>
                </a:lnTo>
                <a:lnTo>
                  <a:pt x="499745" y="378183"/>
                </a:lnTo>
                <a:lnTo>
                  <a:pt x="503420" y="377203"/>
                </a:lnTo>
                <a:lnTo>
                  <a:pt x="507094" y="376048"/>
                </a:lnTo>
                <a:lnTo>
                  <a:pt x="510769" y="374675"/>
                </a:lnTo>
                <a:lnTo>
                  <a:pt x="514443" y="373043"/>
                </a:lnTo>
                <a:lnTo>
                  <a:pt x="518118" y="371122"/>
                </a:lnTo>
                <a:lnTo>
                  <a:pt x="521793" y="368894"/>
                </a:lnTo>
                <a:lnTo>
                  <a:pt x="525467" y="366407"/>
                </a:lnTo>
                <a:lnTo>
                  <a:pt x="529142" y="363719"/>
                </a:lnTo>
                <a:lnTo>
                  <a:pt x="532816" y="360893"/>
                </a:lnTo>
                <a:lnTo>
                  <a:pt x="536491" y="357978"/>
                </a:lnTo>
                <a:lnTo>
                  <a:pt x="540166" y="355002"/>
                </a:lnTo>
                <a:lnTo>
                  <a:pt x="543840" y="351959"/>
                </a:lnTo>
                <a:lnTo>
                  <a:pt x="547515" y="348821"/>
                </a:lnTo>
                <a:lnTo>
                  <a:pt x="551189" y="345540"/>
                </a:lnTo>
                <a:lnTo>
                  <a:pt x="554864" y="342068"/>
                </a:lnTo>
                <a:lnTo>
                  <a:pt x="558539" y="338369"/>
                </a:lnTo>
                <a:lnTo>
                  <a:pt x="562213" y="334429"/>
                </a:lnTo>
                <a:lnTo>
                  <a:pt x="565888" y="330255"/>
                </a:lnTo>
                <a:lnTo>
                  <a:pt x="569562" y="325874"/>
                </a:lnTo>
                <a:lnTo>
                  <a:pt x="573237" y="321324"/>
                </a:lnTo>
                <a:lnTo>
                  <a:pt x="576912" y="316637"/>
                </a:lnTo>
                <a:lnTo>
                  <a:pt x="580586" y="311832"/>
                </a:lnTo>
                <a:lnTo>
                  <a:pt x="584261" y="306911"/>
                </a:lnTo>
                <a:lnTo>
                  <a:pt x="587935" y="301862"/>
                </a:lnTo>
                <a:lnTo>
                  <a:pt x="591610" y="296660"/>
                </a:lnTo>
                <a:lnTo>
                  <a:pt x="595285" y="291276"/>
                </a:lnTo>
                <a:lnTo>
                  <a:pt x="598959" y="285676"/>
                </a:lnTo>
                <a:lnTo>
                  <a:pt x="602634" y="279812"/>
                </a:lnTo>
                <a:lnTo>
                  <a:pt x="606308" y="273616"/>
                </a:lnTo>
                <a:lnTo>
                  <a:pt x="609983" y="266996"/>
                </a:lnTo>
                <a:lnTo>
                  <a:pt x="613658" y="259842"/>
                </a:lnTo>
                <a:lnTo>
                  <a:pt x="617332" y="252046"/>
                </a:lnTo>
                <a:lnTo>
                  <a:pt x="621007" y="243541"/>
                </a:lnTo>
                <a:lnTo>
                  <a:pt x="624681" y="234323"/>
                </a:lnTo>
                <a:lnTo>
                  <a:pt x="628356" y="224486"/>
                </a:lnTo>
                <a:lnTo>
                  <a:pt x="632031" y="214215"/>
                </a:lnTo>
                <a:lnTo>
                  <a:pt x="635705" y="203766"/>
                </a:lnTo>
                <a:lnTo>
                  <a:pt x="639380" y="193431"/>
                </a:lnTo>
                <a:lnTo>
                  <a:pt x="643054" y="183497"/>
                </a:lnTo>
                <a:lnTo>
                  <a:pt x="646729" y="174119"/>
                </a:lnTo>
                <a:lnTo>
                  <a:pt x="650404" y="165352"/>
                </a:lnTo>
                <a:lnTo>
                  <a:pt x="654078" y="157148"/>
                </a:lnTo>
                <a:lnTo>
                  <a:pt x="657753" y="149379"/>
                </a:lnTo>
                <a:lnTo>
                  <a:pt x="661427" y="141877"/>
                </a:lnTo>
                <a:lnTo>
                  <a:pt x="665102" y="134468"/>
                </a:lnTo>
                <a:lnTo>
                  <a:pt x="668777" y="127022"/>
                </a:lnTo>
                <a:lnTo>
                  <a:pt x="672451" y="119479"/>
                </a:lnTo>
                <a:lnTo>
                  <a:pt x="676126" y="111868"/>
                </a:lnTo>
                <a:lnTo>
                  <a:pt x="679800" y="104303"/>
                </a:lnTo>
                <a:lnTo>
                  <a:pt x="683475" y="96952"/>
                </a:lnTo>
                <a:lnTo>
                  <a:pt x="687150" y="89999"/>
                </a:lnTo>
                <a:lnTo>
                  <a:pt x="690824" y="83595"/>
                </a:lnTo>
                <a:lnTo>
                  <a:pt x="694499" y="77824"/>
                </a:lnTo>
                <a:lnTo>
                  <a:pt x="698173" y="72689"/>
                </a:lnTo>
                <a:lnTo>
                  <a:pt x="701848" y="68164"/>
                </a:lnTo>
                <a:lnTo>
                  <a:pt x="705523" y="64125"/>
                </a:lnTo>
                <a:lnTo>
                  <a:pt x="709197" y="60489"/>
                </a:lnTo>
                <a:lnTo>
                  <a:pt x="712872" y="57194"/>
                </a:lnTo>
                <a:lnTo>
                  <a:pt x="716546" y="54187"/>
                </a:lnTo>
                <a:lnTo>
                  <a:pt x="720221" y="51400"/>
                </a:lnTo>
                <a:lnTo>
                  <a:pt x="723896" y="48730"/>
                </a:lnTo>
                <a:lnTo>
                  <a:pt x="727570" y="46035"/>
                </a:lnTo>
                <a:lnTo>
                  <a:pt x="731245" y="43148"/>
                </a:lnTo>
                <a:lnTo>
                  <a:pt x="734919" y="39905"/>
                </a:lnTo>
                <a:lnTo>
                  <a:pt x="738594" y="36191"/>
                </a:lnTo>
                <a:lnTo>
                  <a:pt x="742269" y="31970"/>
                </a:lnTo>
                <a:lnTo>
                  <a:pt x="745943" y="27311"/>
                </a:lnTo>
                <a:lnTo>
                  <a:pt x="749618" y="22379"/>
                </a:lnTo>
                <a:lnTo>
                  <a:pt x="753292" y="17409"/>
                </a:lnTo>
                <a:lnTo>
                  <a:pt x="756967" y="12665"/>
                </a:lnTo>
                <a:lnTo>
                  <a:pt x="760642" y="8423"/>
                </a:lnTo>
                <a:lnTo>
                  <a:pt x="764316" y="4908"/>
                </a:lnTo>
                <a:lnTo>
                  <a:pt x="767991" y="2258"/>
                </a:lnTo>
                <a:lnTo>
                  <a:pt x="771665" y="591"/>
                </a:lnTo>
                <a:lnTo>
                  <a:pt x="775340" y="0"/>
                </a:lnTo>
                <a:lnTo>
                  <a:pt x="779015" y="562"/>
                </a:lnTo>
                <a:lnTo>
                  <a:pt x="782689" y="2348"/>
                </a:lnTo>
                <a:lnTo>
                  <a:pt x="786364" y="5423"/>
                </a:lnTo>
                <a:lnTo>
                  <a:pt x="790038" y="9852"/>
                </a:lnTo>
                <a:lnTo>
                  <a:pt x="793713" y="15699"/>
                </a:lnTo>
                <a:lnTo>
                  <a:pt x="797388" y="23014"/>
                </a:lnTo>
                <a:lnTo>
                  <a:pt x="801062" y="31811"/>
                </a:lnTo>
                <a:lnTo>
                  <a:pt x="804737" y="42038"/>
                </a:lnTo>
                <a:lnTo>
                  <a:pt x="808411" y="53539"/>
                </a:lnTo>
                <a:lnTo>
                  <a:pt x="812086" y="66030"/>
                </a:lnTo>
                <a:lnTo>
                  <a:pt x="815761" y="79099"/>
                </a:lnTo>
                <a:lnTo>
                  <a:pt x="819435" y="92232"/>
                </a:lnTo>
                <a:lnTo>
                  <a:pt x="823110" y="104835"/>
                </a:lnTo>
                <a:lnTo>
                  <a:pt x="826784" y="116462"/>
                </a:lnTo>
                <a:lnTo>
                  <a:pt x="830459" y="126838"/>
                </a:lnTo>
                <a:lnTo>
                  <a:pt x="834134" y="135895"/>
                </a:lnTo>
                <a:lnTo>
                  <a:pt x="837808" y="143769"/>
                </a:lnTo>
                <a:lnTo>
                  <a:pt x="841483" y="150756"/>
                </a:lnTo>
                <a:lnTo>
                  <a:pt x="845157" y="157240"/>
                </a:lnTo>
                <a:lnTo>
                  <a:pt x="848832" y="163619"/>
                </a:lnTo>
                <a:lnTo>
                  <a:pt x="852507" y="170240"/>
                </a:lnTo>
                <a:lnTo>
                  <a:pt x="856181" y="177357"/>
                </a:lnTo>
                <a:lnTo>
                  <a:pt x="859856" y="185112"/>
                </a:lnTo>
                <a:lnTo>
                  <a:pt x="863530" y="193533"/>
                </a:lnTo>
                <a:lnTo>
                  <a:pt x="867205" y="202540"/>
                </a:lnTo>
                <a:lnTo>
                  <a:pt x="870880" y="211961"/>
                </a:lnTo>
                <a:lnTo>
                  <a:pt x="874554" y="221561"/>
                </a:lnTo>
                <a:lnTo>
                  <a:pt x="878229" y="231073"/>
                </a:lnTo>
                <a:lnTo>
                  <a:pt x="881903" y="240213"/>
                </a:lnTo>
                <a:lnTo>
                  <a:pt x="885578" y="248805"/>
                </a:lnTo>
                <a:lnTo>
                  <a:pt x="889253" y="256785"/>
                </a:lnTo>
                <a:lnTo>
                  <a:pt x="892927" y="264186"/>
                </a:lnTo>
                <a:lnTo>
                  <a:pt x="896602" y="271122"/>
                </a:lnTo>
                <a:lnTo>
                  <a:pt x="900276" y="277745"/>
                </a:lnTo>
                <a:lnTo>
                  <a:pt x="903951" y="284196"/>
                </a:lnTo>
                <a:lnTo>
                  <a:pt x="907626" y="290566"/>
                </a:lnTo>
                <a:lnTo>
                  <a:pt x="911300" y="296877"/>
                </a:lnTo>
                <a:lnTo>
                  <a:pt x="914975" y="303077"/>
                </a:lnTo>
                <a:lnTo>
                  <a:pt x="918649" y="309064"/>
                </a:lnTo>
                <a:lnTo>
                  <a:pt x="922324" y="314715"/>
                </a:lnTo>
                <a:lnTo>
                  <a:pt x="925999" y="319924"/>
                </a:lnTo>
                <a:lnTo>
                  <a:pt x="929673" y="324627"/>
                </a:lnTo>
                <a:lnTo>
                  <a:pt x="933348" y="328820"/>
                </a:lnTo>
                <a:lnTo>
                  <a:pt x="937022" y="332554"/>
                </a:lnTo>
                <a:lnTo>
                  <a:pt x="940697" y="335908"/>
                </a:lnTo>
                <a:lnTo>
                  <a:pt x="944372" y="338990"/>
                </a:lnTo>
                <a:lnTo>
                  <a:pt x="948046" y="341887"/>
                </a:lnTo>
                <a:lnTo>
                  <a:pt x="951721" y="344640"/>
                </a:lnTo>
                <a:lnTo>
                  <a:pt x="955395" y="347259"/>
                </a:lnTo>
                <a:lnTo>
                  <a:pt x="959070" y="349732"/>
                </a:lnTo>
                <a:lnTo>
                  <a:pt x="962745" y="352044"/>
                </a:lnTo>
                <a:lnTo>
                  <a:pt x="966419" y="354186"/>
                </a:lnTo>
                <a:lnTo>
                  <a:pt x="970094" y="356164"/>
                </a:lnTo>
                <a:lnTo>
                  <a:pt x="973768" y="357998"/>
                </a:lnTo>
                <a:lnTo>
                  <a:pt x="977443" y="359718"/>
                </a:lnTo>
                <a:lnTo>
                  <a:pt x="981118" y="361355"/>
                </a:lnTo>
                <a:lnTo>
                  <a:pt x="984792" y="362936"/>
                </a:lnTo>
                <a:lnTo>
                  <a:pt x="988467" y="364482"/>
                </a:lnTo>
                <a:lnTo>
                  <a:pt x="992141" y="366008"/>
                </a:lnTo>
                <a:lnTo>
                  <a:pt x="995816" y="367517"/>
                </a:lnTo>
                <a:lnTo>
                  <a:pt x="999491" y="369008"/>
                </a:lnTo>
                <a:lnTo>
                  <a:pt x="1003165" y="370467"/>
                </a:lnTo>
                <a:lnTo>
                  <a:pt x="1006840" y="371879"/>
                </a:lnTo>
                <a:lnTo>
                  <a:pt x="1010514" y="373228"/>
                </a:lnTo>
                <a:lnTo>
                  <a:pt x="1014189" y="374500"/>
                </a:lnTo>
                <a:lnTo>
                  <a:pt x="1017864" y="375690"/>
                </a:lnTo>
                <a:lnTo>
                  <a:pt x="1021538" y="376801"/>
                </a:lnTo>
                <a:lnTo>
                  <a:pt x="1025213" y="377843"/>
                </a:lnTo>
                <a:lnTo>
                  <a:pt x="1028887" y="378828"/>
                </a:lnTo>
                <a:lnTo>
                  <a:pt x="1032562" y="379764"/>
                </a:lnTo>
                <a:lnTo>
                  <a:pt x="1036237" y="380655"/>
                </a:lnTo>
                <a:lnTo>
                  <a:pt x="1039911" y="381492"/>
                </a:lnTo>
                <a:lnTo>
                  <a:pt x="1043586" y="382260"/>
                </a:lnTo>
                <a:lnTo>
                  <a:pt x="1047260" y="382938"/>
                </a:lnTo>
                <a:lnTo>
                  <a:pt x="1050935" y="383507"/>
                </a:lnTo>
                <a:lnTo>
                  <a:pt x="1054610" y="383955"/>
                </a:lnTo>
                <a:lnTo>
                  <a:pt x="1058284" y="384281"/>
                </a:lnTo>
                <a:lnTo>
                  <a:pt x="1061959" y="384496"/>
                </a:lnTo>
                <a:lnTo>
                  <a:pt x="1065633" y="384631"/>
                </a:lnTo>
                <a:lnTo>
                  <a:pt x="1069308" y="384718"/>
                </a:lnTo>
                <a:lnTo>
                  <a:pt x="1072983" y="384787"/>
                </a:lnTo>
                <a:lnTo>
                  <a:pt x="1076657" y="384860"/>
                </a:lnTo>
                <a:lnTo>
                  <a:pt x="1080332" y="384949"/>
                </a:lnTo>
                <a:lnTo>
                  <a:pt x="1084006" y="385058"/>
                </a:lnTo>
                <a:lnTo>
                  <a:pt x="1087681" y="385182"/>
                </a:lnTo>
                <a:lnTo>
                  <a:pt x="1091356" y="385311"/>
                </a:lnTo>
                <a:lnTo>
                  <a:pt x="1095030" y="385435"/>
                </a:lnTo>
                <a:lnTo>
                  <a:pt x="1098705" y="385544"/>
                </a:lnTo>
                <a:lnTo>
                  <a:pt x="1102379" y="385635"/>
                </a:lnTo>
                <a:lnTo>
                  <a:pt x="1106054" y="385704"/>
                </a:lnTo>
                <a:lnTo>
                  <a:pt x="1109729" y="385754"/>
                </a:lnTo>
                <a:lnTo>
                  <a:pt x="1113403" y="385787"/>
                </a:lnTo>
                <a:lnTo>
                  <a:pt x="1117078" y="385808"/>
                </a:lnTo>
                <a:lnTo>
                  <a:pt x="1120752" y="385820"/>
                </a:lnTo>
                <a:lnTo>
                  <a:pt x="1124427" y="385826"/>
                </a:lnTo>
                <a:lnTo>
                  <a:pt x="1128102" y="385830"/>
                </a:lnTo>
                <a:lnTo>
                  <a:pt x="1131776" y="385831"/>
                </a:lnTo>
                <a:lnTo>
                  <a:pt x="1135451" y="385832"/>
                </a:lnTo>
                <a:lnTo>
                  <a:pt x="1139125" y="385832"/>
                </a:lnTo>
                <a:lnTo>
                  <a:pt x="1142800" y="385833"/>
                </a:lnTo>
                <a:lnTo>
                  <a:pt x="1146475" y="385833"/>
                </a:lnTo>
                <a:lnTo>
                  <a:pt x="1150149" y="385833"/>
                </a:lnTo>
                <a:lnTo>
                  <a:pt x="1153824" y="385833"/>
                </a:lnTo>
                <a:lnTo>
                  <a:pt x="1157498" y="385833"/>
                </a:lnTo>
                <a:lnTo>
                  <a:pt x="1161173" y="385833"/>
                </a:lnTo>
                <a:lnTo>
                  <a:pt x="1164848" y="385833"/>
                </a:lnTo>
                <a:lnTo>
                  <a:pt x="1168522" y="385833"/>
                </a:lnTo>
                <a:lnTo>
                  <a:pt x="1172197" y="385833"/>
                </a:lnTo>
                <a:lnTo>
                  <a:pt x="1175871" y="385833"/>
                </a:lnTo>
                <a:lnTo>
                  <a:pt x="1179546" y="385833"/>
                </a:lnTo>
                <a:lnTo>
                  <a:pt x="1183221" y="385833"/>
                </a:lnTo>
                <a:lnTo>
                  <a:pt x="1186895" y="385833"/>
                </a:lnTo>
                <a:lnTo>
                  <a:pt x="1190570" y="385833"/>
                </a:lnTo>
                <a:lnTo>
                  <a:pt x="1194244" y="385833"/>
                </a:lnTo>
                <a:lnTo>
                  <a:pt x="1197919" y="385833"/>
                </a:lnTo>
                <a:lnTo>
                  <a:pt x="1201594" y="385833"/>
                </a:lnTo>
                <a:lnTo>
                  <a:pt x="1205268" y="385833"/>
                </a:lnTo>
                <a:lnTo>
                  <a:pt x="1208943" y="385833"/>
                </a:lnTo>
                <a:lnTo>
                  <a:pt x="1212617" y="385833"/>
                </a:lnTo>
                <a:lnTo>
                  <a:pt x="1216292" y="385833"/>
                </a:lnTo>
                <a:lnTo>
                  <a:pt x="1219967" y="385833"/>
                </a:lnTo>
                <a:lnTo>
                  <a:pt x="1223641" y="385833"/>
                </a:lnTo>
                <a:lnTo>
                  <a:pt x="1227316" y="385833"/>
                </a:lnTo>
                <a:lnTo>
                  <a:pt x="1230990" y="385833"/>
                </a:lnTo>
                <a:lnTo>
                  <a:pt x="1234665" y="385833"/>
                </a:lnTo>
                <a:lnTo>
                  <a:pt x="1238340" y="385833"/>
                </a:lnTo>
                <a:lnTo>
                  <a:pt x="1242014" y="385833"/>
                </a:lnTo>
                <a:lnTo>
                  <a:pt x="1245689" y="385833"/>
                </a:lnTo>
                <a:lnTo>
                  <a:pt x="1249363" y="385833"/>
                </a:lnTo>
                <a:lnTo>
                  <a:pt x="1253038" y="385833"/>
                </a:lnTo>
                <a:lnTo>
                  <a:pt x="1256713" y="385833"/>
                </a:lnTo>
                <a:lnTo>
                  <a:pt x="1260387" y="385833"/>
                </a:lnTo>
                <a:lnTo>
                  <a:pt x="1264062" y="385833"/>
                </a:lnTo>
                <a:lnTo>
                  <a:pt x="1267736" y="385833"/>
                </a:lnTo>
                <a:lnTo>
                  <a:pt x="1271411" y="385833"/>
                </a:lnTo>
                <a:lnTo>
                  <a:pt x="1275086" y="385833"/>
                </a:lnTo>
                <a:lnTo>
                  <a:pt x="1278760" y="385833"/>
                </a:lnTo>
                <a:lnTo>
                  <a:pt x="1282435" y="385833"/>
                </a:lnTo>
                <a:lnTo>
                  <a:pt x="1286109" y="385833"/>
                </a:lnTo>
                <a:lnTo>
                  <a:pt x="1289784" y="385833"/>
                </a:lnTo>
                <a:lnTo>
                  <a:pt x="1293459" y="385833"/>
                </a:lnTo>
                <a:lnTo>
                  <a:pt x="1297133" y="385833"/>
                </a:lnTo>
                <a:lnTo>
                  <a:pt x="1300808" y="385833"/>
                </a:lnTo>
                <a:lnTo>
                  <a:pt x="1304482" y="385833"/>
                </a:lnTo>
                <a:lnTo>
                  <a:pt x="1308157" y="385833"/>
                </a:lnTo>
                <a:lnTo>
                  <a:pt x="1311832" y="385833"/>
                </a:lnTo>
                <a:lnTo>
                  <a:pt x="1315506" y="385833"/>
                </a:lnTo>
                <a:lnTo>
                  <a:pt x="1319181" y="385833"/>
                </a:lnTo>
                <a:lnTo>
                  <a:pt x="1322855" y="385833"/>
                </a:lnTo>
                <a:lnTo>
                  <a:pt x="1326530" y="385833"/>
                </a:lnTo>
                <a:lnTo>
                  <a:pt x="1330205" y="385833"/>
                </a:lnTo>
                <a:lnTo>
                  <a:pt x="1333879" y="385833"/>
                </a:lnTo>
                <a:lnTo>
                  <a:pt x="1337554" y="385833"/>
                </a:lnTo>
                <a:lnTo>
                  <a:pt x="1341228" y="385833"/>
                </a:lnTo>
                <a:lnTo>
                  <a:pt x="1344903" y="385833"/>
                </a:lnTo>
                <a:lnTo>
                  <a:pt x="1348577" y="385833"/>
                </a:lnTo>
                <a:lnTo>
                  <a:pt x="1352252" y="385833"/>
                </a:lnTo>
                <a:lnTo>
                  <a:pt x="1355927" y="385833"/>
                </a:lnTo>
                <a:lnTo>
                  <a:pt x="1359601" y="385833"/>
                </a:lnTo>
                <a:lnTo>
                  <a:pt x="1363276" y="385833"/>
                </a:lnTo>
                <a:lnTo>
                  <a:pt x="1366950" y="385833"/>
                </a:lnTo>
                <a:lnTo>
                  <a:pt x="1370625" y="385833"/>
                </a:lnTo>
                <a:lnTo>
                  <a:pt x="1374300" y="385833"/>
                </a:lnTo>
                <a:lnTo>
                  <a:pt x="1377974" y="385833"/>
                </a:lnTo>
                <a:lnTo>
                  <a:pt x="1381649" y="385833"/>
                </a:lnTo>
                <a:lnTo>
                  <a:pt x="1385323" y="385833"/>
                </a:lnTo>
                <a:lnTo>
                  <a:pt x="1388998" y="385833"/>
                </a:lnTo>
                <a:lnTo>
                  <a:pt x="1392673" y="385833"/>
                </a:lnTo>
                <a:lnTo>
                  <a:pt x="1396347" y="385833"/>
                </a:lnTo>
                <a:lnTo>
                  <a:pt x="1400022" y="385833"/>
                </a:lnTo>
                <a:lnTo>
                  <a:pt x="1403696" y="385833"/>
                </a:lnTo>
                <a:lnTo>
                  <a:pt x="1407371" y="385833"/>
                </a:lnTo>
                <a:lnTo>
                  <a:pt x="1411046" y="385833"/>
                </a:lnTo>
                <a:lnTo>
                  <a:pt x="1414720" y="385833"/>
                </a:lnTo>
                <a:lnTo>
                  <a:pt x="1418395" y="385833"/>
                </a:lnTo>
                <a:lnTo>
                  <a:pt x="1422069" y="385833"/>
                </a:lnTo>
                <a:lnTo>
                  <a:pt x="1425744" y="385833"/>
                </a:lnTo>
                <a:lnTo>
                  <a:pt x="1429419" y="385833"/>
                </a:lnTo>
                <a:lnTo>
                  <a:pt x="1433093" y="385833"/>
                </a:lnTo>
                <a:lnTo>
                  <a:pt x="1436768" y="385833"/>
                </a:lnTo>
                <a:lnTo>
                  <a:pt x="1440442" y="385833"/>
                </a:lnTo>
                <a:lnTo>
                  <a:pt x="1444117" y="385833"/>
                </a:lnTo>
                <a:lnTo>
                  <a:pt x="1447792" y="385833"/>
                </a:lnTo>
                <a:lnTo>
                  <a:pt x="1451466" y="385833"/>
                </a:lnTo>
                <a:lnTo>
                  <a:pt x="1455141" y="385833"/>
                </a:lnTo>
                <a:lnTo>
                  <a:pt x="1458815" y="385833"/>
                </a:lnTo>
                <a:lnTo>
                  <a:pt x="1462490" y="385833"/>
                </a:lnTo>
                <a:lnTo>
                  <a:pt x="1466165" y="385833"/>
                </a:lnTo>
                <a:lnTo>
                  <a:pt x="1469839" y="385833"/>
                </a:lnTo>
                <a:lnTo>
                  <a:pt x="1473514" y="385833"/>
                </a:lnTo>
                <a:lnTo>
                  <a:pt x="1477188" y="385833"/>
                </a:lnTo>
                <a:lnTo>
                  <a:pt x="1480863" y="385833"/>
                </a:lnTo>
                <a:lnTo>
                  <a:pt x="1484538" y="385833"/>
                </a:lnTo>
                <a:lnTo>
                  <a:pt x="1488212" y="385833"/>
                </a:lnTo>
                <a:lnTo>
                  <a:pt x="1491887" y="385833"/>
                </a:lnTo>
                <a:lnTo>
                  <a:pt x="1495561" y="385833"/>
                </a:lnTo>
                <a:lnTo>
                  <a:pt x="1499236" y="385833"/>
                </a:lnTo>
                <a:lnTo>
                  <a:pt x="1502911" y="385833"/>
                </a:lnTo>
                <a:lnTo>
                  <a:pt x="1506585" y="385833"/>
                </a:lnTo>
                <a:lnTo>
                  <a:pt x="1510260" y="385833"/>
                </a:lnTo>
                <a:lnTo>
                  <a:pt x="1513934" y="385833"/>
                </a:lnTo>
                <a:lnTo>
                  <a:pt x="1517609" y="385833"/>
                </a:lnTo>
                <a:lnTo>
                  <a:pt x="1521284" y="385833"/>
                </a:lnTo>
                <a:lnTo>
                  <a:pt x="1524958" y="385833"/>
                </a:lnTo>
                <a:lnTo>
                  <a:pt x="1528633" y="385833"/>
                </a:lnTo>
                <a:lnTo>
                  <a:pt x="1532307" y="385833"/>
                </a:lnTo>
                <a:lnTo>
                  <a:pt x="1535982" y="385833"/>
                </a:lnTo>
                <a:lnTo>
                  <a:pt x="1539657" y="385833"/>
                </a:lnTo>
                <a:lnTo>
                  <a:pt x="1543331" y="385833"/>
                </a:lnTo>
                <a:lnTo>
                  <a:pt x="1547006" y="385833"/>
                </a:lnTo>
                <a:lnTo>
                  <a:pt x="1550680" y="385833"/>
                </a:lnTo>
                <a:lnTo>
                  <a:pt x="1554355" y="385833"/>
                </a:lnTo>
                <a:lnTo>
                  <a:pt x="1558030" y="385833"/>
                </a:lnTo>
                <a:lnTo>
                  <a:pt x="1561704" y="385833"/>
                </a:lnTo>
                <a:lnTo>
                  <a:pt x="1565379" y="385833"/>
                </a:lnTo>
                <a:lnTo>
                  <a:pt x="1569053" y="385833"/>
                </a:lnTo>
                <a:lnTo>
                  <a:pt x="1572728" y="385833"/>
                </a:lnTo>
                <a:lnTo>
                  <a:pt x="1576403" y="385833"/>
                </a:lnTo>
                <a:lnTo>
                  <a:pt x="1580077" y="385833"/>
                </a:lnTo>
                <a:lnTo>
                  <a:pt x="1583752" y="385833"/>
                </a:lnTo>
                <a:lnTo>
                  <a:pt x="1587426" y="385833"/>
                </a:lnTo>
                <a:lnTo>
                  <a:pt x="1591101" y="385833"/>
                </a:lnTo>
                <a:lnTo>
                  <a:pt x="1594776" y="385833"/>
                </a:lnTo>
                <a:lnTo>
                  <a:pt x="1598450" y="385833"/>
                </a:lnTo>
                <a:lnTo>
                  <a:pt x="1602125" y="385833"/>
                </a:lnTo>
                <a:lnTo>
                  <a:pt x="1605799" y="385833"/>
                </a:lnTo>
                <a:lnTo>
                  <a:pt x="1609474" y="385833"/>
                </a:lnTo>
                <a:lnTo>
                  <a:pt x="1613149" y="385833"/>
                </a:lnTo>
                <a:lnTo>
                  <a:pt x="1616823" y="385833"/>
                </a:lnTo>
                <a:lnTo>
                  <a:pt x="1620498" y="385833"/>
                </a:lnTo>
                <a:lnTo>
                  <a:pt x="1624172" y="385833"/>
                </a:lnTo>
                <a:lnTo>
                  <a:pt x="1627847" y="385833"/>
                </a:lnTo>
                <a:lnTo>
                  <a:pt x="1631522" y="385833"/>
                </a:lnTo>
                <a:lnTo>
                  <a:pt x="1635196" y="385833"/>
                </a:lnTo>
                <a:lnTo>
                  <a:pt x="1638871" y="385833"/>
                </a:lnTo>
                <a:lnTo>
                  <a:pt x="1642545" y="385833"/>
                </a:lnTo>
                <a:lnTo>
                  <a:pt x="1646220" y="385833"/>
                </a:lnTo>
                <a:lnTo>
                  <a:pt x="1649895" y="385833"/>
                </a:lnTo>
                <a:lnTo>
                  <a:pt x="1653569" y="385833"/>
                </a:lnTo>
                <a:lnTo>
                  <a:pt x="1657244" y="385833"/>
                </a:lnTo>
                <a:lnTo>
                  <a:pt x="1660918" y="385833"/>
                </a:lnTo>
                <a:lnTo>
                  <a:pt x="1664593" y="385833"/>
                </a:lnTo>
                <a:lnTo>
                  <a:pt x="1668268" y="385833"/>
                </a:lnTo>
                <a:lnTo>
                  <a:pt x="1671942" y="385833"/>
                </a:lnTo>
                <a:lnTo>
                  <a:pt x="1675617" y="385833"/>
                </a:lnTo>
                <a:lnTo>
                  <a:pt x="1679291" y="385833"/>
                </a:lnTo>
                <a:lnTo>
                  <a:pt x="1682966" y="385833"/>
                </a:lnTo>
                <a:lnTo>
                  <a:pt x="1686641" y="385833"/>
                </a:lnTo>
                <a:lnTo>
                  <a:pt x="1690315" y="385833"/>
                </a:lnTo>
                <a:lnTo>
                  <a:pt x="1693990" y="385833"/>
                </a:lnTo>
                <a:lnTo>
                  <a:pt x="1697664" y="385833"/>
                </a:lnTo>
                <a:lnTo>
                  <a:pt x="1701339" y="385833"/>
                </a:lnTo>
                <a:lnTo>
                  <a:pt x="1705014" y="385833"/>
                </a:lnTo>
                <a:lnTo>
                  <a:pt x="1708688" y="385833"/>
                </a:lnTo>
                <a:lnTo>
                  <a:pt x="1712363" y="385833"/>
                </a:lnTo>
                <a:lnTo>
                  <a:pt x="1716037" y="385833"/>
                </a:lnTo>
                <a:lnTo>
                  <a:pt x="1719712" y="385833"/>
                </a:lnTo>
                <a:lnTo>
                  <a:pt x="1723387" y="385833"/>
                </a:lnTo>
                <a:lnTo>
                  <a:pt x="1727061" y="385833"/>
                </a:lnTo>
                <a:lnTo>
                  <a:pt x="1730736" y="385833"/>
                </a:lnTo>
                <a:lnTo>
                  <a:pt x="1734410" y="385833"/>
                </a:lnTo>
                <a:lnTo>
                  <a:pt x="1738085" y="385833"/>
                </a:lnTo>
                <a:lnTo>
                  <a:pt x="1741760" y="385833"/>
                </a:lnTo>
                <a:lnTo>
                  <a:pt x="1745434" y="385833"/>
                </a:lnTo>
                <a:lnTo>
                  <a:pt x="1749109" y="385833"/>
                </a:lnTo>
                <a:lnTo>
                  <a:pt x="1752783" y="385833"/>
                </a:lnTo>
                <a:lnTo>
                  <a:pt x="1756458" y="385833"/>
                </a:lnTo>
                <a:lnTo>
                  <a:pt x="1760133" y="385833"/>
                </a:lnTo>
                <a:lnTo>
                  <a:pt x="1763807" y="385833"/>
                </a:lnTo>
                <a:lnTo>
                  <a:pt x="1767482" y="385833"/>
                </a:lnTo>
                <a:lnTo>
                  <a:pt x="1771156" y="385833"/>
                </a:lnTo>
                <a:lnTo>
                  <a:pt x="1774831" y="385833"/>
                </a:lnTo>
                <a:lnTo>
                  <a:pt x="1778506" y="385833"/>
                </a:lnTo>
                <a:lnTo>
                  <a:pt x="1782180" y="385833"/>
                </a:lnTo>
                <a:lnTo>
                  <a:pt x="1785855" y="385833"/>
                </a:lnTo>
                <a:lnTo>
                  <a:pt x="1789529" y="385833"/>
                </a:lnTo>
                <a:lnTo>
                  <a:pt x="1793204" y="385833"/>
                </a:lnTo>
                <a:lnTo>
                  <a:pt x="1796879" y="385833"/>
                </a:lnTo>
                <a:lnTo>
                  <a:pt x="1800553" y="385833"/>
                </a:lnTo>
                <a:lnTo>
                  <a:pt x="1804228" y="385833"/>
                </a:lnTo>
                <a:lnTo>
                  <a:pt x="1807902" y="385833"/>
                </a:lnTo>
                <a:lnTo>
                  <a:pt x="1811577" y="385833"/>
                </a:lnTo>
                <a:lnTo>
                  <a:pt x="1815252" y="385833"/>
                </a:lnTo>
                <a:lnTo>
                  <a:pt x="1818926" y="385833"/>
                </a:lnTo>
                <a:lnTo>
                  <a:pt x="1822601" y="385833"/>
                </a:lnTo>
                <a:lnTo>
                  <a:pt x="1826275" y="385833"/>
                </a:lnTo>
                <a:lnTo>
                  <a:pt x="1829950" y="385833"/>
                </a:lnTo>
                <a:lnTo>
                  <a:pt x="1833625" y="385833"/>
                </a:lnTo>
                <a:lnTo>
                  <a:pt x="1837299" y="385833"/>
                </a:lnTo>
                <a:lnTo>
                  <a:pt x="1840974" y="385833"/>
                </a:lnTo>
                <a:lnTo>
                  <a:pt x="1844648" y="385833"/>
                </a:lnTo>
                <a:lnTo>
                  <a:pt x="1848323" y="385833"/>
                </a:lnTo>
                <a:lnTo>
                  <a:pt x="1851998" y="385833"/>
                </a:lnTo>
                <a:lnTo>
                  <a:pt x="1855672" y="385833"/>
                </a:lnTo>
                <a:lnTo>
                  <a:pt x="1859347" y="385833"/>
                </a:lnTo>
                <a:lnTo>
                  <a:pt x="1863021" y="385833"/>
                </a:lnTo>
                <a:lnTo>
                  <a:pt x="1866696" y="385833"/>
                </a:lnTo>
                <a:lnTo>
                  <a:pt x="1870371" y="385833"/>
                </a:lnTo>
                <a:lnTo>
                  <a:pt x="1874045" y="385833"/>
                </a:lnTo>
                <a:lnTo>
                  <a:pt x="1877720" y="385833"/>
                </a:lnTo>
                <a:lnTo>
                  <a:pt x="1874045" y="385833"/>
                </a:lnTo>
                <a:lnTo>
                  <a:pt x="1870371" y="385833"/>
                </a:lnTo>
                <a:lnTo>
                  <a:pt x="1866696" y="385833"/>
                </a:lnTo>
                <a:lnTo>
                  <a:pt x="1863021" y="385833"/>
                </a:lnTo>
                <a:lnTo>
                  <a:pt x="1859347" y="385833"/>
                </a:lnTo>
                <a:lnTo>
                  <a:pt x="1855672" y="385833"/>
                </a:lnTo>
                <a:lnTo>
                  <a:pt x="1851998" y="385833"/>
                </a:lnTo>
                <a:lnTo>
                  <a:pt x="1848323" y="385833"/>
                </a:lnTo>
                <a:lnTo>
                  <a:pt x="1844648" y="385833"/>
                </a:lnTo>
                <a:lnTo>
                  <a:pt x="1840974" y="385833"/>
                </a:lnTo>
                <a:lnTo>
                  <a:pt x="1837299" y="385833"/>
                </a:lnTo>
                <a:lnTo>
                  <a:pt x="1833625" y="385833"/>
                </a:lnTo>
                <a:lnTo>
                  <a:pt x="1829950" y="385833"/>
                </a:lnTo>
                <a:lnTo>
                  <a:pt x="1826275" y="385833"/>
                </a:lnTo>
                <a:lnTo>
                  <a:pt x="1822601" y="385833"/>
                </a:lnTo>
                <a:lnTo>
                  <a:pt x="1818926" y="385833"/>
                </a:lnTo>
                <a:lnTo>
                  <a:pt x="1815252" y="385833"/>
                </a:lnTo>
                <a:lnTo>
                  <a:pt x="1811577" y="385833"/>
                </a:lnTo>
                <a:lnTo>
                  <a:pt x="1807902" y="385833"/>
                </a:lnTo>
                <a:lnTo>
                  <a:pt x="1804228" y="385833"/>
                </a:lnTo>
                <a:lnTo>
                  <a:pt x="1800553" y="385833"/>
                </a:lnTo>
                <a:lnTo>
                  <a:pt x="1796879" y="385833"/>
                </a:lnTo>
                <a:lnTo>
                  <a:pt x="1793204" y="385833"/>
                </a:lnTo>
                <a:lnTo>
                  <a:pt x="1789529" y="385833"/>
                </a:lnTo>
                <a:lnTo>
                  <a:pt x="1785855" y="385833"/>
                </a:lnTo>
                <a:lnTo>
                  <a:pt x="1782180" y="385833"/>
                </a:lnTo>
                <a:lnTo>
                  <a:pt x="1778506" y="385833"/>
                </a:lnTo>
                <a:lnTo>
                  <a:pt x="1774831" y="385833"/>
                </a:lnTo>
                <a:lnTo>
                  <a:pt x="1771156" y="385833"/>
                </a:lnTo>
                <a:lnTo>
                  <a:pt x="1767482" y="385833"/>
                </a:lnTo>
                <a:lnTo>
                  <a:pt x="1763807" y="385833"/>
                </a:lnTo>
                <a:lnTo>
                  <a:pt x="1760133" y="385833"/>
                </a:lnTo>
                <a:lnTo>
                  <a:pt x="1756458" y="385833"/>
                </a:lnTo>
                <a:lnTo>
                  <a:pt x="1752783" y="385833"/>
                </a:lnTo>
                <a:lnTo>
                  <a:pt x="1749109" y="385833"/>
                </a:lnTo>
                <a:lnTo>
                  <a:pt x="1745434" y="385833"/>
                </a:lnTo>
                <a:lnTo>
                  <a:pt x="1741760" y="385833"/>
                </a:lnTo>
                <a:lnTo>
                  <a:pt x="1738085" y="385833"/>
                </a:lnTo>
                <a:lnTo>
                  <a:pt x="1734410" y="385833"/>
                </a:lnTo>
                <a:lnTo>
                  <a:pt x="1730736" y="385833"/>
                </a:lnTo>
                <a:lnTo>
                  <a:pt x="1727061" y="385833"/>
                </a:lnTo>
                <a:lnTo>
                  <a:pt x="1723387" y="385833"/>
                </a:lnTo>
                <a:lnTo>
                  <a:pt x="1719712" y="385833"/>
                </a:lnTo>
                <a:lnTo>
                  <a:pt x="1716037" y="385833"/>
                </a:lnTo>
                <a:lnTo>
                  <a:pt x="1712363" y="385833"/>
                </a:lnTo>
                <a:lnTo>
                  <a:pt x="1708688" y="385833"/>
                </a:lnTo>
                <a:lnTo>
                  <a:pt x="1705014" y="385833"/>
                </a:lnTo>
                <a:lnTo>
                  <a:pt x="1701339" y="385833"/>
                </a:lnTo>
                <a:lnTo>
                  <a:pt x="1697664" y="385833"/>
                </a:lnTo>
                <a:lnTo>
                  <a:pt x="1693990" y="385833"/>
                </a:lnTo>
                <a:lnTo>
                  <a:pt x="1690315" y="385833"/>
                </a:lnTo>
                <a:lnTo>
                  <a:pt x="1686641" y="385833"/>
                </a:lnTo>
                <a:lnTo>
                  <a:pt x="1682966" y="385833"/>
                </a:lnTo>
                <a:lnTo>
                  <a:pt x="1679291" y="385833"/>
                </a:lnTo>
                <a:lnTo>
                  <a:pt x="1675617" y="385833"/>
                </a:lnTo>
                <a:lnTo>
                  <a:pt x="1671942" y="385833"/>
                </a:lnTo>
                <a:lnTo>
                  <a:pt x="1668268" y="385833"/>
                </a:lnTo>
                <a:lnTo>
                  <a:pt x="1664593" y="385833"/>
                </a:lnTo>
                <a:lnTo>
                  <a:pt x="1660918" y="385833"/>
                </a:lnTo>
                <a:lnTo>
                  <a:pt x="1657244" y="385833"/>
                </a:lnTo>
                <a:lnTo>
                  <a:pt x="1653569" y="385833"/>
                </a:lnTo>
                <a:lnTo>
                  <a:pt x="1649895" y="385833"/>
                </a:lnTo>
                <a:lnTo>
                  <a:pt x="1646220" y="385833"/>
                </a:lnTo>
                <a:lnTo>
                  <a:pt x="1642545" y="385833"/>
                </a:lnTo>
                <a:lnTo>
                  <a:pt x="1638871" y="385833"/>
                </a:lnTo>
                <a:lnTo>
                  <a:pt x="1635196" y="385833"/>
                </a:lnTo>
                <a:lnTo>
                  <a:pt x="1631522" y="385833"/>
                </a:lnTo>
                <a:lnTo>
                  <a:pt x="1627847" y="385833"/>
                </a:lnTo>
                <a:lnTo>
                  <a:pt x="1624172" y="385833"/>
                </a:lnTo>
                <a:lnTo>
                  <a:pt x="1620498" y="385833"/>
                </a:lnTo>
                <a:lnTo>
                  <a:pt x="1616823" y="385833"/>
                </a:lnTo>
                <a:lnTo>
                  <a:pt x="1613149" y="385833"/>
                </a:lnTo>
                <a:lnTo>
                  <a:pt x="1609474" y="385833"/>
                </a:lnTo>
                <a:lnTo>
                  <a:pt x="1605799" y="385833"/>
                </a:lnTo>
                <a:lnTo>
                  <a:pt x="1602125" y="385833"/>
                </a:lnTo>
                <a:lnTo>
                  <a:pt x="1598450" y="385833"/>
                </a:lnTo>
                <a:lnTo>
                  <a:pt x="1594776" y="385833"/>
                </a:lnTo>
                <a:lnTo>
                  <a:pt x="1591101" y="385833"/>
                </a:lnTo>
                <a:lnTo>
                  <a:pt x="1587426" y="385833"/>
                </a:lnTo>
                <a:lnTo>
                  <a:pt x="1583752" y="385833"/>
                </a:lnTo>
                <a:lnTo>
                  <a:pt x="1580077" y="385833"/>
                </a:lnTo>
                <a:lnTo>
                  <a:pt x="1576403" y="385833"/>
                </a:lnTo>
                <a:lnTo>
                  <a:pt x="1572728" y="385833"/>
                </a:lnTo>
                <a:lnTo>
                  <a:pt x="1569053" y="385833"/>
                </a:lnTo>
                <a:lnTo>
                  <a:pt x="1565379" y="385833"/>
                </a:lnTo>
                <a:lnTo>
                  <a:pt x="1561704" y="385833"/>
                </a:lnTo>
                <a:lnTo>
                  <a:pt x="1558030" y="385833"/>
                </a:lnTo>
                <a:lnTo>
                  <a:pt x="1554355" y="385833"/>
                </a:lnTo>
                <a:lnTo>
                  <a:pt x="1550680" y="385833"/>
                </a:lnTo>
                <a:lnTo>
                  <a:pt x="1547006" y="385833"/>
                </a:lnTo>
                <a:lnTo>
                  <a:pt x="1543331" y="385833"/>
                </a:lnTo>
                <a:lnTo>
                  <a:pt x="1539657" y="385833"/>
                </a:lnTo>
                <a:lnTo>
                  <a:pt x="1535982" y="385833"/>
                </a:lnTo>
                <a:lnTo>
                  <a:pt x="1532307" y="385833"/>
                </a:lnTo>
                <a:lnTo>
                  <a:pt x="1528633" y="385833"/>
                </a:lnTo>
                <a:lnTo>
                  <a:pt x="1524958" y="385833"/>
                </a:lnTo>
                <a:lnTo>
                  <a:pt x="1521284" y="385833"/>
                </a:lnTo>
                <a:lnTo>
                  <a:pt x="1517609" y="385833"/>
                </a:lnTo>
                <a:lnTo>
                  <a:pt x="1513934" y="385833"/>
                </a:lnTo>
                <a:lnTo>
                  <a:pt x="1510260" y="385833"/>
                </a:lnTo>
                <a:lnTo>
                  <a:pt x="1506585" y="385833"/>
                </a:lnTo>
                <a:lnTo>
                  <a:pt x="1502911" y="385833"/>
                </a:lnTo>
                <a:lnTo>
                  <a:pt x="1499236" y="385833"/>
                </a:lnTo>
                <a:lnTo>
                  <a:pt x="1495561" y="385833"/>
                </a:lnTo>
                <a:lnTo>
                  <a:pt x="1491887" y="385833"/>
                </a:lnTo>
                <a:lnTo>
                  <a:pt x="1488212" y="385833"/>
                </a:lnTo>
                <a:lnTo>
                  <a:pt x="1484538" y="385833"/>
                </a:lnTo>
                <a:lnTo>
                  <a:pt x="1480863" y="385833"/>
                </a:lnTo>
                <a:lnTo>
                  <a:pt x="1477188" y="385833"/>
                </a:lnTo>
                <a:lnTo>
                  <a:pt x="1473514" y="385833"/>
                </a:lnTo>
                <a:lnTo>
                  <a:pt x="1469839" y="385833"/>
                </a:lnTo>
                <a:lnTo>
                  <a:pt x="1466165" y="385833"/>
                </a:lnTo>
                <a:lnTo>
                  <a:pt x="1462490" y="385833"/>
                </a:lnTo>
                <a:lnTo>
                  <a:pt x="1458815" y="385833"/>
                </a:lnTo>
                <a:lnTo>
                  <a:pt x="1455141" y="385833"/>
                </a:lnTo>
                <a:lnTo>
                  <a:pt x="1451466" y="385833"/>
                </a:lnTo>
                <a:lnTo>
                  <a:pt x="1447792" y="385833"/>
                </a:lnTo>
                <a:lnTo>
                  <a:pt x="1444117" y="385833"/>
                </a:lnTo>
                <a:lnTo>
                  <a:pt x="1440442" y="385833"/>
                </a:lnTo>
                <a:lnTo>
                  <a:pt x="1436768" y="385833"/>
                </a:lnTo>
                <a:lnTo>
                  <a:pt x="1433093" y="385833"/>
                </a:lnTo>
                <a:lnTo>
                  <a:pt x="1429419" y="385833"/>
                </a:lnTo>
                <a:lnTo>
                  <a:pt x="1425744" y="385833"/>
                </a:lnTo>
                <a:lnTo>
                  <a:pt x="1422069" y="385833"/>
                </a:lnTo>
                <a:lnTo>
                  <a:pt x="1418395" y="385833"/>
                </a:lnTo>
                <a:lnTo>
                  <a:pt x="1414720" y="385833"/>
                </a:lnTo>
                <a:lnTo>
                  <a:pt x="1411046" y="385833"/>
                </a:lnTo>
                <a:lnTo>
                  <a:pt x="1407371" y="385833"/>
                </a:lnTo>
                <a:lnTo>
                  <a:pt x="1403696" y="385833"/>
                </a:lnTo>
                <a:lnTo>
                  <a:pt x="1400022" y="385833"/>
                </a:lnTo>
                <a:lnTo>
                  <a:pt x="1396347" y="385833"/>
                </a:lnTo>
                <a:lnTo>
                  <a:pt x="1392673" y="385833"/>
                </a:lnTo>
                <a:lnTo>
                  <a:pt x="1388998" y="385833"/>
                </a:lnTo>
                <a:lnTo>
                  <a:pt x="1385323" y="385833"/>
                </a:lnTo>
                <a:lnTo>
                  <a:pt x="1381649" y="385833"/>
                </a:lnTo>
                <a:lnTo>
                  <a:pt x="1377974" y="385833"/>
                </a:lnTo>
                <a:lnTo>
                  <a:pt x="1374300" y="385833"/>
                </a:lnTo>
                <a:lnTo>
                  <a:pt x="1370625" y="385833"/>
                </a:lnTo>
                <a:lnTo>
                  <a:pt x="1366950" y="385833"/>
                </a:lnTo>
                <a:lnTo>
                  <a:pt x="1363276" y="385833"/>
                </a:lnTo>
                <a:lnTo>
                  <a:pt x="1359601" y="385833"/>
                </a:lnTo>
                <a:lnTo>
                  <a:pt x="1355927" y="385833"/>
                </a:lnTo>
                <a:lnTo>
                  <a:pt x="1352252" y="385833"/>
                </a:lnTo>
                <a:lnTo>
                  <a:pt x="1348577" y="385833"/>
                </a:lnTo>
                <a:lnTo>
                  <a:pt x="1344903" y="385833"/>
                </a:lnTo>
                <a:lnTo>
                  <a:pt x="1341228" y="385833"/>
                </a:lnTo>
                <a:lnTo>
                  <a:pt x="1337554" y="385833"/>
                </a:lnTo>
                <a:lnTo>
                  <a:pt x="1333879" y="385833"/>
                </a:lnTo>
                <a:lnTo>
                  <a:pt x="1330205" y="385833"/>
                </a:lnTo>
                <a:lnTo>
                  <a:pt x="1326530" y="385833"/>
                </a:lnTo>
                <a:lnTo>
                  <a:pt x="1322855" y="385833"/>
                </a:lnTo>
                <a:lnTo>
                  <a:pt x="1319181" y="385833"/>
                </a:lnTo>
                <a:lnTo>
                  <a:pt x="1315506" y="385833"/>
                </a:lnTo>
                <a:lnTo>
                  <a:pt x="1311832" y="385833"/>
                </a:lnTo>
                <a:lnTo>
                  <a:pt x="1308157" y="385833"/>
                </a:lnTo>
                <a:lnTo>
                  <a:pt x="1304482" y="385833"/>
                </a:lnTo>
                <a:lnTo>
                  <a:pt x="1300808" y="385833"/>
                </a:lnTo>
                <a:lnTo>
                  <a:pt x="1297133" y="385833"/>
                </a:lnTo>
                <a:lnTo>
                  <a:pt x="1293459" y="385833"/>
                </a:lnTo>
                <a:lnTo>
                  <a:pt x="1289784" y="385833"/>
                </a:lnTo>
                <a:lnTo>
                  <a:pt x="1286109" y="385833"/>
                </a:lnTo>
                <a:lnTo>
                  <a:pt x="1282435" y="385833"/>
                </a:lnTo>
                <a:lnTo>
                  <a:pt x="1278760" y="385833"/>
                </a:lnTo>
                <a:lnTo>
                  <a:pt x="1275086" y="385833"/>
                </a:lnTo>
                <a:lnTo>
                  <a:pt x="1271411" y="385833"/>
                </a:lnTo>
                <a:lnTo>
                  <a:pt x="1267736" y="385833"/>
                </a:lnTo>
                <a:lnTo>
                  <a:pt x="1264062" y="385833"/>
                </a:lnTo>
                <a:lnTo>
                  <a:pt x="1260387" y="385833"/>
                </a:lnTo>
                <a:lnTo>
                  <a:pt x="1256713" y="385833"/>
                </a:lnTo>
                <a:lnTo>
                  <a:pt x="1253038" y="385833"/>
                </a:lnTo>
                <a:lnTo>
                  <a:pt x="1249363" y="385833"/>
                </a:lnTo>
                <a:lnTo>
                  <a:pt x="1245689" y="385833"/>
                </a:lnTo>
                <a:lnTo>
                  <a:pt x="1242014" y="385833"/>
                </a:lnTo>
                <a:lnTo>
                  <a:pt x="1238340" y="385833"/>
                </a:lnTo>
                <a:lnTo>
                  <a:pt x="1234665" y="385833"/>
                </a:lnTo>
                <a:lnTo>
                  <a:pt x="1230990" y="385833"/>
                </a:lnTo>
                <a:lnTo>
                  <a:pt x="1227316" y="385833"/>
                </a:lnTo>
                <a:lnTo>
                  <a:pt x="1223641" y="385833"/>
                </a:lnTo>
                <a:lnTo>
                  <a:pt x="1219967" y="385833"/>
                </a:lnTo>
                <a:lnTo>
                  <a:pt x="1216292" y="385833"/>
                </a:lnTo>
                <a:lnTo>
                  <a:pt x="1212617" y="385833"/>
                </a:lnTo>
                <a:lnTo>
                  <a:pt x="1208943" y="385833"/>
                </a:lnTo>
                <a:lnTo>
                  <a:pt x="1205268" y="385833"/>
                </a:lnTo>
                <a:lnTo>
                  <a:pt x="1201594" y="385833"/>
                </a:lnTo>
                <a:lnTo>
                  <a:pt x="1197919" y="385833"/>
                </a:lnTo>
                <a:lnTo>
                  <a:pt x="1194244" y="385833"/>
                </a:lnTo>
                <a:lnTo>
                  <a:pt x="1190570" y="385833"/>
                </a:lnTo>
                <a:lnTo>
                  <a:pt x="1186895" y="385833"/>
                </a:lnTo>
                <a:lnTo>
                  <a:pt x="1183221" y="385833"/>
                </a:lnTo>
                <a:lnTo>
                  <a:pt x="1179546" y="385833"/>
                </a:lnTo>
                <a:lnTo>
                  <a:pt x="1175871" y="385833"/>
                </a:lnTo>
                <a:lnTo>
                  <a:pt x="1172197" y="385833"/>
                </a:lnTo>
                <a:lnTo>
                  <a:pt x="1168522" y="385833"/>
                </a:lnTo>
                <a:lnTo>
                  <a:pt x="1164848" y="385833"/>
                </a:lnTo>
                <a:lnTo>
                  <a:pt x="1161173" y="385833"/>
                </a:lnTo>
                <a:lnTo>
                  <a:pt x="1157498" y="385833"/>
                </a:lnTo>
                <a:lnTo>
                  <a:pt x="1153824" y="385833"/>
                </a:lnTo>
                <a:lnTo>
                  <a:pt x="1150149" y="385833"/>
                </a:lnTo>
                <a:lnTo>
                  <a:pt x="1146475" y="385833"/>
                </a:lnTo>
                <a:lnTo>
                  <a:pt x="1142800" y="385833"/>
                </a:lnTo>
                <a:lnTo>
                  <a:pt x="1139125" y="385833"/>
                </a:lnTo>
                <a:lnTo>
                  <a:pt x="1135451" y="385833"/>
                </a:lnTo>
                <a:lnTo>
                  <a:pt x="1131776" y="385833"/>
                </a:lnTo>
                <a:lnTo>
                  <a:pt x="1128102" y="385833"/>
                </a:lnTo>
                <a:lnTo>
                  <a:pt x="1124427" y="385833"/>
                </a:lnTo>
                <a:lnTo>
                  <a:pt x="1120752" y="385833"/>
                </a:lnTo>
                <a:lnTo>
                  <a:pt x="1117078" y="385833"/>
                </a:lnTo>
                <a:lnTo>
                  <a:pt x="1113403" y="385833"/>
                </a:lnTo>
                <a:lnTo>
                  <a:pt x="1109729" y="385833"/>
                </a:lnTo>
                <a:lnTo>
                  <a:pt x="1106054" y="385833"/>
                </a:lnTo>
                <a:lnTo>
                  <a:pt x="1102379" y="385833"/>
                </a:lnTo>
                <a:lnTo>
                  <a:pt x="1098705" y="385833"/>
                </a:lnTo>
                <a:lnTo>
                  <a:pt x="1095030" y="385833"/>
                </a:lnTo>
                <a:lnTo>
                  <a:pt x="1091356" y="385833"/>
                </a:lnTo>
                <a:lnTo>
                  <a:pt x="1087681" y="385833"/>
                </a:lnTo>
                <a:lnTo>
                  <a:pt x="1084006" y="385833"/>
                </a:lnTo>
                <a:lnTo>
                  <a:pt x="1080332" y="385833"/>
                </a:lnTo>
                <a:lnTo>
                  <a:pt x="1076657" y="385833"/>
                </a:lnTo>
                <a:lnTo>
                  <a:pt x="1072983" y="385833"/>
                </a:lnTo>
                <a:lnTo>
                  <a:pt x="1069308" y="385833"/>
                </a:lnTo>
                <a:lnTo>
                  <a:pt x="1065633" y="385833"/>
                </a:lnTo>
                <a:lnTo>
                  <a:pt x="1061959" y="385833"/>
                </a:lnTo>
                <a:lnTo>
                  <a:pt x="1058284" y="385833"/>
                </a:lnTo>
                <a:lnTo>
                  <a:pt x="1054610" y="385833"/>
                </a:lnTo>
                <a:lnTo>
                  <a:pt x="1050935" y="385833"/>
                </a:lnTo>
                <a:lnTo>
                  <a:pt x="1047260" y="385833"/>
                </a:lnTo>
                <a:lnTo>
                  <a:pt x="1043586" y="385833"/>
                </a:lnTo>
                <a:lnTo>
                  <a:pt x="1039911" y="385833"/>
                </a:lnTo>
                <a:lnTo>
                  <a:pt x="1036237" y="385833"/>
                </a:lnTo>
                <a:lnTo>
                  <a:pt x="1032562" y="385833"/>
                </a:lnTo>
                <a:lnTo>
                  <a:pt x="1028887" y="385833"/>
                </a:lnTo>
                <a:lnTo>
                  <a:pt x="1025213" y="385833"/>
                </a:lnTo>
                <a:lnTo>
                  <a:pt x="1021538" y="385833"/>
                </a:lnTo>
                <a:lnTo>
                  <a:pt x="1017864" y="385833"/>
                </a:lnTo>
                <a:lnTo>
                  <a:pt x="1014189" y="385833"/>
                </a:lnTo>
                <a:lnTo>
                  <a:pt x="1010514" y="385833"/>
                </a:lnTo>
                <a:lnTo>
                  <a:pt x="1006840" y="385833"/>
                </a:lnTo>
                <a:lnTo>
                  <a:pt x="1003165" y="385833"/>
                </a:lnTo>
                <a:lnTo>
                  <a:pt x="999491" y="385833"/>
                </a:lnTo>
                <a:lnTo>
                  <a:pt x="995816" y="385833"/>
                </a:lnTo>
                <a:lnTo>
                  <a:pt x="992141" y="385833"/>
                </a:lnTo>
                <a:lnTo>
                  <a:pt x="988467" y="385833"/>
                </a:lnTo>
                <a:lnTo>
                  <a:pt x="984792" y="385833"/>
                </a:lnTo>
                <a:lnTo>
                  <a:pt x="981118" y="385833"/>
                </a:lnTo>
                <a:lnTo>
                  <a:pt x="977443" y="385833"/>
                </a:lnTo>
                <a:lnTo>
                  <a:pt x="973768" y="385833"/>
                </a:lnTo>
                <a:lnTo>
                  <a:pt x="970094" y="385833"/>
                </a:lnTo>
                <a:lnTo>
                  <a:pt x="966419" y="385833"/>
                </a:lnTo>
                <a:lnTo>
                  <a:pt x="962745" y="385833"/>
                </a:lnTo>
                <a:lnTo>
                  <a:pt x="959070" y="385833"/>
                </a:lnTo>
                <a:lnTo>
                  <a:pt x="955395" y="385833"/>
                </a:lnTo>
                <a:lnTo>
                  <a:pt x="951721" y="385833"/>
                </a:lnTo>
                <a:lnTo>
                  <a:pt x="948046" y="385833"/>
                </a:lnTo>
                <a:lnTo>
                  <a:pt x="944372" y="385833"/>
                </a:lnTo>
                <a:lnTo>
                  <a:pt x="940697" y="385833"/>
                </a:lnTo>
                <a:lnTo>
                  <a:pt x="937022" y="385833"/>
                </a:lnTo>
                <a:lnTo>
                  <a:pt x="933348" y="385833"/>
                </a:lnTo>
                <a:lnTo>
                  <a:pt x="929673" y="385833"/>
                </a:lnTo>
                <a:lnTo>
                  <a:pt x="925999" y="385833"/>
                </a:lnTo>
                <a:lnTo>
                  <a:pt x="922324" y="385833"/>
                </a:lnTo>
                <a:lnTo>
                  <a:pt x="918649" y="385833"/>
                </a:lnTo>
                <a:lnTo>
                  <a:pt x="914975" y="385833"/>
                </a:lnTo>
                <a:lnTo>
                  <a:pt x="911300" y="385833"/>
                </a:lnTo>
                <a:lnTo>
                  <a:pt x="907626" y="385833"/>
                </a:lnTo>
                <a:lnTo>
                  <a:pt x="903951" y="385833"/>
                </a:lnTo>
                <a:lnTo>
                  <a:pt x="900276" y="385833"/>
                </a:lnTo>
                <a:lnTo>
                  <a:pt x="896602" y="385833"/>
                </a:lnTo>
                <a:lnTo>
                  <a:pt x="892927" y="385833"/>
                </a:lnTo>
                <a:lnTo>
                  <a:pt x="889253" y="385833"/>
                </a:lnTo>
                <a:lnTo>
                  <a:pt x="885578" y="385833"/>
                </a:lnTo>
                <a:lnTo>
                  <a:pt x="881903" y="385833"/>
                </a:lnTo>
                <a:lnTo>
                  <a:pt x="878229" y="385833"/>
                </a:lnTo>
                <a:lnTo>
                  <a:pt x="874554" y="385833"/>
                </a:lnTo>
                <a:lnTo>
                  <a:pt x="870880" y="385833"/>
                </a:lnTo>
                <a:lnTo>
                  <a:pt x="867205" y="385833"/>
                </a:lnTo>
                <a:lnTo>
                  <a:pt x="863530" y="385833"/>
                </a:lnTo>
                <a:lnTo>
                  <a:pt x="859856" y="385833"/>
                </a:lnTo>
                <a:lnTo>
                  <a:pt x="856181" y="385833"/>
                </a:lnTo>
                <a:lnTo>
                  <a:pt x="852507" y="385833"/>
                </a:lnTo>
                <a:lnTo>
                  <a:pt x="848832" y="385833"/>
                </a:lnTo>
                <a:lnTo>
                  <a:pt x="845157" y="385833"/>
                </a:lnTo>
                <a:lnTo>
                  <a:pt x="841483" y="385833"/>
                </a:lnTo>
                <a:lnTo>
                  <a:pt x="837808" y="385833"/>
                </a:lnTo>
                <a:lnTo>
                  <a:pt x="834134" y="385833"/>
                </a:lnTo>
                <a:lnTo>
                  <a:pt x="830459" y="385833"/>
                </a:lnTo>
                <a:lnTo>
                  <a:pt x="826784" y="385833"/>
                </a:lnTo>
                <a:lnTo>
                  <a:pt x="823110" y="385833"/>
                </a:lnTo>
                <a:lnTo>
                  <a:pt x="819435" y="385833"/>
                </a:lnTo>
                <a:lnTo>
                  <a:pt x="815761" y="385833"/>
                </a:lnTo>
                <a:lnTo>
                  <a:pt x="812086" y="385833"/>
                </a:lnTo>
                <a:lnTo>
                  <a:pt x="808411" y="385833"/>
                </a:lnTo>
                <a:lnTo>
                  <a:pt x="804737" y="385833"/>
                </a:lnTo>
                <a:lnTo>
                  <a:pt x="801062" y="385833"/>
                </a:lnTo>
                <a:lnTo>
                  <a:pt x="797388" y="385833"/>
                </a:lnTo>
                <a:lnTo>
                  <a:pt x="793713" y="385833"/>
                </a:lnTo>
                <a:lnTo>
                  <a:pt x="790038" y="385833"/>
                </a:lnTo>
                <a:lnTo>
                  <a:pt x="786364" y="385833"/>
                </a:lnTo>
                <a:lnTo>
                  <a:pt x="782689" y="385833"/>
                </a:lnTo>
                <a:lnTo>
                  <a:pt x="779015" y="385833"/>
                </a:lnTo>
                <a:lnTo>
                  <a:pt x="775340" y="385833"/>
                </a:lnTo>
                <a:lnTo>
                  <a:pt x="771665" y="385833"/>
                </a:lnTo>
                <a:lnTo>
                  <a:pt x="767991" y="385833"/>
                </a:lnTo>
                <a:lnTo>
                  <a:pt x="764316" y="385833"/>
                </a:lnTo>
                <a:lnTo>
                  <a:pt x="760642" y="385833"/>
                </a:lnTo>
                <a:lnTo>
                  <a:pt x="756967" y="385833"/>
                </a:lnTo>
                <a:lnTo>
                  <a:pt x="753292" y="385833"/>
                </a:lnTo>
                <a:lnTo>
                  <a:pt x="749618" y="385833"/>
                </a:lnTo>
                <a:lnTo>
                  <a:pt x="745943" y="385833"/>
                </a:lnTo>
                <a:lnTo>
                  <a:pt x="742269" y="385833"/>
                </a:lnTo>
                <a:lnTo>
                  <a:pt x="738594" y="385833"/>
                </a:lnTo>
                <a:lnTo>
                  <a:pt x="734919" y="385833"/>
                </a:lnTo>
                <a:lnTo>
                  <a:pt x="731245" y="385833"/>
                </a:lnTo>
                <a:lnTo>
                  <a:pt x="727570" y="385833"/>
                </a:lnTo>
                <a:lnTo>
                  <a:pt x="723896" y="385833"/>
                </a:lnTo>
                <a:lnTo>
                  <a:pt x="720221" y="385833"/>
                </a:lnTo>
                <a:lnTo>
                  <a:pt x="716546" y="385833"/>
                </a:lnTo>
                <a:lnTo>
                  <a:pt x="712872" y="385833"/>
                </a:lnTo>
                <a:lnTo>
                  <a:pt x="709197" y="385833"/>
                </a:lnTo>
                <a:lnTo>
                  <a:pt x="705523" y="385833"/>
                </a:lnTo>
                <a:lnTo>
                  <a:pt x="701848" y="385833"/>
                </a:lnTo>
                <a:lnTo>
                  <a:pt x="698173" y="385833"/>
                </a:lnTo>
                <a:lnTo>
                  <a:pt x="694499" y="385833"/>
                </a:lnTo>
                <a:lnTo>
                  <a:pt x="690824" y="385833"/>
                </a:lnTo>
                <a:lnTo>
                  <a:pt x="687150" y="385833"/>
                </a:lnTo>
                <a:lnTo>
                  <a:pt x="683475" y="385833"/>
                </a:lnTo>
                <a:lnTo>
                  <a:pt x="679800" y="385833"/>
                </a:lnTo>
                <a:lnTo>
                  <a:pt x="676126" y="385833"/>
                </a:lnTo>
                <a:lnTo>
                  <a:pt x="672451" y="385833"/>
                </a:lnTo>
                <a:lnTo>
                  <a:pt x="668777" y="385833"/>
                </a:lnTo>
                <a:lnTo>
                  <a:pt x="665102" y="385833"/>
                </a:lnTo>
                <a:lnTo>
                  <a:pt x="661427" y="385833"/>
                </a:lnTo>
                <a:lnTo>
                  <a:pt x="657753" y="385833"/>
                </a:lnTo>
                <a:lnTo>
                  <a:pt x="654078" y="385833"/>
                </a:lnTo>
                <a:lnTo>
                  <a:pt x="650404" y="385833"/>
                </a:lnTo>
                <a:lnTo>
                  <a:pt x="646729" y="385833"/>
                </a:lnTo>
                <a:lnTo>
                  <a:pt x="643054" y="385833"/>
                </a:lnTo>
                <a:lnTo>
                  <a:pt x="639380" y="385833"/>
                </a:lnTo>
                <a:lnTo>
                  <a:pt x="635705" y="385833"/>
                </a:lnTo>
                <a:lnTo>
                  <a:pt x="632031" y="385833"/>
                </a:lnTo>
                <a:lnTo>
                  <a:pt x="628356" y="385833"/>
                </a:lnTo>
                <a:lnTo>
                  <a:pt x="624681" y="385833"/>
                </a:lnTo>
                <a:lnTo>
                  <a:pt x="621007" y="385833"/>
                </a:lnTo>
                <a:lnTo>
                  <a:pt x="617332" y="385833"/>
                </a:lnTo>
                <a:lnTo>
                  <a:pt x="613658" y="385833"/>
                </a:lnTo>
                <a:lnTo>
                  <a:pt x="609983" y="385833"/>
                </a:lnTo>
                <a:lnTo>
                  <a:pt x="606308" y="385833"/>
                </a:lnTo>
                <a:lnTo>
                  <a:pt x="602634" y="385833"/>
                </a:lnTo>
                <a:lnTo>
                  <a:pt x="598959" y="385833"/>
                </a:lnTo>
                <a:lnTo>
                  <a:pt x="595285" y="385833"/>
                </a:lnTo>
                <a:lnTo>
                  <a:pt x="591610" y="385833"/>
                </a:lnTo>
                <a:lnTo>
                  <a:pt x="587935" y="385833"/>
                </a:lnTo>
                <a:lnTo>
                  <a:pt x="584261" y="385833"/>
                </a:lnTo>
                <a:lnTo>
                  <a:pt x="580586" y="385833"/>
                </a:lnTo>
                <a:lnTo>
                  <a:pt x="576912" y="385833"/>
                </a:lnTo>
                <a:lnTo>
                  <a:pt x="573237" y="385833"/>
                </a:lnTo>
                <a:lnTo>
                  <a:pt x="569562" y="385833"/>
                </a:lnTo>
                <a:lnTo>
                  <a:pt x="565888" y="385833"/>
                </a:lnTo>
                <a:lnTo>
                  <a:pt x="562213" y="385833"/>
                </a:lnTo>
                <a:lnTo>
                  <a:pt x="558539" y="385833"/>
                </a:lnTo>
                <a:lnTo>
                  <a:pt x="554864" y="385833"/>
                </a:lnTo>
                <a:lnTo>
                  <a:pt x="551189" y="385833"/>
                </a:lnTo>
                <a:lnTo>
                  <a:pt x="547515" y="385833"/>
                </a:lnTo>
                <a:lnTo>
                  <a:pt x="543840" y="385833"/>
                </a:lnTo>
                <a:lnTo>
                  <a:pt x="540166" y="385833"/>
                </a:lnTo>
                <a:lnTo>
                  <a:pt x="536491" y="385833"/>
                </a:lnTo>
                <a:lnTo>
                  <a:pt x="532816" y="385833"/>
                </a:lnTo>
                <a:lnTo>
                  <a:pt x="529142" y="385833"/>
                </a:lnTo>
                <a:lnTo>
                  <a:pt x="525467" y="385833"/>
                </a:lnTo>
                <a:lnTo>
                  <a:pt x="521793" y="385833"/>
                </a:lnTo>
                <a:lnTo>
                  <a:pt x="518118" y="385833"/>
                </a:lnTo>
                <a:lnTo>
                  <a:pt x="514443" y="385833"/>
                </a:lnTo>
                <a:lnTo>
                  <a:pt x="510769" y="385833"/>
                </a:lnTo>
                <a:lnTo>
                  <a:pt x="507094" y="385833"/>
                </a:lnTo>
                <a:lnTo>
                  <a:pt x="503420" y="385833"/>
                </a:lnTo>
                <a:lnTo>
                  <a:pt x="499745" y="385833"/>
                </a:lnTo>
                <a:lnTo>
                  <a:pt x="496070" y="385833"/>
                </a:lnTo>
                <a:lnTo>
                  <a:pt x="492396" y="385833"/>
                </a:lnTo>
                <a:lnTo>
                  <a:pt x="488721" y="385833"/>
                </a:lnTo>
                <a:lnTo>
                  <a:pt x="485047" y="385833"/>
                </a:lnTo>
                <a:lnTo>
                  <a:pt x="481372" y="385833"/>
                </a:lnTo>
                <a:lnTo>
                  <a:pt x="477697" y="385833"/>
                </a:lnTo>
                <a:lnTo>
                  <a:pt x="474023" y="385833"/>
                </a:lnTo>
                <a:lnTo>
                  <a:pt x="470348" y="385833"/>
                </a:lnTo>
                <a:lnTo>
                  <a:pt x="466674" y="385833"/>
                </a:lnTo>
                <a:lnTo>
                  <a:pt x="462999" y="385833"/>
                </a:lnTo>
                <a:lnTo>
                  <a:pt x="459324" y="385833"/>
                </a:lnTo>
                <a:lnTo>
                  <a:pt x="455650" y="385833"/>
                </a:lnTo>
                <a:lnTo>
                  <a:pt x="451975" y="385833"/>
                </a:lnTo>
                <a:lnTo>
                  <a:pt x="448301" y="385833"/>
                </a:lnTo>
                <a:lnTo>
                  <a:pt x="444626" y="385833"/>
                </a:lnTo>
                <a:lnTo>
                  <a:pt x="440951" y="385833"/>
                </a:lnTo>
                <a:lnTo>
                  <a:pt x="437277" y="385833"/>
                </a:lnTo>
                <a:lnTo>
                  <a:pt x="433602" y="385833"/>
                </a:lnTo>
                <a:lnTo>
                  <a:pt x="429928" y="385833"/>
                </a:lnTo>
                <a:lnTo>
                  <a:pt x="426253" y="385833"/>
                </a:lnTo>
                <a:lnTo>
                  <a:pt x="422578" y="385833"/>
                </a:lnTo>
                <a:lnTo>
                  <a:pt x="418904" y="385833"/>
                </a:lnTo>
                <a:lnTo>
                  <a:pt x="415229" y="385833"/>
                </a:lnTo>
                <a:lnTo>
                  <a:pt x="411555" y="385833"/>
                </a:lnTo>
                <a:lnTo>
                  <a:pt x="407880" y="385833"/>
                </a:lnTo>
                <a:lnTo>
                  <a:pt x="404205" y="385833"/>
                </a:lnTo>
                <a:lnTo>
                  <a:pt x="400531" y="385833"/>
                </a:lnTo>
                <a:lnTo>
                  <a:pt x="396856" y="385833"/>
                </a:lnTo>
                <a:lnTo>
                  <a:pt x="393182" y="385833"/>
                </a:lnTo>
                <a:lnTo>
                  <a:pt x="389507" y="385833"/>
                </a:lnTo>
                <a:lnTo>
                  <a:pt x="385832" y="385833"/>
                </a:lnTo>
                <a:lnTo>
                  <a:pt x="382158" y="385833"/>
                </a:lnTo>
                <a:lnTo>
                  <a:pt x="378483" y="385833"/>
                </a:lnTo>
                <a:lnTo>
                  <a:pt x="374809" y="385833"/>
                </a:lnTo>
                <a:lnTo>
                  <a:pt x="371134" y="385833"/>
                </a:lnTo>
                <a:lnTo>
                  <a:pt x="367459" y="385833"/>
                </a:lnTo>
                <a:lnTo>
                  <a:pt x="363785" y="385833"/>
                </a:lnTo>
                <a:lnTo>
                  <a:pt x="360110" y="385833"/>
                </a:lnTo>
                <a:lnTo>
                  <a:pt x="356436" y="385833"/>
                </a:lnTo>
                <a:lnTo>
                  <a:pt x="352761" y="385833"/>
                </a:lnTo>
                <a:lnTo>
                  <a:pt x="349086" y="385833"/>
                </a:lnTo>
                <a:lnTo>
                  <a:pt x="345412" y="385833"/>
                </a:lnTo>
                <a:lnTo>
                  <a:pt x="341737" y="385833"/>
                </a:lnTo>
                <a:lnTo>
                  <a:pt x="338063" y="385833"/>
                </a:lnTo>
                <a:lnTo>
                  <a:pt x="334388" y="385833"/>
                </a:lnTo>
                <a:lnTo>
                  <a:pt x="330713" y="385833"/>
                </a:lnTo>
                <a:lnTo>
                  <a:pt x="327039" y="385833"/>
                </a:lnTo>
                <a:lnTo>
                  <a:pt x="323364" y="385833"/>
                </a:lnTo>
                <a:lnTo>
                  <a:pt x="319690" y="385833"/>
                </a:lnTo>
                <a:lnTo>
                  <a:pt x="316015" y="385833"/>
                </a:lnTo>
                <a:lnTo>
                  <a:pt x="312340" y="385833"/>
                </a:lnTo>
                <a:lnTo>
                  <a:pt x="308666" y="385833"/>
                </a:lnTo>
                <a:lnTo>
                  <a:pt x="304991" y="385833"/>
                </a:lnTo>
                <a:lnTo>
                  <a:pt x="301317" y="385833"/>
                </a:lnTo>
                <a:lnTo>
                  <a:pt x="297642" y="385833"/>
                </a:lnTo>
                <a:lnTo>
                  <a:pt x="293967" y="385833"/>
                </a:lnTo>
                <a:lnTo>
                  <a:pt x="290293" y="385833"/>
                </a:lnTo>
                <a:lnTo>
                  <a:pt x="286618" y="385833"/>
                </a:lnTo>
                <a:lnTo>
                  <a:pt x="282944" y="385833"/>
                </a:lnTo>
                <a:lnTo>
                  <a:pt x="279269" y="385833"/>
                </a:lnTo>
                <a:lnTo>
                  <a:pt x="275594" y="385833"/>
                </a:lnTo>
                <a:lnTo>
                  <a:pt x="271920" y="385833"/>
                </a:lnTo>
                <a:lnTo>
                  <a:pt x="268245" y="385833"/>
                </a:lnTo>
                <a:lnTo>
                  <a:pt x="264571" y="385833"/>
                </a:lnTo>
                <a:lnTo>
                  <a:pt x="260896" y="385833"/>
                </a:lnTo>
                <a:lnTo>
                  <a:pt x="257221" y="385833"/>
                </a:lnTo>
                <a:lnTo>
                  <a:pt x="253547" y="385833"/>
                </a:lnTo>
                <a:lnTo>
                  <a:pt x="249872" y="385833"/>
                </a:lnTo>
                <a:lnTo>
                  <a:pt x="246198" y="385833"/>
                </a:lnTo>
                <a:lnTo>
                  <a:pt x="242523" y="385833"/>
                </a:lnTo>
                <a:lnTo>
                  <a:pt x="238848" y="385833"/>
                </a:lnTo>
                <a:lnTo>
                  <a:pt x="235174" y="385833"/>
                </a:lnTo>
                <a:lnTo>
                  <a:pt x="231499" y="385833"/>
                </a:lnTo>
                <a:lnTo>
                  <a:pt x="227825" y="385833"/>
                </a:lnTo>
                <a:lnTo>
                  <a:pt x="224150" y="385833"/>
                </a:lnTo>
                <a:lnTo>
                  <a:pt x="220475" y="385833"/>
                </a:lnTo>
                <a:lnTo>
                  <a:pt x="216801" y="385833"/>
                </a:lnTo>
                <a:lnTo>
                  <a:pt x="213126" y="385833"/>
                </a:lnTo>
                <a:lnTo>
                  <a:pt x="209452" y="385833"/>
                </a:lnTo>
                <a:lnTo>
                  <a:pt x="205777" y="385833"/>
                </a:lnTo>
                <a:lnTo>
                  <a:pt x="202102" y="385833"/>
                </a:lnTo>
                <a:lnTo>
                  <a:pt x="198428" y="385833"/>
                </a:lnTo>
                <a:lnTo>
                  <a:pt x="194753" y="385833"/>
                </a:lnTo>
                <a:lnTo>
                  <a:pt x="191079" y="385833"/>
                </a:lnTo>
                <a:lnTo>
                  <a:pt x="187404" y="385833"/>
                </a:lnTo>
                <a:lnTo>
                  <a:pt x="183729" y="385833"/>
                </a:lnTo>
                <a:lnTo>
                  <a:pt x="180055" y="385833"/>
                </a:lnTo>
                <a:lnTo>
                  <a:pt x="176380" y="385833"/>
                </a:lnTo>
                <a:lnTo>
                  <a:pt x="172706" y="385833"/>
                </a:lnTo>
                <a:lnTo>
                  <a:pt x="169031" y="385833"/>
                </a:lnTo>
                <a:lnTo>
                  <a:pt x="165356" y="385833"/>
                </a:lnTo>
                <a:lnTo>
                  <a:pt x="161682" y="385833"/>
                </a:lnTo>
                <a:lnTo>
                  <a:pt x="158007" y="385833"/>
                </a:lnTo>
                <a:lnTo>
                  <a:pt x="154333" y="385833"/>
                </a:lnTo>
                <a:lnTo>
                  <a:pt x="150658" y="385833"/>
                </a:lnTo>
                <a:lnTo>
                  <a:pt x="146983" y="385833"/>
                </a:lnTo>
                <a:lnTo>
                  <a:pt x="143309" y="385833"/>
                </a:lnTo>
                <a:lnTo>
                  <a:pt x="139634" y="385833"/>
                </a:lnTo>
                <a:lnTo>
                  <a:pt x="135960" y="385833"/>
                </a:lnTo>
                <a:lnTo>
                  <a:pt x="132285" y="385833"/>
                </a:lnTo>
                <a:lnTo>
                  <a:pt x="128610" y="385833"/>
                </a:lnTo>
                <a:lnTo>
                  <a:pt x="124936" y="385833"/>
                </a:lnTo>
                <a:lnTo>
                  <a:pt x="121261" y="385833"/>
                </a:lnTo>
                <a:lnTo>
                  <a:pt x="117587" y="385833"/>
                </a:lnTo>
                <a:lnTo>
                  <a:pt x="113912" y="385833"/>
                </a:lnTo>
                <a:lnTo>
                  <a:pt x="110237" y="385833"/>
                </a:lnTo>
                <a:lnTo>
                  <a:pt x="106563" y="385833"/>
                </a:lnTo>
                <a:lnTo>
                  <a:pt x="102888" y="385833"/>
                </a:lnTo>
                <a:lnTo>
                  <a:pt x="99214" y="385833"/>
                </a:lnTo>
                <a:lnTo>
                  <a:pt x="95539" y="385833"/>
                </a:lnTo>
                <a:lnTo>
                  <a:pt x="91864" y="385833"/>
                </a:lnTo>
                <a:lnTo>
                  <a:pt x="88190" y="385833"/>
                </a:lnTo>
                <a:lnTo>
                  <a:pt x="84515" y="385833"/>
                </a:lnTo>
                <a:lnTo>
                  <a:pt x="80841" y="385833"/>
                </a:lnTo>
                <a:lnTo>
                  <a:pt x="77166" y="385833"/>
                </a:lnTo>
                <a:lnTo>
                  <a:pt x="73491" y="385833"/>
                </a:lnTo>
                <a:lnTo>
                  <a:pt x="69817" y="385833"/>
                </a:lnTo>
                <a:lnTo>
                  <a:pt x="66142" y="385833"/>
                </a:lnTo>
                <a:lnTo>
                  <a:pt x="62468" y="385833"/>
                </a:lnTo>
                <a:lnTo>
                  <a:pt x="58793" y="385833"/>
                </a:lnTo>
                <a:lnTo>
                  <a:pt x="55118" y="385833"/>
                </a:lnTo>
                <a:lnTo>
                  <a:pt x="51444" y="385833"/>
                </a:lnTo>
                <a:lnTo>
                  <a:pt x="47769" y="385833"/>
                </a:lnTo>
                <a:lnTo>
                  <a:pt x="44095" y="385833"/>
                </a:lnTo>
                <a:lnTo>
                  <a:pt x="40420" y="385833"/>
                </a:lnTo>
                <a:lnTo>
                  <a:pt x="36745" y="385833"/>
                </a:lnTo>
                <a:lnTo>
                  <a:pt x="33071" y="385833"/>
                </a:lnTo>
                <a:lnTo>
                  <a:pt x="29396" y="385833"/>
                </a:lnTo>
                <a:lnTo>
                  <a:pt x="25722" y="385833"/>
                </a:lnTo>
                <a:lnTo>
                  <a:pt x="22047" y="385833"/>
                </a:lnTo>
                <a:lnTo>
                  <a:pt x="18372" y="385833"/>
                </a:lnTo>
                <a:lnTo>
                  <a:pt x="14698" y="385833"/>
                </a:lnTo>
                <a:lnTo>
                  <a:pt x="11023" y="385833"/>
                </a:lnTo>
                <a:lnTo>
                  <a:pt x="7349" y="385833"/>
                </a:lnTo>
                <a:lnTo>
                  <a:pt x="3674" y="385833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49" name="pl49"/>
          <p:cNvSpPr/>
          <p:nvPr/>
        </p:nvSpPr>
        <p:spPr>
          <a:xfrm>
            <a:off x="4548521" y="3096422"/>
            <a:ext cx="1877720" cy="385833"/>
          </a:xfrm>
          <a:custGeom>
            <a:avLst/>
            <a:gdLst/>
            <a:ahLst/>
            <a:cxnLst/>
            <a:rect l="0" t="0" r="0" b="0"/>
            <a:pathLst>
              <a:path w="1877720" h="385833">
                <a:moveTo>
                  <a:pt x="0" y="385833"/>
                </a:moveTo>
                <a:lnTo>
                  <a:pt x="3674" y="385833"/>
                </a:lnTo>
                <a:lnTo>
                  <a:pt x="7349" y="385833"/>
                </a:lnTo>
                <a:lnTo>
                  <a:pt x="11023" y="385833"/>
                </a:lnTo>
                <a:lnTo>
                  <a:pt x="14698" y="385833"/>
                </a:lnTo>
                <a:lnTo>
                  <a:pt x="18372" y="385833"/>
                </a:lnTo>
                <a:lnTo>
                  <a:pt x="22047" y="385833"/>
                </a:lnTo>
                <a:lnTo>
                  <a:pt x="25722" y="385833"/>
                </a:lnTo>
                <a:lnTo>
                  <a:pt x="29396" y="385833"/>
                </a:lnTo>
                <a:lnTo>
                  <a:pt x="33071" y="385833"/>
                </a:lnTo>
                <a:lnTo>
                  <a:pt x="36745" y="385833"/>
                </a:lnTo>
                <a:lnTo>
                  <a:pt x="40420" y="385833"/>
                </a:lnTo>
                <a:lnTo>
                  <a:pt x="44095" y="385833"/>
                </a:lnTo>
                <a:lnTo>
                  <a:pt x="47769" y="385833"/>
                </a:lnTo>
                <a:lnTo>
                  <a:pt x="51444" y="385833"/>
                </a:lnTo>
                <a:lnTo>
                  <a:pt x="55118" y="385833"/>
                </a:lnTo>
                <a:lnTo>
                  <a:pt x="58793" y="385833"/>
                </a:lnTo>
                <a:lnTo>
                  <a:pt x="62468" y="385833"/>
                </a:lnTo>
                <a:lnTo>
                  <a:pt x="66142" y="385833"/>
                </a:lnTo>
                <a:lnTo>
                  <a:pt x="69817" y="385833"/>
                </a:lnTo>
                <a:lnTo>
                  <a:pt x="73491" y="385833"/>
                </a:lnTo>
                <a:lnTo>
                  <a:pt x="77166" y="385833"/>
                </a:lnTo>
                <a:lnTo>
                  <a:pt x="80841" y="385833"/>
                </a:lnTo>
                <a:lnTo>
                  <a:pt x="84515" y="385833"/>
                </a:lnTo>
                <a:lnTo>
                  <a:pt x="88190" y="385833"/>
                </a:lnTo>
                <a:lnTo>
                  <a:pt x="91864" y="385833"/>
                </a:lnTo>
                <a:lnTo>
                  <a:pt x="95539" y="385833"/>
                </a:lnTo>
                <a:lnTo>
                  <a:pt x="99214" y="385833"/>
                </a:lnTo>
                <a:lnTo>
                  <a:pt x="102888" y="385833"/>
                </a:lnTo>
                <a:lnTo>
                  <a:pt x="106563" y="385833"/>
                </a:lnTo>
                <a:lnTo>
                  <a:pt x="110237" y="385833"/>
                </a:lnTo>
                <a:lnTo>
                  <a:pt x="113912" y="385833"/>
                </a:lnTo>
                <a:lnTo>
                  <a:pt x="117587" y="385833"/>
                </a:lnTo>
                <a:lnTo>
                  <a:pt x="121261" y="385833"/>
                </a:lnTo>
                <a:lnTo>
                  <a:pt x="124936" y="385833"/>
                </a:lnTo>
                <a:lnTo>
                  <a:pt x="128610" y="385833"/>
                </a:lnTo>
                <a:lnTo>
                  <a:pt x="132285" y="385833"/>
                </a:lnTo>
                <a:lnTo>
                  <a:pt x="135960" y="385833"/>
                </a:lnTo>
                <a:lnTo>
                  <a:pt x="139634" y="385833"/>
                </a:lnTo>
                <a:lnTo>
                  <a:pt x="143309" y="385833"/>
                </a:lnTo>
                <a:lnTo>
                  <a:pt x="146983" y="385833"/>
                </a:lnTo>
                <a:lnTo>
                  <a:pt x="150658" y="385833"/>
                </a:lnTo>
                <a:lnTo>
                  <a:pt x="154333" y="385833"/>
                </a:lnTo>
                <a:lnTo>
                  <a:pt x="158007" y="385833"/>
                </a:lnTo>
                <a:lnTo>
                  <a:pt x="161682" y="385833"/>
                </a:lnTo>
                <a:lnTo>
                  <a:pt x="165356" y="385833"/>
                </a:lnTo>
                <a:lnTo>
                  <a:pt x="169031" y="385833"/>
                </a:lnTo>
                <a:lnTo>
                  <a:pt x="172706" y="385833"/>
                </a:lnTo>
                <a:lnTo>
                  <a:pt x="176380" y="385833"/>
                </a:lnTo>
                <a:lnTo>
                  <a:pt x="180055" y="385833"/>
                </a:lnTo>
                <a:lnTo>
                  <a:pt x="183729" y="385833"/>
                </a:lnTo>
                <a:lnTo>
                  <a:pt x="187404" y="385833"/>
                </a:lnTo>
                <a:lnTo>
                  <a:pt x="191079" y="385833"/>
                </a:lnTo>
                <a:lnTo>
                  <a:pt x="194753" y="385833"/>
                </a:lnTo>
                <a:lnTo>
                  <a:pt x="198428" y="385833"/>
                </a:lnTo>
                <a:lnTo>
                  <a:pt x="202102" y="385833"/>
                </a:lnTo>
                <a:lnTo>
                  <a:pt x="205777" y="385833"/>
                </a:lnTo>
                <a:lnTo>
                  <a:pt x="209452" y="385833"/>
                </a:lnTo>
                <a:lnTo>
                  <a:pt x="213126" y="385833"/>
                </a:lnTo>
                <a:lnTo>
                  <a:pt x="216801" y="385833"/>
                </a:lnTo>
                <a:lnTo>
                  <a:pt x="220475" y="385833"/>
                </a:lnTo>
                <a:lnTo>
                  <a:pt x="224150" y="385833"/>
                </a:lnTo>
                <a:lnTo>
                  <a:pt x="227825" y="385833"/>
                </a:lnTo>
                <a:lnTo>
                  <a:pt x="231499" y="385833"/>
                </a:lnTo>
                <a:lnTo>
                  <a:pt x="235174" y="385833"/>
                </a:lnTo>
                <a:lnTo>
                  <a:pt x="238848" y="385833"/>
                </a:lnTo>
                <a:lnTo>
                  <a:pt x="242523" y="385833"/>
                </a:lnTo>
                <a:lnTo>
                  <a:pt x="246198" y="385833"/>
                </a:lnTo>
                <a:lnTo>
                  <a:pt x="249872" y="385833"/>
                </a:lnTo>
                <a:lnTo>
                  <a:pt x="253547" y="385833"/>
                </a:lnTo>
                <a:lnTo>
                  <a:pt x="257221" y="385833"/>
                </a:lnTo>
                <a:lnTo>
                  <a:pt x="260896" y="385833"/>
                </a:lnTo>
                <a:lnTo>
                  <a:pt x="264571" y="385833"/>
                </a:lnTo>
                <a:lnTo>
                  <a:pt x="268245" y="385833"/>
                </a:lnTo>
                <a:lnTo>
                  <a:pt x="271920" y="385833"/>
                </a:lnTo>
                <a:lnTo>
                  <a:pt x="275594" y="385833"/>
                </a:lnTo>
                <a:lnTo>
                  <a:pt x="279269" y="385833"/>
                </a:lnTo>
                <a:lnTo>
                  <a:pt x="282944" y="385833"/>
                </a:lnTo>
                <a:lnTo>
                  <a:pt x="286618" y="385833"/>
                </a:lnTo>
                <a:lnTo>
                  <a:pt x="290293" y="385833"/>
                </a:lnTo>
                <a:lnTo>
                  <a:pt x="293967" y="385833"/>
                </a:lnTo>
                <a:lnTo>
                  <a:pt x="297642" y="385833"/>
                </a:lnTo>
                <a:lnTo>
                  <a:pt x="301317" y="385833"/>
                </a:lnTo>
                <a:lnTo>
                  <a:pt x="304991" y="385833"/>
                </a:lnTo>
                <a:lnTo>
                  <a:pt x="308666" y="385833"/>
                </a:lnTo>
                <a:lnTo>
                  <a:pt x="312340" y="385833"/>
                </a:lnTo>
                <a:lnTo>
                  <a:pt x="316015" y="385833"/>
                </a:lnTo>
                <a:lnTo>
                  <a:pt x="319690" y="385833"/>
                </a:lnTo>
                <a:lnTo>
                  <a:pt x="323364" y="385833"/>
                </a:lnTo>
                <a:lnTo>
                  <a:pt x="327039" y="385833"/>
                </a:lnTo>
                <a:lnTo>
                  <a:pt x="330713" y="385833"/>
                </a:lnTo>
                <a:lnTo>
                  <a:pt x="334388" y="385833"/>
                </a:lnTo>
                <a:lnTo>
                  <a:pt x="338063" y="385833"/>
                </a:lnTo>
                <a:lnTo>
                  <a:pt x="341737" y="385833"/>
                </a:lnTo>
                <a:lnTo>
                  <a:pt x="345412" y="385833"/>
                </a:lnTo>
                <a:lnTo>
                  <a:pt x="349086" y="385833"/>
                </a:lnTo>
                <a:lnTo>
                  <a:pt x="352761" y="385833"/>
                </a:lnTo>
                <a:lnTo>
                  <a:pt x="356436" y="385833"/>
                </a:lnTo>
                <a:lnTo>
                  <a:pt x="360110" y="385833"/>
                </a:lnTo>
                <a:lnTo>
                  <a:pt x="363785" y="385832"/>
                </a:lnTo>
                <a:lnTo>
                  <a:pt x="367459" y="385832"/>
                </a:lnTo>
                <a:lnTo>
                  <a:pt x="371134" y="385831"/>
                </a:lnTo>
                <a:lnTo>
                  <a:pt x="374809" y="385828"/>
                </a:lnTo>
                <a:lnTo>
                  <a:pt x="378483" y="385823"/>
                </a:lnTo>
                <a:lnTo>
                  <a:pt x="382158" y="385813"/>
                </a:lnTo>
                <a:lnTo>
                  <a:pt x="385832" y="385796"/>
                </a:lnTo>
                <a:lnTo>
                  <a:pt x="389507" y="385767"/>
                </a:lnTo>
                <a:lnTo>
                  <a:pt x="393182" y="385722"/>
                </a:lnTo>
                <a:lnTo>
                  <a:pt x="396856" y="385655"/>
                </a:lnTo>
                <a:lnTo>
                  <a:pt x="400531" y="385561"/>
                </a:lnTo>
                <a:lnTo>
                  <a:pt x="404205" y="385437"/>
                </a:lnTo>
                <a:lnTo>
                  <a:pt x="407880" y="385286"/>
                </a:lnTo>
                <a:lnTo>
                  <a:pt x="411555" y="385117"/>
                </a:lnTo>
                <a:lnTo>
                  <a:pt x="415229" y="384941"/>
                </a:lnTo>
                <a:lnTo>
                  <a:pt x="418904" y="384774"/>
                </a:lnTo>
                <a:lnTo>
                  <a:pt x="422578" y="384630"/>
                </a:lnTo>
                <a:lnTo>
                  <a:pt x="426253" y="384522"/>
                </a:lnTo>
                <a:lnTo>
                  <a:pt x="429928" y="384452"/>
                </a:lnTo>
                <a:lnTo>
                  <a:pt x="433602" y="384418"/>
                </a:lnTo>
                <a:lnTo>
                  <a:pt x="437277" y="384406"/>
                </a:lnTo>
                <a:lnTo>
                  <a:pt x="440951" y="384395"/>
                </a:lnTo>
                <a:lnTo>
                  <a:pt x="444626" y="384364"/>
                </a:lnTo>
                <a:lnTo>
                  <a:pt x="448301" y="384292"/>
                </a:lnTo>
                <a:lnTo>
                  <a:pt x="451975" y="384163"/>
                </a:lnTo>
                <a:lnTo>
                  <a:pt x="455650" y="383971"/>
                </a:lnTo>
                <a:lnTo>
                  <a:pt x="459324" y="383717"/>
                </a:lnTo>
                <a:lnTo>
                  <a:pt x="462999" y="383411"/>
                </a:lnTo>
                <a:lnTo>
                  <a:pt x="466674" y="383069"/>
                </a:lnTo>
                <a:lnTo>
                  <a:pt x="470348" y="382701"/>
                </a:lnTo>
                <a:lnTo>
                  <a:pt x="474023" y="382313"/>
                </a:lnTo>
                <a:lnTo>
                  <a:pt x="477697" y="381900"/>
                </a:lnTo>
                <a:lnTo>
                  <a:pt x="481372" y="381452"/>
                </a:lnTo>
                <a:lnTo>
                  <a:pt x="485047" y="380955"/>
                </a:lnTo>
                <a:lnTo>
                  <a:pt x="488721" y="380395"/>
                </a:lnTo>
                <a:lnTo>
                  <a:pt x="492396" y="379756"/>
                </a:lnTo>
                <a:lnTo>
                  <a:pt x="496070" y="379025"/>
                </a:lnTo>
                <a:lnTo>
                  <a:pt x="499745" y="378183"/>
                </a:lnTo>
                <a:lnTo>
                  <a:pt x="503420" y="377203"/>
                </a:lnTo>
                <a:lnTo>
                  <a:pt x="507094" y="376048"/>
                </a:lnTo>
                <a:lnTo>
                  <a:pt x="510769" y="374675"/>
                </a:lnTo>
                <a:lnTo>
                  <a:pt x="514443" y="373043"/>
                </a:lnTo>
                <a:lnTo>
                  <a:pt x="518118" y="371122"/>
                </a:lnTo>
                <a:lnTo>
                  <a:pt x="521793" y="368894"/>
                </a:lnTo>
                <a:lnTo>
                  <a:pt x="525467" y="366407"/>
                </a:lnTo>
                <a:lnTo>
                  <a:pt x="529142" y="363719"/>
                </a:lnTo>
                <a:lnTo>
                  <a:pt x="532816" y="360893"/>
                </a:lnTo>
                <a:lnTo>
                  <a:pt x="536491" y="357978"/>
                </a:lnTo>
                <a:lnTo>
                  <a:pt x="540166" y="355002"/>
                </a:lnTo>
                <a:lnTo>
                  <a:pt x="543840" y="351959"/>
                </a:lnTo>
                <a:lnTo>
                  <a:pt x="547515" y="348821"/>
                </a:lnTo>
                <a:lnTo>
                  <a:pt x="551189" y="345540"/>
                </a:lnTo>
                <a:lnTo>
                  <a:pt x="554864" y="342068"/>
                </a:lnTo>
                <a:lnTo>
                  <a:pt x="558539" y="338369"/>
                </a:lnTo>
                <a:lnTo>
                  <a:pt x="562213" y="334429"/>
                </a:lnTo>
                <a:lnTo>
                  <a:pt x="565888" y="330255"/>
                </a:lnTo>
                <a:lnTo>
                  <a:pt x="569562" y="325874"/>
                </a:lnTo>
                <a:lnTo>
                  <a:pt x="573237" y="321324"/>
                </a:lnTo>
                <a:lnTo>
                  <a:pt x="576912" y="316637"/>
                </a:lnTo>
                <a:lnTo>
                  <a:pt x="580586" y="311832"/>
                </a:lnTo>
                <a:lnTo>
                  <a:pt x="584261" y="306911"/>
                </a:lnTo>
                <a:lnTo>
                  <a:pt x="587935" y="301862"/>
                </a:lnTo>
                <a:lnTo>
                  <a:pt x="591610" y="296660"/>
                </a:lnTo>
                <a:lnTo>
                  <a:pt x="595285" y="291276"/>
                </a:lnTo>
                <a:lnTo>
                  <a:pt x="598959" y="285676"/>
                </a:lnTo>
                <a:lnTo>
                  <a:pt x="602634" y="279812"/>
                </a:lnTo>
                <a:lnTo>
                  <a:pt x="606308" y="273616"/>
                </a:lnTo>
                <a:lnTo>
                  <a:pt x="609983" y="266996"/>
                </a:lnTo>
                <a:lnTo>
                  <a:pt x="613658" y="259842"/>
                </a:lnTo>
                <a:lnTo>
                  <a:pt x="617332" y="252046"/>
                </a:lnTo>
                <a:lnTo>
                  <a:pt x="621007" y="243541"/>
                </a:lnTo>
                <a:lnTo>
                  <a:pt x="624681" y="234323"/>
                </a:lnTo>
                <a:lnTo>
                  <a:pt x="628356" y="224486"/>
                </a:lnTo>
                <a:lnTo>
                  <a:pt x="632031" y="214215"/>
                </a:lnTo>
                <a:lnTo>
                  <a:pt x="635705" y="203766"/>
                </a:lnTo>
                <a:lnTo>
                  <a:pt x="639380" y="193431"/>
                </a:lnTo>
                <a:lnTo>
                  <a:pt x="643054" y="183497"/>
                </a:lnTo>
                <a:lnTo>
                  <a:pt x="646729" y="174119"/>
                </a:lnTo>
                <a:lnTo>
                  <a:pt x="650404" y="165352"/>
                </a:lnTo>
                <a:lnTo>
                  <a:pt x="654078" y="157148"/>
                </a:lnTo>
                <a:lnTo>
                  <a:pt x="657753" y="149379"/>
                </a:lnTo>
                <a:lnTo>
                  <a:pt x="661427" y="141877"/>
                </a:lnTo>
                <a:lnTo>
                  <a:pt x="665102" y="134468"/>
                </a:lnTo>
                <a:lnTo>
                  <a:pt x="668777" y="127022"/>
                </a:lnTo>
                <a:lnTo>
                  <a:pt x="672451" y="119479"/>
                </a:lnTo>
                <a:lnTo>
                  <a:pt x="676126" y="111868"/>
                </a:lnTo>
                <a:lnTo>
                  <a:pt x="679800" y="104303"/>
                </a:lnTo>
                <a:lnTo>
                  <a:pt x="683475" y="96952"/>
                </a:lnTo>
                <a:lnTo>
                  <a:pt x="687150" y="89999"/>
                </a:lnTo>
                <a:lnTo>
                  <a:pt x="690824" y="83595"/>
                </a:lnTo>
                <a:lnTo>
                  <a:pt x="694499" y="77824"/>
                </a:lnTo>
                <a:lnTo>
                  <a:pt x="698173" y="72689"/>
                </a:lnTo>
                <a:lnTo>
                  <a:pt x="701848" y="68164"/>
                </a:lnTo>
                <a:lnTo>
                  <a:pt x="705523" y="64125"/>
                </a:lnTo>
                <a:lnTo>
                  <a:pt x="709197" y="60489"/>
                </a:lnTo>
                <a:lnTo>
                  <a:pt x="712872" y="57194"/>
                </a:lnTo>
                <a:lnTo>
                  <a:pt x="716546" y="54187"/>
                </a:lnTo>
                <a:lnTo>
                  <a:pt x="720221" y="51400"/>
                </a:lnTo>
                <a:lnTo>
                  <a:pt x="723896" y="48730"/>
                </a:lnTo>
                <a:lnTo>
                  <a:pt x="727570" y="46035"/>
                </a:lnTo>
                <a:lnTo>
                  <a:pt x="731245" y="43148"/>
                </a:lnTo>
                <a:lnTo>
                  <a:pt x="734919" y="39905"/>
                </a:lnTo>
                <a:lnTo>
                  <a:pt x="738594" y="36191"/>
                </a:lnTo>
                <a:lnTo>
                  <a:pt x="742269" y="31970"/>
                </a:lnTo>
                <a:lnTo>
                  <a:pt x="745943" y="27311"/>
                </a:lnTo>
                <a:lnTo>
                  <a:pt x="749618" y="22379"/>
                </a:lnTo>
                <a:lnTo>
                  <a:pt x="753292" y="17409"/>
                </a:lnTo>
                <a:lnTo>
                  <a:pt x="756967" y="12665"/>
                </a:lnTo>
                <a:lnTo>
                  <a:pt x="760642" y="8423"/>
                </a:lnTo>
                <a:lnTo>
                  <a:pt x="764316" y="4908"/>
                </a:lnTo>
                <a:lnTo>
                  <a:pt x="767991" y="2258"/>
                </a:lnTo>
                <a:lnTo>
                  <a:pt x="771665" y="591"/>
                </a:lnTo>
                <a:lnTo>
                  <a:pt x="775340" y="0"/>
                </a:lnTo>
                <a:lnTo>
                  <a:pt x="779015" y="562"/>
                </a:lnTo>
                <a:lnTo>
                  <a:pt x="782689" y="2348"/>
                </a:lnTo>
                <a:lnTo>
                  <a:pt x="786364" y="5423"/>
                </a:lnTo>
                <a:lnTo>
                  <a:pt x="790038" y="9852"/>
                </a:lnTo>
                <a:lnTo>
                  <a:pt x="793713" y="15699"/>
                </a:lnTo>
                <a:lnTo>
                  <a:pt x="797388" y="23014"/>
                </a:lnTo>
                <a:lnTo>
                  <a:pt x="801062" y="31811"/>
                </a:lnTo>
                <a:lnTo>
                  <a:pt x="804737" y="42038"/>
                </a:lnTo>
                <a:lnTo>
                  <a:pt x="808411" y="53539"/>
                </a:lnTo>
                <a:lnTo>
                  <a:pt x="812086" y="66030"/>
                </a:lnTo>
                <a:lnTo>
                  <a:pt x="815761" y="79099"/>
                </a:lnTo>
                <a:lnTo>
                  <a:pt x="819435" y="92232"/>
                </a:lnTo>
                <a:lnTo>
                  <a:pt x="823110" y="104835"/>
                </a:lnTo>
                <a:lnTo>
                  <a:pt x="826784" y="116462"/>
                </a:lnTo>
                <a:lnTo>
                  <a:pt x="830459" y="126838"/>
                </a:lnTo>
                <a:lnTo>
                  <a:pt x="834134" y="135895"/>
                </a:lnTo>
                <a:lnTo>
                  <a:pt x="837808" y="143769"/>
                </a:lnTo>
                <a:lnTo>
                  <a:pt x="841483" y="150756"/>
                </a:lnTo>
                <a:lnTo>
                  <a:pt x="845157" y="157240"/>
                </a:lnTo>
                <a:lnTo>
                  <a:pt x="848832" y="163619"/>
                </a:lnTo>
                <a:lnTo>
                  <a:pt x="852507" y="170240"/>
                </a:lnTo>
                <a:lnTo>
                  <a:pt x="856181" y="177357"/>
                </a:lnTo>
                <a:lnTo>
                  <a:pt x="859856" y="185112"/>
                </a:lnTo>
                <a:lnTo>
                  <a:pt x="863530" y="193533"/>
                </a:lnTo>
                <a:lnTo>
                  <a:pt x="867205" y="202540"/>
                </a:lnTo>
                <a:lnTo>
                  <a:pt x="870880" y="211961"/>
                </a:lnTo>
                <a:lnTo>
                  <a:pt x="874554" y="221561"/>
                </a:lnTo>
                <a:lnTo>
                  <a:pt x="878229" y="231073"/>
                </a:lnTo>
                <a:lnTo>
                  <a:pt x="881903" y="240213"/>
                </a:lnTo>
                <a:lnTo>
                  <a:pt x="885578" y="248805"/>
                </a:lnTo>
                <a:lnTo>
                  <a:pt x="889253" y="256785"/>
                </a:lnTo>
                <a:lnTo>
                  <a:pt x="892927" y="264186"/>
                </a:lnTo>
                <a:lnTo>
                  <a:pt x="896602" y="271122"/>
                </a:lnTo>
                <a:lnTo>
                  <a:pt x="900276" y="277745"/>
                </a:lnTo>
                <a:lnTo>
                  <a:pt x="903951" y="284196"/>
                </a:lnTo>
                <a:lnTo>
                  <a:pt x="907626" y="290566"/>
                </a:lnTo>
                <a:lnTo>
                  <a:pt x="911300" y="296877"/>
                </a:lnTo>
                <a:lnTo>
                  <a:pt x="914975" y="303077"/>
                </a:lnTo>
                <a:lnTo>
                  <a:pt x="918649" y="309064"/>
                </a:lnTo>
                <a:lnTo>
                  <a:pt x="922324" y="314715"/>
                </a:lnTo>
                <a:lnTo>
                  <a:pt x="925999" y="319924"/>
                </a:lnTo>
                <a:lnTo>
                  <a:pt x="929673" y="324627"/>
                </a:lnTo>
                <a:lnTo>
                  <a:pt x="933348" y="328820"/>
                </a:lnTo>
                <a:lnTo>
                  <a:pt x="937022" y="332554"/>
                </a:lnTo>
                <a:lnTo>
                  <a:pt x="940697" y="335908"/>
                </a:lnTo>
                <a:lnTo>
                  <a:pt x="944372" y="338990"/>
                </a:lnTo>
                <a:lnTo>
                  <a:pt x="948046" y="341887"/>
                </a:lnTo>
                <a:lnTo>
                  <a:pt x="951721" y="344640"/>
                </a:lnTo>
                <a:lnTo>
                  <a:pt x="955395" y="347259"/>
                </a:lnTo>
                <a:lnTo>
                  <a:pt x="959070" y="349732"/>
                </a:lnTo>
                <a:lnTo>
                  <a:pt x="962745" y="352044"/>
                </a:lnTo>
                <a:lnTo>
                  <a:pt x="966419" y="354186"/>
                </a:lnTo>
                <a:lnTo>
                  <a:pt x="970094" y="356164"/>
                </a:lnTo>
                <a:lnTo>
                  <a:pt x="973768" y="357998"/>
                </a:lnTo>
                <a:lnTo>
                  <a:pt x="977443" y="359718"/>
                </a:lnTo>
                <a:lnTo>
                  <a:pt x="981118" y="361355"/>
                </a:lnTo>
                <a:lnTo>
                  <a:pt x="984792" y="362936"/>
                </a:lnTo>
                <a:lnTo>
                  <a:pt x="988467" y="364482"/>
                </a:lnTo>
                <a:lnTo>
                  <a:pt x="992141" y="366008"/>
                </a:lnTo>
                <a:lnTo>
                  <a:pt x="995816" y="367517"/>
                </a:lnTo>
                <a:lnTo>
                  <a:pt x="999491" y="369008"/>
                </a:lnTo>
                <a:lnTo>
                  <a:pt x="1003165" y="370467"/>
                </a:lnTo>
                <a:lnTo>
                  <a:pt x="1006840" y="371879"/>
                </a:lnTo>
                <a:lnTo>
                  <a:pt x="1010514" y="373228"/>
                </a:lnTo>
                <a:lnTo>
                  <a:pt x="1014189" y="374500"/>
                </a:lnTo>
                <a:lnTo>
                  <a:pt x="1017864" y="375690"/>
                </a:lnTo>
                <a:lnTo>
                  <a:pt x="1021538" y="376801"/>
                </a:lnTo>
                <a:lnTo>
                  <a:pt x="1025213" y="377843"/>
                </a:lnTo>
                <a:lnTo>
                  <a:pt x="1028887" y="378828"/>
                </a:lnTo>
                <a:lnTo>
                  <a:pt x="1032562" y="379764"/>
                </a:lnTo>
                <a:lnTo>
                  <a:pt x="1036237" y="380655"/>
                </a:lnTo>
                <a:lnTo>
                  <a:pt x="1039911" y="381492"/>
                </a:lnTo>
                <a:lnTo>
                  <a:pt x="1043586" y="382260"/>
                </a:lnTo>
                <a:lnTo>
                  <a:pt x="1047260" y="382938"/>
                </a:lnTo>
                <a:lnTo>
                  <a:pt x="1050935" y="383507"/>
                </a:lnTo>
                <a:lnTo>
                  <a:pt x="1054610" y="383955"/>
                </a:lnTo>
                <a:lnTo>
                  <a:pt x="1058284" y="384281"/>
                </a:lnTo>
                <a:lnTo>
                  <a:pt x="1061959" y="384496"/>
                </a:lnTo>
                <a:lnTo>
                  <a:pt x="1065633" y="384631"/>
                </a:lnTo>
                <a:lnTo>
                  <a:pt x="1069308" y="384718"/>
                </a:lnTo>
                <a:lnTo>
                  <a:pt x="1072983" y="384787"/>
                </a:lnTo>
                <a:lnTo>
                  <a:pt x="1076657" y="384860"/>
                </a:lnTo>
                <a:lnTo>
                  <a:pt x="1080332" y="384949"/>
                </a:lnTo>
                <a:lnTo>
                  <a:pt x="1084006" y="385058"/>
                </a:lnTo>
                <a:lnTo>
                  <a:pt x="1087681" y="385182"/>
                </a:lnTo>
                <a:lnTo>
                  <a:pt x="1091356" y="385311"/>
                </a:lnTo>
                <a:lnTo>
                  <a:pt x="1095030" y="385435"/>
                </a:lnTo>
                <a:lnTo>
                  <a:pt x="1098705" y="385544"/>
                </a:lnTo>
                <a:lnTo>
                  <a:pt x="1102379" y="385635"/>
                </a:lnTo>
                <a:lnTo>
                  <a:pt x="1106054" y="385704"/>
                </a:lnTo>
                <a:lnTo>
                  <a:pt x="1109729" y="385754"/>
                </a:lnTo>
                <a:lnTo>
                  <a:pt x="1113403" y="385787"/>
                </a:lnTo>
                <a:lnTo>
                  <a:pt x="1117078" y="385808"/>
                </a:lnTo>
                <a:lnTo>
                  <a:pt x="1120752" y="385820"/>
                </a:lnTo>
                <a:lnTo>
                  <a:pt x="1124427" y="385826"/>
                </a:lnTo>
                <a:lnTo>
                  <a:pt x="1128102" y="385830"/>
                </a:lnTo>
                <a:lnTo>
                  <a:pt x="1131776" y="385831"/>
                </a:lnTo>
                <a:lnTo>
                  <a:pt x="1135451" y="385832"/>
                </a:lnTo>
                <a:lnTo>
                  <a:pt x="1139125" y="385832"/>
                </a:lnTo>
                <a:lnTo>
                  <a:pt x="1142800" y="385833"/>
                </a:lnTo>
                <a:lnTo>
                  <a:pt x="1146475" y="385833"/>
                </a:lnTo>
                <a:lnTo>
                  <a:pt x="1150149" y="385833"/>
                </a:lnTo>
                <a:lnTo>
                  <a:pt x="1153824" y="385833"/>
                </a:lnTo>
                <a:lnTo>
                  <a:pt x="1157498" y="385833"/>
                </a:lnTo>
                <a:lnTo>
                  <a:pt x="1161173" y="385833"/>
                </a:lnTo>
                <a:lnTo>
                  <a:pt x="1164848" y="385833"/>
                </a:lnTo>
                <a:lnTo>
                  <a:pt x="1168522" y="385833"/>
                </a:lnTo>
                <a:lnTo>
                  <a:pt x="1172197" y="385833"/>
                </a:lnTo>
                <a:lnTo>
                  <a:pt x="1175871" y="385833"/>
                </a:lnTo>
                <a:lnTo>
                  <a:pt x="1179546" y="385833"/>
                </a:lnTo>
                <a:lnTo>
                  <a:pt x="1183221" y="385833"/>
                </a:lnTo>
                <a:lnTo>
                  <a:pt x="1186895" y="385833"/>
                </a:lnTo>
                <a:lnTo>
                  <a:pt x="1190570" y="385833"/>
                </a:lnTo>
                <a:lnTo>
                  <a:pt x="1194244" y="385833"/>
                </a:lnTo>
                <a:lnTo>
                  <a:pt x="1197919" y="385833"/>
                </a:lnTo>
                <a:lnTo>
                  <a:pt x="1201594" y="385833"/>
                </a:lnTo>
                <a:lnTo>
                  <a:pt x="1205268" y="385833"/>
                </a:lnTo>
                <a:lnTo>
                  <a:pt x="1208943" y="385833"/>
                </a:lnTo>
                <a:lnTo>
                  <a:pt x="1212617" y="385833"/>
                </a:lnTo>
                <a:lnTo>
                  <a:pt x="1216292" y="385833"/>
                </a:lnTo>
                <a:lnTo>
                  <a:pt x="1219967" y="385833"/>
                </a:lnTo>
                <a:lnTo>
                  <a:pt x="1223641" y="385833"/>
                </a:lnTo>
                <a:lnTo>
                  <a:pt x="1227316" y="385833"/>
                </a:lnTo>
                <a:lnTo>
                  <a:pt x="1230990" y="385833"/>
                </a:lnTo>
                <a:lnTo>
                  <a:pt x="1234665" y="385833"/>
                </a:lnTo>
                <a:lnTo>
                  <a:pt x="1238340" y="385833"/>
                </a:lnTo>
                <a:lnTo>
                  <a:pt x="1242014" y="385833"/>
                </a:lnTo>
                <a:lnTo>
                  <a:pt x="1245689" y="385833"/>
                </a:lnTo>
                <a:lnTo>
                  <a:pt x="1249363" y="385833"/>
                </a:lnTo>
                <a:lnTo>
                  <a:pt x="1253038" y="385833"/>
                </a:lnTo>
                <a:lnTo>
                  <a:pt x="1256713" y="385833"/>
                </a:lnTo>
                <a:lnTo>
                  <a:pt x="1260387" y="385833"/>
                </a:lnTo>
                <a:lnTo>
                  <a:pt x="1264062" y="385833"/>
                </a:lnTo>
                <a:lnTo>
                  <a:pt x="1267736" y="385833"/>
                </a:lnTo>
                <a:lnTo>
                  <a:pt x="1271411" y="385833"/>
                </a:lnTo>
                <a:lnTo>
                  <a:pt x="1275086" y="385833"/>
                </a:lnTo>
                <a:lnTo>
                  <a:pt x="1278760" y="385833"/>
                </a:lnTo>
                <a:lnTo>
                  <a:pt x="1282435" y="385833"/>
                </a:lnTo>
                <a:lnTo>
                  <a:pt x="1286109" y="385833"/>
                </a:lnTo>
                <a:lnTo>
                  <a:pt x="1289784" y="385833"/>
                </a:lnTo>
                <a:lnTo>
                  <a:pt x="1293459" y="385833"/>
                </a:lnTo>
                <a:lnTo>
                  <a:pt x="1297133" y="385833"/>
                </a:lnTo>
                <a:lnTo>
                  <a:pt x="1300808" y="385833"/>
                </a:lnTo>
                <a:lnTo>
                  <a:pt x="1304482" y="385833"/>
                </a:lnTo>
                <a:lnTo>
                  <a:pt x="1308157" y="385833"/>
                </a:lnTo>
                <a:lnTo>
                  <a:pt x="1311832" y="385833"/>
                </a:lnTo>
                <a:lnTo>
                  <a:pt x="1315506" y="385833"/>
                </a:lnTo>
                <a:lnTo>
                  <a:pt x="1319181" y="385833"/>
                </a:lnTo>
                <a:lnTo>
                  <a:pt x="1322855" y="385833"/>
                </a:lnTo>
                <a:lnTo>
                  <a:pt x="1326530" y="385833"/>
                </a:lnTo>
                <a:lnTo>
                  <a:pt x="1330205" y="385833"/>
                </a:lnTo>
                <a:lnTo>
                  <a:pt x="1333879" y="385833"/>
                </a:lnTo>
                <a:lnTo>
                  <a:pt x="1337554" y="385833"/>
                </a:lnTo>
                <a:lnTo>
                  <a:pt x="1341228" y="385833"/>
                </a:lnTo>
                <a:lnTo>
                  <a:pt x="1344903" y="385833"/>
                </a:lnTo>
                <a:lnTo>
                  <a:pt x="1348577" y="385833"/>
                </a:lnTo>
                <a:lnTo>
                  <a:pt x="1352252" y="385833"/>
                </a:lnTo>
                <a:lnTo>
                  <a:pt x="1355927" y="385833"/>
                </a:lnTo>
                <a:lnTo>
                  <a:pt x="1359601" y="385833"/>
                </a:lnTo>
                <a:lnTo>
                  <a:pt x="1363276" y="385833"/>
                </a:lnTo>
                <a:lnTo>
                  <a:pt x="1366950" y="385833"/>
                </a:lnTo>
                <a:lnTo>
                  <a:pt x="1370625" y="385833"/>
                </a:lnTo>
                <a:lnTo>
                  <a:pt x="1374300" y="385833"/>
                </a:lnTo>
                <a:lnTo>
                  <a:pt x="1377974" y="385833"/>
                </a:lnTo>
                <a:lnTo>
                  <a:pt x="1381649" y="385833"/>
                </a:lnTo>
                <a:lnTo>
                  <a:pt x="1385323" y="385833"/>
                </a:lnTo>
                <a:lnTo>
                  <a:pt x="1388998" y="385833"/>
                </a:lnTo>
                <a:lnTo>
                  <a:pt x="1392673" y="385833"/>
                </a:lnTo>
                <a:lnTo>
                  <a:pt x="1396347" y="385833"/>
                </a:lnTo>
                <a:lnTo>
                  <a:pt x="1400022" y="385833"/>
                </a:lnTo>
                <a:lnTo>
                  <a:pt x="1403696" y="385833"/>
                </a:lnTo>
                <a:lnTo>
                  <a:pt x="1407371" y="385833"/>
                </a:lnTo>
                <a:lnTo>
                  <a:pt x="1411046" y="385833"/>
                </a:lnTo>
                <a:lnTo>
                  <a:pt x="1414720" y="385833"/>
                </a:lnTo>
                <a:lnTo>
                  <a:pt x="1418395" y="385833"/>
                </a:lnTo>
                <a:lnTo>
                  <a:pt x="1422069" y="385833"/>
                </a:lnTo>
                <a:lnTo>
                  <a:pt x="1425744" y="385833"/>
                </a:lnTo>
                <a:lnTo>
                  <a:pt x="1429419" y="385833"/>
                </a:lnTo>
                <a:lnTo>
                  <a:pt x="1433093" y="385833"/>
                </a:lnTo>
                <a:lnTo>
                  <a:pt x="1436768" y="385833"/>
                </a:lnTo>
                <a:lnTo>
                  <a:pt x="1440442" y="385833"/>
                </a:lnTo>
                <a:lnTo>
                  <a:pt x="1444117" y="385833"/>
                </a:lnTo>
                <a:lnTo>
                  <a:pt x="1447792" y="385833"/>
                </a:lnTo>
                <a:lnTo>
                  <a:pt x="1451466" y="385833"/>
                </a:lnTo>
                <a:lnTo>
                  <a:pt x="1455141" y="385833"/>
                </a:lnTo>
                <a:lnTo>
                  <a:pt x="1458815" y="385833"/>
                </a:lnTo>
                <a:lnTo>
                  <a:pt x="1462490" y="385833"/>
                </a:lnTo>
                <a:lnTo>
                  <a:pt x="1466165" y="385833"/>
                </a:lnTo>
                <a:lnTo>
                  <a:pt x="1469839" y="385833"/>
                </a:lnTo>
                <a:lnTo>
                  <a:pt x="1473514" y="385833"/>
                </a:lnTo>
                <a:lnTo>
                  <a:pt x="1477188" y="385833"/>
                </a:lnTo>
                <a:lnTo>
                  <a:pt x="1480863" y="385833"/>
                </a:lnTo>
                <a:lnTo>
                  <a:pt x="1484538" y="385833"/>
                </a:lnTo>
                <a:lnTo>
                  <a:pt x="1488212" y="385833"/>
                </a:lnTo>
                <a:lnTo>
                  <a:pt x="1491887" y="385833"/>
                </a:lnTo>
                <a:lnTo>
                  <a:pt x="1495561" y="385833"/>
                </a:lnTo>
                <a:lnTo>
                  <a:pt x="1499236" y="385833"/>
                </a:lnTo>
                <a:lnTo>
                  <a:pt x="1502911" y="385833"/>
                </a:lnTo>
                <a:lnTo>
                  <a:pt x="1506585" y="385833"/>
                </a:lnTo>
                <a:lnTo>
                  <a:pt x="1510260" y="385833"/>
                </a:lnTo>
                <a:lnTo>
                  <a:pt x="1513934" y="385833"/>
                </a:lnTo>
                <a:lnTo>
                  <a:pt x="1517609" y="385833"/>
                </a:lnTo>
                <a:lnTo>
                  <a:pt x="1521284" y="385833"/>
                </a:lnTo>
                <a:lnTo>
                  <a:pt x="1524958" y="385833"/>
                </a:lnTo>
                <a:lnTo>
                  <a:pt x="1528633" y="385833"/>
                </a:lnTo>
                <a:lnTo>
                  <a:pt x="1532307" y="385833"/>
                </a:lnTo>
                <a:lnTo>
                  <a:pt x="1535982" y="385833"/>
                </a:lnTo>
                <a:lnTo>
                  <a:pt x="1539657" y="385833"/>
                </a:lnTo>
                <a:lnTo>
                  <a:pt x="1543331" y="385833"/>
                </a:lnTo>
                <a:lnTo>
                  <a:pt x="1547006" y="385833"/>
                </a:lnTo>
                <a:lnTo>
                  <a:pt x="1550680" y="385833"/>
                </a:lnTo>
                <a:lnTo>
                  <a:pt x="1554355" y="385833"/>
                </a:lnTo>
                <a:lnTo>
                  <a:pt x="1558030" y="385833"/>
                </a:lnTo>
                <a:lnTo>
                  <a:pt x="1561704" y="385833"/>
                </a:lnTo>
                <a:lnTo>
                  <a:pt x="1565379" y="385833"/>
                </a:lnTo>
                <a:lnTo>
                  <a:pt x="1569053" y="385833"/>
                </a:lnTo>
                <a:lnTo>
                  <a:pt x="1572728" y="385833"/>
                </a:lnTo>
                <a:lnTo>
                  <a:pt x="1576403" y="385833"/>
                </a:lnTo>
                <a:lnTo>
                  <a:pt x="1580077" y="385833"/>
                </a:lnTo>
                <a:lnTo>
                  <a:pt x="1583752" y="385833"/>
                </a:lnTo>
                <a:lnTo>
                  <a:pt x="1587426" y="385833"/>
                </a:lnTo>
                <a:lnTo>
                  <a:pt x="1591101" y="385833"/>
                </a:lnTo>
                <a:lnTo>
                  <a:pt x="1594776" y="385833"/>
                </a:lnTo>
                <a:lnTo>
                  <a:pt x="1598450" y="385833"/>
                </a:lnTo>
                <a:lnTo>
                  <a:pt x="1602125" y="385833"/>
                </a:lnTo>
                <a:lnTo>
                  <a:pt x="1605799" y="385833"/>
                </a:lnTo>
                <a:lnTo>
                  <a:pt x="1609474" y="385833"/>
                </a:lnTo>
                <a:lnTo>
                  <a:pt x="1613149" y="385833"/>
                </a:lnTo>
                <a:lnTo>
                  <a:pt x="1616823" y="385833"/>
                </a:lnTo>
                <a:lnTo>
                  <a:pt x="1620498" y="385833"/>
                </a:lnTo>
                <a:lnTo>
                  <a:pt x="1624172" y="385833"/>
                </a:lnTo>
                <a:lnTo>
                  <a:pt x="1627847" y="385833"/>
                </a:lnTo>
                <a:lnTo>
                  <a:pt x="1631522" y="385833"/>
                </a:lnTo>
                <a:lnTo>
                  <a:pt x="1635196" y="385833"/>
                </a:lnTo>
                <a:lnTo>
                  <a:pt x="1638871" y="385833"/>
                </a:lnTo>
                <a:lnTo>
                  <a:pt x="1642545" y="385833"/>
                </a:lnTo>
                <a:lnTo>
                  <a:pt x="1646220" y="385833"/>
                </a:lnTo>
                <a:lnTo>
                  <a:pt x="1649895" y="385833"/>
                </a:lnTo>
                <a:lnTo>
                  <a:pt x="1653569" y="385833"/>
                </a:lnTo>
                <a:lnTo>
                  <a:pt x="1657244" y="385833"/>
                </a:lnTo>
                <a:lnTo>
                  <a:pt x="1660918" y="385833"/>
                </a:lnTo>
                <a:lnTo>
                  <a:pt x="1664593" y="385833"/>
                </a:lnTo>
                <a:lnTo>
                  <a:pt x="1668268" y="385833"/>
                </a:lnTo>
                <a:lnTo>
                  <a:pt x="1671942" y="385833"/>
                </a:lnTo>
                <a:lnTo>
                  <a:pt x="1675617" y="385833"/>
                </a:lnTo>
                <a:lnTo>
                  <a:pt x="1679291" y="385833"/>
                </a:lnTo>
                <a:lnTo>
                  <a:pt x="1682966" y="385833"/>
                </a:lnTo>
                <a:lnTo>
                  <a:pt x="1686641" y="385833"/>
                </a:lnTo>
                <a:lnTo>
                  <a:pt x="1690315" y="385833"/>
                </a:lnTo>
                <a:lnTo>
                  <a:pt x="1693990" y="385833"/>
                </a:lnTo>
                <a:lnTo>
                  <a:pt x="1697664" y="385833"/>
                </a:lnTo>
                <a:lnTo>
                  <a:pt x="1701339" y="385833"/>
                </a:lnTo>
                <a:lnTo>
                  <a:pt x="1705014" y="385833"/>
                </a:lnTo>
                <a:lnTo>
                  <a:pt x="1708688" y="385833"/>
                </a:lnTo>
                <a:lnTo>
                  <a:pt x="1712363" y="385833"/>
                </a:lnTo>
                <a:lnTo>
                  <a:pt x="1716037" y="385833"/>
                </a:lnTo>
                <a:lnTo>
                  <a:pt x="1719712" y="385833"/>
                </a:lnTo>
                <a:lnTo>
                  <a:pt x="1723387" y="385833"/>
                </a:lnTo>
                <a:lnTo>
                  <a:pt x="1727061" y="385833"/>
                </a:lnTo>
                <a:lnTo>
                  <a:pt x="1730736" y="385833"/>
                </a:lnTo>
                <a:lnTo>
                  <a:pt x="1734410" y="385833"/>
                </a:lnTo>
                <a:lnTo>
                  <a:pt x="1738085" y="385833"/>
                </a:lnTo>
                <a:lnTo>
                  <a:pt x="1741760" y="385833"/>
                </a:lnTo>
                <a:lnTo>
                  <a:pt x="1745434" y="385833"/>
                </a:lnTo>
                <a:lnTo>
                  <a:pt x="1749109" y="385833"/>
                </a:lnTo>
                <a:lnTo>
                  <a:pt x="1752783" y="385833"/>
                </a:lnTo>
                <a:lnTo>
                  <a:pt x="1756458" y="385833"/>
                </a:lnTo>
                <a:lnTo>
                  <a:pt x="1760133" y="385833"/>
                </a:lnTo>
                <a:lnTo>
                  <a:pt x="1763807" y="385833"/>
                </a:lnTo>
                <a:lnTo>
                  <a:pt x="1767482" y="385833"/>
                </a:lnTo>
                <a:lnTo>
                  <a:pt x="1771156" y="385833"/>
                </a:lnTo>
                <a:lnTo>
                  <a:pt x="1774831" y="385833"/>
                </a:lnTo>
                <a:lnTo>
                  <a:pt x="1778506" y="385833"/>
                </a:lnTo>
                <a:lnTo>
                  <a:pt x="1782180" y="385833"/>
                </a:lnTo>
                <a:lnTo>
                  <a:pt x="1785855" y="385833"/>
                </a:lnTo>
                <a:lnTo>
                  <a:pt x="1789529" y="385833"/>
                </a:lnTo>
                <a:lnTo>
                  <a:pt x="1793204" y="385833"/>
                </a:lnTo>
                <a:lnTo>
                  <a:pt x="1796879" y="385833"/>
                </a:lnTo>
                <a:lnTo>
                  <a:pt x="1800553" y="385833"/>
                </a:lnTo>
                <a:lnTo>
                  <a:pt x="1804228" y="385833"/>
                </a:lnTo>
                <a:lnTo>
                  <a:pt x="1807902" y="385833"/>
                </a:lnTo>
                <a:lnTo>
                  <a:pt x="1811577" y="385833"/>
                </a:lnTo>
                <a:lnTo>
                  <a:pt x="1815252" y="385833"/>
                </a:lnTo>
                <a:lnTo>
                  <a:pt x="1818926" y="385833"/>
                </a:lnTo>
                <a:lnTo>
                  <a:pt x="1822601" y="385833"/>
                </a:lnTo>
                <a:lnTo>
                  <a:pt x="1826275" y="385833"/>
                </a:lnTo>
                <a:lnTo>
                  <a:pt x="1829950" y="385833"/>
                </a:lnTo>
                <a:lnTo>
                  <a:pt x="1833625" y="385833"/>
                </a:lnTo>
                <a:lnTo>
                  <a:pt x="1837299" y="385833"/>
                </a:lnTo>
                <a:lnTo>
                  <a:pt x="1840974" y="385833"/>
                </a:lnTo>
                <a:lnTo>
                  <a:pt x="1844648" y="385833"/>
                </a:lnTo>
                <a:lnTo>
                  <a:pt x="1848323" y="385833"/>
                </a:lnTo>
                <a:lnTo>
                  <a:pt x="1851998" y="385833"/>
                </a:lnTo>
                <a:lnTo>
                  <a:pt x="1855672" y="385833"/>
                </a:lnTo>
                <a:lnTo>
                  <a:pt x="1859347" y="385833"/>
                </a:lnTo>
                <a:lnTo>
                  <a:pt x="1863021" y="385833"/>
                </a:lnTo>
                <a:lnTo>
                  <a:pt x="1866696" y="385833"/>
                </a:lnTo>
                <a:lnTo>
                  <a:pt x="1870371" y="385833"/>
                </a:lnTo>
                <a:lnTo>
                  <a:pt x="1874045" y="385833"/>
                </a:lnTo>
                <a:lnTo>
                  <a:pt x="1877720" y="385833"/>
                </a:lnTo>
              </a:path>
            </a:pathLst>
          </a:custGeom>
          <a:ln w="27101" cap="flat">
            <a:solidFill>
              <a:srgbClr val="F8766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0" name="pg50"/>
          <p:cNvSpPr/>
          <p:nvPr/>
        </p:nvSpPr>
        <p:spPr>
          <a:xfrm>
            <a:off x="4548521" y="3290704"/>
            <a:ext cx="1877720" cy="191550"/>
          </a:xfrm>
          <a:custGeom>
            <a:avLst/>
            <a:gdLst/>
            <a:ahLst/>
            <a:cxnLst/>
            <a:rect l="0" t="0" r="0" b="0"/>
            <a:pathLst>
              <a:path w="1877720" h="191550">
                <a:moveTo>
                  <a:pt x="0" y="191506"/>
                </a:moveTo>
                <a:lnTo>
                  <a:pt x="3674" y="191495"/>
                </a:lnTo>
                <a:lnTo>
                  <a:pt x="7349" y="191482"/>
                </a:lnTo>
                <a:lnTo>
                  <a:pt x="11023" y="191468"/>
                </a:lnTo>
                <a:lnTo>
                  <a:pt x="14698" y="191452"/>
                </a:lnTo>
                <a:lnTo>
                  <a:pt x="18372" y="191434"/>
                </a:lnTo>
                <a:lnTo>
                  <a:pt x="22047" y="191415"/>
                </a:lnTo>
                <a:lnTo>
                  <a:pt x="25722" y="191394"/>
                </a:lnTo>
                <a:lnTo>
                  <a:pt x="29396" y="191373"/>
                </a:lnTo>
                <a:lnTo>
                  <a:pt x="33071" y="191350"/>
                </a:lnTo>
                <a:lnTo>
                  <a:pt x="36745" y="191327"/>
                </a:lnTo>
                <a:lnTo>
                  <a:pt x="40420" y="191304"/>
                </a:lnTo>
                <a:lnTo>
                  <a:pt x="44095" y="191281"/>
                </a:lnTo>
                <a:lnTo>
                  <a:pt x="47769" y="191257"/>
                </a:lnTo>
                <a:lnTo>
                  <a:pt x="51444" y="191233"/>
                </a:lnTo>
                <a:lnTo>
                  <a:pt x="55118" y="191209"/>
                </a:lnTo>
                <a:lnTo>
                  <a:pt x="58793" y="191185"/>
                </a:lnTo>
                <a:lnTo>
                  <a:pt x="62468" y="191160"/>
                </a:lnTo>
                <a:lnTo>
                  <a:pt x="66142" y="191134"/>
                </a:lnTo>
                <a:lnTo>
                  <a:pt x="69817" y="191107"/>
                </a:lnTo>
                <a:lnTo>
                  <a:pt x="73491" y="191079"/>
                </a:lnTo>
                <a:lnTo>
                  <a:pt x="77166" y="191049"/>
                </a:lnTo>
                <a:lnTo>
                  <a:pt x="80841" y="191018"/>
                </a:lnTo>
                <a:lnTo>
                  <a:pt x="84515" y="190986"/>
                </a:lnTo>
                <a:lnTo>
                  <a:pt x="88190" y="190953"/>
                </a:lnTo>
                <a:lnTo>
                  <a:pt x="91864" y="190919"/>
                </a:lnTo>
                <a:lnTo>
                  <a:pt x="95539" y="190885"/>
                </a:lnTo>
                <a:lnTo>
                  <a:pt x="99214" y="190853"/>
                </a:lnTo>
                <a:lnTo>
                  <a:pt x="102888" y="190821"/>
                </a:lnTo>
                <a:lnTo>
                  <a:pt x="106563" y="190791"/>
                </a:lnTo>
                <a:lnTo>
                  <a:pt x="110237" y="190763"/>
                </a:lnTo>
                <a:lnTo>
                  <a:pt x="113912" y="190738"/>
                </a:lnTo>
                <a:lnTo>
                  <a:pt x="117587" y="190714"/>
                </a:lnTo>
                <a:lnTo>
                  <a:pt x="121261" y="190691"/>
                </a:lnTo>
                <a:lnTo>
                  <a:pt x="124936" y="190669"/>
                </a:lnTo>
                <a:lnTo>
                  <a:pt x="128610" y="190646"/>
                </a:lnTo>
                <a:lnTo>
                  <a:pt x="132285" y="190621"/>
                </a:lnTo>
                <a:lnTo>
                  <a:pt x="135960" y="190593"/>
                </a:lnTo>
                <a:lnTo>
                  <a:pt x="139634" y="190559"/>
                </a:lnTo>
                <a:lnTo>
                  <a:pt x="143309" y="190517"/>
                </a:lnTo>
                <a:lnTo>
                  <a:pt x="146983" y="190466"/>
                </a:lnTo>
                <a:lnTo>
                  <a:pt x="150658" y="190405"/>
                </a:lnTo>
                <a:lnTo>
                  <a:pt x="154333" y="190333"/>
                </a:lnTo>
                <a:lnTo>
                  <a:pt x="158007" y="190249"/>
                </a:lnTo>
                <a:lnTo>
                  <a:pt x="161682" y="190151"/>
                </a:lnTo>
                <a:lnTo>
                  <a:pt x="165356" y="190041"/>
                </a:lnTo>
                <a:lnTo>
                  <a:pt x="169031" y="189917"/>
                </a:lnTo>
                <a:lnTo>
                  <a:pt x="172706" y="189778"/>
                </a:lnTo>
                <a:lnTo>
                  <a:pt x="176380" y="189628"/>
                </a:lnTo>
                <a:lnTo>
                  <a:pt x="180055" y="189467"/>
                </a:lnTo>
                <a:lnTo>
                  <a:pt x="183729" y="189294"/>
                </a:lnTo>
                <a:lnTo>
                  <a:pt x="187404" y="189113"/>
                </a:lnTo>
                <a:lnTo>
                  <a:pt x="191079" y="188922"/>
                </a:lnTo>
                <a:lnTo>
                  <a:pt x="194753" y="188724"/>
                </a:lnTo>
                <a:lnTo>
                  <a:pt x="198428" y="188519"/>
                </a:lnTo>
                <a:lnTo>
                  <a:pt x="202102" y="188306"/>
                </a:lnTo>
                <a:lnTo>
                  <a:pt x="205777" y="188088"/>
                </a:lnTo>
                <a:lnTo>
                  <a:pt x="209452" y="187864"/>
                </a:lnTo>
                <a:lnTo>
                  <a:pt x="213126" y="187636"/>
                </a:lnTo>
                <a:lnTo>
                  <a:pt x="216801" y="187403"/>
                </a:lnTo>
                <a:lnTo>
                  <a:pt x="220475" y="187166"/>
                </a:lnTo>
                <a:lnTo>
                  <a:pt x="224150" y="186925"/>
                </a:lnTo>
                <a:lnTo>
                  <a:pt x="227825" y="186680"/>
                </a:lnTo>
                <a:lnTo>
                  <a:pt x="231499" y="186431"/>
                </a:lnTo>
                <a:lnTo>
                  <a:pt x="235174" y="186179"/>
                </a:lnTo>
                <a:lnTo>
                  <a:pt x="238848" y="185923"/>
                </a:lnTo>
                <a:lnTo>
                  <a:pt x="242523" y="185665"/>
                </a:lnTo>
                <a:lnTo>
                  <a:pt x="246198" y="185404"/>
                </a:lnTo>
                <a:lnTo>
                  <a:pt x="249872" y="185141"/>
                </a:lnTo>
                <a:lnTo>
                  <a:pt x="253547" y="184877"/>
                </a:lnTo>
                <a:lnTo>
                  <a:pt x="257221" y="184612"/>
                </a:lnTo>
                <a:lnTo>
                  <a:pt x="260896" y="184347"/>
                </a:lnTo>
                <a:lnTo>
                  <a:pt x="264571" y="184081"/>
                </a:lnTo>
                <a:lnTo>
                  <a:pt x="268245" y="183816"/>
                </a:lnTo>
                <a:lnTo>
                  <a:pt x="271920" y="183550"/>
                </a:lnTo>
                <a:lnTo>
                  <a:pt x="275594" y="183285"/>
                </a:lnTo>
                <a:lnTo>
                  <a:pt x="279269" y="183017"/>
                </a:lnTo>
                <a:lnTo>
                  <a:pt x="282944" y="182746"/>
                </a:lnTo>
                <a:lnTo>
                  <a:pt x="286618" y="182469"/>
                </a:lnTo>
                <a:lnTo>
                  <a:pt x="290293" y="182184"/>
                </a:lnTo>
                <a:lnTo>
                  <a:pt x="293967" y="181888"/>
                </a:lnTo>
                <a:lnTo>
                  <a:pt x="297642" y="181575"/>
                </a:lnTo>
                <a:lnTo>
                  <a:pt x="301317" y="181240"/>
                </a:lnTo>
                <a:lnTo>
                  <a:pt x="304991" y="180880"/>
                </a:lnTo>
                <a:lnTo>
                  <a:pt x="308666" y="180492"/>
                </a:lnTo>
                <a:lnTo>
                  <a:pt x="312340" y="180072"/>
                </a:lnTo>
                <a:lnTo>
                  <a:pt x="316015" y="179619"/>
                </a:lnTo>
                <a:lnTo>
                  <a:pt x="319690" y="179131"/>
                </a:lnTo>
                <a:lnTo>
                  <a:pt x="323364" y="178608"/>
                </a:lnTo>
                <a:lnTo>
                  <a:pt x="327039" y="178050"/>
                </a:lnTo>
                <a:lnTo>
                  <a:pt x="330713" y="177458"/>
                </a:lnTo>
                <a:lnTo>
                  <a:pt x="334388" y="176837"/>
                </a:lnTo>
                <a:lnTo>
                  <a:pt x="338063" y="176194"/>
                </a:lnTo>
                <a:lnTo>
                  <a:pt x="341737" y="175533"/>
                </a:lnTo>
                <a:lnTo>
                  <a:pt x="345412" y="174859"/>
                </a:lnTo>
                <a:lnTo>
                  <a:pt x="349086" y="174176"/>
                </a:lnTo>
                <a:lnTo>
                  <a:pt x="352761" y="173490"/>
                </a:lnTo>
                <a:lnTo>
                  <a:pt x="356436" y="172802"/>
                </a:lnTo>
                <a:lnTo>
                  <a:pt x="360110" y="172115"/>
                </a:lnTo>
                <a:lnTo>
                  <a:pt x="363785" y="171427"/>
                </a:lnTo>
                <a:lnTo>
                  <a:pt x="367459" y="170735"/>
                </a:lnTo>
                <a:lnTo>
                  <a:pt x="371134" y="170034"/>
                </a:lnTo>
                <a:lnTo>
                  <a:pt x="374809" y="169318"/>
                </a:lnTo>
                <a:lnTo>
                  <a:pt x="378483" y="168579"/>
                </a:lnTo>
                <a:lnTo>
                  <a:pt x="382158" y="167807"/>
                </a:lnTo>
                <a:lnTo>
                  <a:pt x="385832" y="166992"/>
                </a:lnTo>
                <a:lnTo>
                  <a:pt x="389507" y="166125"/>
                </a:lnTo>
                <a:lnTo>
                  <a:pt x="393182" y="165193"/>
                </a:lnTo>
                <a:lnTo>
                  <a:pt x="396856" y="164178"/>
                </a:lnTo>
                <a:lnTo>
                  <a:pt x="400531" y="163080"/>
                </a:lnTo>
                <a:lnTo>
                  <a:pt x="404205" y="161894"/>
                </a:lnTo>
                <a:lnTo>
                  <a:pt x="407880" y="160617"/>
                </a:lnTo>
                <a:lnTo>
                  <a:pt x="411555" y="159247"/>
                </a:lnTo>
                <a:lnTo>
                  <a:pt x="415229" y="157786"/>
                </a:lnTo>
                <a:lnTo>
                  <a:pt x="418904" y="156237"/>
                </a:lnTo>
                <a:lnTo>
                  <a:pt x="422578" y="154607"/>
                </a:lnTo>
                <a:lnTo>
                  <a:pt x="426253" y="152898"/>
                </a:lnTo>
                <a:lnTo>
                  <a:pt x="429928" y="151120"/>
                </a:lnTo>
                <a:lnTo>
                  <a:pt x="433602" y="149291"/>
                </a:lnTo>
                <a:lnTo>
                  <a:pt x="437277" y="147420"/>
                </a:lnTo>
                <a:lnTo>
                  <a:pt x="440951" y="145517"/>
                </a:lnTo>
                <a:lnTo>
                  <a:pt x="444626" y="143591"/>
                </a:lnTo>
                <a:lnTo>
                  <a:pt x="448301" y="141649"/>
                </a:lnTo>
                <a:lnTo>
                  <a:pt x="451975" y="139698"/>
                </a:lnTo>
                <a:lnTo>
                  <a:pt x="455650" y="137742"/>
                </a:lnTo>
                <a:lnTo>
                  <a:pt x="459324" y="135782"/>
                </a:lnTo>
                <a:lnTo>
                  <a:pt x="462999" y="133820"/>
                </a:lnTo>
                <a:lnTo>
                  <a:pt x="466674" y="131852"/>
                </a:lnTo>
                <a:lnTo>
                  <a:pt x="470348" y="129878"/>
                </a:lnTo>
                <a:lnTo>
                  <a:pt x="474023" y="127892"/>
                </a:lnTo>
                <a:lnTo>
                  <a:pt x="477697" y="125891"/>
                </a:lnTo>
                <a:lnTo>
                  <a:pt x="481372" y="123871"/>
                </a:lnTo>
                <a:lnTo>
                  <a:pt x="485047" y="121828"/>
                </a:lnTo>
                <a:lnTo>
                  <a:pt x="488721" y="119759"/>
                </a:lnTo>
                <a:lnTo>
                  <a:pt x="492396" y="117658"/>
                </a:lnTo>
                <a:lnTo>
                  <a:pt x="496070" y="115529"/>
                </a:lnTo>
                <a:lnTo>
                  <a:pt x="499745" y="113373"/>
                </a:lnTo>
                <a:lnTo>
                  <a:pt x="503420" y="111191"/>
                </a:lnTo>
                <a:lnTo>
                  <a:pt x="507094" y="108989"/>
                </a:lnTo>
                <a:lnTo>
                  <a:pt x="510769" y="106770"/>
                </a:lnTo>
                <a:lnTo>
                  <a:pt x="514443" y="104539"/>
                </a:lnTo>
                <a:lnTo>
                  <a:pt x="518118" y="102304"/>
                </a:lnTo>
                <a:lnTo>
                  <a:pt x="521793" y="100069"/>
                </a:lnTo>
                <a:lnTo>
                  <a:pt x="525467" y="97842"/>
                </a:lnTo>
                <a:lnTo>
                  <a:pt x="529142" y="95628"/>
                </a:lnTo>
                <a:lnTo>
                  <a:pt x="532816" y="93429"/>
                </a:lnTo>
                <a:lnTo>
                  <a:pt x="536491" y="91247"/>
                </a:lnTo>
                <a:lnTo>
                  <a:pt x="540166" y="89083"/>
                </a:lnTo>
                <a:lnTo>
                  <a:pt x="543840" y="86934"/>
                </a:lnTo>
                <a:lnTo>
                  <a:pt x="547515" y="84798"/>
                </a:lnTo>
                <a:lnTo>
                  <a:pt x="551189" y="82672"/>
                </a:lnTo>
                <a:lnTo>
                  <a:pt x="554864" y="80551"/>
                </a:lnTo>
                <a:lnTo>
                  <a:pt x="558539" y="78428"/>
                </a:lnTo>
                <a:lnTo>
                  <a:pt x="562213" y="76299"/>
                </a:lnTo>
                <a:lnTo>
                  <a:pt x="565888" y="74161"/>
                </a:lnTo>
                <a:lnTo>
                  <a:pt x="569562" y="72011"/>
                </a:lnTo>
                <a:lnTo>
                  <a:pt x="573237" y="69848"/>
                </a:lnTo>
                <a:lnTo>
                  <a:pt x="576912" y="67673"/>
                </a:lnTo>
                <a:lnTo>
                  <a:pt x="580586" y="65487"/>
                </a:lnTo>
                <a:lnTo>
                  <a:pt x="584261" y="63294"/>
                </a:lnTo>
                <a:lnTo>
                  <a:pt x="587935" y="61095"/>
                </a:lnTo>
                <a:lnTo>
                  <a:pt x="591610" y="58897"/>
                </a:lnTo>
                <a:lnTo>
                  <a:pt x="595285" y="56702"/>
                </a:lnTo>
                <a:lnTo>
                  <a:pt x="598959" y="54513"/>
                </a:lnTo>
                <a:lnTo>
                  <a:pt x="602634" y="52334"/>
                </a:lnTo>
                <a:lnTo>
                  <a:pt x="606308" y="50165"/>
                </a:lnTo>
                <a:lnTo>
                  <a:pt x="609983" y="48007"/>
                </a:lnTo>
                <a:lnTo>
                  <a:pt x="613658" y="45861"/>
                </a:lnTo>
                <a:lnTo>
                  <a:pt x="617332" y="43725"/>
                </a:lnTo>
                <a:lnTo>
                  <a:pt x="621007" y="41603"/>
                </a:lnTo>
                <a:lnTo>
                  <a:pt x="624681" y="39491"/>
                </a:lnTo>
                <a:lnTo>
                  <a:pt x="628356" y="37391"/>
                </a:lnTo>
                <a:lnTo>
                  <a:pt x="632031" y="35303"/>
                </a:lnTo>
                <a:lnTo>
                  <a:pt x="635705" y="33229"/>
                </a:lnTo>
                <a:lnTo>
                  <a:pt x="639380" y="31173"/>
                </a:lnTo>
                <a:lnTo>
                  <a:pt x="643054" y="29137"/>
                </a:lnTo>
                <a:lnTo>
                  <a:pt x="646729" y="27128"/>
                </a:lnTo>
                <a:lnTo>
                  <a:pt x="650404" y="25152"/>
                </a:lnTo>
                <a:lnTo>
                  <a:pt x="654078" y="23222"/>
                </a:lnTo>
                <a:lnTo>
                  <a:pt x="657753" y="21345"/>
                </a:lnTo>
                <a:lnTo>
                  <a:pt x="661427" y="19529"/>
                </a:lnTo>
                <a:lnTo>
                  <a:pt x="665102" y="17785"/>
                </a:lnTo>
                <a:lnTo>
                  <a:pt x="668777" y="16124"/>
                </a:lnTo>
                <a:lnTo>
                  <a:pt x="672451" y="14556"/>
                </a:lnTo>
                <a:lnTo>
                  <a:pt x="676126" y="13092"/>
                </a:lnTo>
                <a:lnTo>
                  <a:pt x="679800" y="11740"/>
                </a:lnTo>
                <a:lnTo>
                  <a:pt x="683475" y="10514"/>
                </a:lnTo>
                <a:lnTo>
                  <a:pt x="687150" y="9422"/>
                </a:lnTo>
                <a:lnTo>
                  <a:pt x="690824" y="8452"/>
                </a:lnTo>
                <a:lnTo>
                  <a:pt x="694499" y="7601"/>
                </a:lnTo>
                <a:lnTo>
                  <a:pt x="698173" y="6860"/>
                </a:lnTo>
                <a:lnTo>
                  <a:pt x="701848" y="6220"/>
                </a:lnTo>
                <a:lnTo>
                  <a:pt x="705523" y="5667"/>
                </a:lnTo>
                <a:lnTo>
                  <a:pt x="709197" y="5184"/>
                </a:lnTo>
                <a:lnTo>
                  <a:pt x="712872" y="4756"/>
                </a:lnTo>
                <a:lnTo>
                  <a:pt x="716546" y="4366"/>
                </a:lnTo>
                <a:lnTo>
                  <a:pt x="720221" y="3991"/>
                </a:lnTo>
                <a:lnTo>
                  <a:pt x="723896" y="3619"/>
                </a:lnTo>
                <a:lnTo>
                  <a:pt x="727570" y="3238"/>
                </a:lnTo>
                <a:lnTo>
                  <a:pt x="731245" y="2844"/>
                </a:lnTo>
                <a:lnTo>
                  <a:pt x="734919" y="2435"/>
                </a:lnTo>
                <a:lnTo>
                  <a:pt x="738594" y="2015"/>
                </a:lnTo>
                <a:lnTo>
                  <a:pt x="742269" y="1591"/>
                </a:lnTo>
                <a:lnTo>
                  <a:pt x="745943" y="1178"/>
                </a:lnTo>
                <a:lnTo>
                  <a:pt x="749618" y="797"/>
                </a:lnTo>
                <a:lnTo>
                  <a:pt x="753292" y="469"/>
                </a:lnTo>
                <a:lnTo>
                  <a:pt x="756967" y="214"/>
                </a:lnTo>
                <a:lnTo>
                  <a:pt x="760642" y="51"/>
                </a:lnTo>
                <a:lnTo>
                  <a:pt x="764316" y="0"/>
                </a:lnTo>
                <a:lnTo>
                  <a:pt x="767991" y="74"/>
                </a:lnTo>
                <a:lnTo>
                  <a:pt x="771665" y="286"/>
                </a:lnTo>
                <a:lnTo>
                  <a:pt x="775340" y="644"/>
                </a:lnTo>
                <a:lnTo>
                  <a:pt x="779015" y="1155"/>
                </a:lnTo>
                <a:lnTo>
                  <a:pt x="782689" y="1827"/>
                </a:lnTo>
                <a:lnTo>
                  <a:pt x="786364" y="2634"/>
                </a:lnTo>
                <a:lnTo>
                  <a:pt x="790038" y="3565"/>
                </a:lnTo>
                <a:lnTo>
                  <a:pt x="793713" y="4604"/>
                </a:lnTo>
                <a:lnTo>
                  <a:pt x="797388" y="5736"/>
                </a:lnTo>
                <a:lnTo>
                  <a:pt x="801062" y="6946"/>
                </a:lnTo>
                <a:lnTo>
                  <a:pt x="804737" y="8217"/>
                </a:lnTo>
                <a:lnTo>
                  <a:pt x="808411" y="9535"/>
                </a:lnTo>
                <a:lnTo>
                  <a:pt x="812086" y="10891"/>
                </a:lnTo>
                <a:lnTo>
                  <a:pt x="815761" y="12274"/>
                </a:lnTo>
                <a:lnTo>
                  <a:pt x="819435" y="13677"/>
                </a:lnTo>
                <a:lnTo>
                  <a:pt x="823110" y="15098"/>
                </a:lnTo>
                <a:lnTo>
                  <a:pt x="826784" y="16539"/>
                </a:lnTo>
                <a:lnTo>
                  <a:pt x="830459" y="18002"/>
                </a:lnTo>
                <a:lnTo>
                  <a:pt x="834134" y="19493"/>
                </a:lnTo>
                <a:lnTo>
                  <a:pt x="837808" y="21020"/>
                </a:lnTo>
                <a:lnTo>
                  <a:pt x="841483" y="22590"/>
                </a:lnTo>
                <a:lnTo>
                  <a:pt x="845157" y="24219"/>
                </a:lnTo>
                <a:lnTo>
                  <a:pt x="848832" y="25914"/>
                </a:lnTo>
                <a:lnTo>
                  <a:pt x="852507" y="27680"/>
                </a:lnTo>
                <a:lnTo>
                  <a:pt x="856181" y="29524"/>
                </a:lnTo>
                <a:lnTo>
                  <a:pt x="859856" y="31450"/>
                </a:lnTo>
                <a:lnTo>
                  <a:pt x="863530" y="33461"/>
                </a:lnTo>
                <a:lnTo>
                  <a:pt x="867205" y="35556"/>
                </a:lnTo>
                <a:lnTo>
                  <a:pt x="870880" y="37730"/>
                </a:lnTo>
                <a:lnTo>
                  <a:pt x="874554" y="39976"/>
                </a:lnTo>
                <a:lnTo>
                  <a:pt x="878229" y="42288"/>
                </a:lnTo>
                <a:lnTo>
                  <a:pt x="881903" y="44639"/>
                </a:lnTo>
                <a:lnTo>
                  <a:pt x="885578" y="47010"/>
                </a:lnTo>
                <a:lnTo>
                  <a:pt x="889253" y="49379"/>
                </a:lnTo>
                <a:lnTo>
                  <a:pt x="892927" y="51726"/>
                </a:lnTo>
                <a:lnTo>
                  <a:pt x="896602" y="54031"/>
                </a:lnTo>
                <a:lnTo>
                  <a:pt x="900276" y="56274"/>
                </a:lnTo>
                <a:lnTo>
                  <a:pt x="903951" y="58441"/>
                </a:lnTo>
                <a:lnTo>
                  <a:pt x="907626" y="60518"/>
                </a:lnTo>
                <a:lnTo>
                  <a:pt x="911300" y="62494"/>
                </a:lnTo>
                <a:lnTo>
                  <a:pt x="914975" y="64385"/>
                </a:lnTo>
                <a:lnTo>
                  <a:pt x="918649" y="66202"/>
                </a:lnTo>
                <a:lnTo>
                  <a:pt x="922324" y="67962"/>
                </a:lnTo>
                <a:lnTo>
                  <a:pt x="925999" y="69686"/>
                </a:lnTo>
                <a:lnTo>
                  <a:pt x="929673" y="71398"/>
                </a:lnTo>
                <a:lnTo>
                  <a:pt x="933348" y="73123"/>
                </a:lnTo>
                <a:lnTo>
                  <a:pt x="937022" y="74889"/>
                </a:lnTo>
                <a:lnTo>
                  <a:pt x="940697" y="76724"/>
                </a:lnTo>
                <a:lnTo>
                  <a:pt x="944372" y="78654"/>
                </a:lnTo>
                <a:lnTo>
                  <a:pt x="948046" y="80687"/>
                </a:lnTo>
                <a:lnTo>
                  <a:pt x="951721" y="82828"/>
                </a:lnTo>
                <a:lnTo>
                  <a:pt x="955395" y="85080"/>
                </a:lnTo>
                <a:lnTo>
                  <a:pt x="959070" y="87438"/>
                </a:lnTo>
                <a:lnTo>
                  <a:pt x="962745" y="89890"/>
                </a:lnTo>
                <a:lnTo>
                  <a:pt x="966419" y="92423"/>
                </a:lnTo>
                <a:lnTo>
                  <a:pt x="970094" y="95018"/>
                </a:lnTo>
                <a:lnTo>
                  <a:pt x="973768" y="97656"/>
                </a:lnTo>
                <a:lnTo>
                  <a:pt x="977443" y="100308"/>
                </a:lnTo>
                <a:lnTo>
                  <a:pt x="981118" y="102950"/>
                </a:lnTo>
                <a:lnTo>
                  <a:pt x="984792" y="105564"/>
                </a:lnTo>
                <a:lnTo>
                  <a:pt x="988467" y="108132"/>
                </a:lnTo>
                <a:lnTo>
                  <a:pt x="992141" y="110639"/>
                </a:lnTo>
                <a:lnTo>
                  <a:pt x="995816" y="113074"/>
                </a:lnTo>
                <a:lnTo>
                  <a:pt x="999491" y="115428"/>
                </a:lnTo>
                <a:lnTo>
                  <a:pt x="1003165" y="117698"/>
                </a:lnTo>
                <a:lnTo>
                  <a:pt x="1006840" y="119867"/>
                </a:lnTo>
                <a:lnTo>
                  <a:pt x="1010514" y="121950"/>
                </a:lnTo>
                <a:lnTo>
                  <a:pt x="1014189" y="123950"/>
                </a:lnTo>
                <a:lnTo>
                  <a:pt x="1017864" y="125871"/>
                </a:lnTo>
                <a:lnTo>
                  <a:pt x="1021538" y="127718"/>
                </a:lnTo>
                <a:lnTo>
                  <a:pt x="1025213" y="129495"/>
                </a:lnTo>
                <a:lnTo>
                  <a:pt x="1028887" y="131208"/>
                </a:lnTo>
                <a:lnTo>
                  <a:pt x="1032562" y="132859"/>
                </a:lnTo>
                <a:lnTo>
                  <a:pt x="1036237" y="134450"/>
                </a:lnTo>
                <a:lnTo>
                  <a:pt x="1039911" y="135981"/>
                </a:lnTo>
                <a:lnTo>
                  <a:pt x="1043586" y="137458"/>
                </a:lnTo>
                <a:lnTo>
                  <a:pt x="1047260" y="138884"/>
                </a:lnTo>
                <a:lnTo>
                  <a:pt x="1050935" y="140259"/>
                </a:lnTo>
                <a:lnTo>
                  <a:pt x="1054610" y="141584"/>
                </a:lnTo>
                <a:lnTo>
                  <a:pt x="1058284" y="142862"/>
                </a:lnTo>
                <a:lnTo>
                  <a:pt x="1061959" y="144095"/>
                </a:lnTo>
                <a:lnTo>
                  <a:pt x="1065633" y="145285"/>
                </a:lnTo>
                <a:lnTo>
                  <a:pt x="1069308" y="146433"/>
                </a:lnTo>
                <a:lnTo>
                  <a:pt x="1072983" y="147545"/>
                </a:lnTo>
                <a:lnTo>
                  <a:pt x="1076657" y="148629"/>
                </a:lnTo>
                <a:lnTo>
                  <a:pt x="1080332" y="149689"/>
                </a:lnTo>
                <a:lnTo>
                  <a:pt x="1084006" y="150730"/>
                </a:lnTo>
                <a:lnTo>
                  <a:pt x="1087681" y="151756"/>
                </a:lnTo>
                <a:lnTo>
                  <a:pt x="1091356" y="152772"/>
                </a:lnTo>
                <a:lnTo>
                  <a:pt x="1095030" y="153779"/>
                </a:lnTo>
                <a:lnTo>
                  <a:pt x="1098705" y="154781"/>
                </a:lnTo>
                <a:lnTo>
                  <a:pt x="1102379" y="155778"/>
                </a:lnTo>
                <a:lnTo>
                  <a:pt x="1106054" y="156772"/>
                </a:lnTo>
                <a:lnTo>
                  <a:pt x="1109729" y="157762"/>
                </a:lnTo>
                <a:lnTo>
                  <a:pt x="1113403" y="158750"/>
                </a:lnTo>
                <a:lnTo>
                  <a:pt x="1117078" y="159734"/>
                </a:lnTo>
                <a:lnTo>
                  <a:pt x="1120752" y="160716"/>
                </a:lnTo>
                <a:lnTo>
                  <a:pt x="1124427" y="161694"/>
                </a:lnTo>
                <a:lnTo>
                  <a:pt x="1128102" y="162671"/>
                </a:lnTo>
                <a:lnTo>
                  <a:pt x="1131776" y="163645"/>
                </a:lnTo>
                <a:lnTo>
                  <a:pt x="1135451" y="164617"/>
                </a:lnTo>
                <a:lnTo>
                  <a:pt x="1139125" y="165589"/>
                </a:lnTo>
                <a:lnTo>
                  <a:pt x="1142800" y="166560"/>
                </a:lnTo>
                <a:lnTo>
                  <a:pt x="1146475" y="167529"/>
                </a:lnTo>
                <a:lnTo>
                  <a:pt x="1150149" y="168496"/>
                </a:lnTo>
                <a:lnTo>
                  <a:pt x="1153824" y="169458"/>
                </a:lnTo>
                <a:lnTo>
                  <a:pt x="1157498" y="170414"/>
                </a:lnTo>
                <a:lnTo>
                  <a:pt x="1161173" y="171359"/>
                </a:lnTo>
                <a:lnTo>
                  <a:pt x="1164848" y="172290"/>
                </a:lnTo>
                <a:lnTo>
                  <a:pt x="1168522" y="173201"/>
                </a:lnTo>
                <a:lnTo>
                  <a:pt x="1172197" y="174089"/>
                </a:lnTo>
                <a:lnTo>
                  <a:pt x="1175871" y="174951"/>
                </a:lnTo>
                <a:lnTo>
                  <a:pt x="1179546" y="175783"/>
                </a:lnTo>
                <a:lnTo>
                  <a:pt x="1183221" y="176582"/>
                </a:lnTo>
                <a:lnTo>
                  <a:pt x="1186895" y="177348"/>
                </a:lnTo>
                <a:lnTo>
                  <a:pt x="1190570" y="178077"/>
                </a:lnTo>
                <a:lnTo>
                  <a:pt x="1194244" y="178769"/>
                </a:lnTo>
                <a:lnTo>
                  <a:pt x="1197919" y="179422"/>
                </a:lnTo>
                <a:lnTo>
                  <a:pt x="1201594" y="180036"/>
                </a:lnTo>
                <a:lnTo>
                  <a:pt x="1205268" y="180616"/>
                </a:lnTo>
                <a:lnTo>
                  <a:pt x="1208943" y="181162"/>
                </a:lnTo>
                <a:lnTo>
                  <a:pt x="1212617" y="181677"/>
                </a:lnTo>
                <a:lnTo>
                  <a:pt x="1216292" y="182163"/>
                </a:lnTo>
                <a:lnTo>
                  <a:pt x="1219967" y="182622"/>
                </a:lnTo>
                <a:lnTo>
                  <a:pt x="1223641" y="183057"/>
                </a:lnTo>
                <a:lnTo>
                  <a:pt x="1227316" y="183471"/>
                </a:lnTo>
                <a:lnTo>
                  <a:pt x="1230990" y="183865"/>
                </a:lnTo>
                <a:lnTo>
                  <a:pt x="1234665" y="184243"/>
                </a:lnTo>
                <a:lnTo>
                  <a:pt x="1238340" y="184610"/>
                </a:lnTo>
                <a:lnTo>
                  <a:pt x="1242014" y="184966"/>
                </a:lnTo>
                <a:lnTo>
                  <a:pt x="1245689" y="185315"/>
                </a:lnTo>
                <a:lnTo>
                  <a:pt x="1249363" y="185658"/>
                </a:lnTo>
                <a:lnTo>
                  <a:pt x="1253038" y="185997"/>
                </a:lnTo>
                <a:lnTo>
                  <a:pt x="1256713" y="186332"/>
                </a:lnTo>
                <a:lnTo>
                  <a:pt x="1260387" y="186663"/>
                </a:lnTo>
                <a:lnTo>
                  <a:pt x="1264062" y="186990"/>
                </a:lnTo>
                <a:lnTo>
                  <a:pt x="1267736" y="187311"/>
                </a:lnTo>
                <a:lnTo>
                  <a:pt x="1271411" y="187624"/>
                </a:lnTo>
                <a:lnTo>
                  <a:pt x="1275086" y="187928"/>
                </a:lnTo>
                <a:lnTo>
                  <a:pt x="1278760" y="188221"/>
                </a:lnTo>
                <a:lnTo>
                  <a:pt x="1282435" y="188498"/>
                </a:lnTo>
                <a:lnTo>
                  <a:pt x="1286109" y="188760"/>
                </a:lnTo>
                <a:lnTo>
                  <a:pt x="1289784" y="189003"/>
                </a:lnTo>
                <a:lnTo>
                  <a:pt x="1293459" y="189226"/>
                </a:lnTo>
                <a:lnTo>
                  <a:pt x="1297133" y="189425"/>
                </a:lnTo>
                <a:lnTo>
                  <a:pt x="1300808" y="189603"/>
                </a:lnTo>
                <a:lnTo>
                  <a:pt x="1304482" y="189761"/>
                </a:lnTo>
                <a:lnTo>
                  <a:pt x="1308157" y="189899"/>
                </a:lnTo>
                <a:lnTo>
                  <a:pt x="1311832" y="190020"/>
                </a:lnTo>
                <a:lnTo>
                  <a:pt x="1315506" y="190124"/>
                </a:lnTo>
                <a:lnTo>
                  <a:pt x="1319181" y="190215"/>
                </a:lnTo>
                <a:lnTo>
                  <a:pt x="1322855" y="190294"/>
                </a:lnTo>
                <a:lnTo>
                  <a:pt x="1326530" y="190362"/>
                </a:lnTo>
                <a:lnTo>
                  <a:pt x="1330205" y="190424"/>
                </a:lnTo>
                <a:lnTo>
                  <a:pt x="1333879" y="190481"/>
                </a:lnTo>
                <a:lnTo>
                  <a:pt x="1337554" y="190534"/>
                </a:lnTo>
                <a:lnTo>
                  <a:pt x="1341228" y="190585"/>
                </a:lnTo>
                <a:lnTo>
                  <a:pt x="1344903" y="190634"/>
                </a:lnTo>
                <a:lnTo>
                  <a:pt x="1348577" y="190681"/>
                </a:lnTo>
                <a:lnTo>
                  <a:pt x="1352252" y="190727"/>
                </a:lnTo>
                <a:lnTo>
                  <a:pt x="1355927" y="190772"/>
                </a:lnTo>
                <a:lnTo>
                  <a:pt x="1359601" y="190814"/>
                </a:lnTo>
                <a:lnTo>
                  <a:pt x="1363276" y="190854"/>
                </a:lnTo>
                <a:lnTo>
                  <a:pt x="1366950" y="190891"/>
                </a:lnTo>
                <a:lnTo>
                  <a:pt x="1370625" y="190924"/>
                </a:lnTo>
                <a:lnTo>
                  <a:pt x="1374300" y="190954"/>
                </a:lnTo>
                <a:lnTo>
                  <a:pt x="1377974" y="190980"/>
                </a:lnTo>
                <a:lnTo>
                  <a:pt x="1381649" y="191003"/>
                </a:lnTo>
                <a:lnTo>
                  <a:pt x="1385323" y="191022"/>
                </a:lnTo>
                <a:lnTo>
                  <a:pt x="1388998" y="191037"/>
                </a:lnTo>
                <a:lnTo>
                  <a:pt x="1392673" y="191049"/>
                </a:lnTo>
                <a:lnTo>
                  <a:pt x="1396347" y="191059"/>
                </a:lnTo>
                <a:lnTo>
                  <a:pt x="1400022" y="191068"/>
                </a:lnTo>
                <a:lnTo>
                  <a:pt x="1403696" y="191075"/>
                </a:lnTo>
                <a:lnTo>
                  <a:pt x="1407371" y="191082"/>
                </a:lnTo>
                <a:lnTo>
                  <a:pt x="1411046" y="191088"/>
                </a:lnTo>
                <a:lnTo>
                  <a:pt x="1414720" y="191095"/>
                </a:lnTo>
                <a:lnTo>
                  <a:pt x="1418395" y="191102"/>
                </a:lnTo>
                <a:lnTo>
                  <a:pt x="1422069" y="191110"/>
                </a:lnTo>
                <a:lnTo>
                  <a:pt x="1425744" y="191119"/>
                </a:lnTo>
                <a:lnTo>
                  <a:pt x="1429419" y="191128"/>
                </a:lnTo>
                <a:lnTo>
                  <a:pt x="1433093" y="191138"/>
                </a:lnTo>
                <a:lnTo>
                  <a:pt x="1436768" y="191148"/>
                </a:lnTo>
                <a:lnTo>
                  <a:pt x="1440442" y="191158"/>
                </a:lnTo>
                <a:lnTo>
                  <a:pt x="1444117" y="191168"/>
                </a:lnTo>
                <a:lnTo>
                  <a:pt x="1447792" y="191178"/>
                </a:lnTo>
                <a:lnTo>
                  <a:pt x="1451466" y="191187"/>
                </a:lnTo>
                <a:lnTo>
                  <a:pt x="1455141" y="191195"/>
                </a:lnTo>
                <a:lnTo>
                  <a:pt x="1458815" y="191203"/>
                </a:lnTo>
                <a:lnTo>
                  <a:pt x="1462490" y="191210"/>
                </a:lnTo>
                <a:lnTo>
                  <a:pt x="1466165" y="191218"/>
                </a:lnTo>
                <a:lnTo>
                  <a:pt x="1469839" y="191225"/>
                </a:lnTo>
                <a:lnTo>
                  <a:pt x="1473514" y="191233"/>
                </a:lnTo>
                <a:lnTo>
                  <a:pt x="1477188" y="191242"/>
                </a:lnTo>
                <a:lnTo>
                  <a:pt x="1480863" y="191251"/>
                </a:lnTo>
                <a:lnTo>
                  <a:pt x="1484538" y="191263"/>
                </a:lnTo>
                <a:lnTo>
                  <a:pt x="1488212" y="191275"/>
                </a:lnTo>
                <a:lnTo>
                  <a:pt x="1491887" y="191290"/>
                </a:lnTo>
                <a:lnTo>
                  <a:pt x="1495561" y="191305"/>
                </a:lnTo>
                <a:lnTo>
                  <a:pt x="1499236" y="191323"/>
                </a:lnTo>
                <a:lnTo>
                  <a:pt x="1502911" y="191341"/>
                </a:lnTo>
                <a:lnTo>
                  <a:pt x="1506585" y="191360"/>
                </a:lnTo>
                <a:lnTo>
                  <a:pt x="1510260" y="191379"/>
                </a:lnTo>
                <a:lnTo>
                  <a:pt x="1513934" y="191398"/>
                </a:lnTo>
                <a:lnTo>
                  <a:pt x="1517609" y="191417"/>
                </a:lnTo>
                <a:lnTo>
                  <a:pt x="1521284" y="191435"/>
                </a:lnTo>
                <a:lnTo>
                  <a:pt x="1524958" y="191452"/>
                </a:lnTo>
                <a:lnTo>
                  <a:pt x="1528633" y="191468"/>
                </a:lnTo>
                <a:lnTo>
                  <a:pt x="1532307" y="191482"/>
                </a:lnTo>
                <a:lnTo>
                  <a:pt x="1535982" y="191494"/>
                </a:lnTo>
                <a:lnTo>
                  <a:pt x="1539657" y="191505"/>
                </a:lnTo>
                <a:lnTo>
                  <a:pt x="1543331" y="191514"/>
                </a:lnTo>
                <a:lnTo>
                  <a:pt x="1547006" y="191522"/>
                </a:lnTo>
                <a:lnTo>
                  <a:pt x="1550680" y="191528"/>
                </a:lnTo>
                <a:lnTo>
                  <a:pt x="1554355" y="191534"/>
                </a:lnTo>
                <a:lnTo>
                  <a:pt x="1558030" y="191538"/>
                </a:lnTo>
                <a:lnTo>
                  <a:pt x="1561704" y="191541"/>
                </a:lnTo>
                <a:lnTo>
                  <a:pt x="1565379" y="191543"/>
                </a:lnTo>
                <a:lnTo>
                  <a:pt x="1569053" y="191545"/>
                </a:lnTo>
                <a:lnTo>
                  <a:pt x="1572728" y="191547"/>
                </a:lnTo>
                <a:lnTo>
                  <a:pt x="1576403" y="191548"/>
                </a:lnTo>
                <a:lnTo>
                  <a:pt x="1580077" y="191548"/>
                </a:lnTo>
                <a:lnTo>
                  <a:pt x="1583752" y="191549"/>
                </a:lnTo>
                <a:lnTo>
                  <a:pt x="1587426" y="191549"/>
                </a:lnTo>
                <a:lnTo>
                  <a:pt x="1591101" y="191550"/>
                </a:lnTo>
                <a:lnTo>
                  <a:pt x="1594776" y="191550"/>
                </a:lnTo>
                <a:lnTo>
                  <a:pt x="1598450" y="191550"/>
                </a:lnTo>
                <a:lnTo>
                  <a:pt x="1602125" y="191550"/>
                </a:lnTo>
                <a:lnTo>
                  <a:pt x="1605799" y="191550"/>
                </a:lnTo>
                <a:lnTo>
                  <a:pt x="1609474" y="191550"/>
                </a:lnTo>
                <a:lnTo>
                  <a:pt x="1613149" y="191550"/>
                </a:lnTo>
                <a:lnTo>
                  <a:pt x="1616823" y="191550"/>
                </a:lnTo>
                <a:lnTo>
                  <a:pt x="1620498" y="191550"/>
                </a:lnTo>
                <a:lnTo>
                  <a:pt x="1624172" y="191550"/>
                </a:lnTo>
                <a:lnTo>
                  <a:pt x="1627847" y="191550"/>
                </a:lnTo>
                <a:lnTo>
                  <a:pt x="1631522" y="191550"/>
                </a:lnTo>
                <a:lnTo>
                  <a:pt x="1635196" y="191550"/>
                </a:lnTo>
                <a:lnTo>
                  <a:pt x="1638871" y="191550"/>
                </a:lnTo>
                <a:lnTo>
                  <a:pt x="1642545" y="191550"/>
                </a:lnTo>
                <a:lnTo>
                  <a:pt x="1646220" y="191550"/>
                </a:lnTo>
                <a:lnTo>
                  <a:pt x="1649895" y="191550"/>
                </a:lnTo>
                <a:lnTo>
                  <a:pt x="1653569" y="191550"/>
                </a:lnTo>
                <a:lnTo>
                  <a:pt x="1657244" y="191550"/>
                </a:lnTo>
                <a:lnTo>
                  <a:pt x="1660918" y="191550"/>
                </a:lnTo>
                <a:lnTo>
                  <a:pt x="1664593" y="191550"/>
                </a:lnTo>
                <a:lnTo>
                  <a:pt x="1668268" y="191550"/>
                </a:lnTo>
                <a:lnTo>
                  <a:pt x="1671942" y="191550"/>
                </a:lnTo>
                <a:lnTo>
                  <a:pt x="1675617" y="191550"/>
                </a:lnTo>
                <a:lnTo>
                  <a:pt x="1679291" y="191550"/>
                </a:lnTo>
                <a:lnTo>
                  <a:pt x="1682966" y="191550"/>
                </a:lnTo>
                <a:lnTo>
                  <a:pt x="1686641" y="191550"/>
                </a:lnTo>
                <a:lnTo>
                  <a:pt x="1690315" y="191550"/>
                </a:lnTo>
                <a:lnTo>
                  <a:pt x="1693990" y="191550"/>
                </a:lnTo>
                <a:lnTo>
                  <a:pt x="1697664" y="191550"/>
                </a:lnTo>
                <a:lnTo>
                  <a:pt x="1701339" y="191550"/>
                </a:lnTo>
                <a:lnTo>
                  <a:pt x="1705014" y="191550"/>
                </a:lnTo>
                <a:lnTo>
                  <a:pt x="1708688" y="191550"/>
                </a:lnTo>
                <a:lnTo>
                  <a:pt x="1712363" y="191550"/>
                </a:lnTo>
                <a:lnTo>
                  <a:pt x="1716037" y="191550"/>
                </a:lnTo>
                <a:lnTo>
                  <a:pt x="1719712" y="191550"/>
                </a:lnTo>
                <a:lnTo>
                  <a:pt x="1723387" y="191550"/>
                </a:lnTo>
                <a:lnTo>
                  <a:pt x="1727061" y="191550"/>
                </a:lnTo>
                <a:lnTo>
                  <a:pt x="1730736" y="191550"/>
                </a:lnTo>
                <a:lnTo>
                  <a:pt x="1734410" y="191550"/>
                </a:lnTo>
                <a:lnTo>
                  <a:pt x="1738085" y="191550"/>
                </a:lnTo>
                <a:lnTo>
                  <a:pt x="1741760" y="191550"/>
                </a:lnTo>
                <a:lnTo>
                  <a:pt x="1745434" y="191550"/>
                </a:lnTo>
                <a:lnTo>
                  <a:pt x="1749109" y="191550"/>
                </a:lnTo>
                <a:lnTo>
                  <a:pt x="1752783" y="191550"/>
                </a:lnTo>
                <a:lnTo>
                  <a:pt x="1756458" y="191550"/>
                </a:lnTo>
                <a:lnTo>
                  <a:pt x="1760133" y="191550"/>
                </a:lnTo>
                <a:lnTo>
                  <a:pt x="1763807" y="191550"/>
                </a:lnTo>
                <a:lnTo>
                  <a:pt x="1767482" y="191550"/>
                </a:lnTo>
                <a:lnTo>
                  <a:pt x="1771156" y="191550"/>
                </a:lnTo>
                <a:lnTo>
                  <a:pt x="1774831" y="191550"/>
                </a:lnTo>
                <a:lnTo>
                  <a:pt x="1778506" y="191550"/>
                </a:lnTo>
                <a:lnTo>
                  <a:pt x="1782180" y="191550"/>
                </a:lnTo>
                <a:lnTo>
                  <a:pt x="1785855" y="191550"/>
                </a:lnTo>
                <a:lnTo>
                  <a:pt x="1789529" y="191550"/>
                </a:lnTo>
                <a:lnTo>
                  <a:pt x="1793204" y="191550"/>
                </a:lnTo>
                <a:lnTo>
                  <a:pt x="1796879" y="191550"/>
                </a:lnTo>
                <a:lnTo>
                  <a:pt x="1800553" y="191550"/>
                </a:lnTo>
                <a:lnTo>
                  <a:pt x="1804228" y="191550"/>
                </a:lnTo>
                <a:lnTo>
                  <a:pt x="1807902" y="191550"/>
                </a:lnTo>
                <a:lnTo>
                  <a:pt x="1811577" y="191550"/>
                </a:lnTo>
                <a:lnTo>
                  <a:pt x="1815252" y="191550"/>
                </a:lnTo>
                <a:lnTo>
                  <a:pt x="1818926" y="191550"/>
                </a:lnTo>
                <a:lnTo>
                  <a:pt x="1822601" y="191550"/>
                </a:lnTo>
                <a:lnTo>
                  <a:pt x="1826275" y="191550"/>
                </a:lnTo>
                <a:lnTo>
                  <a:pt x="1829950" y="191550"/>
                </a:lnTo>
                <a:lnTo>
                  <a:pt x="1833625" y="191550"/>
                </a:lnTo>
                <a:lnTo>
                  <a:pt x="1837299" y="191550"/>
                </a:lnTo>
                <a:lnTo>
                  <a:pt x="1840974" y="191550"/>
                </a:lnTo>
                <a:lnTo>
                  <a:pt x="1844648" y="191550"/>
                </a:lnTo>
                <a:lnTo>
                  <a:pt x="1848323" y="191550"/>
                </a:lnTo>
                <a:lnTo>
                  <a:pt x="1851998" y="191550"/>
                </a:lnTo>
                <a:lnTo>
                  <a:pt x="1855672" y="191550"/>
                </a:lnTo>
                <a:lnTo>
                  <a:pt x="1859347" y="191550"/>
                </a:lnTo>
                <a:lnTo>
                  <a:pt x="1863021" y="191550"/>
                </a:lnTo>
                <a:lnTo>
                  <a:pt x="1866696" y="191550"/>
                </a:lnTo>
                <a:lnTo>
                  <a:pt x="1870371" y="191550"/>
                </a:lnTo>
                <a:lnTo>
                  <a:pt x="1874045" y="191550"/>
                </a:lnTo>
                <a:lnTo>
                  <a:pt x="1877720" y="191550"/>
                </a:lnTo>
                <a:lnTo>
                  <a:pt x="1874045" y="191550"/>
                </a:lnTo>
                <a:lnTo>
                  <a:pt x="1870371" y="191550"/>
                </a:lnTo>
                <a:lnTo>
                  <a:pt x="1866696" y="191550"/>
                </a:lnTo>
                <a:lnTo>
                  <a:pt x="1863021" y="191550"/>
                </a:lnTo>
                <a:lnTo>
                  <a:pt x="1859347" y="191550"/>
                </a:lnTo>
                <a:lnTo>
                  <a:pt x="1855672" y="191550"/>
                </a:lnTo>
                <a:lnTo>
                  <a:pt x="1851998" y="191550"/>
                </a:lnTo>
                <a:lnTo>
                  <a:pt x="1848323" y="191550"/>
                </a:lnTo>
                <a:lnTo>
                  <a:pt x="1844648" y="191550"/>
                </a:lnTo>
                <a:lnTo>
                  <a:pt x="1840974" y="191550"/>
                </a:lnTo>
                <a:lnTo>
                  <a:pt x="1837299" y="191550"/>
                </a:lnTo>
                <a:lnTo>
                  <a:pt x="1833625" y="191550"/>
                </a:lnTo>
                <a:lnTo>
                  <a:pt x="1829950" y="191550"/>
                </a:lnTo>
                <a:lnTo>
                  <a:pt x="1826275" y="191550"/>
                </a:lnTo>
                <a:lnTo>
                  <a:pt x="1822601" y="191550"/>
                </a:lnTo>
                <a:lnTo>
                  <a:pt x="1818926" y="191550"/>
                </a:lnTo>
                <a:lnTo>
                  <a:pt x="1815252" y="191550"/>
                </a:lnTo>
                <a:lnTo>
                  <a:pt x="1811577" y="191550"/>
                </a:lnTo>
                <a:lnTo>
                  <a:pt x="1807902" y="191550"/>
                </a:lnTo>
                <a:lnTo>
                  <a:pt x="1804228" y="191550"/>
                </a:lnTo>
                <a:lnTo>
                  <a:pt x="1800553" y="191550"/>
                </a:lnTo>
                <a:lnTo>
                  <a:pt x="1796879" y="191550"/>
                </a:lnTo>
                <a:lnTo>
                  <a:pt x="1793204" y="191550"/>
                </a:lnTo>
                <a:lnTo>
                  <a:pt x="1789529" y="191550"/>
                </a:lnTo>
                <a:lnTo>
                  <a:pt x="1785855" y="191550"/>
                </a:lnTo>
                <a:lnTo>
                  <a:pt x="1782180" y="191550"/>
                </a:lnTo>
                <a:lnTo>
                  <a:pt x="1778506" y="191550"/>
                </a:lnTo>
                <a:lnTo>
                  <a:pt x="1774831" y="191550"/>
                </a:lnTo>
                <a:lnTo>
                  <a:pt x="1771156" y="191550"/>
                </a:lnTo>
                <a:lnTo>
                  <a:pt x="1767482" y="191550"/>
                </a:lnTo>
                <a:lnTo>
                  <a:pt x="1763807" y="191550"/>
                </a:lnTo>
                <a:lnTo>
                  <a:pt x="1760133" y="191550"/>
                </a:lnTo>
                <a:lnTo>
                  <a:pt x="1756458" y="191550"/>
                </a:lnTo>
                <a:lnTo>
                  <a:pt x="1752783" y="191550"/>
                </a:lnTo>
                <a:lnTo>
                  <a:pt x="1749109" y="191550"/>
                </a:lnTo>
                <a:lnTo>
                  <a:pt x="1745434" y="191550"/>
                </a:lnTo>
                <a:lnTo>
                  <a:pt x="1741760" y="191550"/>
                </a:lnTo>
                <a:lnTo>
                  <a:pt x="1738085" y="191550"/>
                </a:lnTo>
                <a:lnTo>
                  <a:pt x="1734410" y="191550"/>
                </a:lnTo>
                <a:lnTo>
                  <a:pt x="1730736" y="191550"/>
                </a:lnTo>
                <a:lnTo>
                  <a:pt x="1727061" y="191550"/>
                </a:lnTo>
                <a:lnTo>
                  <a:pt x="1723387" y="191550"/>
                </a:lnTo>
                <a:lnTo>
                  <a:pt x="1719712" y="191550"/>
                </a:lnTo>
                <a:lnTo>
                  <a:pt x="1716037" y="191550"/>
                </a:lnTo>
                <a:lnTo>
                  <a:pt x="1712363" y="191550"/>
                </a:lnTo>
                <a:lnTo>
                  <a:pt x="1708688" y="191550"/>
                </a:lnTo>
                <a:lnTo>
                  <a:pt x="1705014" y="191550"/>
                </a:lnTo>
                <a:lnTo>
                  <a:pt x="1701339" y="191550"/>
                </a:lnTo>
                <a:lnTo>
                  <a:pt x="1697664" y="191550"/>
                </a:lnTo>
                <a:lnTo>
                  <a:pt x="1693990" y="191550"/>
                </a:lnTo>
                <a:lnTo>
                  <a:pt x="1690315" y="191550"/>
                </a:lnTo>
                <a:lnTo>
                  <a:pt x="1686641" y="191550"/>
                </a:lnTo>
                <a:lnTo>
                  <a:pt x="1682966" y="191550"/>
                </a:lnTo>
                <a:lnTo>
                  <a:pt x="1679291" y="191550"/>
                </a:lnTo>
                <a:lnTo>
                  <a:pt x="1675617" y="191550"/>
                </a:lnTo>
                <a:lnTo>
                  <a:pt x="1671942" y="191550"/>
                </a:lnTo>
                <a:lnTo>
                  <a:pt x="1668268" y="191550"/>
                </a:lnTo>
                <a:lnTo>
                  <a:pt x="1664593" y="191550"/>
                </a:lnTo>
                <a:lnTo>
                  <a:pt x="1660918" y="191550"/>
                </a:lnTo>
                <a:lnTo>
                  <a:pt x="1657244" y="191550"/>
                </a:lnTo>
                <a:lnTo>
                  <a:pt x="1653569" y="191550"/>
                </a:lnTo>
                <a:lnTo>
                  <a:pt x="1649895" y="191550"/>
                </a:lnTo>
                <a:lnTo>
                  <a:pt x="1646220" y="191550"/>
                </a:lnTo>
                <a:lnTo>
                  <a:pt x="1642545" y="191550"/>
                </a:lnTo>
                <a:lnTo>
                  <a:pt x="1638871" y="191550"/>
                </a:lnTo>
                <a:lnTo>
                  <a:pt x="1635196" y="191550"/>
                </a:lnTo>
                <a:lnTo>
                  <a:pt x="1631522" y="191550"/>
                </a:lnTo>
                <a:lnTo>
                  <a:pt x="1627847" y="191550"/>
                </a:lnTo>
                <a:lnTo>
                  <a:pt x="1624172" y="191550"/>
                </a:lnTo>
                <a:lnTo>
                  <a:pt x="1620498" y="191550"/>
                </a:lnTo>
                <a:lnTo>
                  <a:pt x="1616823" y="191550"/>
                </a:lnTo>
                <a:lnTo>
                  <a:pt x="1613149" y="191550"/>
                </a:lnTo>
                <a:lnTo>
                  <a:pt x="1609474" y="191550"/>
                </a:lnTo>
                <a:lnTo>
                  <a:pt x="1605799" y="191550"/>
                </a:lnTo>
                <a:lnTo>
                  <a:pt x="1602125" y="191550"/>
                </a:lnTo>
                <a:lnTo>
                  <a:pt x="1598450" y="191550"/>
                </a:lnTo>
                <a:lnTo>
                  <a:pt x="1594776" y="191550"/>
                </a:lnTo>
                <a:lnTo>
                  <a:pt x="1591101" y="191550"/>
                </a:lnTo>
                <a:lnTo>
                  <a:pt x="1587426" y="191550"/>
                </a:lnTo>
                <a:lnTo>
                  <a:pt x="1583752" y="191550"/>
                </a:lnTo>
                <a:lnTo>
                  <a:pt x="1580077" y="191550"/>
                </a:lnTo>
                <a:lnTo>
                  <a:pt x="1576403" y="191550"/>
                </a:lnTo>
                <a:lnTo>
                  <a:pt x="1572728" y="191550"/>
                </a:lnTo>
                <a:lnTo>
                  <a:pt x="1569053" y="191550"/>
                </a:lnTo>
                <a:lnTo>
                  <a:pt x="1565379" y="191550"/>
                </a:lnTo>
                <a:lnTo>
                  <a:pt x="1561704" y="191550"/>
                </a:lnTo>
                <a:lnTo>
                  <a:pt x="1558030" y="191550"/>
                </a:lnTo>
                <a:lnTo>
                  <a:pt x="1554355" y="191550"/>
                </a:lnTo>
                <a:lnTo>
                  <a:pt x="1550680" y="191550"/>
                </a:lnTo>
                <a:lnTo>
                  <a:pt x="1547006" y="191550"/>
                </a:lnTo>
                <a:lnTo>
                  <a:pt x="1543331" y="191550"/>
                </a:lnTo>
                <a:lnTo>
                  <a:pt x="1539657" y="191550"/>
                </a:lnTo>
                <a:lnTo>
                  <a:pt x="1535982" y="191550"/>
                </a:lnTo>
                <a:lnTo>
                  <a:pt x="1532307" y="191550"/>
                </a:lnTo>
                <a:lnTo>
                  <a:pt x="1528633" y="191550"/>
                </a:lnTo>
                <a:lnTo>
                  <a:pt x="1524958" y="191550"/>
                </a:lnTo>
                <a:lnTo>
                  <a:pt x="1521284" y="191550"/>
                </a:lnTo>
                <a:lnTo>
                  <a:pt x="1517609" y="191550"/>
                </a:lnTo>
                <a:lnTo>
                  <a:pt x="1513934" y="191550"/>
                </a:lnTo>
                <a:lnTo>
                  <a:pt x="1510260" y="191550"/>
                </a:lnTo>
                <a:lnTo>
                  <a:pt x="1506585" y="191550"/>
                </a:lnTo>
                <a:lnTo>
                  <a:pt x="1502911" y="191550"/>
                </a:lnTo>
                <a:lnTo>
                  <a:pt x="1499236" y="191550"/>
                </a:lnTo>
                <a:lnTo>
                  <a:pt x="1495561" y="191550"/>
                </a:lnTo>
                <a:lnTo>
                  <a:pt x="1491887" y="191550"/>
                </a:lnTo>
                <a:lnTo>
                  <a:pt x="1488212" y="191550"/>
                </a:lnTo>
                <a:lnTo>
                  <a:pt x="1484538" y="191550"/>
                </a:lnTo>
                <a:lnTo>
                  <a:pt x="1480863" y="191550"/>
                </a:lnTo>
                <a:lnTo>
                  <a:pt x="1477188" y="191550"/>
                </a:lnTo>
                <a:lnTo>
                  <a:pt x="1473514" y="191550"/>
                </a:lnTo>
                <a:lnTo>
                  <a:pt x="1469839" y="191550"/>
                </a:lnTo>
                <a:lnTo>
                  <a:pt x="1466165" y="191550"/>
                </a:lnTo>
                <a:lnTo>
                  <a:pt x="1462490" y="191550"/>
                </a:lnTo>
                <a:lnTo>
                  <a:pt x="1458815" y="191550"/>
                </a:lnTo>
                <a:lnTo>
                  <a:pt x="1455141" y="191550"/>
                </a:lnTo>
                <a:lnTo>
                  <a:pt x="1451466" y="191550"/>
                </a:lnTo>
                <a:lnTo>
                  <a:pt x="1447792" y="191550"/>
                </a:lnTo>
                <a:lnTo>
                  <a:pt x="1444117" y="191550"/>
                </a:lnTo>
                <a:lnTo>
                  <a:pt x="1440442" y="191550"/>
                </a:lnTo>
                <a:lnTo>
                  <a:pt x="1436768" y="191550"/>
                </a:lnTo>
                <a:lnTo>
                  <a:pt x="1433093" y="191550"/>
                </a:lnTo>
                <a:lnTo>
                  <a:pt x="1429419" y="191550"/>
                </a:lnTo>
                <a:lnTo>
                  <a:pt x="1425744" y="191550"/>
                </a:lnTo>
                <a:lnTo>
                  <a:pt x="1422069" y="191550"/>
                </a:lnTo>
                <a:lnTo>
                  <a:pt x="1418395" y="191550"/>
                </a:lnTo>
                <a:lnTo>
                  <a:pt x="1414720" y="191550"/>
                </a:lnTo>
                <a:lnTo>
                  <a:pt x="1411046" y="191550"/>
                </a:lnTo>
                <a:lnTo>
                  <a:pt x="1407371" y="191550"/>
                </a:lnTo>
                <a:lnTo>
                  <a:pt x="1403696" y="191550"/>
                </a:lnTo>
                <a:lnTo>
                  <a:pt x="1400022" y="191550"/>
                </a:lnTo>
                <a:lnTo>
                  <a:pt x="1396347" y="191550"/>
                </a:lnTo>
                <a:lnTo>
                  <a:pt x="1392673" y="191550"/>
                </a:lnTo>
                <a:lnTo>
                  <a:pt x="1388998" y="191550"/>
                </a:lnTo>
                <a:lnTo>
                  <a:pt x="1385323" y="191550"/>
                </a:lnTo>
                <a:lnTo>
                  <a:pt x="1381649" y="191550"/>
                </a:lnTo>
                <a:lnTo>
                  <a:pt x="1377974" y="191550"/>
                </a:lnTo>
                <a:lnTo>
                  <a:pt x="1374300" y="191550"/>
                </a:lnTo>
                <a:lnTo>
                  <a:pt x="1370625" y="191550"/>
                </a:lnTo>
                <a:lnTo>
                  <a:pt x="1366950" y="191550"/>
                </a:lnTo>
                <a:lnTo>
                  <a:pt x="1363276" y="191550"/>
                </a:lnTo>
                <a:lnTo>
                  <a:pt x="1359601" y="191550"/>
                </a:lnTo>
                <a:lnTo>
                  <a:pt x="1355927" y="191550"/>
                </a:lnTo>
                <a:lnTo>
                  <a:pt x="1352252" y="191550"/>
                </a:lnTo>
                <a:lnTo>
                  <a:pt x="1348577" y="191550"/>
                </a:lnTo>
                <a:lnTo>
                  <a:pt x="1344903" y="191550"/>
                </a:lnTo>
                <a:lnTo>
                  <a:pt x="1341228" y="191550"/>
                </a:lnTo>
                <a:lnTo>
                  <a:pt x="1337554" y="191550"/>
                </a:lnTo>
                <a:lnTo>
                  <a:pt x="1333879" y="191550"/>
                </a:lnTo>
                <a:lnTo>
                  <a:pt x="1330205" y="191550"/>
                </a:lnTo>
                <a:lnTo>
                  <a:pt x="1326530" y="191550"/>
                </a:lnTo>
                <a:lnTo>
                  <a:pt x="1322855" y="191550"/>
                </a:lnTo>
                <a:lnTo>
                  <a:pt x="1319181" y="191550"/>
                </a:lnTo>
                <a:lnTo>
                  <a:pt x="1315506" y="191550"/>
                </a:lnTo>
                <a:lnTo>
                  <a:pt x="1311832" y="191550"/>
                </a:lnTo>
                <a:lnTo>
                  <a:pt x="1308157" y="191550"/>
                </a:lnTo>
                <a:lnTo>
                  <a:pt x="1304482" y="191550"/>
                </a:lnTo>
                <a:lnTo>
                  <a:pt x="1300808" y="191550"/>
                </a:lnTo>
                <a:lnTo>
                  <a:pt x="1297133" y="191550"/>
                </a:lnTo>
                <a:lnTo>
                  <a:pt x="1293459" y="191550"/>
                </a:lnTo>
                <a:lnTo>
                  <a:pt x="1289784" y="191550"/>
                </a:lnTo>
                <a:lnTo>
                  <a:pt x="1286109" y="191550"/>
                </a:lnTo>
                <a:lnTo>
                  <a:pt x="1282435" y="191550"/>
                </a:lnTo>
                <a:lnTo>
                  <a:pt x="1278760" y="191550"/>
                </a:lnTo>
                <a:lnTo>
                  <a:pt x="1275086" y="191550"/>
                </a:lnTo>
                <a:lnTo>
                  <a:pt x="1271411" y="191550"/>
                </a:lnTo>
                <a:lnTo>
                  <a:pt x="1267736" y="191550"/>
                </a:lnTo>
                <a:lnTo>
                  <a:pt x="1264062" y="191550"/>
                </a:lnTo>
                <a:lnTo>
                  <a:pt x="1260387" y="191550"/>
                </a:lnTo>
                <a:lnTo>
                  <a:pt x="1256713" y="191550"/>
                </a:lnTo>
                <a:lnTo>
                  <a:pt x="1253038" y="191550"/>
                </a:lnTo>
                <a:lnTo>
                  <a:pt x="1249363" y="191550"/>
                </a:lnTo>
                <a:lnTo>
                  <a:pt x="1245689" y="191550"/>
                </a:lnTo>
                <a:lnTo>
                  <a:pt x="1242014" y="191550"/>
                </a:lnTo>
                <a:lnTo>
                  <a:pt x="1238340" y="191550"/>
                </a:lnTo>
                <a:lnTo>
                  <a:pt x="1234665" y="191550"/>
                </a:lnTo>
                <a:lnTo>
                  <a:pt x="1230990" y="191550"/>
                </a:lnTo>
                <a:lnTo>
                  <a:pt x="1227316" y="191550"/>
                </a:lnTo>
                <a:lnTo>
                  <a:pt x="1223641" y="191550"/>
                </a:lnTo>
                <a:lnTo>
                  <a:pt x="1219967" y="191550"/>
                </a:lnTo>
                <a:lnTo>
                  <a:pt x="1216292" y="191550"/>
                </a:lnTo>
                <a:lnTo>
                  <a:pt x="1212617" y="191550"/>
                </a:lnTo>
                <a:lnTo>
                  <a:pt x="1208943" y="191550"/>
                </a:lnTo>
                <a:lnTo>
                  <a:pt x="1205268" y="191550"/>
                </a:lnTo>
                <a:lnTo>
                  <a:pt x="1201594" y="191550"/>
                </a:lnTo>
                <a:lnTo>
                  <a:pt x="1197919" y="191550"/>
                </a:lnTo>
                <a:lnTo>
                  <a:pt x="1194244" y="191550"/>
                </a:lnTo>
                <a:lnTo>
                  <a:pt x="1190570" y="191550"/>
                </a:lnTo>
                <a:lnTo>
                  <a:pt x="1186895" y="191550"/>
                </a:lnTo>
                <a:lnTo>
                  <a:pt x="1183221" y="191550"/>
                </a:lnTo>
                <a:lnTo>
                  <a:pt x="1179546" y="191550"/>
                </a:lnTo>
                <a:lnTo>
                  <a:pt x="1175871" y="191550"/>
                </a:lnTo>
                <a:lnTo>
                  <a:pt x="1172197" y="191550"/>
                </a:lnTo>
                <a:lnTo>
                  <a:pt x="1168522" y="191550"/>
                </a:lnTo>
                <a:lnTo>
                  <a:pt x="1164848" y="191550"/>
                </a:lnTo>
                <a:lnTo>
                  <a:pt x="1161173" y="191550"/>
                </a:lnTo>
                <a:lnTo>
                  <a:pt x="1157498" y="191550"/>
                </a:lnTo>
                <a:lnTo>
                  <a:pt x="1153824" y="191550"/>
                </a:lnTo>
                <a:lnTo>
                  <a:pt x="1150149" y="191550"/>
                </a:lnTo>
                <a:lnTo>
                  <a:pt x="1146475" y="191550"/>
                </a:lnTo>
                <a:lnTo>
                  <a:pt x="1142800" y="191550"/>
                </a:lnTo>
                <a:lnTo>
                  <a:pt x="1139125" y="191550"/>
                </a:lnTo>
                <a:lnTo>
                  <a:pt x="1135451" y="191550"/>
                </a:lnTo>
                <a:lnTo>
                  <a:pt x="1131776" y="191550"/>
                </a:lnTo>
                <a:lnTo>
                  <a:pt x="1128102" y="191550"/>
                </a:lnTo>
                <a:lnTo>
                  <a:pt x="1124427" y="191550"/>
                </a:lnTo>
                <a:lnTo>
                  <a:pt x="1120752" y="191550"/>
                </a:lnTo>
                <a:lnTo>
                  <a:pt x="1117078" y="191550"/>
                </a:lnTo>
                <a:lnTo>
                  <a:pt x="1113403" y="191550"/>
                </a:lnTo>
                <a:lnTo>
                  <a:pt x="1109729" y="191550"/>
                </a:lnTo>
                <a:lnTo>
                  <a:pt x="1106054" y="191550"/>
                </a:lnTo>
                <a:lnTo>
                  <a:pt x="1102379" y="191550"/>
                </a:lnTo>
                <a:lnTo>
                  <a:pt x="1098705" y="191550"/>
                </a:lnTo>
                <a:lnTo>
                  <a:pt x="1095030" y="191550"/>
                </a:lnTo>
                <a:lnTo>
                  <a:pt x="1091356" y="191550"/>
                </a:lnTo>
                <a:lnTo>
                  <a:pt x="1087681" y="191550"/>
                </a:lnTo>
                <a:lnTo>
                  <a:pt x="1084006" y="191550"/>
                </a:lnTo>
                <a:lnTo>
                  <a:pt x="1080332" y="191550"/>
                </a:lnTo>
                <a:lnTo>
                  <a:pt x="1076657" y="191550"/>
                </a:lnTo>
                <a:lnTo>
                  <a:pt x="1072983" y="191550"/>
                </a:lnTo>
                <a:lnTo>
                  <a:pt x="1069308" y="191550"/>
                </a:lnTo>
                <a:lnTo>
                  <a:pt x="1065633" y="191550"/>
                </a:lnTo>
                <a:lnTo>
                  <a:pt x="1061959" y="191550"/>
                </a:lnTo>
                <a:lnTo>
                  <a:pt x="1058284" y="191550"/>
                </a:lnTo>
                <a:lnTo>
                  <a:pt x="1054610" y="191550"/>
                </a:lnTo>
                <a:lnTo>
                  <a:pt x="1050935" y="191550"/>
                </a:lnTo>
                <a:lnTo>
                  <a:pt x="1047260" y="191550"/>
                </a:lnTo>
                <a:lnTo>
                  <a:pt x="1043586" y="191550"/>
                </a:lnTo>
                <a:lnTo>
                  <a:pt x="1039911" y="191550"/>
                </a:lnTo>
                <a:lnTo>
                  <a:pt x="1036237" y="191550"/>
                </a:lnTo>
                <a:lnTo>
                  <a:pt x="1032562" y="191550"/>
                </a:lnTo>
                <a:lnTo>
                  <a:pt x="1028887" y="191550"/>
                </a:lnTo>
                <a:lnTo>
                  <a:pt x="1025213" y="191550"/>
                </a:lnTo>
                <a:lnTo>
                  <a:pt x="1021538" y="191550"/>
                </a:lnTo>
                <a:lnTo>
                  <a:pt x="1017864" y="191550"/>
                </a:lnTo>
                <a:lnTo>
                  <a:pt x="1014189" y="191550"/>
                </a:lnTo>
                <a:lnTo>
                  <a:pt x="1010514" y="191550"/>
                </a:lnTo>
                <a:lnTo>
                  <a:pt x="1006840" y="191550"/>
                </a:lnTo>
                <a:lnTo>
                  <a:pt x="1003165" y="191550"/>
                </a:lnTo>
                <a:lnTo>
                  <a:pt x="999491" y="191550"/>
                </a:lnTo>
                <a:lnTo>
                  <a:pt x="995816" y="191550"/>
                </a:lnTo>
                <a:lnTo>
                  <a:pt x="992141" y="191550"/>
                </a:lnTo>
                <a:lnTo>
                  <a:pt x="988467" y="191550"/>
                </a:lnTo>
                <a:lnTo>
                  <a:pt x="984792" y="191550"/>
                </a:lnTo>
                <a:lnTo>
                  <a:pt x="981118" y="191550"/>
                </a:lnTo>
                <a:lnTo>
                  <a:pt x="977443" y="191550"/>
                </a:lnTo>
                <a:lnTo>
                  <a:pt x="973768" y="191550"/>
                </a:lnTo>
                <a:lnTo>
                  <a:pt x="970094" y="191550"/>
                </a:lnTo>
                <a:lnTo>
                  <a:pt x="966419" y="191550"/>
                </a:lnTo>
                <a:lnTo>
                  <a:pt x="962745" y="191550"/>
                </a:lnTo>
                <a:lnTo>
                  <a:pt x="959070" y="191550"/>
                </a:lnTo>
                <a:lnTo>
                  <a:pt x="955395" y="191550"/>
                </a:lnTo>
                <a:lnTo>
                  <a:pt x="951721" y="191550"/>
                </a:lnTo>
                <a:lnTo>
                  <a:pt x="948046" y="191550"/>
                </a:lnTo>
                <a:lnTo>
                  <a:pt x="944372" y="191550"/>
                </a:lnTo>
                <a:lnTo>
                  <a:pt x="940697" y="191550"/>
                </a:lnTo>
                <a:lnTo>
                  <a:pt x="937022" y="191550"/>
                </a:lnTo>
                <a:lnTo>
                  <a:pt x="933348" y="191550"/>
                </a:lnTo>
                <a:lnTo>
                  <a:pt x="929673" y="191550"/>
                </a:lnTo>
                <a:lnTo>
                  <a:pt x="925999" y="191550"/>
                </a:lnTo>
                <a:lnTo>
                  <a:pt x="922324" y="191550"/>
                </a:lnTo>
                <a:lnTo>
                  <a:pt x="918649" y="191550"/>
                </a:lnTo>
                <a:lnTo>
                  <a:pt x="914975" y="191550"/>
                </a:lnTo>
                <a:lnTo>
                  <a:pt x="911300" y="191550"/>
                </a:lnTo>
                <a:lnTo>
                  <a:pt x="907626" y="191550"/>
                </a:lnTo>
                <a:lnTo>
                  <a:pt x="903951" y="191550"/>
                </a:lnTo>
                <a:lnTo>
                  <a:pt x="900276" y="191550"/>
                </a:lnTo>
                <a:lnTo>
                  <a:pt x="896602" y="191550"/>
                </a:lnTo>
                <a:lnTo>
                  <a:pt x="892927" y="191550"/>
                </a:lnTo>
                <a:lnTo>
                  <a:pt x="889253" y="191550"/>
                </a:lnTo>
                <a:lnTo>
                  <a:pt x="885578" y="191550"/>
                </a:lnTo>
                <a:lnTo>
                  <a:pt x="881903" y="191550"/>
                </a:lnTo>
                <a:lnTo>
                  <a:pt x="878229" y="191550"/>
                </a:lnTo>
                <a:lnTo>
                  <a:pt x="874554" y="191550"/>
                </a:lnTo>
                <a:lnTo>
                  <a:pt x="870880" y="191550"/>
                </a:lnTo>
                <a:lnTo>
                  <a:pt x="867205" y="191550"/>
                </a:lnTo>
                <a:lnTo>
                  <a:pt x="863530" y="191550"/>
                </a:lnTo>
                <a:lnTo>
                  <a:pt x="859856" y="191550"/>
                </a:lnTo>
                <a:lnTo>
                  <a:pt x="856181" y="191550"/>
                </a:lnTo>
                <a:lnTo>
                  <a:pt x="852507" y="191550"/>
                </a:lnTo>
                <a:lnTo>
                  <a:pt x="848832" y="191550"/>
                </a:lnTo>
                <a:lnTo>
                  <a:pt x="845157" y="191550"/>
                </a:lnTo>
                <a:lnTo>
                  <a:pt x="841483" y="191550"/>
                </a:lnTo>
                <a:lnTo>
                  <a:pt x="837808" y="191550"/>
                </a:lnTo>
                <a:lnTo>
                  <a:pt x="834134" y="191550"/>
                </a:lnTo>
                <a:lnTo>
                  <a:pt x="830459" y="191550"/>
                </a:lnTo>
                <a:lnTo>
                  <a:pt x="826784" y="191550"/>
                </a:lnTo>
                <a:lnTo>
                  <a:pt x="823110" y="191550"/>
                </a:lnTo>
                <a:lnTo>
                  <a:pt x="819435" y="191550"/>
                </a:lnTo>
                <a:lnTo>
                  <a:pt x="815761" y="191550"/>
                </a:lnTo>
                <a:lnTo>
                  <a:pt x="812086" y="191550"/>
                </a:lnTo>
                <a:lnTo>
                  <a:pt x="808411" y="191550"/>
                </a:lnTo>
                <a:lnTo>
                  <a:pt x="804737" y="191550"/>
                </a:lnTo>
                <a:lnTo>
                  <a:pt x="801062" y="191550"/>
                </a:lnTo>
                <a:lnTo>
                  <a:pt x="797388" y="191550"/>
                </a:lnTo>
                <a:lnTo>
                  <a:pt x="793713" y="191550"/>
                </a:lnTo>
                <a:lnTo>
                  <a:pt x="790038" y="191550"/>
                </a:lnTo>
                <a:lnTo>
                  <a:pt x="786364" y="191550"/>
                </a:lnTo>
                <a:lnTo>
                  <a:pt x="782689" y="191550"/>
                </a:lnTo>
                <a:lnTo>
                  <a:pt x="779015" y="191550"/>
                </a:lnTo>
                <a:lnTo>
                  <a:pt x="775340" y="191550"/>
                </a:lnTo>
                <a:lnTo>
                  <a:pt x="771665" y="191550"/>
                </a:lnTo>
                <a:lnTo>
                  <a:pt x="767991" y="191550"/>
                </a:lnTo>
                <a:lnTo>
                  <a:pt x="764316" y="191550"/>
                </a:lnTo>
                <a:lnTo>
                  <a:pt x="760642" y="191550"/>
                </a:lnTo>
                <a:lnTo>
                  <a:pt x="756967" y="191550"/>
                </a:lnTo>
                <a:lnTo>
                  <a:pt x="753292" y="191550"/>
                </a:lnTo>
                <a:lnTo>
                  <a:pt x="749618" y="191550"/>
                </a:lnTo>
                <a:lnTo>
                  <a:pt x="745943" y="191550"/>
                </a:lnTo>
                <a:lnTo>
                  <a:pt x="742269" y="191550"/>
                </a:lnTo>
                <a:lnTo>
                  <a:pt x="738594" y="191550"/>
                </a:lnTo>
                <a:lnTo>
                  <a:pt x="734919" y="191550"/>
                </a:lnTo>
                <a:lnTo>
                  <a:pt x="731245" y="191550"/>
                </a:lnTo>
                <a:lnTo>
                  <a:pt x="727570" y="191550"/>
                </a:lnTo>
                <a:lnTo>
                  <a:pt x="723896" y="191550"/>
                </a:lnTo>
                <a:lnTo>
                  <a:pt x="720221" y="191550"/>
                </a:lnTo>
                <a:lnTo>
                  <a:pt x="716546" y="191550"/>
                </a:lnTo>
                <a:lnTo>
                  <a:pt x="712872" y="191550"/>
                </a:lnTo>
                <a:lnTo>
                  <a:pt x="709197" y="191550"/>
                </a:lnTo>
                <a:lnTo>
                  <a:pt x="705523" y="191550"/>
                </a:lnTo>
                <a:lnTo>
                  <a:pt x="701848" y="191550"/>
                </a:lnTo>
                <a:lnTo>
                  <a:pt x="698173" y="191550"/>
                </a:lnTo>
                <a:lnTo>
                  <a:pt x="694499" y="191550"/>
                </a:lnTo>
                <a:lnTo>
                  <a:pt x="690824" y="191550"/>
                </a:lnTo>
                <a:lnTo>
                  <a:pt x="687150" y="191550"/>
                </a:lnTo>
                <a:lnTo>
                  <a:pt x="683475" y="191550"/>
                </a:lnTo>
                <a:lnTo>
                  <a:pt x="679800" y="191550"/>
                </a:lnTo>
                <a:lnTo>
                  <a:pt x="676126" y="191550"/>
                </a:lnTo>
                <a:lnTo>
                  <a:pt x="672451" y="191550"/>
                </a:lnTo>
                <a:lnTo>
                  <a:pt x="668777" y="191550"/>
                </a:lnTo>
                <a:lnTo>
                  <a:pt x="665102" y="191550"/>
                </a:lnTo>
                <a:lnTo>
                  <a:pt x="661427" y="191550"/>
                </a:lnTo>
                <a:lnTo>
                  <a:pt x="657753" y="191550"/>
                </a:lnTo>
                <a:lnTo>
                  <a:pt x="654078" y="191550"/>
                </a:lnTo>
                <a:lnTo>
                  <a:pt x="650404" y="191550"/>
                </a:lnTo>
                <a:lnTo>
                  <a:pt x="646729" y="191550"/>
                </a:lnTo>
                <a:lnTo>
                  <a:pt x="643054" y="191550"/>
                </a:lnTo>
                <a:lnTo>
                  <a:pt x="639380" y="191550"/>
                </a:lnTo>
                <a:lnTo>
                  <a:pt x="635705" y="191550"/>
                </a:lnTo>
                <a:lnTo>
                  <a:pt x="632031" y="191550"/>
                </a:lnTo>
                <a:lnTo>
                  <a:pt x="628356" y="191550"/>
                </a:lnTo>
                <a:lnTo>
                  <a:pt x="624681" y="191550"/>
                </a:lnTo>
                <a:lnTo>
                  <a:pt x="621007" y="191550"/>
                </a:lnTo>
                <a:lnTo>
                  <a:pt x="617332" y="191550"/>
                </a:lnTo>
                <a:lnTo>
                  <a:pt x="613658" y="191550"/>
                </a:lnTo>
                <a:lnTo>
                  <a:pt x="609983" y="191550"/>
                </a:lnTo>
                <a:lnTo>
                  <a:pt x="606308" y="191550"/>
                </a:lnTo>
                <a:lnTo>
                  <a:pt x="602634" y="191550"/>
                </a:lnTo>
                <a:lnTo>
                  <a:pt x="598959" y="191550"/>
                </a:lnTo>
                <a:lnTo>
                  <a:pt x="595285" y="191550"/>
                </a:lnTo>
                <a:lnTo>
                  <a:pt x="591610" y="191550"/>
                </a:lnTo>
                <a:lnTo>
                  <a:pt x="587935" y="191550"/>
                </a:lnTo>
                <a:lnTo>
                  <a:pt x="584261" y="191550"/>
                </a:lnTo>
                <a:lnTo>
                  <a:pt x="580586" y="191550"/>
                </a:lnTo>
                <a:lnTo>
                  <a:pt x="576912" y="191550"/>
                </a:lnTo>
                <a:lnTo>
                  <a:pt x="573237" y="191550"/>
                </a:lnTo>
                <a:lnTo>
                  <a:pt x="569562" y="191550"/>
                </a:lnTo>
                <a:lnTo>
                  <a:pt x="565888" y="191550"/>
                </a:lnTo>
                <a:lnTo>
                  <a:pt x="562213" y="191550"/>
                </a:lnTo>
                <a:lnTo>
                  <a:pt x="558539" y="191550"/>
                </a:lnTo>
                <a:lnTo>
                  <a:pt x="554864" y="191550"/>
                </a:lnTo>
                <a:lnTo>
                  <a:pt x="551189" y="191550"/>
                </a:lnTo>
                <a:lnTo>
                  <a:pt x="547515" y="191550"/>
                </a:lnTo>
                <a:lnTo>
                  <a:pt x="543840" y="191550"/>
                </a:lnTo>
                <a:lnTo>
                  <a:pt x="540166" y="191550"/>
                </a:lnTo>
                <a:lnTo>
                  <a:pt x="536491" y="191550"/>
                </a:lnTo>
                <a:lnTo>
                  <a:pt x="532816" y="191550"/>
                </a:lnTo>
                <a:lnTo>
                  <a:pt x="529142" y="191550"/>
                </a:lnTo>
                <a:lnTo>
                  <a:pt x="525467" y="191550"/>
                </a:lnTo>
                <a:lnTo>
                  <a:pt x="521793" y="191550"/>
                </a:lnTo>
                <a:lnTo>
                  <a:pt x="518118" y="191550"/>
                </a:lnTo>
                <a:lnTo>
                  <a:pt x="514443" y="191550"/>
                </a:lnTo>
                <a:lnTo>
                  <a:pt x="510769" y="191550"/>
                </a:lnTo>
                <a:lnTo>
                  <a:pt x="507094" y="191550"/>
                </a:lnTo>
                <a:lnTo>
                  <a:pt x="503420" y="191550"/>
                </a:lnTo>
                <a:lnTo>
                  <a:pt x="499745" y="191550"/>
                </a:lnTo>
                <a:lnTo>
                  <a:pt x="496070" y="191550"/>
                </a:lnTo>
                <a:lnTo>
                  <a:pt x="492396" y="191550"/>
                </a:lnTo>
                <a:lnTo>
                  <a:pt x="488721" y="191550"/>
                </a:lnTo>
                <a:lnTo>
                  <a:pt x="485047" y="191550"/>
                </a:lnTo>
                <a:lnTo>
                  <a:pt x="481372" y="191550"/>
                </a:lnTo>
                <a:lnTo>
                  <a:pt x="477697" y="191550"/>
                </a:lnTo>
                <a:lnTo>
                  <a:pt x="474023" y="191550"/>
                </a:lnTo>
                <a:lnTo>
                  <a:pt x="470348" y="191550"/>
                </a:lnTo>
                <a:lnTo>
                  <a:pt x="466674" y="191550"/>
                </a:lnTo>
                <a:lnTo>
                  <a:pt x="462999" y="191550"/>
                </a:lnTo>
                <a:lnTo>
                  <a:pt x="459324" y="191550"/>
                </a:lnTo>
                <a:lnTo>
                  <a:pt x="455650" y="191550"/>
                </a:lnTo>
                <a:lnTo>
                  <a:pt x="451975" y="191550"/>
                </a:lnTo>
                <a:lnTo>
                  <a:pt x="448301" y="191550"/>
                </a:lnTo>
                <a:lnTo>
                  <a:pt x="444626" y="191550"/>
                </a:lnTo>
                <a:lnTo>
                  <a:pt x="440951" y="191550"/>
                </a:lnTo>
                <a:lnTo>
                  <a:pt x="437277" y="191550"/>
                </a:lnTo>
                <a:lnTo>
                  <a:pt x="433602" y="191550"/>
                </a:lnTo>
                <a:lnTo>
                  <a:pt x="429928" y="191550"/>
                </a:lnTo>
                <a:lnTo>
                  <a:pt x="426253" y="191550"/>
                </a:lnTo>
                <a:lnTo>
                  <a:pt x="422578" y="191550"/>
                </a:lnTo>
                <a:lnTo>
                  <a:pt x="418904" y="191550"/>
                </a:lnTo>
                <a:lnTo>
                  <a:pt x="415229" y="191550"/>
                </a:lnTo>
                <a:lnTo>
                  <a:pt x="411555" y="191550"/>
                </a:lnTo>
                <a:lnTo>
                  <a:pt x="407880" y="191550"/>
                </a:lnTo>
                <a:lnTo>
                  <a:pt x="404205" y="191550"/>
                </a:lnTo>
                <a:lnTo>
                  <a:pt x="400531" y="191550"/>
                </a:lnTo>
                <a:lnTo>
                  <a:pt x="396856" y="191550"/>
                </a:lnTo>
                <a:lnTo>
                  <a:pt x="393182" y="191550"/>
                </a:lnTo>
                <a:lnTo>
                  <a:pt x="389507" y="191550"/>
                </a:lnTo>
                <a:lnTo>
                  <a:pt x="385832" y="191550"/>
                </a:lnTo>
                <a:lnTo>
                  <a:pt x="382158" y="191550"/>
                </a:lnTo>
                <a:lnTo>
                  <a:pt x="378483" y="191550"/>
                </a:lnTo>
                <a:lnTo>
                  <a:pt x="374809" y="191550"/>
                </a:lnTo>
                <a:lnTo>
                  <a:pt x="371134" y="191550"/>
                </a:lnTo>
                <a:lnTo>
                  <a:pt x="367459" y="191550"/>
                </a:lnTo>
                <a:lnTo>
                  <a:pt x="363785" y="191550"/>
                </a:lnTo>
                <a:lnTo>
                  <a:pt x="360110" y="191550"/>
                </a:lnTo>
                <a:lnTo>
                  <a:pt x="356436" y="191550"/>
                </a:lnTo>
                <a:lnTo>
                  <a:pt x="352761" y="191550"/>
                </a:lnTo>
                <a:lnTo>
                  <a:pt x="349086" y="191550"/>
                </a:lnTo>
                <a:lnTo>
                  <a:pt x="345412" y="191550"/>
                </a:lnTo>
                <a:lnTo>
                  <a:pt x="341737" y="191550"/>
                </a:lnTo>
                <a:lnTo>
                  <a:pt x="338063" y="191550"/>
                </a:lnTo>
                <a:lnTo>
                  <a:pt x="334388" y="191550"/>
                </a:lnTo>
                <a:lnTo>
                  <a:pt x="330713" y="191550"/>
                </a:lnTo>
                <a:lnTo>
                  <a:pt x="327039" y="191550"/>
                </a:lnTo>
                <a:lnTo>
                  <a:pt x="323364" y="191550"/>
                </a:lnTo>
                <a:lnTo>
                  <a:pt x="319690" y="191550"/>
                </a:lnTo>
                <a:lnTo>
                  <a:pt x="316015" y="191550"/>
                </a:lnTo>
                <a:lnTo>
                  <a:pt x="312340" y="191550"/>
                </a:lnTo>
                <a:lnTo>
                  <a:pt x="308666" y="191550"/>
                </a:lnTo>
                <a:lnTo>
                  <a:pt x="304991" y="191550"/>
                </a:lnTo>
                <a:lnTo>
                  <a:pt x="301317" y="191550"/>
                </a:lnTo>
                <a:lnTo>
                  <a:pt x="297642" y="191550"/>
                </a:lnTo>
                <a:lnTo>
                  <a:pt x="293967" y="191550"/>
                </a:lnTo>
                <a:lnTo>
                  <a:pt x="290293" y="191550"/>
                </a:lnTo>
                <a:lnTo>
                  <a:pt x="286618" y="191550"/>
                </a:lnTo>
                <a:lnTo>
                  <a:pt x="282944" y="191550"/>
                </a:lnTo>
                <a:lnTo>
                  <a:pt x="279269" y="191550"/>
                </a:lnTo>
                <a:lnTo>
                  <a:pt x="275594" y="191550"/>
                </a:lnTo>
                <a:lnTo>
                  <a:pt x="271920" y="191550"/>
                </a:lnTo>
                <a:lnTo>
                  <a:pt x="268245" y="191550"/>
                </a:lnTo>
                <a:lnTo>
                  <a:pt x="264571" y="191550"/>
                </a:lnTo>
                <a:lnTo>
                  <a:pt x="260896" y="191550"/>
                </a:lnTo>
                <a:lnTo>
                  <a:pt x="257221" y="191550"/>
                </a:lnTo>
                <a:lnTo>
                  <a:pt x="253547" y="191550"/>
                </a:lnTo>
                <a:lnTo>
                  <a:pt x="249872" y="191550"/>
                </a:lnTo>
                <a:lnTo>
                  <a:pt x="246198" y="191550"/>
                </a:lnTo>
                <a:lnTo>
                  <a:pt x="242523" y="191550"/>
                </a:lnTo>
                <a:lnTo>
                  <a:pt x="238848" y="191550"/>
                </a:lnTo>
                <a:lnTo>
                  <a:pt x="235174" y="191550"/>
                </a:lnTo>
                <a:lnTo>
                  <a:pt x="231499" y="191550"/>
                </a:lnTo>
                <a:lnTo>
                  <a:pt x="227825" y="191550"/>
                </a:lnTo>
                <a:lnTo>
                  <a:pt x="224150" y="191550"/>
                </a:lnTo>
                <a:lnTo>
                  <a:pt x="220475" y="191550"/>
                </a:lnTo>
                <a:lnTo>
                  <a:pt x="216801" y="191550"/>
                </a:lnTo>
                <a:lnTo>
                  <a:pt x="213126" y="191550"/>
                </a:lnTo>
                <a:lnTo>
                  <a:pt x="209452" y="191550"/>
                </a:lnTo>
                <a:lnTo>
                  <a:pt x="205777" y="191550"/>
                </a:lnTo>
                <a:lnTo>
                  <a:pt x="202102" y="191550"/>
                </a:lnTo>
                <a:lnTo>
                  <a:pt x="198428" y="191550"/>
                </a:lnTo>
                <a:lnTo>
                  <a:pt x="194753" y="191550"/>
                </a:lnTo>
                <a:lnTo>
                  <a:pt x="191079" y="191550"/>
                </a:lnTo>
                <a:lnTo>
                  <a:pt x="187404" y="191550"/>
                </a:lnTo>
                <a:lnTo>
                  <a:pt x="183729" y="191550"/>
                </a:lnTo>
                <a:lnTo>
                  <a:pt x="180055" y="191550"/>
                </a:lnTo>
                <a:lnTo>
                  <a:pt x="176380" y="191550"/>
                </a:lnTo>
                <a:lnTo>
                  <a:pt x="172706" y="191550"/>
                </a:lnTo>
                <a:lnTo>
                  <a:pt x="169031" y="191550"/>
                </a:lnTo>
                <a:lnTo>
                  <a:pt x="165356" y="191550"/>
                </a:lnTo>
                <a:lnTo>
                  <a:pt x="161682" y="191550"/>
                </a:lnTo>
                <a:lnTo>
                  <a:pt x="158007" y="191550"/>
                </a:lnTo>
                <a:lnTo>
                  <a:pt x="154333" y="191550"/>
                </a:lnTo>
                <a:lnTo>
                  <a:pt x="150658" y="191550"/>
                </a:lnTo>
                <a:lnTo>
                  <a:pt x="146983" y="191550"/>
                </a:lnTo>
                <a:lnTo>
                  <a:pt x="143309" y="191550"/>
                </a:lnTo>
                <a:lnTo>
                  <a:pt x="139634" y="191550"/>
                </a:lnTo>
                <a:lnTo>
                  <a:pt x="135960" y="191550"/>
                </a:lnTo>
                <a:lnTo>
                  <a:pt x="132285" y="191550"/>
                </a:lnTo>
                <a:lnTo>
                  <a:pt x="128610" y="191550"/>
                </a:lnTo>
                <a:lnTo>
                  <a:pt x="124936" y="191550"/>
                </a:lnTo>
                <a:lnTo>
                  <a:pt x="121261" y="191550"/>
                </a:lnTo>
                <a:lnTo>
                  <a:pt x="117587" y="191550"/>
                </a:lnTo>
                <a:lnTo>
                  <a:pt x="113912" y="191550"/>
                </a:lnTo>
                <a:lnTo>
                  <a:pt x="110237" y="191550"/>
                </a:lnTo>
                <a:lnTo>
                  <a:pt x="106563" y="191550"/>
                </a:lnTo>
                <a:lnTo>
                  <a:pt x="102888" y="191550"/>
                </a:lnTo>
                <a:lnTo>
                  <a:pt x="99214" y="191550"/>
                </a:lnTo>
                <a:lnTo>
                  <a:pt x="95539" y="191550"/>
                </a:lnTo>
                <a:lnTo>
                  <a:pt x="91864" y="191550"/>
                </a:lnTo>
                <a:lnTo>
                  <a:pt x="88190" y="191550"/>
                </a:lnTo>
                <a:lnTo>
                  <a:pt x="84515" y="191550"/>
                </a:lnTo>
                <a:lnTo>
                  <a:pt x="80841" y="191550"/>
                </a:lnTo>
                <a:lnTo>
                  <a:pt x="77166" y="191550"/>
                </a:lnTo>
                <a:lnTo>
                  <a:pt x="73491" y="191550"/>
                </a:lnTo>
                <a:lnTo>
                  <a:pt x="69817" y="191550"/>
                </a:lnTo>
                <a:lnTo>
                  <a:pt x="66142" y="191550"/>
                </a:lnTo>
                <a:lnTo>
                  <a:pt x="62468" y="191550"/>
                </a:lnTo>
                <a:lnTo>
                  <a:pt x="58793" y="191550"/>
                </a:lnTo>
                <a:lnTo>
                  <a:pt x="55118" y="191550"/>
                </a:lnTo>
                <a:lnTo>
                  <a:pt x="51444" y="191550"/>
                </a:lnTo>
                <a:lnTo>
                  <a:pt x="47769" y="191550"/>
                </a:lnTo>
                <a:lnTo>
                  <a:pt x="44095" y="191550"/>
                </a:lnTo>
                <a:lnTo>
                  <a:pt x="40420" y="191550"/>
                </a:lnTo>
                <a:lnTo>
                  <a:pt x="36745" y="191550"/>
                </a:lnTo>
                <a:lnTo>
                  <a:pt x="33071" y="191550"/>
                </a:lnTo>
                <a:lnTo>
                  <a:pt x="29396" y="191550"/>
                </a:lnTo>
                <a:lnTo>
                  <a:pt x="25722" y="191550"/>
                </a:lnTo>
                <a:lnTo>
                  <a:pt x="22047" y="191550"/>
                </a:lnTo>
                <a:lnTo>
                  <a:pt x="18372" y="191550"/>
                </a:lnTo>
                <a:lnTo>
                  <a:pt x="14698" y="191550"/>
                </a:lnTo>
                <a:lnTo>
                  <a:pt x="11023" y="191550"/>
                </a:lnTo>
                <a:lnTo>
                  <a:pt x="7349" y="191550"/>
                </a:lnTo>
                <a:lnTo>
                  <a:pt x="3674" y="19155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1" name="pl51"/>
          <p:cNvSpPr/>
          <p:nvPr/>
        </p:nvSpPr>
        <p:spPr>
          <a:xfrm>
            <a:off x="4548521" y="3290704"/>
            <a:ext cx="1877720" cy="191550"/>
          </a:xfrm>
          <a:custGeom>
            <a:avLst/>
            <a:gdLst/>
            <a:ahLst/>
            <a:cxnLst/>
            <a:rect l="0" t="0" r="0" b="0"/>
            <a:pathLst>
              <a:path w="1877720" h="191550">
                <a:moveTo>
                  <a:pt x="0" y="191506"/>
                </a:moveTo>
                <a:lnTo>
                  <a:pt x="3674" y="191495"/>
                </a:lnTo>
                <a:lnTo>
                  <a:pt x="7349" y="191482"/>
                </a:lnTo>
                <a:lnTo>
                  <a:pt x="11023" y="191468"/>
                </a:lnTo>
                <a:lnTo>
                  <a:pt x="14698" y="191452"/>
                </a:lnTo>
                <a:lnTo>
                  <a:pt x="18372" y="191434"/>
                </a:lnTo>
                <a:lnTo>
                  <a:pt x="22047" y="191415"/>
                </a:lnTo>
                <a:lnTo>
                  <a:pt x="25722" y="191394"/>
                </a:lnTo>
                <a:lnTo>
                  <a:pt x="29396" y="191373"/>
                </a:lnTo>
                <a:lnTo>
                  <a:pt x="33071" y="191350"/>
                </a:lnTo>
                <a:lnTo>
                  <a:pt x="36745" y="191327"/>
                </a:lnTo>
                <a:lnTo>
                  <a:pt x="40420" y="191304"/>
                </a:lnTo>
                <a:lnTo>
                  <a:pt x="44095" y="191281"/>
                </a:lnTo>
                <a:lnTo>
                  <a:pt x="47769" y="191257"/>
                </a:lnTo>
                <a:lnTo>
                  <a:pt x="51444" y="191233"/>
                </a:lnTo>
                <a:lnTo>
                  <a:pt x="55118" y="191209"/>
                </a:lnTo>
                <a:lnTo>
                  <a:pt x="58793" y="191185"/>
                </a:lnTo>
                <a:lnTo>
                  <a:pt x="62468" y="191160"/>
                </a:lnTo>
                <a:lnTo>
                  <a:pt x="66142" y="191134"/>
                </a:lnTo>
                <a:lnTo>
                  <a:pt x="69817" y="191107"/>
                </a:lnTo>
                <a:lnTo>
                  <a:pt x="73491" y="191079"/>
                </a:lnTo>
                <a:lnTo>
                  <a:pt x="77166" y="191049"/>
                </a:lnTo>
                <a:lnTo>
                  <a:pt x="80841" y="191018"/>
                </a:lnTo>
                <a:lnTo>
                  <a:pt x="84515" y="190986"/>
                </a:lnTo>
                <a:lnTo>
                  <a:pt x="88190" y="190953"/>
                </a:lnTo>
                <a:lnTo>
                  <a:pt x="91864" y="190919"/>
                </a:lnTo>
                <a:lnTo>
                  <a:pt x="95539" y="190885"/>
                </a:lnTo>
                <a:lnTo>
                  <a:pt x="99214" y="190853"/>
                </a:lnTo>
                <a:lnTo>
                  <a:pt x="102888" y="190821"/>
                </a:lnTo>
                <a:lnTo>
                  <a:pt x="106563" y="190791"/>
                </a:lnTo>
                <a:lnTo>
                  <a:pt x="110237" y="190763"/>
                </a:lnTo>
                <a:lnTo>
                  <a:pt x="113912" y="190738"/>
                </a:lnTo>
                <a:lnTo>
                  <a:pt x="117587" y="190714"/>
                </a:lnTo>
                <a:lnTo>
                  <a:pt x="121261" y="190691"/>
                </a:lnTo>
                <a:lnTo>
                  <a:pt x="124936" y="190669"/>
                </a:lnTo>
                <a:lnTo>
                  <a:pt x="128610" y="190646"/>
                </a:lnTo>
                <a:lnTo>
                  <a:pt x="132285" y="190621"/>
                </a:lnTo>
                <a:lnTo>
                  <a:pt x="135960" y="190593"/>
                </a:lnTo>
                <a:lnTo>
                  <a:pt x="139634" y="190559"/>
                </a:lnTo>
                <a:lnTo>
                  <a:pt x="143309" y="190517"/>
                </a:lnTo>
                <a:lnTo>
                  <a:pt x="146983" y="190466"/>
                </a:lnTo>
                <a:lnTo>
                  <a:pt x="150658" y="190405"/>
                </a:lnTo>
                <a:lnTo>
                  <a:pt x="154333" y="190333"/>
                </a:lnTo>
                <a:lnTo>
                  <a:pt x="158007" y="190249"/>
                </a:lnTo>
                <a:lnTo>
                  <a:pt x="161682" y="190151"/>
                </a:lnTo>
                <a:lnTo>
                  <a:pt x="165356" y="190041"/>
                </a:lnTo>
                <a:lnTo>
                  <a:pt x="169031" y="189917"/>
                </a:lnTo>
                <a:lnTo>
                  <a:pt x="172706" y="189778"/>
                </a:lnTo>
                <a:lnTo>
                  <a:pt x="176380" y="189628"/>
                </a:lnTo>
                <a:lnTo>
                  <a:pt x="180055" y="189467"/>
                </a:lnTo>
                <a:lnTo>
                  <a:pt x="183729" y="189294"/>
                </a:lnTo>
                <a:lnTo>
                  <a:pt x="187404" y="189113"/>
                </a:lnTo>
                <a:lnTo>
                  <a:pt x="191079" y="188922"/>
                </a:lnTo>
                <a:lnTo>
                  <a:pt x="194753" y="188724"/>
                </a:lnTo>
                <a:lnTo>
                  <a:pt x="198428" y="188519"/>
                </a:lnTo>
                <a:lnTo>
                  <a:pt x="202102" y="188306"/>
                </a:lnTo>
                <a:lnTo>
                  <a:pt x="205777" y="188088"/>
                </a:lnTo>
                <a:lnTo>
                  <a:pt x="209452" y="187864"/>
                </a:lnTo>
                <a:lnTo>
                  <a:pt x="213126" y="187636"/>
                </a:lnTo>
                <a:lnTo>
                  <a:pt x="216801" y="187403"/>
                </a:lnTo>
                <a:lnTo>
                  <a:pt x="220475" y="187166"/>
                </a:lnTo>
                <a:lnTo>
                  <a:pt x="224150" y="186925"/>
                </a:lnTo>
                <a:lnTo>
                  <a:pt x="227825" y="186680"/>
                </a:lnTo>
                <a:lnTo>
                  <a:pt x="231499" y="186431"/>
                </a:lnTo>
                <a:lnTo>
                  <a:pt x="235174" y="186179"/>
                </a:lnTo>
                <a:lnTo>
                  <a:pt x="238848" y="185923"/>
                </a:lnTo>
                <a:lnTo>
                  <a:pt x="242523" y="185665"/>
                </a:lnTo>
                <a:lnTo>
                  <a:pt x="246198" y="185404"/>
                </a:lnTo>
                <a:lnTo>
                  <a:pt x="249872" y="185141"/>
                </a:lnTo>
                <a:lnTo>
                  <a:pt x="253547" y="184877"/>
                </a:lnTo>
                <a:lnTo>
                  <a:pt x="257221" y="184612"/>
                </a:lnTo>
                <a:lnTo>
                  <a:pt x="260896" y="184347"/>
                </a:lnTo>
                <a:lnTo>
                  <a:pt x="264571" y="184081"/>
                </a:lnTo>
                <a:lnTo>
                  <a:pt x="268245" y="183816"/>
                </a:lnTo>
                <a:lnTo>
                  <a:pt x="271920" y="183550"/>
                </a:lnTo>
                <a:lnTo>
                  <a:pt x="275594" y="183285"/>
                </a:lnTo>
                <a:lnTo>
                  <a:pt x="279269" y="183017"/>
                </a:lnTo>
                <a:lnTo>
                  <a:pt x="282944" y="182746"/>
                </a:lnTo>
                <a:lnTo>
                  <a:pt x="286618" y="182469"/>
                </a:lnTo>
                <a:lnTo>
                  <a:pt x="290293" y="182184"/>
                </a:lnTo>
                <a:lnTo>
                  <a:pt x="293967" y="181888"/>
                </a:lnTo>
                <a:lnTo>
                  <a:pt x="297642" y="181575"/>
                </a:lnTo>
                <a:lnTo>
                  <a:pt x="301317" y="181240"/>
                </a:lnTo>
                <a:lnTo>
                  <a:pt x="304991" y="180880"/>
                </a:lnTo>
                <a:lnTo>
                  <a:pt x="308666" y="180492"/>
                </a:lnTo>
                <a:lnTo>
                  <a:pt x="312340" y="180072"/>
                </a:lnTo>
                <a:lnTo>
                  <a:pt x="316015" y="179619"/>
                </a:lnTo>
                <a:lnTo>
                  <a:pt x="319690" y="179131"/>
                </a:lnTo>
                <a:lnTo>
                  <a:pt x="323364" y="178608"/>
                </a:lnTo>
                <a:lnTo>
                  <a:pt x="327039" y="178050"/>
                </a:lnTo>
                <a:lnTo>
                  <a:pt x="330713" y="177458"/>
                </a:lnTo>
                <a:lnTo>
                  <a:pt x="334388" y="176837"/>
                </a:lnTo>
                <a:lnTo>
                  <a:pt x="338063" y="176194"/>
                </a:lnTo>
                <a:lnTo>
                  <a:pt x="341737" y="175533"/>
                </a:lnTo>
                <a:lnTo>
                  <a:pt x="345412" y="174859"/>
                </a:lnTo>
                <a:lnTo>
                  <a:pt x="349086" y="174176"/>
                </a:lnTo>
                <a:lnTo>
                  <a:pt x="352761" y="173490"/>
                </a:lnTo>
                <a:lnTo>
                  <a:pt x="356436" y="172802"/>
                </a:lnTo>
                <a:lnTo>
                  <a:pt x="360110" y="172115"/>
                </a:lnTo>
                <a:lnTo>
                  <a:pt x="363785" y="171427"/>
                </a:lnTo>
                <a:lnTo>
                  <a:pt x="367459" y="170735"/>
                </a:lnTo>
                <a:lnTo>
                  <a:pt x="371134" y="170034"/>
                </a:lnTo>
                <a:lnTo>
                  <a:pt x="374809" y="169318"/>
                </a:lnTo>
                <a:lnTo>
                  <a:pt x="378483" y="168579"/>
                </a:lnTo>
                <a:lnTo>
                  <a:pt x="382158" y="167807"/>
                </a:lnTo>
                <a:lnTo>
                  <a:pt x="385832" y="166992"/>
                </a:lnTo>
                <a:lnTo>
                  <a:pt x="389507" y="166125"/>
                </a:lnTo>
                <a:lnTo>
                  <a:pt x="393182" y="165193"/>
                </a:lnTo>
                <a:lnTo>
                  <a:pt x="396856" y="164178"/>
                </a:lnTo>
                <a:lnTo>
                  <a:pt x="400531" y="163080"/>
                </a:lnTo>
                <a:lnTo>
                  <a:pt x="404205" y="161894"/>
                </a:lnTo>
                <a:lnTo>
                  <a:pt x="407880" y="160617"/>
                </a:lnTo>
                <a:lnTo>
                  <a:pt x="411555" y="159247"/>
                </a:lnTo>
                <a:lnTo>
                  <a:pt x="415229" y="157786"/>
                </a:lnTo>
                <a:lnTo>
                  <a:pt x="418904" y="156237"/>
                </a:lnTo>
                <a:lnTo>
                  <a:pt x="422578" y="154607"/>
                </a:lnTo>
                <a:lnTo>
                  <a:pt x="426253" y="152898"/>
                </a:lnTo>
                <a:lnTo>
                  <a:pt x="429928" y="151120"/>
                </a:lnTo>
                <a:lnTo>
                  <a:pt x="433602" y="149291"/>
                </a:lnTo>
                <a:lnTo>
                  <a:pt x="437277" y="147420"/>
                </a:lnTo>
                <a:lnTo>
                  <a:pt x="440951" y="145517"/>
                </a:lnTo>
                <a:lnTo>
                  <a:pt x="444626" y="143591"/>
                </a:lnTo>
                <a:lnTo>
                  <a:pt x="448301" y="141649"/>
                </a:lnTo>
                <a:lnTo>
                  <a:pt x="451975" y="139698"/>
                </a:lnTo>
                <a:lnTo>
                  <a:pt x="455650" y="137742"/>
                </a:lnTo>
                <a:lnTo>
                  <a:pt x="459324" y="135782"/>
                </a:lnTo>
                <a:lnTo>
                  <a:pt x="462999" y="133820"/>
                </a:lnTo>
                <a:lnTo>
                  <a:pt x="466674" y="131852"/>
                </a:lnTo>
                <a:lnTo>
                  <a:pt x="470348" y="129878"/>
                </a:lnTo>
                <a:lnTo>
                  <a:pt x="474023" y="127892"/>
                </a:lnTo>
                <a:lnTo>
                  <a:pt x="477697" y="125891"/>
                </a:lnTo>
                <a:lnTo>
                  <a:pt x="481372" y="123871"/>
                </a:lnTo>
                <a:lnTo>
                  <a:pt x="485047" y="121828"/>
                </a:lnTo>
                <a:lnTo>
                  <a:pt x="488721" y="119759"/>
                </a:lnTo>
                <a:lnTo>
                  <a:pt x="492396" y="117658"/>
                </a:lnTo>
                <a:lnTo>
                  <a:pt x="496070" y="115529"/>
                </a:lnTo>
                <a:lnTo>
                  <a:pt x="499745" y="113373"/>
                </a:lnTo>
                <a:lnTo>
                  <a:pt x="503420" y="111191"/>
                </a:lnTo>
                <a:lnTo>
                  <a:pt x="507094" y="108989"/>
                </a:lnTo>
                <a:lnTo>
                  <a:pt x="510769" y="106770"/>
                </a:lnTo>
                <a:lnTo>
                  <a:pt x="514443" y="104539"/>
                </a:lnTo>
                <a:lnTo>
                  <a:pt x="518118" y="102304"/>
                </a:lnTo>
                <a:lnTo>
                  <a:pt x="521793" y="100069"/>
                </a:lnTo>
                <a:lnTo>
                  <a:pt x="525467" y="97842"/>
                </a:lnTo>
                <a:lnTo>
                  <a:pt x="529142" y="95628"/>
                </a:lnTo>
                <a:lnTo>
                  <a:pt x="532816" y="93429"/>
                </a:lnTo>
                <a:lnTo>
                  <a:pt x="536491" y="91247"/>
                </a:lnTo>
                <a:lnTo>
                  <a:pt x="540166" y="89083"/>
                </a:lnTo>
                <a:lnTo>
                  <a:pt x="543840" y="86934"/>
                </a:lnTo>
                <a:lnTo>
                  <a:pt x="547515" y="84798"/>
                </a:lnTo>
                <a:lnTo>
                  <a:pt x="551189" y="82672"/>
                </a:lnTo>
                <a:lnTo>
                  <a:pt x="554864" y="80551"/>
                </a:lnTo>
                <a:lnTo>
                  <a:pt x="558539" y="78428"/>
                </a:lnTo>
                <a:lnTo>
                  <a:pt x="562213" y="76299"/>
                </a:lnTo>
                <a:lnTo>
                  <a:pt x="565888" y="74161"/>
                </a:lnTo>
                <a:lnTo>
                  <a:pt x="569562" y="72011"/>
                </a:lnTo>
                <a:lnTo>
                  <a:pt x="573237" y="69848"/>
                </a:lnTo>
                <a:lnTo>
                  <a:pt x="576912" y="67673"/>
                </a:lnTo>
                <a:lnTo>
                  <a:pt x="580586" y="65487"/>
                </a:lnTo>
                <a:lnTo>
                  <a:pt x="584261" y="63294"/>
                </a:lnTo>
                <a:lnTo>
                  <a:pt x="587935" y="61095"/>
                </a:lnTo>
                <a:lnTo>
                  <a:pt x="591610" y="58897"/>
                </a:lnTo>
                <a:lnTo>
                  <a:pt x="595285" y="56702"/>
                </a:lnTo>
                <a:lnTo>
                  <a:pt x="598959" y="54513"/>
                </a:lnTo>
                <a:lnTo>
                  <a:pt x="602634" y="52334"/>
                </a:lnTo>
                <a:lnTo>
                  <a:pt x="606308" y="50165"/>
                </a:lnTo>
                <a:lnTo>
                  <a:pt x="609983" y="48007"/>
                </a:lnTo>
                <a:lnTo>
                  <a:pt x="613658" y="45861"/>
                </a:lnTo>
                <a:lnTo>
                  <a:pt x="617332" y="43725"/>
                </a:lnTo>
                <a:lnTo>
                  <a:pt x="621007" y="41603"/>
                </a:lnTo>
                <a:lnTo>
                  <a:pt x="624681" y="39491"/>
                </a:lnTo>
                <a:lnTo>
                  <a:pt x="628356" y="37391"/>
                </a:lnTo>
                <a:lnTo>
                  <a:pt x="632031" y="35303"/>
                </a:lnTo>
                <a:lnTo>
                  <a:pt x="635705" y="33229"/>
                </a:lnTo>
                <a:lnTo>
                  <a:pt x="639380" y="31173"/>
                </a:lnTo>
                <a:lnTo>
                  <a:pt x="643054" y="29137"/>
                </a:lnTo>
                <a:lnTo>
                  <a:pt x="646729" y="27128"/>
                </a:lnTo>
                <a:lnTo>
                  <a:pt x="650404" y="25152"/>
                </a:lnTo>
                <a:lnTo>
                  <a:pt x="654078" y="23222"/>
                </a:lnTo>
                <a:lnTo>
                  <a:pt x="657753" y="21345"/>
                </a:lnTo>
                <a:lnTo>
                  <a:pt x="661427" y="19529"/>
                </a:lnTo>
                <a:lnTo>
                  <a:pt x="665102" y="17785"/>
                </a:lnTo>
                <a:lnTo>
                  <a:pt x="668777" y="16124"/>
                </a:lnTo>
                <a:lnTo>
                  <a:pt x="672451" y="14556"/>
                </a:lnTo>
                <a:lnTo>
                  <a:pt x="676126" y="13092"/>
                </a:lnTo>
                <a:lnTo>
                  <a:pt x="679800" y="11740"/>
                </a:lnTo>
                <a:lnTo>
                  <a:pt x="683475" y="10514"/>
                </a:lnTo>
                <a:lnTo>
                  <a:pt x="687150" y="9422"/>
                </a:lnTo>
                <a:lnTo>
                  <a:pt x="690824" y="8452"/>
                </a:lnTo>
                <a:lnTo>
                  <a:pt x="694499" y="7601"/>
                </a:lnTo>
                <a:lnTo>
                  <a:pt x="698173" y="6860"/>
                </a:lnTo>
                <a:lnTo>
                  <a:pt x="701848" y="6220"/>
                </a:lnTo>
                <a:lnTo>
                  <a:pt x="705523" y="5667"/>
                </a:lnTo>
                <a:lnTo>
                  <a:pt x="709197" y="5184"/>
                </a:lnTo>
                <a:lnTo>
                  <a:pt x="712872" y="4756"/>
                </a:lnTo>
                <a:lnTo>
                  <a:pt x="716546" y="4366"/>
                </a:lnTo>
                <a:lnTo>
                  <a:pt x="720221" y="3991"/>
                </a:lnTo>
                <a:lnTo>
                  <a:pt x="723896" y="3619"/>
                </a:lnTo>
                <a:lnTo>
                  <a:pt x="727570" y="3238"/>
                </a:lnTo>
                <a:lnTo>
                  <a:pt x="731245" y="2844"/>
                </a:lnTo>
                <a:lnTo>
                  <a:pt x="734919" y="2435"/>
                </a:lnTo>
                <a:lnTo>
                  <a:pt x="738594" y="2015"/>
                </a:lnTo>
                <a:lnTo>
                  <a:pt x="742269" y="1591"/>
                </a:lnTo>
                <a:lnTo>
                  <a:pt x="745943" y="1178"/>
                </a:lnTo>
                <a:lnTo>
                  <a:pt x="749618" y="797"/>
                </a:lnTo>
                <a:lnTo>
                  <a:pt x="753292" y="469"/>
                </a:lnTo>
                <a:lnTo>
                  <a:pt x="756967" y="214"/>
                </a:lnTo>
                <a:lnTo>
                  <a:pt x="760642" y="51"/>
                </a:lnTo>
                <a:lnTo>
                  <a:pt x="764316" y="0"/>
                </a:lnTo>
                <a:lnTo>
                  <a:pt x="767991" y="74"/>
                </a:lnTo>
                <a:lnTo>
                  <a:pt x="771665" y="286"/>
                </a:lnTo>
                <a:lnTo>
                  <a:pt x="775340" y="644"/>
                </a:lnTo>
                <a:lnTo>
                  <a:pt x="779015" y="1155"/>
                </a:lnTo>
                <a:lnTo>
                  <a:pt x="782689" y="1827"/>
                </a:lnTo>
                <a:lnTo>
                  <a:pt x="786364" y="2634"/>
                </a:lnTo>
                <a:lnTo>
                  <a:pt x="790038" y="3565"/>
                </a:lnTo>
                <a:lnTo>
                  <a:pt x="793713" y="4604"/>
                </a:lnTo>
                <a:lnTo>
                  <a:pt x="797388" y="5736"/>
                </a:lnTo>
                <a:lnTo>
                  <a:pt x="801062" y="6946"/>
                </a:lnTo>
                <a:lnTo>
                  <a:pt x="804737" y="8217"/>
                </a:lnTo>
                <a:lnTo>
                  <a:pt x="808411" y="9535"/>
                </a:lnTo>
                <a:lnTo>
                  <a:pt x="812086" y="10891"/>
                </a:lnTo>
                <a:lnTo>
                  <a:pt x="815761" y="12274"/>
                </a:lnTo>
                <a:lnTo>
                  <a:pt x="819435" y="13677"/>
                </a:lnTo>
                <a:lnTo>
                  <a:pt x="823110" y="15098"/>
                </a:lnTo>
                <a:lnTo>
                  <a:pt x="826784" y="16539"/>
                </a:lnTo>
                <a:lnTo>
                  <a:pt x="830459" y="18002"/>
                </a:lnTo>
                <a:lnTo>
                  <a:pt x="834134" y="19493"/>
                </a:lnTo>
                <a:lnTo>
                  <a:pt x="837808" y="21020"/>
                </a:lnTo>
                <a:lnTo>
                  <a:pt x="841483" y="22590"/>
                </a:lnTo>
                <a:lnTo>
                  <a:pt x="845157" y="24219"/>
                </a:lnTo>
                <a:lnTo>
                  <a:pt x="848832" y="25914"/>
                </a:lnTo>
                <a:lnTo>
                  <a:pt x="852507" y="27680"/>
                </a:lnTo>
                <a:lnTo>
                  <a:pt x="856181" y="29524"/>
                </a:lnTo>
                <a:lnTo>
                  <a:pt x="859856" y="31450"/>
                </a:lnTo>
                <a:lnTo>
                  <a:pt x="863530" y="33461"/>
                </a:lnTo>
                <a:lnTo>
                  <a:pt x="867205" y="35556"/>
                </a:lnTo>
                <a:lnTo>
                  <a:pt x="870880" y="37730"/>
                </a:lnTo>
                <a:lnTo>
                  <a:pt x="874554" y="39976"/>
                </a:lnTo>
                <a:lnTo>
                  <a:pt x="878229" y="42288"/>
                </a:lnTo>
                <a:lnTo>
                  <a:pt x="881903" y="44639"/>
                </a:lnTo>
                <a:lnTo>
                  <a:pt x="885578" y="47010"/>
                </a:lnTo>
                <a:lnTo>
                  <a:pt x="889253" y="49379"/>
                </a:lnTo>
                <a:lnTo>
                  <a:pt x="892927" y="51726"/>
                </a:lnTo>
                <a:lnTo>
                  <a:pt x="896602" y="54031"/>
                </a:lnTo>
                <a:lnTo>
                  <a:pt x="900276" y="56274"/>
                </a:lnTo>
                <a:lnTo>
                  <a:pt x="903951" y="58441"/>
                </a:lnTo>
                <a:lnTo>
                  <a:pt x="907626" y="60518"/>
                </a:lnTo>
                <a:lnTo>
                  <a:pt x="911300" y="62494"/>
                </a:lnTo>
                <a:lnTo>
                  <a:pt x="914975" y="64385"/>
                </a:lnTo>
                <a:lnTo>
                  <a:pt x="918649" y="66202"/>
                </a:lnTo>
                <a:lnTo>
                  <a:pt x="922324" y="67962"/>
                </a:lnTo>
                <a:lnTo>
                  <a:pt x="925999" y="69686"/>
                </a:lnTo>
                <a:lnTo>
                  <a:pt x="929673" y="71398"/>
                </a:lnTo>
                <a:lnTo>
                  <a:pt x="933348" y="73123"/>
                </a:lnTo>
                <a:lnTo>
                  <a:pt x="937022" y="74889"/>
                </a:lnTo>
                <a:lnTo>
                  <a:pt x="940697" y="76724"/>
                </a:lnTo>
                <a:lnTo>
                  <a:pt x="944372" y="78654"/>
                </a:lnTo>
                <a:lnTo>
                  <a:pt x="948046" y="80687"/>
                </a:lnTo>
                <a:lnTo>
                  <a:pt x="951721" y="82828"/>
                </a:lnTo>
                <a:lnTo>
                  <a:pt x="955395" y="85080"/>
                </a:lnTo>
                <a:lnTo>
                  <a:pt x="959070" y="87438"/>
                </a:lnTo>
                <a:lnTo>
                  <a:pt x="962745" y="89890"/>
                </a:lnTo>
                <a:lnTo>
                  <a:pt x="966419" y="92423"/>
                </a:lnTo>
                <a:lnTo>
                  <a:pt x="970094" y="95018"/>
                </a:lnTo>
                <a:lnTo>
                  <a:pt x="973768" y="97656"/>
                </a:lnTo>
                <a:lnTo>
                  <a:pt x="977443" y="100308"/>
                </a:lnTo>
                <a:lnTo>
                  <a:pt x="981118" y="102950"/>
                </a:lnTo>
                <a:lnTo>
                  <a:pt x="984792" y="105564"/>
                </a:lnTo>
                <a:lnTo>
                  <a:pt x="988467" y="108132"/>
                </a:lnTo>
                <a:lnTo>
                  <a:pt x="992141" y="110639"/>
                </a:lnTo>
                <a:lnTo>
                  <a:pt x="995816" y="113074"/>
                </a:lnTo>
                <a:lnTo>
                  <a:pt x="999491" y="115428"/>
                </a:lnTo>
                <a:lnTo>
                  <a:pt x="1003165" y="117698"/>
                </a:lnTo>
                <a:lnTo>
                  <a:pt x="1006840" y="119867"/>
                </a:lnTo>
                <a:lnTo>
                  <a:pt x="1010514" y="121950"/>
                </a:lnTo>
                <a:lnTo>
                  <a:pt x="1014189" y="123950"/>
                </a:lnTo>
                <a:lnTo>
                  <a:pt x="1017864" y="125871"/>
                </a:lnTo>
                <a:lnTo>
                  <a:pt x="1021538" y="127718"/>
                </a:lnTo>
                <a:lnTo>
                  <a:pt x="1025213" y="129495"/>
                </a:lnTo>
                <a:lnTo>
                  <a:pt x="1028887" y="131208"/>
                </a:lnTo>
                <a:lnTo>
                  <a:pt x="1032562" y="132859"/>
                </a:lnTo>
                <a:lnTo>
                  <a:pt x="1036237" y="134450"/>
                </a:lnTo>
                <a:lnTo>
                  <a:pt x="1039911" y="135981"/>
                </a:lnTo>
                <a:lnTo>
                  <a:pt x="1043586" y="137458"/>
                </a:lnTo>
                <a:lnTo>
                  <a:pt x="1047260" y="138884"/>
                </a:lnTo>
                <a:lnTo>
                  <a:pt x="1050935" y="140259"/>
                </a:lnTo>
                <a:lnTo>
                  <a:pt x="1054610" y="141584"/>
                </a:lnTo>
                <a:lnTo>
                  <a:pt x="1058284" y="142862"/>
                </a:lnTo>
                <a:lnTo>
                  <a:pt x="1061959" y="144095"/>
                </a:lnTo>
                <a:lnTo>
                  <a:pt x="1065633" y="145285"/>
                </a:lnTo>
                <a:lnTo>
                  <a:pt x="1069308" y="146433"/>
                </a:lnTo>
                <a:lnTo>
                  <a:pt x="1072983" y="147545"/>
                </a:lnTo>
                <a:lnTo>
                  <a:pt x="1076657" y="148629"/>
                </a:lnTo>
                <a:lnTo>
                  <a:pt x="1080332" y="149689"/>
                </a:lnTo>
                <a:lnTo>
                  <a:pt x="1084006" y="150730"/>
                </a:lnTo>
                <a:lnTo>
                  <a:pt x="1087681" y="151756"/>
                </a:lnTo>
                <a:lnTo>
                  <a:pt x="1091356" y="152772"/>
                </a:lnTo>
                <a:lnTo>
                  <a:pt x="1095030" y="153779"/>
                </a:lnTo>
                <a:lnTo>
                  <a:pt x="1098705" y="154781"/>
                </a:lnTo>
                <a:lnTo>
                  <a:pt x="1102379" y="155778"/>
                </a:lnTo>
                <a:lnTo>
                  <a:pt x="1106054" y="156772"/>
                </a:lnTo>
                <a:lnTo>
                  <a:pt x="1109729" y="157762"/>
                </a:lnTo>
                <a:lnTo>
                  <a:pt x="1113403" y="158750"/>
                </a:lnTo>
                <a:lnTo>
                  <a:pt x="1117078" y="159734"/>
                </a:lnTo>
                <a:lnTo>
                  <a:pt x="1120752" y="160716"/>
                </a:lnTo>
                <a:lnTo>
                  <a:pt x="1124427" y="161694"/>
                </a:lnTo>
                <a:lnTo>
                  <a:pt x="1128102" y="162671"/>
                </a:lnTo>
                <a:lnTo>
                  <a:pt x="1131776" y="163645"/>
                </a:lnTo>
                <a:lnTo>
                  <a:pt x="1135451" y="164617"/>
                </a:lnTo>
                <a:lnTo>
                  <a:pt x="1139125" y="165589"/>
                </a:lnTo>
                <a:lnTo>
                  <a:pt x="1142800" y="166560"/>
                </a:lnTo>
                <a:lnTo>
                  <a:pt x="1146475" y="167529"/>
                </a:lnTo>
                <a:lnTo>
                  <a:pt x="1150149" y="168496"/>
                </a:lnTo>
                <a:lnTo>
                  <a:pt x="1153824" y="169458"/>
                </a:lnTo>
                <a:lnTo>
                  <a:pt x="1157498" y="170414"/>
                </a:lnTo>
                <a:lnTo>
                  <a:pt x="1161173" y="171359"/>
                </a:lnTo>
                <a:lnTo>
                  <a:pt x="1164848" y="172290"/>
                </a:lnTo>
                <a:lnTo>
                  <a:pt x="1168522" y="173201"/>
                </a:lnTo>
                <a:lnTo>
                  <a:pt x="1172197" y="174089"/>
                </a:lnTo>
                <a:lnTo>
                  <a:pt x="1175871" y="174951"/>
                </a:lnTo>
                <a:lnTo>
                  <a:pt x="1179546" y="175783"/>
                </a:lnTo>
                <a:lnTo>
                  <a:pt x="1183221" y="176582"/>
                </a:lnTo>
                <a:lnTo>
                  <a:pt x="1186895" y="177348"/>
                </a:lnTo>
                <a:lnTo>
                  <a:pt x="1190570" y="178077"/>
                </a:lnTo>
                <a:lnTo>
                  <a:pt x="1194244" y="178769"/>
                </a:lnTo>
                <a:lnTo>
                  <a:pt x="1197919" y="179422"/>
                </a:lnTo>
                <a:lnTo>
                  <a:pt x="1201594" y="180036"/>
                </a:lnTo>
                <a:lnTo>
                  <a:pt x="1205268" y="180616"/>
                </a:lnTo>
                <a:lnTo>
                  <a:pt x="1208943" y="181162"/>
                </a:lnTo>
                <a:lnTo>
                  <a:pt x="1212617" y="181677"/>
                </a:lnTo>
                <a:lnTo>
                  <a:pt x="1216292" y="182163"/>
                </a:lnTo>
                <a:lnTo>
                  <a:pt x="1219967" y="182622"/>
                </a:lnTo>
                <a:lnTo>
                  <a:pt x="1223641" y="183057"/>
                </a:lnTo>
                <a:lnTo>
                  <a:pt x="1227316" y="183471"/>
                </a:lnTo>
                <a:lnTo>
                  <a:pt x="1230990" y="183865"/>
                </a:lnTo>
                <a:lnTo>
                  <a:pt x="1234665" y="184243"/>
                </a:lnTo>
                <a:lnTo>
                  <a:pt x="1238340" y="184610"/>
                </a:lnTo>
                <a:lnTo>
                  <a:pt x="1242014" y="184966"/>
                </a:lnTo>
                <a:lnTo>
                  <a:pt x="1245689" y="185315"/>
                </a:lnTo>
                <a:lnTo>
                  <a:pt x="1249363" y="185658"/>
                </a:lnTo>
                <a:lnTo>
                  <a:pt x="1253038" y="185997"/>
                </a:lnTo>
                <a:lnTo>
                  <a:pt x="1256713" y="186332"/>
                </a:lnTo>
                <a:lnTo>
                  <a:pt x="1260387" y="186663"/>
                </a:lnTo>
                <a:lnTo>
                  <a:pt x="1264062" y="186990"/>
                </a:lnTo>
                <a:lnTo>
                  <a:pt x="1267736" y="187311"/>
                </a:lnTo>
                <a:lnTo>
                  <a:pt x="1271411" y="187624"/>
                </a:lnTo>
                <a:lnTo>
                  <a:pt x="1275086" y="187928"/>
                </a:lnTo>
                <a:lnTo>
                  <a:pt x="1278760" y="188221"/>
                </a:lnTo>
                <a:lnTo>
                  <a:pt x="1282435" y="188498"/>
                </a:lnTo>
                <a:lnTo>
                  <a:pt x="1286109" y="188760"/>
                </a:lnTo>
                <a:lnTo>
                  <a:pt x="1289784" y="189003"/>
                </a:lnTo>
                <a:lnTo>
                  <a:pt x="1293459" y="189226"/>
                </a:lnTo>
                <a:lnTo>
                  <a:pt x="1297133" y="189425"/>
                </a:lnTo>
                <a:lnTo>
                  <a:pt x="1300808" y="189603"/>
                </a:lnTo>
                <a:lnTo>
                  <a:pt x="1304482" y="189761"/>
                </a:lnTo>
                <a:lnTo>
                  <a:pt x="1308157" y="189899"/>
                </a:lnTo>
                <a:lnTo>
                  <a:pt x="1311832" y="190020"/>
                </a:lnTo>
                <a:lnTo>
                  <a:pt x="1315506" y="190124"/>
                </a:lnTo>
                <a:lnTo>
                  <a:pt x="1319181" y="190215"/>
                </a:lnTo>
                <a:lnTo>
                  <a:pt x="1322855" y="190294"/>
                </a:lnTo>
                <a:lnTo>
                  <a:pt x="1326530" y="190362"/>
                </a:lnTo>
                <a:lnTo>
                  <a:pt x="1330205" y="190424"/>
                </a:lnTo>
                <a:lnTo>
                  <a:pt x="1333879" y="190481"/>
                </a:lnTo>
                <a:lnTo>
                  <a:pt x="1337554" y="190534"/>
                </a:lnTo>
                <a:lnTo>
                  <a:pt x="1341228" y="190585"/>
                </a:lnTo>
                <a:lnTo>
                  <a:pt x="1344903" y="190634"/>
                </a:lnTo>
                <a:lnTo>
                  <a:pt x="1348577" y="190681"/>
                </a:lnTo>
                <a:lnTo>
                  <a:pt x="1352252" y="190727"/>
                </a:lnTo>
                <a:lnTo>
                  <a:pt x="1355927" y="190772"/>
                </a:lnTo>
                <a:lnTo>
                  <a:pt x="1359601" y="190814"/>
                </a:lnTo>
                <a:lnTo>
                  <a:pt x="1363276" y="190854"/>
                </a:lnTo>
                <a:lnTo>
                  <a:pt x="1366950" y="190891"/>
                </a:lnTo>
                <a:lnTo>
                  <a:pt x="1370625" y="190924"/>
                </a:lnTo>
                <a:lnTo>
                  <a:pt x="1374300" y="190954"/>
                </a:lnTo>
                <a:lnTo>
                  <a:pt x="1377974" y="190980"/>
                </a:lnTo>
                <a:lnTo>
                  <a:pt x="1381649" y="191003"/>
                </a:lnTo>
                <a:lnTo>
                  <a:pt x="1385323" y="191022"/>
                </a:lnTo>
                <a:lnTo>
                  <a:pt x="1388998" y="191037"/>
                </a:lnTo>
                <a:lnTo>
                  <a:pt x="1392673" y="191049"/>
                </a:lnTo>
                <a:lnTo>
                  <a:pt x="1396347" y="191059"/>
                </a:lnTo>
                <a:lnTo>
                  <a:pt x="1400022" y="191068"/>
                </a:lnTo>
                <a:lnTo>
                  <a:pt x="1403696" y="191075"/>
                </a:lnTo>
                <a:lnTo>
                  <a:pt x="1407371" y="191082"/>
                </a:lnTo>
                <a:lnTo>
                  <a:pt x="1411046" y="191088"/>
                </a:lnTo>
                <a:lnTo>
                  <a:pt x="1414720" y="191095"/>
                </a:lnTo>
                <a:lnTo>
                  <a:pt x="1418395" y="191102"/>
                </a:lnTo>
                <a:lnTo>
                  <a:pt x="1422069" y="191110"/>
                </a:lnTo>
                <a:lnTo>
                  <a:pt x="1425744" y="191119"/>
                </a:lnTo>
                <a:lnTo>
                  <a:pt x="1429419" y="191128"/>
                </a:lnTo>
                <a:lnTo>
                  <a:pt x="1433093" y="191138"/>
                </a:lnTo>
                <a:lnTo>
                  <a:pt x="1436768" y="191148"/>
                </a:lnTo>
                <a:lnTo>
                  <a:pt x="1440442" y="191158"/>
                </a:lnTo>
                <a:lnTo>
                  <a:pt x="1444117" y="191168"/>
                </a:lnTo>
                <a:lnTo>
                  <a:pt x="1447792" y="191178"/>
                </a:lnTo>
                <a:lnTo>
                  <a:pt x="1451466" y="191187"/>
                </a:lnTo>
                <a:lnTo>
                  <a:pt x="1455141" y="191195"/>
                </a:lnTo>
                <a:lnTo>
                  <a:pt x="1458815" y="191203"/>
                </a:lnTo>
                <a:lnTo>
                  <a:pt x="1462490" y="191210"/>
                </a:lnTo>
                <a:lnTo>
                  <a:pt x="1466165" y="191218"/>
                </a:lnTo>
                <a:lnTo>
                  <a:pt x="1469839" y="191225"/>
                </a:lnTo>
                <a:lnTo>
                  <a:pt x="1473514" y="191233"/>
                </a:lnTo>
                <a:lnTo>
                  <a:pt x="1477188" y="191242"/>
                </a:lnTo>
                <a:lnTo>
                  <a:pt x="1480863" y="191251"/>
                </a:lnTo>
                <a:lnTo>
                  <a:pt x="1484538" y="191263"/>
                </a:lnTo>
                <a:lnTo>
                  <a:pt x="1488212" y="191275"/>
                </a:lnTo>
                <a:lnTo>
                  <a:pt x="1491887" y="191290"/>
                </a:lnTo>
                <a:lnTo>
                  <a:pt x="1495561" y="191305"/>
                </a:lnTo>
                <a:lnTo>
                  <a:pt x="1499236" y="191323"/>
                </a:lnTo>
                <a:lnTo>
                  <a:pt x="1502911" y="191341"/>
                </a:lnTo>
                <a:lnTo>
                  <a:pt x="1506585" y="191360"/>
                </a:lnTo>
                <a:lnTo>
                  <a:pt x="1510260" y="191379"/>
                </a:lnTo>
                <a:lnTo>
                  <a:pt x="1513934" y="191398"/>
                </a:lnTo>
                <a:lnTo>
                  <a:pt x="1517609" y="191417"/>
                </a:lnTo>
                <a:lnTo>
                  <a:pt x="1521284" y="191435"/>
                </a:lnTo>
                <a:lnTo>
                  <a:pt x="1524958" y="191452"/>
                </a:lnTo>
                <a:lnTo>
                  <a:pt x="1528633" y="191468"/>
                </a:lnTo>
                <a:lnTo>
                  <a:pt x="1532307" y="191482"/>
                </a:lnTo>
                <a:lnTo>
                  <a:pt x="1535982" y="191494"/>
                </a:lnTo>
                <a:lnTo>
                  <a:pt x="1539657" y="191505"/>
                </a:lnTo>
                <a:lnTo>
                  <a:pt x="1543331" y="191514"/>
                </a:lnTo>
                <a:lnTo>
                  <a:pt x="1547006" y="191522"/>
                </a:lnTo>
                <a:lnTo>
                  <a:pt x="1550680" y="191528"/>
                </a:lnTo>
                <a:lnTo>
                  <a:pt x="1554355" y="191534"/>
                </a:lnTo>
                <a:lnTo>
                  <a:pt x="1558030" y="191538"/>
                </a:lnTo>
                <a:lnTo>
                  <a:pt x="1561704" y="191541"/>
                </a:lnTo>
                <a:lnTo>
                  <a:pt x="1565379" y="191543"/>
                </a:lnTo>
                <a:lnTo>
                  <a:pt x="1569053" y="191545"/>
                </a:lnTo>
                <a:lnTo>
                  <a:pt x="1572728" y="191547"/>
                </a:lnTo>
                <a:lnTo>
                  <a:pt x="1576403" y="191548"/>
                </a:lnTo>
                <a:lnTo>
                  <a:pt x="1580077" y="191548"/>
                </a:lnTo>
                <a:lnTo>
                  <a:pt x="1583752" y="191549"/>
                </a:lnTo>
                <a:lnTo>
                  <a:pt x="1587426" y="191549"/>
                </a:lnTo>
                <a:lnTo>
                  <a:pt x="1591101" y="191550"/>
                </a:lnTo>
                <a:lnTo>
                  <a:pt x="1594776" y="191550"/>
                </a:lnTo>
                <a:lnTo>
                  <a:pt x="1598450" y="191550"/>
                </a:lnTo>
                <a:lnTo>
                  <a:pt x="1602125" y="191550"/>
                </a:lnTo>
                <a:lnTo>
                  <a:pt x="1605799" y="191550"/>
                </a:lnTo>
                <a:lnTo>
                  <a:pt x="1609474" y="191550"/>
                </a:lnTo>
                <a:lnTo>
                  <a:pt x="1613149" y="191550"/>
                </a:lnTo>
                <a:lnTo>
                  <a:pt x="1616823" y="191550"/>
                </a:lnTo>
                <a:lnTo>
                  <a:pt x="1620498" y="191550"/>
                </a:lnTo>
                <a:lnTo>
                  <a:pt x="1624172" y="191550"/>
                </a:lnTo>
                <a:lnTo>
                  <a:pt x="1627847" y="191550"/>
                </a:lnTo>
                <a:lnTo>
                  <a:pt x="1631522" y="191550"/>
                </a:lnTo>
                <a:lnTo>
                  <a:pt x="1635196" y="191550"/>
                </a:lnTo>
                <a:lnTo>
                  <a:pt x="1638871" y="191550"/>
                </a:lnTo>
                <a:lnTo>
                  <a:pt x="1642545" y="191550"/>
                </a:lnTo>
                <a:lnTo>
                  <a:pt x="1646220" y="191550"/>
                </a:lnTo>
                <a:lnTo>
                  <a:pt x="1649895" y="191550"/>
                </a:lnTo>
                <a:lnTo>
                  <a:pt x="1653569" y="191550"/>
                </a:lnTo>
                <a:lnTo>
                  <a:pt x="1657244" y="191550"/>
                </a:lnTo>
                <a:lnTo>
                  <a:pt x="1660918" y="191550"/>
                </a:lnTo>
                <a:lnTo>
                  <a:pt x="1664593" y="191550"/>
                </a:lnTo>
                <a:lnTo>
                  <a:pt x="1668268" y="191550"/>
                </a:lnTo>
                <a:lnTo>
                  <a:pt x="1671942" y="191550"/>
                </a:lnTo>
                <a:lnTo>
                  <a:pt x="1675617" y="191550"/>
                </a:lnTo>
                <a:lnTo>
                  <a:pt x="1679291" y="191550"/>
                </a:lnTo>
                <a:lnTo>
                  <a:pt x="1682966" y="191550"/>
                </a:lnTo>
                <a:lnTo>
                  <a:pt x="1686641" y="191550"/>
                </a:lnTo>
                <a:lnTo>
                  <a:pt x="1690315" y="191550"/>
                </a:lnTo>
                <a:lnTo>
                  <a:pt x="1693990" y="191550"/>
                </a:lnTo>
                <a:lnTo>
                  <a:pt x="1697664" y="191550"/>
                </a:lnTo>
                <a:lnTo>
                  <a:pt x="1701339" y="191550"/>
                </a:lnTo>
                <a:lnTo>
                  <a:pt x="1705014" y="191550"/>
                </a:lnTo>
                <a:lnTo>
                  <a:pt x="1708688" y="191550"/>
                </a:lnTo>
                <a:lnTo>
                  <a:pt x="1712363" y="191550"/>
                </a:lnTo>
                <a:lnTo>
                  <a:pt x="1716037" y="191550"/>
                </a:lnTo>
                <a:lnTo>
                  <a:pt x="1719712" y="191550"/>
                </a:lnTo>
                <a:lnTo>
                  <a:pt x="1723387" y="191550"/>
                </a:lnTo>
                <a:lnTo>
                  <a:pt x="1727061" y="191550"/>
                </a:lnTo>
                <a:lnTo>
                  <a:pt x="1730736" y="191550"/>
                </a:lnTo>
                <a:lnTo>
                  <a:pt x="1734410" y="191550"/>
                </a:lnTo>
                <a:lnTo>
                  <a:pt x="1738085" y="191550"/>
                </a:lnTo>
                <a:lnTo>
                  <a:pt x="1741760" y="191550"/>
                </a:lnTo>
                <a:lnTo>
                  <a:pt x="1745434" y="191550"/>
                </a:lnTo>
                <a:lnTo>
                  <a:pt x="1749109" y="191550"/>
                </a:lnTo>
                <a:lnTo>
                  <a:pt x="1752783" y="191550"/>
                </a:lnTo>
                <a:lnTo>
                  <a:pt x="1756458" y="191550"/>
                </a:lnTo>
                <a:lnTo>
                  <a:pt x="1760133" y="191550"/>
                </a:lnTo>
                <a:lnTo>
                  <a:pt x="1763807" y="191550"/>
                </a:lnTo>
                <a:lnTo>
                  <a:pt x="1767482" y="191550"/>
                </a:lnTo>
                <a:lnTo>
                  <a:pt x="1771156" y="191550"/>
                </a:lnTo>
                <a:lnTo>
                  <a:pt x="1774831" y="191550"/>
                </a:lnTo>
                <a:lnTo>
                  <a:pt x="1778506" y="191550"/>
                </a:lnTo>
                <a:lnTo>
                  <a:pt x="1782180" y="191550"/>
                </a:lnTo>
                <a:lnTo>
                  <a:pt x="1785855" y="191550"/>
                </a:lnTo>
                <a:lnTo>
                  <a:pt x="1789529" y="191550"/>
                </a:lnTo>
                <a:lnTo>
                  <a:pt x="1793204" y="191550"/>
                </a:lnTo>
                <a:lnTo>
                  <a:pt x="1796879" y="191550"/>
                </a:lnTo>
                <a:lnTo>
                  <a:pt x="1800553" y="191550"/>
                </a:lnTo>
                <a:lnTo>
                  <a:pt x="1804228" y="191550"/>
                </a:lnTo>
                <a:lnTo>
                  <a:pt x="1807902" y="191550"/>
                </a:lnTo>
                <a:lnTo>
                  <a:pt x="1811577" y="191550"/>
                </a:lnTo>
                <a:lnTo>
                  <a:pt x="1815252" y="191550"/>
                </a:lnTo>
                <a:lnTo>
                  <a:pt x="1818926" y="191550"/>
                </a:lnTo>
                <a:lnTo>
                  <a:pt x="1822601" y="191550"/>
                </a:lnTo>
                <a:lnTo>
                  <a:pt x="1826275" y="191550"/>
                </a:lnTo>
                <a:lnTo>
                  <a:pt x="1829950" y="191550"/>
                </a:lnTo>
                <a:lnTo>
                  <a:pt x="1833625" y="191550"/>
                </a:lnTo>
                <a:lnTo>
                  <a:pt x="1837299" y="191550"/>
                </a:lnTo>
                <a:lnTo>
                  <a:pt x="1840974" y="191550"/>
                </a:lnTo>
                <a:lnTo>
                  <a:pt x="1844648" y="191550"/>
                </a:lnTo>
                <a:lnTo>
                  <a:pt x="1848323" y="191550"/>
                </a:lnTo>
                <a:lnTo>
                  <a:pt x="1851998" y="191550"/>
                </a:lnTo>
                <a:lnTo>
                  <a:pt x="1855672" y="191550"/>
                </a:lnTo>
                <a:lnTo>
                  <a:pt x="1859347" y="191550"/>
                </a:lnTo>
                <a:lnTo>
                  <a:pt x="1863021" y="191550"/>
                </a:lnTo>
                <a:lnTo>
                  <a:pt x="1866696" y="191550"/>
                </a:lnTo>
                <a:lnTo>
                  <a:pt x="1870371" y="191550"/>
                </a:lnTo>
                <a:lnTo>
                  <a:pt x="1874045" y="191550"/>
                </a:lnTo>
                <a:lnTo>
                  <a:pt x="1877720" y="191550"/>
                </a:lnTo>
              </a:path>
            </a:pathLst>
          </a:custGeom>
          <a:ln w="27101" cap="flat">
            <a:solidFill>
              <a:srgbClr val="7CAE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" name="pg52"/>
          <p:cNvSpPr/>
          <p:nvPr/>
        </p:nvSpPr>
        <p:spPr>
          <a:xfrm>
            <a:off x="4548521" y="3354994"/>
            <a:ext cx="1877720" cy="127261"/>
          </a:xfrm>
          <a:custGeom>
            <a:avLst/>
            <a:gdLst/>
            <a:ahLst/>
            <a:cxnLst/>
            <a:rect l="0" t="0" r="0" b="0"/>
            <a:pathLst>
              <a:path w="1877720" h="127261">
                <a:moveTo>
                  <a:pt x="0" y="124981"/>
                </a:moveTo>
                <a:lnTo>
                  <a:pt x="3674" y="124800"/>
                </a:lnTo>
                <a:lnTo>
                  <a:pt x="7349" y="124612"/>
                </a:lnTo>
                <a:lnTo>
                  <a:pt x="11023" y="124417"/>
                </a:lnTo>
                <a:lnTo>
                  <a:pt x="14698" y="124215"/>
                </a:lnTo>
                <a:lnTo>
                  <a:pt x="18372" y="124005"/>
                </a:lnTo>
                <a:lnTo>
                  <a:pt x="22047" y="123789"/>
                </a:lnTo>
                <a:lnTo>
                  <a:pt x="25722" y="123567"/>
                </a:lnTo>
                <a:lnTo>
                  <a:pt x="29396" y="123338"/>
                </a:lnTo>
                <a:lnTo>
                  <a:pt x="33071" y="123102"/>
                </a:lnTo>
                <a:lnTo>
                  <a:pt x="36745" y="122858"/>
                </a:lnTo>
                <a:lnTo>
                  <a:pt x="40420" y="122607"/>
                </a:lnTo>
                <a:lnTo>
                  <a:pt x="44095" y="122350"/>
                </a:lnTo>
                <a:lnTo>
                  <a:pt x="47769" y="122086"/>
                </a:lnTo>
                <a:lnTo>
                  <a:pt x="51444" y="121816"/>
                </a:lnTo>
                <a:lnTo>
                  <a:pt x="55118" y="121540"/>
                </a:lnTo>
                <a:lnTo>
                  <a:pt x="58793" y="121257"/>
                </a:lnTo>
                <a:lnTo>
                  <a:pt x="62468" y="120969"/>
                </a:lnTo>
                <a:lnTo>
                  <a:pt x="66142" y="120675"/>
                </a:lnTo>
                <a:lnTo>
                  <a:pt x="69817" y="120378"/>
                </a:lnTo>
                <a:lnTo>
                  <a:pt x="73491" y="120076"/>
                </a:lnTo>
                <a:lnTo>
                  <a:pt x="77166" y="119771"/>
                </a:lnTo>
                <a:lnTo>
                  <a:pt x="80841" y="119463"/>
                </a:lnTo>
                <a:lnTo>
                  <a:pt x="84515" y="119152"/>
                </a:lnTo>
                <a:lnTo>
                  <a:pt x="88190" y="118839"/>
                </a:lnTo>
                <a:lnTo>
                  <a:pt x="91864" y="118524"/>
                </a:lnTo>
                <a:lnTo>
                  <a:pt x="95539" y="118208"/>
                </a:lnTo>
                <a:lnTo>
                  <a:pt x="99214" y="117891"/>
                </a:lnTo>
                <a:lnTo>
                  <a:pt x="102888" y="117572"/>
                </a:lnTo>
                <a:lnTo>
                  <a:pt x="106563" y="117252"/>
                </a:lnTo>
                <a:lnTo>
                  <a:pt x="110237" y="116930"/>
                </a:lnTo>
                <a:lnTo>
                  <a:pt x="113912" y="116606"/>
                </a:lnTo>
                <a:lnTo>
                  <a:pt x="117587" y="116279"/>
                </a:lnTo>
                <a:lnTo>
                  <a:pt x="121261" y="115949"/>
                </a:lnTo>
                <a:lnTo>
                  <a:pt x="124936" y="115616"/>
                </a:lnTo>
                <a:lnTo>
                  <a:pt x="128610" y="115276"/>
                </a:lnTo>
                <a:lnTo>
                  <a:pt x="132285" y="114931"/>
                </a:lnTo>
                <a:lnTo>
                  <a:pt x="135960" y="114580"/>
                </a:lnTo>
                <a:lnTo>
                  <a:pt x="139634" y="114222"/>
                </a:lnTo>
                <a:lnTo>
                  <a:pt x="143309" y="113856"/>
                </a:lnTo>
                <a:lnTo>
                  <a:pt x="146983" y="113482"/>
                </a:lnTo>
                <a:lnTo>
                  <a:pt x="150658" y="113098"/>
                </a:lnTo>
                <a:lnTo>
                  <a:pt x="154333" y="112704"/>
                </a:lnTo>
                <a:lnTo>
                  <a:pt x="158007" y="112302"/>
                </a:lnTo>
                <a:lnTo>
                  <a:pt x="161682" y="111890"/>
                </a:lnTo>
                <a:lnTo>
                  <a:pt x="165356" y="111471"/>
                </a:lnTo>
                <a:lnTo>
                  <a:pt x="169031" y="111044"/>
                </a:lnTo>
                <a:lnTo>
                  <a:pt x="172706" y="110608"/>
                </a:lnTo>
                <a:lnTo>
                  <a:pt x="176380" y="110168"/>
                </a:lnTo>
                <a:lnTo>
                  <a:pt x="180055" y="109723"/>
                </a:lnTo>
                <a:lnTo>
                  <a:pt x="183729" y="109274"/>
                </a:lnTo>
                <a:lnTo>
                  <a:pt x="187404" y="108825"/>
                </a:lnTo>
                <a:lnTo>
                  <a:pt x="191079" y="108374"/>
                </a:lnTo>
                <a:lnTo>
                  <a:pt x="194753" y="107925"/>
                </a:lnTo>
                <a:lnTo>
                  <a:pt x="198428" y="107479"/>
                </a:lnTo>
                <a:lnTo>
                  <a:pt x="202102" y="107036"/>
                </a:lnTo>
                <a:lnTo>
                  <a:pt x="205777" y="106597"/>
                </a:lnTo>
                <a:lnTo>
                  <a:pt x="209452" y="106163"/>
                </a:lnTo>
                <a:lnTo>
                  <a:pt x="213126" y="105733"/>
                </a:lnTo>
                <a:lnTo>
                  <a:pt x="216801" y="105309"/>
                </a:lnTo>
                <a:lnTo>
                  <a:pt x="220475" y="104890"/>
                </a:lnTo>
                <a:lnTo>
                  <a:pt x="224150" y="104474"/>
                </a:lnTo>
                <a:lnTo>
                  <a:pt x="227825" y="104059"/>
                </a:lnTo>
                <a:lnTo>
                  <a:pt x="231499" y="103646"/>
                </a:lnTo>
                <a:lnTo>
                  <a:pt x="235174" y="103232"/>
                </a:lnTo>
                <a:lnTo>
                  <a:pt x="238848" y="102815"/>
                </a:lnTo>
                <a:lnTo>
                  <a:pt x="242523" y="102392"/>
                </a:lnTo>
                <a:lnTo>
                  <a:pt x="246198" y="101961"/>
                </a:lnTo>
                <a:lnTo>
                  <a:pt x="249872" y="101521"/>
                </a:lnTo>
                <a:lnTo>
                  <a:pt x="253547" y="101070"/>
                </a:lnTo>
                <a:lnTo>
                  <a:pt x="257221" y="100605"/>
                </a:lnTo>
                <a:lnTo>
                  <a:pt x="260896" y="100125"/>
                </a:lnTo>
                <a:lnTo>
                  <a:pt x="264571" y="99624"/>
                </a:lnTo>
                <a:lnTo>
                  <a:pt x="268245" y="99104"/>
                </a:lnTo>
                <a:lnTo>
                  <a:pt x="271920" y="98564"/>
                </a:lnTo>
                <a:lnTo>
                  <a:pt x="275594" y="98003"/>
                </a:lnTo>
                <a:lnTo>
                  <a:pt x="279269" y="97420"/>
                </a:lnTo>
                <a:lnTo>
                  <a:pt x="282944" y="96814"/>
                </a:lnTo>
                <a:lnTo>
                  <a:pt x="286618" y="96181"/>
                </a:lnTo>
                <a:lnTo>
                  <a:pt x="290293" y="95523"/>
                </a:lnTo>
                <a:lnTo>
                  <a:pt x="293967" y="94842"/>
                </a:lnTo>
                <a:lnTo>
                  <a:pt x="297642" y="94137"/>
                </a:lnTo>
                <a:lnTo>
                  <a:pt x="301317" y="93409"/>
                </a:lnTo>
                <a:lnTo>
                  <a:pt x="304991" y="92657"/>
                </a:lnTo>
                <a:lnTo>
                  <a:pt x="308666" y="91875"/>
                </a:lnTo>
                <a:lnTo>
                  <a:pt x="312340" y="91070"/>
                </a:lnTo>
                <a:lnTo>
                  <a:pt x="316015" y="90242"/>
                </a:lnTo>
                <a:lnTo>
                  <a:pt x="319690" y="89391"/>
                </a:lnTo>
                <a:lnTo>
                  <a:pt x="323364" y="88517"/>
                </a:lnTo>
                <a:lnTo>
                  <a:pt x="327039" y="87620"/>
                </a:lnTo>
                <a:lnTo>
                  <a:pt x="330713" y="86698"/>
                </a:lnTo>
                <a:lnTo>
                  <a:pt x="334388" y="85753"/>
                </a:lnTo>
                <a:lnTo>
                  <a:pt x="338063" y="84789"/>
                </a:lnTo>
                <a:lnTo>
                  <a:pt x="341737" y="83805"/>
                </a:lnTo>
                <a:lnTo>
                  <a:pt x="345412" y="82803"/>
                </a:lnTo>
                <a:lnTo>
                  <a:pt x="349086" y="81784"/>
                </a:lnTo>
                <a:lnTo>
                  <a:pt x="352761" y="80747"/>
                </a:lnTo>
                <a:lnTo>
                  <a:pt x="356436" y="79695"/>
                </a:lnTo>
                <a:lnTo>
                  <a:pt x="360110" y="78632"/>
                </a:lnTo>
                <a:lnTo>
                  <a:pt x="363785" y="77558"/>
                </a:lnTo>
                <a:lnTo>
                  <a:pt x="367459" y="76476"/>
                </a:lnTo>
                <a:lnTo>
                  <a:pt x="371134" y="75387"/>
                </a:lnTo>
                <a:lnTo>
                  <a:pt x="374809" y="74293"/>
                </a:lnTo>
                <a:lnTo>
                  <a:pt x="378483" y="73196"/>
                </a:lnTo>
                <a:lnTo>
                  <a:pt x="382158" y="72099"/>
                </a:lnTo>
                <a:lnTo>
                  <a:pt x="385832" y="71002"/>
                </a:lnTo>
                <a:lnTo>
                  <a:pt x="389507" y="69908"/>
                </a:lnTo>
                <a:lnTo>
                  <a:pt x="393182" y="68818"/>
                </a:lnTo>
                <a:lnTo>
                  <a:pt x="396856" y="67732"/>
                </a:lnTo>
                <a:lnTo>
                  <a:pt x="400531" y="66654"/>
                </a:lnTo>
                <a:lnTo>
                  <a:pt x="404205" y="65583"/>
                </a:lnTo>
                <a:lnTo>
                  <a:pt x="407880" y="64520"/>
                </a:lnTo>
                <a:lnTo>
                  <a:pt x="411555" y="63465"/>
                </a:lnTo>
                <a:lnTo>
                  <a:pt x="415229" y="62419"/>
                </a:lnTo>
                <a:lnTo>
                  <a:pt x="418904" y="61382"/>
                </a:lnTo>
                <a:lnTo>
                  <a:pt x="422578" y="60357"/>
                </a:lnTo>
                <a:lnTo>
                  <a:pt x="426253" y="59341"/>
                </a:lnTo>
                <a:lnTo>
                  <a:pt x="429928" y="58335"/>
                </a:lnTo>
                <a:lnTo>
                  <a:pt x="433602" y="57338"/>
                </a:lnTo>
                <a:lnTo>
                  <a:pt x="437277" y="56352"/>
                </a:lnTo>
                <a:lnTo>
                  <a:pt x="440951" y="55376"/>
                </a:lnTo>
                <a:lnTo>
                  <a:pt x="444626" y="54414"/>
                </a:lnTo>
                <a:lnTo>
                  <a:pt x="448301" y="53462"/>
                </a:lnTo>
                <a:lnTo>
                  <a:pt x="451975" y="52521"/>
                </a:lnTo>
                <a:lnTo>
                  <a:pt x="455650" y="51591"/>
                </a:lnTo>
                <a:lnTo>
                  <a:pt x="459324" y="50672"/>
                </a:lnTo>
                <a:lnTo>
                  <a:pt x="462999" y="49765"/>
                </a:lnTo>
                <a:lnTo>
                  <a:pt x="466674" y="48871"/>
                </a:lnTo>
                <a:lnTo>
                  <a:pt x="470348" y="47989"/>
                </a:lnTo>
                <a:lnTo>
                  <a:pt x="474023" y="47119"/>
                </a:lnTo>
                <a:lnTo>
                  <a:pt x="477697" y="46258"/>
                </a:lnTo>
                <a:lnTo>
                  <a:pt x="481372" y="45408"/>
                </a:lnTo>
                <a:lnTo>
                  <a:pt x="485047" y="44567"/>
                </a:lnTo>
                <a:lnTo>
                  <a:pt x="488721" y="43735"/>
                </a:lnTo>
                <a:lnTo>
                  <a:pt x="492396" y="42911"/>
                </a:lnTo>
                <a:lnTo>
                  <a:pt x="496070" y="42093"/>
                </a:lnTo>
                <a:lnTo>
                  <a:pt x="499745" y="41278"/>
                </a:lnTo>
                <a:lnTo>
                  <a:pt x="503420" y="40467"/>
                </a:lnTo>
                <a:lnTo>
                  <a:pt x="507094" y="39656"/>
                </a:lnTo>
                <a:lnTo>
                  <a:pt x="510769" y="38845"/>
                </a:lnTo>
                <a:lnTo>
                  <a:pt x="514443" y="38032"/>
                </a:lnTo>
                <a:lnTo>
                  <a:pt x="518118" y="37215"/>
                </a:lnTo>
                <a:lnTo>
                  <a:pt x="521793" y="36392"/>
                </a:lnTo>
                <a:lnTo>
                  <a:pt x="525467" y="35564"/>
                </a:lnTo>
                <a:lnTo>
                  <a:pt x="529142" y="34729"/>
                </a:lnTo>
                <a:lnTo>
                  <a:pt x="532816" y="33885"/>
                </a:lnTo>
                <a:lnTo>
                  <a:pt x="536491" y="33031"/>
                </a:lnTo>
                <a:lnTo>
                  <a:pt x="540166" y="32169"/>
                </a:lnTo>
                <a:lnTo>
                  <a:pt x="543840" y="31298"/>
                </a:lnTo>
                <a:lnTo>
                  <a:pt x="547515" y="30418"/>
                </a:lnTo>
                <a:lnTo>
                  <a:pt x="551189" y="29531"/>
                </a:lnTo>
                <a:lnTo>
                  <a:pt x="554864" y="28635"/>
                </a:lnTo>
                <a:lnTo>
                  <a:pt x="558539" y="27732"/>
                </a:lnTo>
                <a:lnTo>
                  <a:pt x="562213" y="26823"/>
                </a:lnTo>
                <a:lnTo>
                  <a:pt x="565888" y="25909"/>
                </a:lnTo>
                <a:lnTo>
                  <a:pt x="569562" y="24990"/>
                </a:lnTo>
                <a:lnTo>
                  <a:pt x="573237" y="24069"/>
                </a:lnTo>
                <a:lnTo>
                  <a:pt x="576912" y="23146"/>
                </a:lnTo>
                <a:lnTo>
                  <a:pt x="580586" y="22222"/>
                </a:lnTo>
                <a:lnTo>
                  <a:pt x="584261" y="21297"/>
                </a:lnTo>
                <a:lnTo>
                  <a:pt x="587935" y="20373"/>
                </a:lnTo>
                <a:lnTo>
                  <a:pt x="591610" y="19451"/>
                </a:lnTo>
                <a:lnTo>
                  <a:pt x="595285" y="18532"/>
                </a:lnTo>
                <a:lnTo>
                  <a:pt x="598959" y="17615"/>
                </a:lnTo>
                <a:lnTo>
                  <a:pt x="602634" y="16704"/>
                </a:lnTo>
                <a:lnTo>
                  <a:pt x="606308" y="15797"/>
                </a:lnTo>
                <a:lnTo>
                  <a:pt x="609983" y="14897"/>
                </a:lnTo>
                <a:lnTo>
                  <a:pt x="613658" y="14004"/>
                </a:lnTo>
                <a:lnTo>
                  <a:pt x="617332" y="13119"/>
                </a:lnTo>
                <a:lnTo>
                  <a:pt x="621007" y="12243"/>
                </a:lnTo>
                <a:lnTo>
                  <a:pt x="624681" y="11380"/>
                </a:lnTo>
                <a:lnTo>
                  <a:pt x="628356" y="10532"/>
                </a:lnTo>
                <a:lnTo>
                  <a:pt x="632031" y="9698"/>
                </a:lnTo>
                <a:lnTo>
                  <a:pt x="635705" y="8882"/>
                </a:lnTo>
                <a:lnTo>
                  <a:pt x="639380" y="8086"/>
                </a:lnTo>
                <a:lnTo>
                  <a:pt x="643054" y="7310"/>
                </a:lnTo>
                <a:lnTo>
                  <a:pt x="646729" y="6563"/>
                </a:lnTo>
                <a:lnTo>
                  <a:pt x="650404" y="5846"/>
                </a:lnTo>
                <a:lnTo>
                  <a:pt x="654078" y="5160"/>
                </a:lnTo>
                <a:lnTo>
                  <a:pt x="657753" y="4506"/>
                </a:lnTo>
                <a:lnTo>
                  <a:pt x="661427" y="3888"/>
                </a:lnTo>
                <a:lnTo>
                  <a:pt x="665102" y="3308"/>
                </a:lnTo>
                <a:lnTo>
                  <a:pt x="668777" y="2771"/>
                </a:lnTo>
                <a:lnTo>
                  <a:pt x="672451" y="2283"/>
                </a:lnTo>
                <a:lnTo>
                  <a:pt x="676126" y="1839"/>
                </a:lnTo>
                <a:lnTo>
                  <a:pt x="679800" y="1440"/>
                </a:lnTo>
                <a:lnTo>
                  <a:pt x="683475" y="1088"/>
                </a:lnTo>
                <a:lnTo>
                  <a:pt x="687150" y="784"/>
                </a:lnTo>
                <a:lnTo>
                  <a:pt x="690824" y="529"/>
                </a:lnTo>
                <a:lnTo>
                  <a:pt x="694499" y="331"/>
                </a:lnTo>
                <a:lnTo>
                  <a:pt x="698173" y="180"/>
                </a:lnTo>
                <a:lnTo>
                  <a:pt x="701848" y="75"/>
                </a:lnTo>
                <a:lnTo>
                  <a:pt x="705523" y="15"/>
                </a:lnTo>
                <a:lnTo>
                  <a:pt x="709197" y="0"/>
                </a:lnTo>
                <a:lnTo>
                  <a:pt x="712872" y="27"/>
                </a:lnTo>
                <a:lnTo>
                  <a:pt x="716546" y="104"/>
                </a:lnTo>
                <a:lnTo>
                  <a:pt x="720221" y="218"/>
                </a:lnTo>
                <a:lnTo>
                  <a:pt x="723896" y="369"/>
                </a:lnTo>
                <a:lnTo>
                  <a:pt x="727570" y="553"/>
                </a:lnTo>
                <a:lnTo>
                  <a:pt x="731245" y="770"/>
                </a:lnTo>
                <a:lnTo>
                  <a:pt x="734919" y="1017"/>
                </a:lnTo>
                <a:lnTo>
                  <a:pt x="738594" y="1298"/>
                </a:lnTo>
                <a:lnTo>
                  <a:pt x="742269" y="1604"/>
                </a:lnTo>
                <a:lnTo>
                  <a:pt x="745943" y="1933"/>
                </a:lnTo>
                <a:lnTo>
                  <a:pt x="749618" y="2284"/>
                </a:lnTo>
                <a:lnTo>
                  <a:pt x="753292" y="2654"/>
                </a:lnTo>
                <a:lnTo>
                  <a:pt x="756967" y="3043"/>
                </a:lnTo>
                <a:lnTo>
                  <a:pt x="760642" y="3451"/>
                </a:lnTo>
                <a:lnTo>
                  <a:pt x="764316" y="3873"/>
                </a:lnTo>
                <a:lnTo>
                  <a:pt x="767991" y="4306"/>
                </a:lnTo>
                <a:lnTo>
                  <a:pt x="771665" y="4750"/>
                </a:lnTo>
                <a:lnTo>
                  <a:pt x="775340" y="5203"/>
                </a:lnTo>
                <a:lnTo>
                  <a:pt x="779015" y="5661"/>
                </a:lnTo>
                <a:lnTo>
                  <a:pt x="782689" y="6125"/>
                </a:lnTo>
                <a:lnTo>
                  <a:pt x="786364" y="6590"/>
                </a:lnTo>
                <a:lnTo>
                  <a:pt x="790038" y="7054"/>
                </a:lnTo>
                <a:lnTo>
                  <a:pt x="793713" y="7515"/>
                </a:lnTo>
                <a:lnTo>
                  <a:pt x="797388" y="7972"/>
                </a:lnTo>
                <a:lnTo>
                  <a:pt x="801062" y="8421"/>
                </a:lnTo>
                <a:lnTo>
                  <a:pt x="804737" y="8859"/>
                </a:lnTo>
                <a:lnTo>
                  <a:pt x="808411" y="9284"/>
                </a:lnTo>
                <a:lnTo>
                  <a:pt x="812086" y="9695"/>
                </a:lnTo>
                <a:lnTo>
                  <a:pt x="815761" y="10091"/>
                </a:lnTo>
                <a:lnTo>
                  <a:pt x="819435" y="10471"/>
                </a:lnTo>
                <a:lnTo>
                  <a:pt x="823110" y="10834"/>
                </a:lnTo>
                <a:lnTo>
                  <a:pt x="826784" y="11179"/>
                </a:lnTo>
                <a:lnTo>
                  <a:pt x="830459" y="11504"/>
                </a:lnTo>
                <a:lnTo>
                  <a:pt x="834134" y="11813"/>
                </a:lnTo>
                <a:lnTo>
                  <a:pt x="837808" y="12107"/>
                </a:lnTo>
                <a:lnTo>
                  <a:pt x="841483" y="12388"/>
                </a:lnTo>
                <a:lnTo>
                  <a:pt x="845157" y="12658"/>
                </a:lnTo>
                <a:lnTo>
                  <a:pt x="848832" y="12920"/>
                </a:lnTo>
                <a:lnTo>
                  <a:pt x="852507" y="13176"/>
                </a:lnTo>
                <a:lnTo>
                  <a:pt x="856181" y="13432"/>
                </a:lnTo>
                <a:lnTo>
                  <a:pt x="859856" y="13690"/>
                </a:lnTo>
                <a:lnTo>
                  <a:pt x="863530" y="13955"/>
                </a:lnTo>
                <a:lnTo>
                  <a:pt x="867205" y="14230"/>
                </a:lnTo>
                <a:lnTo>
                  <a:pt x="870880" y="14519"/>
                </a:lnTo>
                <a:lnTo>
                  <a:pt x="874554" y="14831"/>
                </a:lnTo>
                <a:lnTo>
                  <a:pt x="878229" y="15164"/>
                </a:lnTo>
                <a:lnTo>
                  <a:pt x="881903" y="15522"/>
                </a:lnTo>
                <a:lnTo>
                  <a:pt x="885578" y="15907"/>
                </a:lnTo>
                <a:lnTo>
                  <a:pt x="889253" y="16321"/>
                </a:lnTo>
                <a:lnTo>
                  <a:pt x="892927" y="16765"/>
                </a:lnTo>
                <a:lnTo>
                  <a:pt x="896602" y="17246"/>
                </a:lnTo>
                <a:lnTo>
                  <a:pt x="900276" y="17761"/>
                </a:lnTo>
                <a:lnTo>
                  <a:pt x="903951" y="18306"/>
                </a:lnTo>
                <a:lnTo>
                  <a:pt x="907626" y="18881"/>
                </a:lnTo>
                <a:lnTo>
                  <a:pt x="911300" y="19486"/>
                </a:lnTo>
                <a:lnTo>
                  <a:pt x="914975" y="20118"/>
                </a:lnTo>
                <a:lnTo>
                  <a:pt x="918649" y="20779"/>
                </a:lnTo>
                <a:lnTo>
                  <a:pt x="922324" y="21465"/>
                </a:lnTo>
                <a:lnTo>
                  <a:pt x="925999" y="22171"/>
                </a:lnTo>
                <a:lnTo>
                  <a:pt x="929673" y="22896"/>
                </a:lnTo>
                <a:lnTo>
                  <a:pt x="933348" y="23636"/>
                </a:lnTo>
                <a:lnTo>
                  <a:pt x="937022" y="24391"/>
                </a:lnTo>
                <a:lnTo>
                  <a:pt x="940697" y="25159"/>
                </a:lnTo>
                <a:lnTo>
                  <a:pt x="944372" y="25939"/>
                </a:lnTo>
                <a:lnTo>
                  <a:pt x="948046" y="26728"/>
                </a:lnTo>
                <a:lnTo>
                  <a:pt x="951721" y="27526"/>
                </a:lnTo>
                <a:lnTo>
                  <a:pt x="955395" y="28333"/>
                </a:lnTo>
                <a:lnTo>
                  <a:pt x="959070" y="29149"/>
                </a:lnTo>
                <a:lnTo>
                  <a:pt x="962745" y="29974"/>
                </a:lnTo>
                <a:lnTo>
                  <a:pt x="966419" y="30811"/>
                </a:lnTo>
                <a:lnTo>
                  <a:pt x="970094" y="31660"/>
                </a:lnTo>
                <a:lnTo>
                  <a:pt x="973768" y="32521"/>
                </a:lnTo>
                <a:lnTo>
                  <a:pt x="977443" y="33396"/>
                </a:lnTo>
                <a:lnTo>
                  <a:pt x="981118" y="34286"/>
                </a:lnTo>
                <a:lnTo>
                  <a:pt x="984792" y="35193"/>
                </a:lnTo>
                <a:lnTo>
                  <a:pt x="988467" y="36123"/>
                </a:lnTo>
                <a:lnTo>
                  <a:pt x="992141" y="37072"/>
                </a:lnTo>
                <a:lnTo>
                  <a:pt x="995816" y="38041"/>
                </a:lnTo>
                <a:lnTo>
                  <a:pt x="999491" y="39032"/>
                </a:lnTo>
                <a:lnTo>
                  <a:pt x="1003165" y="40044"/>
                </a:lnTo>
                <a:lnTo>
                  <a:pt x="1006840" y="41078"/>
                </a:lnTo>
                <a:lnTo>
                  <a:pt x="1010514" y="42137"/>
                </a:lnTo>
                <a:lnTo>
                  <a:pt x="1014189" y="43217"/>
                </a:lnTo>
                <a:lnTo>
                  <a:pt x="1017864" y="44315"/>
                </a:lnTo>
                <a:lnTo>
                  <a:pt x="1021538" y="45431"/>
                </a:lnTo>
                <a:lnTo>
                  <a:pt x="1025213" y="46563"/>
                </a:lnTo>
                <a:lnTo>
                  <a:pt x="1028887" y="47709"/>
                </a:lnTo>
                <a:lnTo>
                  <a:pt x="1032562" y="48868"/>
                </a:lnTo>
                <a:lnTo>
                  <a:pt x="1036237" y="50035"/>
                </a:lnTo>
                <a:lnTo>
                  <a:pt x="1039911" y="51208"/>
                </a:lnTo>
                <a:lnTo>
                  <a:pt x="1043586" y="52384"/>
                </a:lnTo>
                <a:lnTo>
                  <a:pt x="1047260" y="53560"/>
                </a:lnTo>
                <a:lnTo>
                  <a:pt x="1050935" y="54733"/>
                </a:lnTo>
                <a:lnTo>
                  <a:pt x="1054610" y="55900"/>
                </a:lnTo>
                <a:lnTo>
                  <a:pt x="1058284" y="57056"/>
                </a:lnTo>
                <a:lnTo>
                  <a:pt x="1061959" y="58201"/>
                </a:lnTo>
                <a:lnTo>
                  <a:pt x="1065633" y="59331"/>
                </a:lnTo>
                <a:lnTo>
                  <a:pt x="1069308" y="60446"/>
                </a:lnTo>
                <a:lnTo>
                  <a:pt x="1072983" y="61543"/>
                </a:lnTo>
                <a:lnTo>
                  <a:pt x="1076657" y="62618"/>
                </a:lnTo>
                <a:lnTo>
                  <a:pt x="1080332" y="63669"/>
                </a:lnTo>
                <a:lnTo>
                  <a:pt x="1084006" y="64699"/>
                </a:lnTo>
                <a:lnTo>
                  <a:pt x="1087681" y="65706"/>
                </a:lnTo>
                <a:lnTo>
                  <a:pt x="1091356" y="66691"/>
                </a:lnTo>
                <a:lnTo>
                  <a:pt x="1095030" y="67654"/>
                </a:lnTo>
                <a:lnTo>
                  <a:pt x="1098705" y="68593"/>
                </a:lnTo>
                <a:lnTo>
                  <a:pt x="1102379" y="69510"/>
                </a:lnTo>
                <a:lnTo>
                  <a:pt x="1106054" y="70407"/>
                </a:lnTo>
                <a:lnTo>
                  <a:pt x="1109729" y="71288"/>
                </a:lnTo>
                <a:lnTo>
                  <a:pt x="1113403" y="72153"/>
                </a:lnTo>
                <a:lnTo>
                  <a:pt x="1117078" y="73004"/>
                </a:lnTo>
                <a:lnTo>
                  <a:pt x="1120752" y="73843"/>
                </a:lnTo>
                <a:lnTo>
                  <a:pt x="1124427" y="74672"/>
                </a:lnTo>
                <a:lnTo>
                  <a:pt x="1128102" y="75495"/>
                </a:lnTo>
                <a:lnTo>
                  <a:pt x="1131776" y="76313"/>
                </a:lnTo>
                <a:lnTo>
                  <a:pt x="1135451" y="77129"/>
                </a:lnTo>
                <a:lnTo>
                  <a:pt x="1139125" y="77945"/>
                </a:lnTo>
                <a:lnTo>
                  <a:pt x="1142800" y="78762"/>
                </a:lnTo>
                <a:lnTo>
                  <a:pt x="1146475" y="79584"/>
                </a:lnTo>
                <a:lnTo>
                  <a:pt x="1150149" y="80411"/>
                </a:lnTo>
                <a:lnTo>
                  <a:pt x="1153824" y="81244"/>
                </a:lnTo>
                <a:lnTo>
                  <a:pt x="1157498" y="82084"/>
                </a:lnTo>
                <a:lnTo>
                  <a:pt x="1161173" y="82932"/>
                </a:lnTo>
                <a:lnTo>
                  <a:pt x="1164848" y="83787"/>
                </a:lnTo>
                <a:lnTo>
                  <a:pt x="1168522" y="84653"/>
                </a:lnTo>
                <a:lnTo>
                  <a:pt x="1172197" y="85526"/>
                </a:lnTo>
                <a:lnTo>
                  <a:pt x="1175871" y="86406"/>
                </a:lnTo>
                <a:lnTo>
                  <a:pt x="1179546" y="87293"/>
                </a:lnTo>
                <a:lnTo>
                  <a:pt x="1183221" y="88185"/>
                </a:lnTo>
                <a:lnTo>
                  <a:pt x="1186895" y="89080"/>
                </a:lnTo>
                <a:lnTo>
                  <a:pt x="1190570" y="89978"/>
                </a:lnTo>
                <a:lnTo>
                  <a:pt x="1194244" y="90875"/>
                </a:lnTo>
                <a:lnTo>
                  <a:pt x="1197919" y="91770"/>
                </a:lnTo>
                <a:lnTo>
                  <a:pt x="1201594" y="92660"/>
                </a:lnTo>
                <a:lnTo>
                  <a:pt x="1205268" y="93543"/>
                </a:lnTo>
                <a:lnTo>
                  <a:pt x="1208943" y="94416"/>
                </a:lnTo>
                <a:lnTo>
                  <a:pt x="1212617" y="95275"/>
                </a:lnTo>
                <a:lnTo>
                  <a:pt x="1216292" y="96117"/>
                </a:lnTo>
                <a:lnTo>
                  <a:pt x="1219967" y="96941"/>
                </a:lnTo>
                <a:lnTo>
                  <a:pt x="1223641" y="97744"/>
                </a:lnTo>
                <a:lnTo>
                  <a:pt x="1227316" y="98524"/>
                </a:lnTo>
                <a:lnTo>
                  <a:pt x="1230990" y="99280"/>
                </a:lnTo>
                <a:lnTo>
                  <a:pt x="1234665" y="100005"/>
                </a:lnTo>
                <a:lnTo>
                  <a:pt x="1238340" y="100698"/>
                </a:lnTo>
                <a:lnTo>
                  <a:pt x="1242014" y="101361"/>
                </a:lnTo>
                <a:lnTo>
                  <a:pt x="1245689" y="101994"/>
                </a:lnTo>
                <a:lnTo>
                  <a:pt x="1249363" y="102595"/>
                </a:lnTo>
                <a:lnTo>
                  <a:pt x="1253038" y="103165"/>
                </a:lnTo>
                <a:lnTo>
                  <a:pt x="1256713" y="103702"/>
                </a:lnTo>
                <a:lnTo>
                  <a:pt x="1260387" y="104203"/>
                </a:lnTo>
                <a:lnTo>
                  <a:pt x="1264062" y="104677"/>
                </a:lnTo>
                <a:lnTo>
                  <a:pt x="1267736" y="105123"/>
                </a:lnTo>
                <a:lnTo>
                  <a:pt x="1271411" y="105544"/>
                </a:lnTo>
                <a:lnTo>
                  <a:pt x="1275086" y="105941"/>
                </a:lnTo>
                <a:lnTo>
                  <a:pt x="1278760" y="106317"/>
                </a:lnTo>
                <a:lnTo>
                  <a:pt x="1282435" y="106670"/>
                </a:lnTo>
                <a:lnTo>
                  <a:pt x="1286109" y="107009"/>
                </a:lnTo>
                <a:lnTo>
                  <a:pt x="1289784" y="107335"/>
                </a:lnTo>
                <a:lnTo>
                  <a:pt x="1293459" y="107650"/>
                </a:lnTo>
                <a:lnTo>
                  <a:pt x="1297133" y="107958"/>
                </a:lnTo>
                <a:lnTo>
                  <a:pt x="1300808" y="108260"/>
                </a:lnTo>
                <a:lnTo>
                  <a:pt x="1304482" y="108557"/>
                </a:lnTo>
                <a:lnTo>
                  <a:pt x="1308157" y="108854"/>
                </a:lnTo>
                <a:lnTo>
                  <a:pt x="1311832" y="109152"/>
                </a:lnTo>
                <a:lnTo>
                  <a:pt x="1315506" y="109451"/>
                </a:lnTo>
                <a:lnTo>
                  <a:pt x="1319181" y="109752"/>
                </a:lnTo>
                <a:lnTo>
                  <a:pt x="1322855" y="110058"/>
                </a:lnTo>
                <a:lnTo>
                  <a:pt x="1326530" y="110368"/>
                </a:lnTo>
                <a:lnTo>
                  <a:pt x="1330205" y="110682"/>
                </a:lnTo>
                <a:lnTo>
                  <a:pt x="1333879" y="111000"/>
                </a:lnTo>
                <a:lnTo>
                  <a:pt x="1337554" y="111322"/>
                </a:lnTo>
                <a:lnTo>
                  <a:pt x="1341228" y="111648"/>
                </a:lnTo>
                <a:lnTo>
                  <a:pt x="1344903" y="111977"/>
                </a:lnTo>
                <a:lnTo>
                  <a:pt x="1348577" y="112308"/>
                </a:lnTo>
                <a:lnTo>
                  <a:pt x="1352252" y="112642"/>
                </a:lnTo>
                <a:lnTo>
                  <a:pt x="1355927" y="112976"/>
                </a:lnTo>
                <a:lnTo>
                  <a:pt x="1359601" y="113311"/>
                </a:lnTo>
                <a:lnTo>
                  <a:pt x="1363276" y="113646"/>
                </a:lnTo>
                <a:lnTo>
                  <a:pt x="1366950" y="113981"/>
                </a:lnTo>
                <a:lnTo>
                  <a:pt x="1370625" y="114315"/>
                </a:lnTo>
                <a:lnTo>
                  <a:pt x="1374300" y="114648"/>
                </a:lnTo>
                <a:lnTo>
                  <a:pt x="1377974" y="114980"/>
                </a:lnTo>
                <a:lnTo>
                  <a:pt x="1381649" y="115311"/>
                </a:lnTo>
                <a:lnTo>
                  <a:pt x="1385323" y="115641"/>
                </a:lnTo>
                <a:lnTo>
                  <a:pt x="1388998" y="115969"/>
                </a:lnTo>
                <a:lnTo>
                  <a:pt x="1392673" y="116297"/>
                </a:lnTo>
                <a:lnTo>
                  <a:pt x="1396347" y="116622"/>
                </a:lnTo>
                <a:lnTo>
                  <a:pt x="1400022" y="116947"/>
                </a:lnTo>
                <a:lnTo>
                  <a:pt x="1403696" y="117270"/>
                </a:lnTo>
                <a:lnTo>
                  <a:pt x="1407371" y="117591"/>
                </a:lnTo>
                <a:lnTo>
                  <a:pt x="1411046" y="117910"/>
                </a:lnTo>
                <a:lnTo>
                  <a:pt x="1414720" y="118227"/>
                </a:lnTo>
                <a:lnTo>
                  <a:pt x="1418395" y="118540"/>
                </a:lnTo>
                <a:lnTo>
                  <a:pt x="1422069" y="118850"/>
                </a:lnTo>
                <a:lnTo>
                  <a:pt x="1425744" y="119156"/>
                </a:lnTo>
                <a:lnTo>
                  <a:pt x="1429419" y="119457"/>
                </a:lnTo>
                <a:lnTo>
                  <a:pt x="1433093" y="119752"/>
                </a:lnTo>
                <a:lnTo>
                  <a:pt x="1436768" y="120042"/>
                </a:lnTo>
                <a:lnTo>
                  <a:pt x="1440442" y="120323"/>
                </a:lnTo>
                <a:lnTo>
                  <a:pt x="1444117" y="120597"/>
                </a:lnTo>
                <a:lnTo>
                  <a:pt x="1447792" y="120862"/>
                </a:lnTo>
                <a:lnTo>
                  <a:pt x="1451466" y="121119"/>
                </a:lnTo>
                <a:lnTo>
                  <a:pt x="1455141" y="121367"/>
                </a:lnTo>
                <a:lnTo>
                  <a:pt x="1458815" y="121606"/>
                </a:lnTo>
                <a:lnTo>
                  <a:pt x="1462490" y="121833"/>
                </a:lnTo>
                <a:lnTo>
                  <a:pt x="1466165" y="122050"/>
                </a:lnTo>
                <a:lnTo>
                  <a:pt x="1469839" y="122257"/>
                </a:lnTo>
                <a:lnTo>
                  <a:pt x="1473514" y="122453"/>
                </a:lnTo>
                <a:lnTo>
                  <a:pt x="1477188" y="122640"/>
                </a:lnTo>
                <a:lnTo>
                  <a:pt x="1480863" y="122817"/>
                </a:lnTo>
                <a:lnTo>
                  <a:pt x="1484538" y="122983"/>
                </a:lnTo>
                <a:lnTo>
                  <a:pt x="1488212" y="123139"/>
                </a:lnTo>
                <a:lnTo>
                  <a:pt x="1491887" y="123286"/>
                </a:lnTo>
                <a:lnTo>
                  <a:pt x="1495561" y="123424"/>
                </a:lnTo>
                <a:lnTo>
                  <a:pt x="1499236" y="123553"/>
                </a:lnTo>
                <a:lnTo>
                  <a:pt x="1502911" y="123675"/>
                </a:lnTo>
                <a:lnTo>
                  <a:pt x="1506585" y="123787"/>
                </a:lnTo>
                <a:lnTo>
                  <a:pt x="1510260" y="123892"/>
                </a:lnTo>
                <a:lnTo>
                  <a:pt x="1513934" y="123990"/>
                </a:lnTo>
                <a:lnTo>
                  <a:pt x="1517609" y="124081"/>
                </a:lnTo>
                <a:lnTo>
                  <a:pt x="1521284" y="124167"/>
                </a:lnTo>
                <a:lnTo>
                  <a:pt x="1524958" y="124246"/>
                </a:lnTo>
                <a:lnTo>
                  <a:pt x="1528633" y="124320"/>
                </a:lnTo>
                <a:lnTo>
                  <a:pt x="1532307" y="124389"/>
                </a:lnTo>
                <a:lnTo>
                  <a:pt x="1535982" y="124453"/>
                </a:lnTo>
                <a:lnTo>
                  <a:pt x="1539657" y="124514"/>
                </a:lnTo>
                <a:lnTo>
                  <a:pt x="1543331" y="124570"/>
                </a:lnTo>
                <a:lnTo>
                  <a:pt x="1547006" y="124624"/>
                </a:lnTo>
                <a:lnTo>
                  <a:pt x="1550680" y="124675"/>
                </a:lnTo>
                <a:lnTo>
                  <a:pt x="1554355" y="124723"/>
                </a:lnTo>
                <a:lnTo>
                  <a:pt x="1558030" y="124769"/>
                </a:lnTo>
                <a:lnTo>
                  <a:pt x="1561704" y="124814"/>
                </a:lnTo>
                <a:lnTo>
                  <a:pt x="1565379" y="124857"/>
                </a:lnTo>
                <a:lnTo>
                  <a:pt x="1569053" y="124898"/>
                </a:lnTo>
                <a:lnTo>
                  <a:pt x="1572728" y="124939"/>
                </a:lnTo>
                <a:lnTo>
                  <a:pt x="1576403" y="124980"/>
                </a:lnTo>
                <a:lnTo>
                  <a:pt x="1580077" y="125019"/>
                </a:lnTo>
                <a:lnTo>
                  <a:pt x="1583752" y="125059"/>
                </a:lnTo>
                <a:lnTo>
                  <a:pt x="1587426" y="125098"/>
                </a:lnTo>
                <a:lnTo>
                  <a:pt x="1591101" y="125138"/>
                </a:lnTo>
                <a:lnTo>
                  <a:pt x="1594776" y="125177"/>
                </a:lnTo>
                <a:lnTo>
                  <a:pt x="1598450" y="125218"/>
                </a:lnTo>
                <a:lnTo>
                  <a:pt x="1602125" y="125259"/>
                </a:lnTo>
                <a:lnTo>
                  <a:pt x="1605799" y="125300"/>
                </a:lnTo>
                <a:lnTo>
                  <a:pt x="1609474" y="125342"/>
                </a:lnTo>
                <a:lnTo>
                  <a:pt x="1613149" y="125386"/>
                </a:lnTo>
                <a:lnTo>
                  <a:pt x="1616823" y="125430"/>
                </a:lnTo>
                <a:lnTo>
                  <a:pt x="1620498" y="125476"/>
                </a:lnTo>
                <a:lnTo>
                  <a:pt x="1624172" y="125523"/>
                </a:lnTo>
                <a:lnTo>
                  <a:pt x="1627847" y="125571"/>
                </a:lnTo>
                <a:lnTo>
                  <a:pt x="1631522" y="125621"/>
                </a:lnTo>
                <a:lnTo>
                  <a:pt x="1635196" y="125672"/>
                </a:lnTo>
                <a:lnTo>
                  <a:pt x="1638871" y="125725"/>
                </a:lnTo>
                <a:lnTo>
                  <a:pt x="1642545" y="125779"/>
                </a:lnTo>
                <a:lnTo>
                  <a:pt x="1646220" y="125834"/>
                </a:lnTo>
                <a:lnTo>
                  <a:pt x="1649895" y="125890"/>
                </a:lnTo>
                <a:lnTo>
                  <a:pt x="1653569" y="125947"/>
                </a:lnTo>
                <a:lnTo>
                  <a:pt x="1657244" y="126005"/>
                </a:lnTo>
                <a:lnTo>
                  <a:pt x="1660918" y="126064"/>
                </a:lnTo>
                <a:lnTo>
                  <a:pt x="1664593" y="126123"/>
                </a:lnTo>
                <a:lnTo>
                  <a:pt x="1668268" y="126182"/>
                </a:lnTo>
                <a:lnTo>
                  <a:pt x="1671942" y="126241"/>
                </a:lnTo>
                <a:lnTo>
                  <a:pt x="1675617" y="126299"/>
                </a:lnTo>
                <a:lnTo>
                  <a:pt x="1679291" y="126356"/>
                </a:lnTo>
                <a:lnTo>
                  <a:pt x="1682966" y="126412"/>
                </a:lnTo>
                <a:lnTo>
                  <a:pt x="1686641" y="126467"/>
                </a:lnTo>
                <a:lnTo>
                  <a:pt x="1690315" y="126520"/>
                </a:lnTo>
                <a:lnTo>
                  <a:pt x="1693990" y="126571"/>
                </a:lnTo>
                <a:lnTo>
                  <a:pt x="1697664" y="126620"/>
                </a:lnTo>
                <a:lnTo>
                  <a:pt x="1701339" y="126666"/>
                </a:lnTo>
                <a:lnTo>
                  <a:pt x="1705014" y="126710"/>
                </a:lnTo>
                <a:lnTo>
                  <a:pt x="1708688" y="126752"/>
                </a:lnTo>
                <a:lnTo>
                  <a:pt x="1712363" y="126789"/>
                </a:lnTo>
                <a:lnTo>
                  <a:pt x="1716037" y="126824"/>
                </a:lnTo>
                <a:lnTo>
                  <a:pt x="1719712" y="126857"/>
                </a:lnTo>
                <a:lnTo>
                  <a:pt x="1723387" y="126886"/>
                </a:lnTo>
                <a:lnTo>
                  <a:pt x="1727061" y="126912"/>
                </a:lnTo>
                <a:lnTo>
                  <a:pt x="1730736" y="126935"/>
                </a:lnTo>
                <a:lnTo>
                  <a:pt x="1734410" y="126955"/>
                </a:lnTo>
                <a:lnTo>
                  <a:pt x="1738085" y="126972"/>
                </a:lnTo>
                <a:lnTo>
                  <a:pt x="1741760" y="126987"/>
                </a:lnTo>
                <a:lnTo>
                  <a:pt x="1745434" y="126999"/>
                </a:lnTo>
                <a:lnTo>
                  <a:pt x="1749109" y="127009"/>
                </a:lnTo>
                <a:lnTo>
                  <a:pt x="1752783" y="127016"/>
                </a:lnTo>
                <a:lnTo>
                  <a:pt x="1756458" y="127021"/>
                </a:lnTo>
                <a:lnTo>
                  <a:pt x="1760133" y="127025"/>
                </a:lnTo>
                <a:lnTo>
                  <a:pt x="1763807" y="127026"/>
                </a:lnTo>
                <a:lnTo>
                  <a:pt x="1767482" y="127027"/>
                </a:lnTo>
                <a:lnTo>
                  <a:pt x="1771156" y="127026"/>
                </a:lnTo>
                <a:lnTo>
                  <a:pt x="1774831" y="127025"/>
                </a:lnTo>
                <a:lnTo>
                  <a:pt x="1778506" y="127022"/>
                </a:lnTo>
                <a:lnTo>
                  <a:pt x="1782180" y="127019"/>
                </a:lnTo>
                <a:lnTo>
                  <a:pt x="1785855" y="127016"/>
                </a:lnTo>
                <a:lnTo>
                  <a:pt x="1789529" y="127012"/>
                </a:lnTo>
                <a:lnTo>
                  <a:pt x="1793204" y="127009"/>
                </a:lnTo>
                <a:lnTo>
                  <a:pt x="1796879" y="127005"/>
                </a:lnTo>
                <a:lnTo>
                  <a:pt x="1800553" y="127002"/>
                </a:lnTo>
                <a:lnTo>
                  <a:pt x="1804228" y="127000"/>
                </a:lnTo>
                <a:lnTo>
                  <a:pt x="1807902" y="126998"/>
                </a:lnTo>
                <a:lnTo>
                  <a:pt x="1811577" y="126996"/>
                </a:lnTo>
                <a:lnTo>
                  <a:pt x="1815252" y="126996"/>
                </a:lnTo>
                <a:lnTo>
                  <a:pt x="1818926" y="126996"/>
                </a:lnTo>
                <a:lnTo>
                  <a:pt x="1822601" y="126997"/>
                </a:lnTo>
                <a:lnTo>
                  <a:pt x="1826275" y="126998"/>
                </a:lnTo>
                <a:lnTo>
                  <a:pt x="1829950" y="127001"/>
                </a:lnTo>
                <a:lnTo>
                  <a:pt x="1833625" y="127005"/>
                </a:lnTo>
                <a:lnTo>
                  <a:pt x="1837299" y="127009"/>
                </a:lnTo>
                <a:lnTo>
                  <a:pt x="1840974" y="127015"/>
                </a:lnTo>
                <a:lnTo>
                  <a:pt x="1844648" y="127021"/>
                </a:lnTo>
                <a:lnTo>
                  <a:pt x="1848323" y="127028"/>
                </a:lnTo>
                <a:lnTo>
                  <a:pt x="1851998" y="127036"/>
                </a:lnTo>
                <a:lnTo>
                  <a:pt x="1855672" y="127044"/>
                </a:lnTo>
                <a:lnTo>
                  <a:pt x="1859347" y="127053"/>
                </a:lnTo>
                <a:lnTo>
                  <a:pt x="1863021" y="127063"/>
                </a:lnTo>
                <a:lnTo>
                  <a:pt x="1866696" y="127073"/>
                </a:lnTo>
                <a:lnTo>
                  <a:pt x="1870371" y="127083"/>
                </a:lnTo>
                <a:lnTo>
                  <a:pt x="1874045" y="127094"/>
                </a:lnTo>
                <a:lnTo>
                  <a:pt x="1877720" y="127105"/>
                </a:lnTo>
                <a:lnTo>
                  <a:pt x="1877720" y="127261"/>
                </a:lnTo>
                <a:lnTo>
                  <a:pt x="1874045" y="127261"/>
                </a:lnTo>
                <a:lnTo>
                  <a:pt x="1870371" y="127261"/>
                </a:lnTo>
                <a:lnTo>
                  <a:pt x="1866696" y="127261"/>
                </a:lnTo>
                <a:lnTo>
                  <a:pt x="1863021" y="127261"/>
                </a:lnTo>
                <a:lnTo>
                  <a:pt x="1859347" y="127261"/>
                </a:lnTo>
                <a:lnTo>
                  <a:pt x="1855672" y="127261"/>
                </a:lnTo>
                <a:lnTo>
                  <a:pt x="1851998" y="127261"/>
                </a:lnTo>
                <a:lnTo>
                  <a:pt x="1848323" y="127261"/>
                </a:lnTo>
                <a:lnTo>
                  <a:pt x="1844648" y="127261"/>
                </a:lnTo>
                <a:lnTo>
                  <a:pt x="1840974" y="127261"/>
                </a:lnTo>
                <a:lnTo>
                  <a:pt x="1837299" y="127261"/>
                </a:lnTo>
                <a:lnTo>
                  <a:pt x="1833625" y="127261"/>
                </a:lnTo>
                <a:lnTo>
                  <a:pt x="1829950" y="127261"/>
                </a:lnTo>
                <a:lnTo>
                  <a:pt x="1826275" y="127261"/>
                </a:lnTo>
                <a:lnTo>
                  <a:pt x="1822601" y="127261"/>
                </a:lnTo>
                <a:lnTo>
                  <a:pt x="1818926" y="127261"/>
                </a:lnTo>
                <a:lnTo>
                  <a:pt x="1815252" y="127261"/>
                </a:lnTo>
                <a:lnTo>
                  <a:pt x="1811577" y="127261"/>
                </a:lnTo>
                <a:lnTo>
                  <a:pt x="1807902" y="127261"/>
                </a:lnTo>
                <a:lnTo>
                  <a:pt x="1804228" y="127261"/>
                </a:lnTo>
                <a:lnTo>
                  <a:pt x="1800553" y="127261"/>
                </a:lnTo>
                <a:lnTo>
                  <a:pt x="1796879" y="127261"/>
                </a:lnTo>
                <a:lnTo>
                  <a:pt x="1793204" y="127261"/>
                </a:lnTo>
                <a:lnTo>
                  <a:pt x="1789529" y="127261"/>
                </a:lnTo>
                <a:lnTo>
                  <a:pt x="1785855" y="127261"/>
                </a:lnTo>
                <a:lnTo>
                  <a:pt x="1782180" y="127261"/>
                </a:lnTo>
                <a:lnTo>
                  <a:pt x="1778506" y="127261"/>
                </a:lnTo>
                <a:lnTo>
                  <a:pt x="1774831" y="127261"/>
                </a:lnTo>
                <a:lnTo>
                  <a:pt x="1771156" y="127261"/>
                </a:lnTo>
                <a:lnTo>
                  <a:pt x="1767482" y="127261"/>
                </a:lnTo>
                <a:lnTo>
                  <a:pt x="1763807" y="127261"/>
                </a:lnTo>
                <a:lnTo>
                  <a:pt x="1760133" y="127261"/>
                </a:lnTo>
                <a:lnTo>
                  <a:pt x="1756458" y="127261"/>
                </a:lnTo>
                <a:lnTo>
                  <a:pt x="1752783" y="127261"/>
                </a:lnTo>
                <a:lnTo>
                  <a:pt x="1749109" y="127261"/>
                </a:lnTo>
                <a:lnTo>
                  <a:pt x="1745434" y="127261"/>
                </a:lnTo>
                <a:lnTo>
                  <a:pt x="1741760" y="127261"/>
                </a:lnTo>
                <a:lnTo>
                  <a:pt x="1738085" y="127261"/>
                </a:lnTo>
                <a:lnTo>
                  <a:pt x="1734410" y="127261"/>
                </a:lnTo>
                <a:lnTo>
                  <a:pt x="1730736" y="127261"/>
                </a:lnTo>
                <a:lnTo>
                  <a:pt x="1727061" y="127261"/>
                </a:lnTo>
                <a:lnTo>
                  <a:pt x="1723387" y="127261"/>
                </a:lnTo>
                <a:lnTo>
                  <a:pt x="1719712" y="127261"/>
                </a:lnTo>
                <a:lnTo>
                  <a:pt x="1716037" y="127261"/>
                </a:lnTo>
                <a:lnTo>
                  <a:pt x="1712363" y="127261"/>
                </a:lnTo>
                <a:lnTo>
                  <a:pt x="1708688" y="127261"/>
                </a:lnTo>
                <a:lnTo>
                  <a:pt x="1705014" y="127261"/>
                </a:lnTo>
                <a:lnTo>
                  <a:pt x="1701339" y="127261"/>
                </a:lnTo>
                <a:lnTo>
                  <a:pt x="1697664" y="127261"/>
                </a:lnTo>
                <a:lnTo>
                  <a:pt x="1693990" y="127261"/>
                </a:lnTo>
                <a:lnTo>
                  <a:pt x="1690315" y="127261"/>
                </a:lnTo>
                <a:lnTo>
                  <a:pt x="1686641" y="127261"/>
                </a:lnTo>
                <a:lnTo>
                  <a:pt x="1682966" y="127261"/>
                </a:lnTo>
                <a:lnTo>
                  <a:pt x="1679291" y="127261"/>
                </a:lnTo>
                <a:lnTo>
                  <a:pt x="1675617" y="127261"/>
                </a:lnTo>
                <a:lnTo>
                  <a:pt x="1671942" y="127261"/>
                </a:lnTo>
                <a:lnTo>
                  <a:pt x="1668268" y="127261"/>
                </a:lnTo>
                <a:lnTo>
                  <a:pt x="1664593" y="127261"/>
                </a:lnTo>
                <a:lnTo>
                  <a:pt x="1660918" y="127261"/>
                </a:lnTo>
                <a:lnTo>
                  <a:pt x="1657244" y="127261"/>
                </a:lnTo>
                <a:lnTo>
                  <a:pt x="1653569" y="127261"/>
                </a:lnTo>
                <a:lnTo>
                  <a:pt x="1649895" y="127261"/>
                </a:lnTo>
                <a:lnTo>
                  <a:pt x="1646220" y="127261"/>
                </a:lnTo>
                <a:lnTo>
                  <a:pt x="1642545" y="127261"/>
                </a:lnTo>
                <a:lnTo>
                  <a:pt x="1638871" y="127261"/>
                </a:lnTo>
                <a:lnTo>
                  <a:pt x="1635196" y="127261"/>
                </a:lnTo>
                <a:lnTo>
                  <a:pt x="1631522" y="127261"/>
                </a:lnTo>
                <a:lnTo>
                  <a:pt x="1627847" y="127261"/>
                </a:lnTo>
                <a:lnTo>
                  <a:pt x="1624172" y="127261"/>
                </a:lnTo>
                <a:lnTo>
                  <a:pt x="1620498" y="127261"/>
                </a:lnTo>
                <a:lnTo>
                  <a:pt x="1616823" y="127261"/>
                </a:lnTo>
                <a:lnTo>
                  <a:pt x="1613149" y="127261"/>
                </a:lnTo>
                <a:lnTo>
                  <a:pt x="1609474" y="127261"/>
                </a:lnTo>
                <a:lnTo>
                  <a:pt x="1605799" y="127261"/>
                </a:lnTo>
                <a:lnTo>
                  <a:pt x="1602125" y="127261"/>
                </a:lnTo>
                <a:lnTo>
                  <a:pt x="1598450" y="127261"/>
                </a:lnTo>
                <a:lnTo>
                  <a:pt x="1594776" y="127261"/>
                </a:lnTo>
                <a:lnTo>
                  <a:pt x="1591101" y="127261"/>
                </a:lnTo>
                <a:lnTo>
                  <a:pt x="1587426" y="127261"/>
                </a:lnTo>
                <a:lnTo>
                  <a:pt x="1583752" y="127261"/>
                </a:lnTo>
                <a:lnTo>
                  <a:pt x="1580077" y="127261"/>
                </a:lnTo>
                <a:lnTo>
                  <a:pt x="1576403" y="127261"/>
                </a:lnTo>
                <a:lnTo>
                  <a:pt x="1572728" y="127261"/>
                </a:lnTo>
                <a:lnTo>
                  <a:pt x="1569053" y="127261"/>
                </a:lnTo>
                <a:lnTo>
                  <a:pt x="1565379" y="127261"/>
                </a:lnTo>
                <a:lnTo>
                  <a:pt x="1561704" y="127261"/>
                </a:lnTo>
                <a:lnTo>
                  <a:pt x="1558030" y="127261"/>
                </a:lnTo>
                <a:lnTo>
                  <a:pt x="1554355" y="127261"/>
                </a:lnTo>
                <a:lnTo>
                  <a:pt x="1550680" y="127261"/>
                </a:lnTo>
                <a:lnTo>
                  <a:pt x="1547006" y="127261"/>
                </a:lnTo>
                <a:lnTo>
                  <a:pt x="1543331" y="127261"/>
                </a:lnTo>
                <a:lnTo>
                  <a:pt x="1539657" y="127261"/>
                </a:lnTo>
                <a:lnTo>
                  <a:pt x="1535982" y="127261"/>
                </a:lnTo>
                <a:lnTo>
                  <a:pt x="1532307" y="127261"/>
                </a:lnTo>
                <a:lnTo>
                  <a:pt x="1528633" y="127261"/>
                </a:lnTo>
                <a:lnTo>
                  <a:pt x="1524958" y="127261"/>
                </a:lnTo>
                <a:lnTo>
                  <a:pt x="1521284" y="127261"/>
                </a:lnTo>
                <a:lnTo>
                  <a:pt x="1517609" y="127261"/>
                </a:lnTo>
                <a:lnTo>
                  <a:pt x="1513934" y="127261"/>
                </a:lnTo>
                <a:lnTo>
                  <a:pt x="1510260" y="127261"/>
                </a:lnTo>
                <a:lnTo>
                  <a:pt x="1506585" y="127261"/>
                </a:lnTo>
                <a:lnTo>
                  <a:pt x="1502911" y="127261"/>
                </a:lnTo>
                <a:lnTo>
                  <a:pt x="1499236" y="127261"/>
                </a:lnTo>
                <a:lnTo>
                  <a:pt x="1495561" y="127261"/>
                </a:lnTo>
                <a:lnTo>
                  <a:pt x="1491887" y="127261"/>
                </a:lnTo>
                <a:lnTo>
                  <a:pt x="1488212" y="127261"/>
                </a:lnTo>
                <a:lnTo>
                  <a:pt x="1484538" y="127261"/>
                </a:lnTo>
                <a:lnTo>
                  <a:pt x="1480863" y="127261"/>
                </a:lnTo>
                <a:lnTo>
                  <a:pt x="1477188" y="127261"/>
                </a:lnTo>
                <a:lnTo>
                  <a:pt x="1473514" y="127261"/>
                </a:lnTo>
                <a:lnTo>
                  <a:pt x="1469839" y="127261"/>
                </a:lnTo>
                <a:lnTo>
                  <a:pt x="1466165" y="127261"/>
                </a:lnTo>
                <a:lnTo>
                  <a:pt x="1462490" y="127261"/>
                </a:lnTo>
                <a:lnTo>
                  <a:pt x="1458815" y="127261"/>
                </a:lnTo>
                <a:lnTo>
                  <a:pt x="1455141" y="127261"/>
                </a:lnTo>
                <a:lnTo>
                  <a:pt x="1451466" y="127261"/>
                </a:lnTo>
                <a:lnTo>
                  <a:pt x="1447792" y="127261"/>
                </a:lnTo>
                <a:lnTo>
                  <a:pt x="1444117" y="127261"/>
                </a:lnTo>
                <a:lnTo>
                  <a:pt x="1440442" y="127261"/>
                </a:lnTo>
                <a:lnTo>
                  <a:pt x="1436768" y="127261"/>
                </a:lnTo>
                <a:lnTo>
                  <a:pt x="1433093" y="127261"/>
                </a:lnTo>
                <a:lnTo>
                  <a:pt x="1429419" y="127261"/>
                </a:lnTo>
                <a:lnTo>
                  <a:pt x="1425744" y="127261"/>
                </a:lnTo>
                <a:lnTo>
                  <a:pt x="1422069" y="127261"/>
                </a:lnTo>
                <a:lnTo>
                  <a:pt x="1418395" y="127261"/>
                </a:lnTo>
                <a:lnTo>
                  <a:pt x="1414720" y="127261"/>
                </a:lnTo>
                <a:lnTo>
                  <a:pt x="1411046" y="127261"/>
                </a:lnTo>
                <a:lnTo>
                  <a:pt x="1407371" y="127261"/>
                </a:lnTo>
                <a:lnTo>
                  <a:pt x="1403696" y="127261"/>
                </a:lnTo>
                <a:lnTo>
                  <a:pt x="1400022" y="127261"/>
                </a:lnTo>
                <a:lnTo>
                  <a:pt x="1396347" y="127261"/>
                </a:lnTo>
                <a:lnTo>
                  <a:pt x="1392673" y="127261"/>
                </a:lnTo>
                <a:lnTo>
                  <a:pt x="1388998" y="127261"/>
                </a:lnTo>
                <a:lnTo>
                  <a:pt x="1385323" y="127261"/>
                </a:lnTo>
                <a:lnTo>
                  <a:pt x="1381649" y="127261"/>
                </a:lnTo>
                <a:lnTo>
                  <a:pt x="1377974" y="127261"/>
                </a:lnTo>
                <a:lnTo>
                  <a:pt x="1374300" y="127261"/>
                </a:lnTo>
                <a:lnTo>
                  <a:pt x="1370625" y="127261"/>
                </a:lnTo>
                <a:lnTo>
                  <a:pt x="1366950" y="127261"/>
                </a:lnTo>
                <a:lnTo>
                  <a:pt x="1363276" y="127261"/>
                </a:lnTo>
                <a:lnTo>
                  <a:pt x="1359601" y="127261"/>
                </a:lnTo>
                <a:lnTo>
                  <a:pt x="1355927" y="127261"/>
                </a:lnTo>
                <a:lnTo>
                  <a:pt x="1352252" y="127261"/>
                </a:lnTo>
                <a:lnTo>
                  <a:pt x="1348577" y="127261"/>
                </a:lnTo>
                <a:lnTo>
                  <a:pt x="1344903" y="127261"/>
                </a:lnTo>
                <a:lnTo>
                  <a:pt x="1341228" y="127261"/>
                </a:lnTo>
                <a:lnTo>
                  <a:pt x="1337554" y="127261"/>
                </a:lnTo>
                <a:lnTo>
                  <a:pt x="1333879" y="127261"/>
                </a:lnTo>
                <a:lnTo>
                  <a:pt x="1330205" y="127261"/>
                </a:lnTo>
                <a:lnTo>
                  <a:pt x="1326530" y="127261"/>
                </a:lnTo>
                <a:lnTo>
                  <a:pt x="1322855" y="127261"/>
                </a:lnTo>
                <a:lnTo>
                  <a:pt x="1319181" y="127261"/>
                </a:lnTo>
                <a:lnTo>
                  <a:pt x="1315506" y="127261"/>
                </a:lnTo>
                <a:lnTo>
                  <a:pt x="1311832" y="127261"/>
                </a:lnTo>
                <a:lnTo>
                  <a:pt x="1308157" y="127261"/>
                </a:lnTo>
                <a:lnTo>
                  <a:pt x="1304482" y="127261"/>
                </a:lnTo>
                <a:lnTo>
                  <a:pt x="1300808" y="127261"/>
                </a:lnTo>
                <a:lnTo>
                  <a:pt x="1297133" y="127261"/>
                </a:lnTo>
                <a:lnTo>
                  <a:pt x="1293459" y="127261"/>
                </a:lnTo>
                <a:lnTo>
                  <a:pt x="1289784" y="127261"/>
                </a:lnTo>
                <a:lnTo>
                  <a:pt x="1286109" y="127261"/>
                </a:lnTo>
                <a:lnTo>
                  <a:pt x="1282435" y="127261"/>
                </a:lnTo>
                <a:lnTo>
                  <a:pt x="1278760" y="127261"/>
                </a:lnTo>
                <a:lnTo>
                  <a:pt x="1275086" y="127261"/>
                </a:lnTo>
                <a:lnTo>
                  <a:pt x="1271411" y="127261"/>
                </a:lnTo>
                <a:lnTo>
                  <a:pt x="1267736" y="127261"/>
                </a:lnTo>
                <a:lnTo>
                  <a:pt x="1264062" y="127261"/>
                </a:lnTo>
                <a:lnTo>
                  <a:pt x="1260387" y="127261"/>
                </a:lnTo>
                <a:lnTo>
                  <a:pt x="1256713" y="127261"/>
                </a:lnTo>
                <a:lnTo>
                  <a:pt x="1253038" y="127261"/>
                </a:lnTo>
                <a:lnTo>
                  <a:pt x="1249363" y="127261"/>
                </a:lnTo>
                <a:lnTo>
                  <a:pt x="1245689" y="127261"/>
                </a:lnTo>
                <a:lnTo>
                  <a:pt x="1242014" y="127261"/>
                </a:lnTo>
                <a:lnTo>
                  <a:pt x="1238340" y="127261"/>
                </a:lnTo>
                <a:lnTo>
                  <a:pt x="1234665" y="127261"/>
                </a:lnTo>
                <a:lnTo>
                  <a:pt x="1230990" y="127261"/>
                </a:lnTo>
                <a:lnTo>
                  <a:pt x="1227316" y="127261"/>
                </a:lnTo>
                <a:lnTo>
                  <a:pt x="1223641" y="127261"/>
                </a:lnTo>
                <a:lnTo>
                  <a:pt x="1219967" y="127261"/>
                </a:lnTo>
                <a:lnTo>
                  <a:pt x="1216292" y="127261"/>
                </a:lnTo>
                <a:lnTo>
                  <a:pt x="1212617" y="127261"/>
                </a:lnTo>
                <a:lnTo>
                  <a:pt x="1208943" y="127261"/>
                </a:lnTo>
                <a:lnTo>
                  <a:pt x="1205268" y="127261"/>
                </a:lnTo>
                <a:lnTo>
                  <a:pt x="1201594" y="127261"/>
                </a:lnTo>
                <a:lnTo>
                  <a:pt x="1197919" y="127261"/>
                </a:lnTo>
                <a:lnTo>
                  <a:pt x="1194244" y="127261"/>
                </a:lnTo>
                <a:lnTo>
                  <a:pt x="1190570" y="127261"/>
                </a:lnTo>
                <a:lnTo>
                  <a:pt x="1186895" y="127261"/>
                </a:lnTo>
                <a:lnTo>
                  <a:pt x="1183221" y="127261"/>
                </a:lnTo>
                <a:lnTo>
                  <a:pt x="1179546" y="127261"/>
                </a:lnTo>
                <a:lnTo>
                  <a:pt x="1175871" y="127261"/>
                </a:lnTo>
                <a:lnTo>
                  <a:pt x="1172197" y="127261"/>
                </a:lnTo>
                <a:lnTo>
                  <a:pt x="1168522" y="127261"/>
                </a:lnTo>
                <a:lnTo>
                  <a:pt x="1164848" y="127261"/>
                </a:lnTo>
                <a:lnTo>
                  <a:pt x="1161173" y="127261"/>
                </a:lnTo>
                <a:lnTo>
                  <a:pt x="1157498" y="127261"/>
                </a:lnTo>
                <a:lnTo>
                  <a:pt x="1153824" y="127261"/>
                </a:lnTo>
                <a:lnTo>
                  <a:pt x="1150149" y="127261"/>
                </a:lnTo>
                <a:lnTo>
                  <a:pt x="1146475" y="127261"/>
                </a:lnTo>
                <a:lnTo>
                  <a:pt x="1142800" y="127261"/>
                </a:lnTo>
                <a:lnTo>
                  <a:pt x="1139125" y="127261"/>
                </a:lnTo>
                <a:lnTo>
                  <a:pt x="1135451" y="127261"/>
                </a:lnTo>
                <a:lnTo>
                  <a:pt x="1131776" y="127261"/>
                </a:lnTo>
                <a:lnTo>
                  <a:pt x="1128102" y="127261"/>
                </a:lnTo>
                <a:lnTo>
                  <a:pt x="1124427" y="127261"/>
                </a:lnTo>
                <a:lnTo>
                  <a:pt x="1120752" y="127261"/>
                </a:lnTo>
                <a:lnTo>
                  <a:pt x="1117078" y="127261"/>
                </a:lnTo>
                <a:lnTo>
                  <a:pt x="1113403" y="127261"/>
                </a:lnTo>
                <a:lnTo>
                  <a:pt x="1109729" y="127261"/>
                </a:lnTo>
                <a:lnTo>
                  <a:pt x="1106054" y="127261"/>
                </a:lnTo>
                <a:lnTo>
                  <a:pt x="1102379" y="127261"/>
                </a:lnTo>
                <a:lnTo>
                  <a:pt x="1098705" y="127261"/>
                </a:lnTo>
                <a:lnTo>
                  <a:pt x="1095030" y="127261"/>
                </a:lnTo>
                <a:lnTo>
                  <a:pt x="1091356" y="127261"/>
                </a:lnTo>
                <a:lnTo>
                  <a:pt x="1087681" y="127261"/>
                </a:lnTo>
                <a:lnTo>
                  <a:pt x="1084006" y="127261"/>
                </a:lnTo>
                <a:lnTo>
                  <a:pt x="1080332" y="127261"/>
                </a:lnTo>
                <a:lnTo>
                  <a:pt x="1076657" y="127261"/>
                </a:lnTo>
                <a:lnTo>
                  <a:pt x="1072983" y="127261"/>
                </a:lnTo>
                <a:lnTo>
                  <a:pt x="1069308" y="127261"/>
                </a:lnTo>
                <a:lnTo>
                  <a:pt x="1065633" y="127261"/>
                </a:lnTo>
                <a:lnTo>
                  <a:pt x="1061959" y="127261"/>
                </a:lnTo>
                <a:lnTo>
                  <a:pt x="1058284" y="127261"/>
                </a:lnTo>
                <a:lnTo>
                  <a:pt x="1054610" y="127261"/>
                </a:lnTo>
                <a:lnTo>
                  <a:pt x="1050935" y="127261"/>
                </a:lnTo>
                <a:lnTo>
                  <a:pt x="1047260" y="127261"/>
                </a:lnTo>
                <a:lnTo>
                  <a:pt x="1043586" y="127261"/>
                </a:lnTo>
                <a:lnTo>
                  <a:pt x="1039911" y="127261"/>
                </a:lnTo>
                <a:lnTo>
                  <a:pt x="1036237" y="127261"/>
                </a:lnTo>
                <a:lnTo>
                  <a:pt x="1032562" y="127261"/>
                </a:lnTo>
                <a:lnTo>
                  <a:pt x="1028887" y="127261"/>
                </a:lnTo>
                <a:lnTo>
                  <a:pt x="1025213" y="127261"/>
                </a:lnTo>
                <a:lnTo>
                  <a:pt x="1021538" y="127261"/>
                </a:lnTo>
                <a:lnTo>
                  <a:pt x="1017864" y="127261"/>
                </a:lnTo>
                <a:lnTo>
                  <a:pt x="1014189" y="127261"/>
                </a:lnTo>
                <a:lnTo>
                  <a:pt x="1010514" y="127261"/>
                </a:lnTo>
                <a:lnTo>
                  <a:pt x="1006840" y="127261"/>
                </a:lnTo>
                <a:lnTo>
                  <a:pt x="1003165" y="127261"/>
                </a:lnTo>
                <a:lnTo>
                  <a:pt x="999491" y="127261"/>
                </a:lnTo>
                <a:lnTo>
                  <a:pt x="995816" y="127261"/>
                </a:lnTo>
                <a:lnTo>
                  <a:pt x="992141" y="127261"/>
                </a:lnTo>
                <a:lnTo>
                  <a:pt x="988467" y="127261"/>
                </a:lnTo>
                <a:lnTo>
                  <a:pt x="984792" y="127261"/>
                </a:lnTo>
                <a:lnTo>
                  <a:pt x="981118" y="127261"/>
                </a:lnTo>
                <a:lnTo>
                  <a:pt x="977443" y="127261"/>
                </a:lnTo>
                <a:lnTo>
                  <a:pt x="973768" y="127261"/>
                </a:lnTo>
                <a:lnTo>
                  <a:pt x="970094" y="127261"/>
                </a:lnTo>
                <a:lnTo>
                  <a:pt x="966419" y="127261"/>
                </a:lnTo>
                <a:lnTo>
                  <a:pt x="962745" y="127261"/>
                </a:lnTo>
                <a:lnTo>
                  <a:pt x="959070" y="127261"/>
                </a:lnTo>
                <a:lnTo>
                  <a:pt x="955395" y="127261"/>
                </a:lnTo>
                <a:lnTo>
                  <a:pt x="951721" y="127261"/>
                </a:lnTo>
                <a:lnTo>
                  <a:pt x="948046" y="127261"/>
                </a:lnTo>
                <a:lnTo>
                  <a:pt x="944372" y="127261"/>
                </a:lnTo>
                <a:lnTo>
                  <a:pt x="940697" y="127261"/>
                </a:lnTo>
                <a:lnTo>
                  <a:pt x="937022" y="127261"/>
                </a:lnTo>
                <a:lnTo>
                  <a:pt x="933348" y="127261"/>
                </a:lnTo>
                <a:lnTo>
                  <a:pt x="929673" y="127261"/>
                </a:lnTo>
                <a:lnTo>
                  <a:pt x="925999" y="127261"/>
                </a:lnTo>
                <a:lnTo>
                  <a:pt x="922324" y="127261"/>
                </a:lnTo>
                <a:lnTo>
                  <a:pt x="918649" y="127261"/>
                </a:lnTo>
                <a:lnTo>
                  <a:pt x="914975" y="127261"/>
                </a:lnTo>
                <a:lnTo>
                  <a:pt x="911300" y="127261"/>
                </a:lnTo>
                <a:lnTo>
                  <a:pt x="907626" y="127261"/>
                </a:lnTo>
                <a:lnTo>
                  <a:pt x="903951" y="127261"/>
                </a:lnTo>
                <a:lnTo>
                  <a:pt x="900276" y="127261"/>
                </a:lnTo>
                <a:lnTo>
                  <a:pt x="896602" y="127261"/>
                </a:lnTo>
                <a:lnTo>
                  <a:pt x="892927" y="127261"/>
                </a:lnTo>
                <a:lnTo>
                  <a:pt x="889253" y="127261"/>
                </a:lnTo>
                <a:lnTo>
                  <a:pt x="885578" y="127261"/>
                </a:lnTo>
                <a:lnTo>
                  <a:pt x="881903" y="127261"/>
                </a:lnTo>
                <a:lnTo>
                  <a:pt x="878229" y="127261"/>
                </a:lnTo>
                <a:lnTo>
                  <a:pt x="874554" y="127261"/>
                </a:lnTo>
                <a:lnTo>
                  <a:pt x="870880" y="127261"/>
                </a:lnTo>
                <a:lnTo>
                  <a:pt x="867205" y="127261"/>
                </a:lnTo>
                <a:lnTo>
                  <a:pt x="863530" y="127261"/>
                </a:lnTo>
                <a:lnTo>
                  <a:pt x="859856" y="127261"/>
                </a:lnTo>
                <a:lnTo>
                  <a:pt x="856181" y="127261"/>
                </a:lnTo>
                <a:lnTo>
                  <a:pt x="852507" y="127261"/>
                </a:lnTo>
                <a:lnTo>
                  <a:pt x="848832" y="127261"/>
                </a:lnTo>
                <a:lnTo>
                  <a:pt x="845157" y="127261"/>
                </a:lnTo>
                <a:lnTo>
                  <a:pt x="841483" y="127261"/>
                </a:lnTo>
                <a:lnTo>
                  <a:pt x="837808" y="127261"/>
                </a:lnTo>
                <a:lnTo>
                  <a:pt x="834134" y="127261"/>
                </a:lnTo>
                <a:lnTo>
                  <a:pt x="830459" y="127261"/>
                </a:lnTo>
                <a:lnTo>
                  <a:pt x="826784" y="127261"/>
                </a:lnTo>
                <a:lnTo>
                  <a:pt x="823110" y="127261"/>
                </a:lnTo>
                <a:lnTo>
                  <a:pt x="819435" y="127261"/>
                </a:lnTo>
                <a:lnTo>
                  <a:pt x="815761" y="127261"/>
                </a:lnTo>
                <a:lnTo>
                  <a:pt x="812086" y="127261"/>
                </a:lnTo>
                <a:lnTo>
                  <a:pt x="808411" y="127261"/>
                </a:lnTo>
                <a:lnTo>
                  <a:pt x="804737" y="127261"/>
                </a:lnTo>
                <a:lnTo>
                  <a:pt x="801062" y="127261"/>
                </a:lnTo>
                <a:lnTo>
                  <a:pt x="797388" y="127261"/>
                </a:lnTo>
                <a:lnTo>
                  <a:pt x="793713" y="127261"/>
                </a:lnTo>
                <a:lnTo>
                  <a:pt x="790038" y="127261"/>
                </a:lnTo>
                <a:lnTo>
                  <a:pt x="786364" y="127261"/>
                </a:lnTo>
                <a:lnTo>
                  <a:pt x="782689" y="127261"/>
                </a:lnTo>
                <a:lnTo>
                  <a:pt x="779015" y="127261"/>
                </a:lnTo>
                <a:lnTo>
                  <a:pt x="775340" y="127261"/>
                </a:lnTo>
                <a:lnTo>
                  <a:pt x="771665" y="127261"/>
                </a:lnTo>
                <a:lnTo>
                  <a:pt x="767991" y="127261"/>
                </a:lnTo>
                <a:lnTo>
                  <a:pt x="764316" y="127261"/>
                </a:lnTo>
                <a:lnTo>
                  <a:pt x="760642" y="127261"/>
                </a:lnTo>
                <a:lnTo>
                  <a:pt x="756967" y="127261"/>
                </a:lnTo>
                <a:lnTo>
                  <a:pt x="753292" y="127261"/>
                </a:lnTo>
                <a:lnTo>
                  <a:pt x="749618" y="127261"/>
                </a:lnTo>
                <a:lnTo>
                  <a:pt x="745943" y="127261"/>
                </a:lnTo>
                <a:lnTo>
                  <a:pt x="742269" y="127261"/>
                </a:lnTo>
                <a:lnTo>
                  <a:pt x="738594" y="127261"/>
                </a:lnTo>
                <a:lnTo>
                  <a:pt x="734919" y="127261"/>
                </a:lnTo>
                <a:lnTo>
                  <a:pt x="731245" y="127261"/>
                </a:lnTo>
                <a:lnTo>
                  <a:pt x="727570" y="127261"/>
                </a:lnTo>
                <a:lnTo>
                  <a:pt x="723896" y="127261"/>
                </a:lnTo>
                <a:lnTo>
                  <a:pt x="720221" y="127261"/>
                </a:lnTo>
                <a:lnTo>
                  <a:pt x="716546" y="127261"/>
                </a:lnTo>
                <a:lnTo>
                  <a:pt x="712872" y="127261"/>
                </a:lnTo>
                <a:lnTo>
                  <a:pt x="709197" y="127261"/>
                </a:lnTo>
                <a:lnTo>
                  <a:pt x="705523" y="127261"/>
                </a:lnTo>
                <a:lnTo>
                  <a:pt x="701848" y="127261"/>
                </a:lnTo>
                <a:lnTo>
                  <a:pt x="698173" y="127261"/>
                </a:lnTo>
                <a:lnTo>
                  <a:pt x="694499" y="127261"/>
                </a:lnTo>
                <a:lnTo>
                  <a:pt x="690824" y="127261"/>
                </a:lnTo>
                <a:lnTo>
                  <a:pt x="687150" y="127261"/>
                </a:lnTo>
                <a:lnTo>
                  <a:pt x="683475" y="127261"/>
                </a:lnTo>
                <a:lnTo>
                  <a:pt x="679800" y="127261"/>
                </a:lnTo>
                <a:lnTo>
                  <a:pt x="676126" y="127261"/>
                </a:lnTo>
                <a:lnTo>
                  <a:pt x="672451" y="127261"/>
                </a:lnTo>
                <a:lnTo>
                  <a:pt x="668777" y="127261"/>
                </a:lnTo>
                <a:lnTo>
                  <a:pt x="665102" y="127261"/>
                </a:lnTo>
                <a:lnTo>
                  <a:pt x="661427" y="127261"/>
                </a:lnTo>
                <a:lnTo>
                  <a:pt x="657753" y="127261"/>
                </a:lnTo>
                <a:lnTo>
                  <a:pt x="654078" y="127261"/>
                </a:lnTo>
                <a:lnTo>
                  <a:pt x="650404" y="127261"/>
                </a:lnTo>
                <a:lnTo>
                  <a:pt x="646729" y="127261"/>
                </a:lnTo>
                <a:lnTo>
                  <a:pt x="643054" y="127261"/>
                </a:lnTo>
                <a:lnTo>
                  <a:pt x="639380" y="127261"/>
                </a:lnTo>
                <a:lnTo>
                  <a:pt x="635705" y="127261"/>
                </a:lnTo>
                <a:lnTo>
                  <a:pt x="632031" y="127261"/>
                </a:lnTo>
                <a:lnTo>
                  <a:pt x="628356" y="127261"/>
                </a:lnTo>
                <a:lnTo>
                  <a:pt x="624681" y="127261"/>
                </a:lnTo>
                <a:lnTo>
                  <a:pt x="621007" y="127261"/>
                </a:lnTo>
                <a:lnTo>
                  <a:pt x="617332" y="127261"/>
                </a:lnTo>
                <a:lnTo>
                  <a:pt x="613658" y="127261"/>
                </a:lnTo>
                <a:lnTo>
                  <a:pt x="609983" y="127261"/>
                </a:lnTo>
                <a:lnTo>
                  <a:pt x="606308" y="127261"/>
                </a:lnTo>
                <a:lnTo>
                  <a:pt x="602634" y="127261"/>
                </a:lnTo>
                <a:lnTo>
                  <a:pt x="598959" y="127261"/>
                </a:lnTo>
                <a:lnTo>
                  <a:pt x="595285" y="127261"/>
                </a:lnTo>
                <a:lnTo>
                  <a:pt x="591610" y="127261"/>
                </a:lnTo>
                <a:lnTo>
                  <a:pt x="587935" y="127261"/>
                </a:lnTo>
                <a:lnTo>
                  <a:pt x="584261" y="127261"/>
                </a:lnTo>
                <a:lnTo>
                  <a:pt x="580586" y="127261"/>
                </a:lnTo>
                <a:lnTo>
                  <a:pt x="576912" y="127261"/>
                </a:lnTo>
                <a:lnTo>
                  <a:pt x="573237" y="127261"/>
                </a:lnTo>
                <a:lnTo>
                  <a:pt x="569562" y="127261"/>
                </a:lnTo>
                <a:lnTo>
                  <a:pt x="565888" y="127261"/>
                </a:lnTo>
                <a:lnTo>
                  <a:pt x="562213" y="127261"/>
                </a:lnTo>
                <a:lnTo>
                  <a:pt x="558539" y="127261"/>
                </a:lnTo>
                <a:lnTo>
                  <a:pt x="554864" y="127261"/>
                </a:lnTo>
                <a:lnTo>
                  <a:pt x="551189" y="127261"/>
                </a:lnTo>
                <a:lnTo>
                  <a:pt x="547515" y="127261"/>
                </a:lnTo>
                <a:lnTo>
                  <a:pt x="543840" y="127261"/>
                </a:lnTo>
                <a:lnTo>
                  <a:pt x="540166" y="127261"/>
                </a:lnTo>
                <a:lnTo>
                  <a:pt x="536491" y="127261"/>
                </a:lnTo>
                <a:lnTo>
                  <a:pt x="532816" y="127261"/>
                </a:lnTo>
                <a:lnTo>
                  <a:pt x="529142" y="127261"/>
                </a:lnTo>
                <a:lnTo>
                  <a:pt x="525467" y="127261"/>
                </a:lnTo>
                <a:lnTo>
                  <a:pt x="521793" y="127261"/>
                </a:lnTo>
                <a:lnTo>
                  <a:pt x="518118" y="127261"/>
                </a:lnTo>
                <a:lnTo>
                  <a:pt x="514443" y="127261"/>
                </a:lnTo>
                <a:lnTo>
                  <a:pt x="510769" y="127261"/>
                </a:lnTo>
                <a:lnTo>
                  <a:pt x="507094" y="127261"/>
                </a:lnTo>
                <a:lnTo>
                  <a:pt x="503420" y="127261"/>
                </a:lnTo>
                <a:lnTo>
                  <a:pt x="499745" y="127261"/>
                </a:lnTo>
                <a:lnTo>
                  <a:pt x="496070" y="127261"/>
                </a:lnTo>
                <a:lnTo>
                  <a:pt x="492396" y="127261"/>
                </a:lnTo>
                <a:lnTo>
                  <a:pt x="488721" y="127261"/>
                </a:lnTo>
                <a:lnTo>
                  <a:pt x="485047" y="127261"/>
                </a:lnTo>
                <a:lnTo>
                  <a:pt x="481372" y="127261"/>
                </a:lnTo>
                <a:lnTo>
                  <a:pt x="477697" y="127261"/>
                </a:lnTo>
                <a:lnTo>
                  <a:pt x="474023" y="127261"/>
                </a:lnTo>
                <a:lnTo>
                  <a:pt x="470348" y="127261"/>
                </a:lnTo>
                <a:lnTo>
                  <a:pt x="466674" y="127261"/>
                </a:lnTo>
                <a:lnTo>
                  <a:pt x="462999" y="127261"/>
                </a:lnTo>
                <a:lnTo>
                  <a:pt x="459324" y="127261"/>
                </a:lnTo>
                <a:lnTo>
                  <a:pt x="455650" y="127261"/>
                </a:lnTo>
                <a:lnTo>
                  <a:pt x="451975" y="127261"/>
                </a:lnTo>
                <a:lnTo>
                  <a:pt x="448301" y="127261"/>
                </a:lnTo>
                <a:lnTo>
                  <a:pt x="444626" y="127261"/>
                </a:lnTo>
                <a:lnTo>
                  <a:pt x="440951" y="127261"/>
                </a:lnTo>
                <a:lnTo>
                  <a:pt x="437277" y="127261"/>
                </a:lnTo>
                <a:lnTo>
                  <a:pt x="433602" y="127261"/>
                </a:lnTo>
                <a:lnTo>
                  <a:pt x="429928" y="127261"/>
                </a:lnTo>
                <a:lnTo>
                  <a:pt x="426253" y="127261"/>
                </a:lnTo>
                <a:lnTo>
                  <a:pt x="422578" y="127261"/>
                </a:lnTo>
                <a:lnTo>
                  <a:pt x="418904" y="127261"/>
                </a:lnTo>
                <a:lnTo>
                  <a:pt x="415229" y="127261"/>
                </a:lnTo>
                <a:lnTo>
                  <a:pt x="411555" y="127261"/>
                </a:lnTo>
                <a:lnTo>
                  <a:pt x="407880" y="127261"/>
                </a:lnTo>
                <a:lnTo>
                  <a:pt x="404205" y="127261"/>
                </a:lnTo>
                <a:lnTo>
                  <a:pt x="400531" y="127261"/>
                </a:lnTo>
                <a:lnTo>
                  <a:pt x="396856" y="127261"/>
                </a:lnTo>
                <a:lnTo>
                  <a:pt x="393182" y="127261"/>
                </a:lnTo>
                <a:lnTo>
                  <a:pt x="389507" y="127261"/>
                </a:lnTo>
                <a:lnTo>
                  <a:pt x="385832" y="127261"/>
                </a:lnTo>
                <a:lnTo>
                  <a:pt x="382158" y="127261"/>
                </a:lnTo>
                <a:lnTo>
                  <a:pt x="378483" y="127261"/>
                </a:lnTo>
                <a:lnTo>
                  <a:pt x="374809" y="127261"/>
                </a:lnTo>
                <a:lnTo>
                  <a:pt x="371134" y="127261"/>
                </a:lnTo>
                <a:lnTo>
                  <a:pt x="367459" y="127261"/>
                </a:lnTo>
                <a:lnTo>
                  <a:pt x="363785" y="127261"/>
                </a:lnTo>
                <a:lnTo>
                  <a:pt x="360110" y="127261"/>
                </a:lnTo>
                <a:lnTo>
                  <a:pt x="356436" y="127261"/>
                </a:lnTo>
                <a:lnTo>
                  <a:pt x="352761" y="127261"/>
                </a:lnTo>
                <a:lnTo>
                  <a:pt x="349086" y="127261"/>
                </a:lnTo>
                <a:lnTo>
                  <a:pt x="345412" y="127261"/>
                </a:lnTo>
                <a:lnTo>
                  <a:pt x="341737" y="127261"/>
                </a:lnTo>
                <a:lnTo>
                  <a:pt x="338063" y="127261"/>
                </a:lnTo>
                <a:lnTo>
                  <a:pt x="334388" y="127261"/>
                </a:lnTo>
                <a:lnTo>
                  <a:pt x="330713" y="127261"/>
                </a:lnTo>
                <a:lnTo>
                  <a:pt x="327039" y="127261"/>
                </a:lnTo>
                <a:lnTo>
                  <a:pt x="323364" y="127261"/>
                </a:lnTo>
                <a:lnTo>
                  <a:pt x="319690" y="127261"/>
                </a:lnTo>
                <a:lnTo>
                  <a:pt x="316015" y="127261"/>
                </a:lnTo>
                <a:lnTo>
                  <a:pt x="312340" y="127261"/>
                </a:lnTo>
                <a:lnTo>
                  <a:pt x="308666" y="127261"/>
                </a:lnTo>
                <a:lnTo>
                  <a:pt x="304991" y="127261"/>
                </a:lnTo>
                <a:lnTo>
                  <a:pt x="301317" y="127261"/>
                </a:lnTo>
                <a:lnTo>
                  <a:pt x="297642" y="127261"/>
                </a:lnTo>
                <a:lnTo>
                  <a:pt x="293967" y="127261"/>
                </a:lnTo>
                <a:lnTo>
                  <a:pt x="290293" y="127261"/>
                </a:lnTo>
                <a:lnTo>
                  <a:pt x="286618" y="127261"/>
                </a:lnTo>
                <a:lnTo>
                  <a:pt x="282944" y="127261"/>
                </a:lnTo>
                <a:lnTo>
                  <a:pt x="279269" y="127261"/>
                </a:lnTo>
                <a:lnTo>
                  <a:pt x="275594" y="127261"/>
                </a:lnTo>
                <a:lnTo>
                  <a:pt x="271920" y="127261"/>
                </a:lnTo>
                <a:lnTo>
                  <a:pt x="268245" y="127261"/>
                </a:lnTo>
                <a:lnTo>
                  <a:pt x="264571" y="127261"/>
                </a:lnTo>
                <a:lnTo>
                  <a:pt x="260896" y="127261"/>
                </a:lnTo>
                <a:lnTo>
                  <a:pt x="257221" y="127261"/>
                </a:lnTo>
                <a:lnTo>
                  <a:pt x="253547" y="127261"/>
                </a:lnTo>
                <a:lnTo>
                  <a:pt x="249872" y="127261"/>
                </a:lnTo>
                <a:lnTo>
                  <a:pt x="246198" y="127261"/>
                </a:lnTo>
                <a:lnTo>
                  <a:pt x="242523" y="127261"/>
                </a:lnTo>
                <a:lnTo>
                  <a:pt x="238848" y="127261"/>
                </a:lnTo>
                <a:lnTo>
                  <a:pt x="235174" y="127261"/>
                </a:lnTo>
                <a:lnTo>
                  <a:pt x="231499" y="127261"/>
                </a:lnTo>
                <a:lnTo>
                  <a:pt x="227825" y="127261"/>
                </a:lnTo>
                <a:lnTo>
                  <a:pt x="224150" y="127261"/>
                </a:lnTo>
                <a:lnTo>
                  <a:pt x="220475" y="127261"/>
                </a:lnTo>
                <a:lnTo>
                  <a:pt x="216801" y="127261"/>
                </a:lnTo>
                <a:lnTo>
                  <a:pt x="213126" y="127261"/>
                </a:lnTo>
                <a:lnTo>
                  <a:pt x="209452" y="127261"/>
                </a:lnTo>
                <a:lnTo>
                  <a:pt x="205777" y="127261"/>
                </a:lnTo>
                <a:lnTo>
                  <a:pt x="202102" y="127261"/>
                </a:lnTo>
                <a:lnTo>
                  <a:pt x="198428" y="127261"/>
                </a:lnTo>
                <a:lnTo>
                  <a:pt x="194753" y="127261"/>
                </a:lnTo>
                <a:lnTo>
                  <a:pt x="191079" y="127261"/>
                </a:lnTo>
                <a:lnTo>
                  <a:pt x="187404" y="127261"/>
                </a:lnTo>
                <a:lnTo>
                  <a:pt x="183729" y="127261"/>
                </a:lnTo>
                <a:lnTo>
                  <a:pt x="180055" y="127261"/>
                </a:lnTo>
                <a:lnTo>
                  <a:pt x="176380" y="127261"/>
                </a:lnTo>
                <a:lnTo>
                  <a:pt x="172706" y="127261"/>
                </a:lnTo>
                <a:lnTo>
                  <a:pt x="169031" y="127261"/>
                </a:lnTo>
                <a:lnTo>
                  <a:pt x="165356" y="127261"/>
                </a:lnTo>
                <a:lnTo>
                  <a:pt x="161682" y="127261"/>
                </a:lnTo>
                <a:lnTo>
                  <a:pt x="158007" y="127261"/>
                </a:lnTo>
                <a:lnTo>
                  <a:pt x="154333" y="127261"/>
                </a:lnTo>
                <a:lnTo>
                  <a:pt x="150658" y="127261"/>
                </a:lnTo>
                <a:lnTo>
                  <a:pt x="146983" y="127261"/>
                </a:lnTo>
                <a:lnTo>
                  <a:pt x="143309" y="127261"/>
                </a:lnTo>
                <a:lnTo>
                  <a:pt x="139634" y="127261"/>
                </a:lnTo>
                <a:lnTo>
                  <a:pt x="135960" y="127261"/>
                </a:lnTo>
                <a:lnTo>
                  <a:pt x="132285" y="127261"/>
                </a:lnTo>
                <a:lnTo>
                  <a:pt x="128610" y="127261"/>
                </a:lnTo>
                <a:lnTo>
                  <a:pt x="124936" y="127261"/>
                </a:lnTo>
                <a:lnTo>
                  <a:pt x="121261" y="127261"/>
                </a:lnTo>
                <a:lnTo>
                  <a:pt x="117587" y="127261"/>
                </a:lnTo>
                <a:lnTo>
                  <a:pt x="113912" y="127261"/>
                </a:lnTo>
                <a:lnTo>
                  <a:pt x="110237" y="127261"/>
                </a:lnTo>
                <a:lnTo>
                  <a:pt x="106563" y="127261"/>
                </a:lnTo>
                <a:lnTo>
                  <a:pt x="102888" y="127261"/>
                </a:lnTo>
                <a:lnTo>
                  <a:pt x="99214" y="127261"/>
                </a:lnTo>
                <a:lnTo>
                  <a:pt x="95539" y="127261"/>
                </a:lnTo>
                <a:lnTo>
                  <a:pt x="91864" y="127261"/>
                </a:lnTo>
                <a:lnTo>
                  <a:pt x="88190" y="127261"/>
                </a:lnTo>
                <a:lnTo>
                  <a:pt x="84515" y="127261"/>
                </a:lnTo>
                <a:lnTo>
                  <a:pt x="80841" y="127261"/>
                </a:lnTo>
                <a:lnTo>
                  <a:pt x="77166" y="127261"/>
                </a:lnTo>
                <a:lnTo>
                  <a:pt x="73491" y="127261"/>
                </a:lnTo>
                <a:lnTo>
                  <a:pt x="69817" y="127261"/>
                </a:lnTo>
                <a:lnTo>
                  <a:pt x="66142" y="127261"/>
                </a:lnTo>
                <a:lnTo>
                  <a:pt x="62468" y="127261"/>
                </a:lnTo>
                <a:lnTo>
                  <a:pt x="58793" y="127261"/>
                </a:lnTo>
                <a:lnTo>
                  <a:pt x="55118" y="127261"/>
                </a:lnTo>
                <a:lnTo>
                  <a:pt x="51444" y="127261"/>
                </a:lnTo>
                <a:lnTo>
                  <a:pt x="47769" y="127261"/>
                </a:lnTo>
                <a:lnTo>
                  <a:pt x="44095" y="127261"/>
                </a:lnTo>
                <a:lnTo>
                  <a:pt x="40420" y="127261"/>
                </a:lnTo>
                <a:lnTo>
                  <a:pt x="36745" y="127261"/>
                </a:lnTo>
                <a:lnTo>
                  <a:pt x="33071" y="127261"/>
                </a:lnTo>
                <a:lnTo>
                  <a:pt x="29396" y="127261"/>
                </a:lnTo>
                <a:lnTo>
                  <a:pt x="25722" y="127261"/>
                </a:lnTo>
                <a:lnTo>
                  <a:pt x="22047" y="127261"/>
                </a:lnTo>
                <a:lnTo>
                  <a:pt x="18372" y="127261"/>
                </a:lnTo>
                <a:lnTo>
                  <a:pt x="14698" y="127261"/>
                </a:lnTo>
                <a:lnTo>
                  <a:pt x="11023" y="127261"/>
                </a:lnTo>
                <a:lnTo>
                  <a:pt x="7349" y="127261"/>
                </a:lnTo>
                <a:lnTo>
                  <a:pt x="3674" y="127261"/>
                </a:lnTo>
                <a:lnTo>
                  <a:pt x="0" y="127261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3" name="pl53"/>
          <p:cNvSpPr/>
          <p:nvPr/>
        </p:nvSpPr>
        <p:spPr>
          <a:xfrm>
            <a:off x="4548521" y="3354994"/>
            <a:ext cx="1877720" cy="127105"/>
          </a:xfrm>
          <a:custGeom>
            <a:avLst/>
            <a:gdLst/>
            <a:ahLst/>
            <a:cxnLst/>
            <a:rect l="0" t="0" r="0" b="0"/>
            <a:pathLst>
              <a:path w="1877720" h="127105">
                <a:moveTo>
                  <a:pt x="0" y="124981"/>
                </a:moveTo>
                <a:lnTo>
                  <a:pt x="3674" y="124800"/>
                </a:lnTo>
                <a:lnTo>
                  <a:pt x="7349" y="124612"/>
                </a:lnTo>
                <a:lnTo>
                  <a:pt x="11023" y="124417"/>
                </a:lnTo>
                <a:lnTo>
                  <a:pt x="14698" y="124215"/>
                </a:lnTo>
                <a:lnTo>
                  <a:pt x="18372" y="124005"/>
                </a:lnTo>
                <a:lnTo>
                  <a:pt x="22047" y="123789"/>
                </a:lnTo>
                <a:lnTo>
                  <a:pt x="25722" y="123567"/>
                </a:lnTo>
                <a:lnTo>
                  <a:pt x="29396" y="123338"/>
                </a:lnTo>
                <a:lnTo>
                  <a:pt x="33071" y="123102"/>
                </a:lnTo>
                <a:lnTo>
                  <a:pt x="36745" y="122858"/>
                </a:lnTo>
                <a:lnTo>
                  <a:pt x="40420" y="122607"/>
                </a:lnTo>
                <a:lnTo>
                  <a:pt x="44095" y="122350"/>
                </a:lnTo>
                <a:lnTo>
                  <a:pt x="47769" y="122086"/>
                </a:lnTo>
                <a:lnTo>
                  <a:pt x="51444" y="121816"/>
                </a:lnTo>
                <a:lnTo>
                  <a:pt x="55118" y="121540"/>
                </a:lnTo>
                <a:lnTo>
                  <a:pt x="58793" y="121257"/>
                </a:lnTo>
                <a:lnTo>
                  <a:pt x="62468" y="120969"/>
                </a:lnTo>
                <a:lnTo>
                  <a:pt x="66142" y="120675"/>
                </a:lnTo>
                <a:lnTo>
                  <a:pt x="69817" y="120378"/>
                </a:lnTo>
                <a:lnTo>
                  <a:pt x="73491" y="120076"/>
                </a:lnTo>
                <a:lnTo>
                  <a:pt x="77166" y="119771"/>
                </a:lnTo>
                <a:lnTo>
                  <a:pt x="80841" y="119463"/>
                </a:lnTo>
                <a:lnTo>
                  <a:pt x="84515" y="119152"/>
                </a:lnTo>
                <a:lnTo>
                  <a:pt x="88190" y="118839"/>
                </a:lnTo>
                <a:lnTo>
                  <a:pt x="91864" y="118524"/>
                </a:lnTo>
                <a:lnTo>
                  <a:pt x="95539" y="118208"/>
                </a:lnTo>
                <a:lnTo>
                  <a:pt x="99214" y="117891"/>
                </a:lnTo>
                <a:lnTo>
                  <a:pt x="102888" y="117572"/>
                </a:lnTo>
                <a:lnTo>
                  <a:pt x="106563" y="117252"/>
                </a:lnTo>
                <a:lnTo>
                  <a:pt x="110237" y="116930"/>
                </a:lnTo>
                <a:lnTo>
                  <a:pt x="113912" y="116606"/>
                </a:lnTo>
                <a:lnTo>
                  <a:pt x="117587" y="116279"/>
                </a:lnTo>
                <a:lnTo>
                  <a:pt x="121261" y="115949"/>
                </a:lnTo>
                <a:lnTo>
                  <a:pt x="124936" y="115616"/>
                </a:lnTo>
                <a:lnTo>
                  <a:pt x="128610" y="115276"/>
                </a:lnTo>
                <a:lnTo>
                  <a:pt x="132285" y="114931"/>
                </a:lnTo>
                <a:lnTo>
                  <a:pt x="135960" y="114580"/>
                </a:lnTo>
                <a:lnTo>
                  <a:pt x="139634" y="114222"/>
                </a:lnTo>
                <a:lnTo>
                  <a:pt x="143309" y="113856"/>
                </a:lnTo>
                <a:lnTo>
                  <a:pt x="146983" y="113482"/>
                </a:lnTo>
                <a:lnTo>
                  <a:pt x="150658" y="113098"/>
                </a:lnTo>
                <a:lnTo>
                  <a:pt x="154333" y="112704"/>
                </a:lnTo>
                <a:lnTo>
                  <a:pt x="158007" y="112302"/>
                </a:lnTo>
                <a:lnTo>
                  <a:pt x="161682" y="111890"/>
                </a:lnTo>
                <a:lnTo>
                  <a:pt x="165356" y="111471"/>
                </a:lnTo>
                <a:lnTo>
                  <a:pt x="169031" y="111044"/>
                </a:lnTo>
                <a:lnTo>
                  <a:pt x="172706" y="110608"/>
                </a:lnTo>
                <a:lnTo>
                  <a:pt x="176380" y="110168"/>
                </a:lnTo>
                <a:lnTo>
                  <a:pt x="180055" y="109723"/>
                </a:lnTo>
                <a:lnTo>
                  <a:pt x="183729" y="109274"/>
                </a:lnTo>
                <a:lnTo>
                  <a:pt x="187404" y="108825"/>
                </a:lnTo>
                <a:lnTo>
                  <a:pt x="191079" y="108374"/>
                </a:lnTo>
                <a:lnTo>
                  <a:pt x="194753" y="107925"/>
                </a:lnTo>
                <a:lnTo>
                  <a:pt x="198428" y="107479"/>
                </a:lnTo>
                <a:lnTo>
                  <a:pt x="202102" y="107036"/>
                </a:lnTo>
                <a:lnTo>
                  <a:pt x="205777" y="106597"/>
                </a:lnTo>
                <a:lnTo>
                  <a:pt x="209452" y="106163"/>
                </a:lnTo>
                <a:lnTo>
                  <a:pt x="213126" y="105733"/>
                </a:lnTo>
                <a:lnTo>
                  <a:pt x="216801" y="105309"/>
                </a:lnTo>
                <a:lnTo>
                  <a:pt x="220475" y="104890"/>
                </a:lnTo>
                <a:lnTo>
                  <a:pt x="224150" y="104474"/>
                </a:lnTo>
                <a:lnTo>
                  <a:pt x="227825" y="104059"/>
                </a:lnTo>
                <a:lnTo>
                  <a:pt x="231499" y="103646"/>
                </a:lnTo>
                <a:lnTo>
                  <a:pt x="235174" y="103232"/>
                </a:lnTo>
                <a:lnTo>
                  <a:pt x="238848" y="102815"/>
                </a:lnTo>
                <a:lnTo>
                  <a:pt x="242523" y="102392"/>
                </a:lnTo>
                <a:lnTo>
                  <a:pt x="246198" y="101961"/>
                </a:lnTo>
                <a:lnTo>
                  <a:pt x="249872" y="101521"/>
                </a:lnTo>
                <a:lnTo>
                  <a:pt x="253547" y="101070"/>
                </a:lnTo>
                <a:lnTo>
                  <a:pt x="257221" y="100605"/>
                </a:lnTo>
                <a:lnTo>
                  <a:pt x="260896" y="100125"/>
                </a:lnTo>
                <a:lnTo>
                  <a:pt x="264571" y="99624"/>
                </a:lnTo>
                <a:lnTo>
                  <a:pt x="268245" y="99104"/>
                </a:lnTo>
                <a:lnTo>
                  <a:pt x="271920" y="98564"/>
                </a:lnTo>
                <a:lnTo>
                  <a:pt x="275594" y="98003"/>
                </a:lnTo>
                <a:lnTo>
                  <a:pt x="279269" y="97420"/>
                </a:lnTo>
                <a:lnTo>
                  <a:pt x="282944" y="96814"/>
                </a:lnTo>
                <a:lnTo>
                  <a:pt x="286618" y="96181"/>
                </a:lnTo>
                <a:lnTo>
                  <a:pt x="290293" y="95523"/>
                </a:lnTo>
                <a:lnTo>
                  <a:pt x="293967" y="94842"/>
                </a:lnTo>
                <a:lnTo>
                  <a:pt x="297642" y="94137"/>
                </a:lnTo>
                <a:lnTo>
                  <a:pt x="301317" y="93409"/>
                </a:lnTo>
                <a:lnTo>
                  <a:pt x="304991" y="92657"/>
                </a:lnTo>
                <a:lnTo>
                  <a:pt x="308666" y="91875"/>
                </a:lnTo>
                <a:lnTo>
                  <a:pt x="312340" y="91070"/>
                </a:lnTo>
                <a:lnTo>
                  <a:pt x="316015" y="90242"/>
                </a:lnTo>
                <a:lnTo>
                  <a:pt x="319690" y="89391"/>
                </a:lnTo>
                <a:lnTo>
                  <a:pt x="323364" y="88517"/>
                </a:lnTo>
                <a:lnTo>
                  <a:pt x="327039" y="87620"/>
                </a:lnTo>
                <a:lnTo>
                  <a:pt x="330713" y="86698"/>
                </a:lnTo>
                <a:lnTo>
                  <a:pt x="334388" y="85753"/>
                </a:lnTo>
                <a:lnTo>
                  <a:pt x="338063" y="84789"/>
                </a:lnTo>
                <a:lnTo>
                  <a:pt x="341737" y="83805"/>
                </a:lnTo>
                <a:lnTo>
                  <a:pt x="345412" y="82803"/>
                </a:lnTo>
                <a:lnTo>
                  <a:pt x="349086" y="81784"/>
                </a:lnTo>
                <a:lnTo>
                  <a:pt x="352761" y="80747"/>
                </a:lnTo>
                <a:lnTo>
                  <a:pt x="356436" y="79695"/>
                </a:lnTo>
                <a:lnTo>
                  <a:pt x="360110" y="78632"/>
                </a:lnTo>
                <a:lnTo>
                  <a:pt x="363785" y="77558"/>
                </a:lnTo>
                <a:lnTo>
                  <a:pt x="367459" y="76476"/>
                </a:lnTo>
                <a:lnTo>
                  <a:pt x="371134" y="75387"/>
                </a:lnTo>
                <a:lnTo>
                  <a:pt x="374809" y="74293"/>
                </a:lnTo>
                <a:lnTo>
                  <a:pt x="378483" y="73196"/>
                </a:lnTo>
                <a:lnTo>
                  <a:pt x="382158" y="72099"/>
                </a:lnTo>
                <a:lnTo>
                  <a:pt x="385832" y="71002"/>
                </a:lnTo>
                <a:lnTo>
                  <a:pt x="389507" y="69908"/>
                </a:lnTo>
                <a:lnTo>
                  <a:pt x="393182" y="68818"/>
                </a:lnTo>
                <a:lnTo>
                  <a:pt x="396856" y="67732"/>
                </a:lnTo>
                <a:lnTo>
                  <a:pt x="400531" y="66654"/>
                </a:lnTo>
                <a:lnTo>
                  <a:pt x="404205" y="65583"/>
                </a:lnTo>
                <a:lnTo>
                  <a:pt x="407880" y="64520"/>
                </a:lnTo>
                <a:lnTo>
                  <a:pt x="411555" y="63465"/>
                </a:lnTo>
                <a:lnTo>
                  <a:pt x="415229" y="62419"/>
                </a:lnTo>
                <a:lnTo>
                  <a:pt x="418904" y="61382"/>
                </a:lnTo>
                <a:lnTo>
                  <a:pt x="422578" y="60357"/>
                </a:lnTo>
                <a:lnTo>
                  <a:pt x="426253" y="59341"/>
                </a:lnTo>
                <a:lnTo>
                  <a:pt x="429928" y="58335"/>
                </a:lnTo>
                <a:lnTo>
                  <a:pt x="433602" y="57338"/>
                </a:lnTo>
                <a:lnTo>
                  <a:pt x="437277" y="56352"/>
                </a:lnTo>
                <a:lnTo>
                  <a:pt x="440951" y="55376"/>
                </a:lnTo>
                <a:lnTo>
                  <a:pt x="444626" y="54414"/>
                </a:lnTo>
                <a:lnTo>
                  <a:pt x="448301" y="53462"/>
                </a:lnTo>
                <a:lnTo>
                  <a:pt x="451975" y="52521"/>
                </a:lnTo>
                <a:lnTo>
                  <a:pt x="455650" y="51591"/>
                </a:lnTo>
                <a:lnTo>
                  <a:pt x="459324" y="50672"/>
                </a:lnTo>
                <a:lnTo>
                  <a:pt x="462999" y="49765"/>
                </a:lnTo>
                <a:lnTo>
                  <a:pt x="466674" y="48871"/>
                </a:lnTo>
                <a:lnTo>
                  <a:pt x="470348" y="47989"/>
                </a:lnTo>
                <a:lnTo>
                  <a:pt x="474023" y="47119"/>
                </a:lnTo>
                <a:lnTo>
                  <a:pt x="477697" y="46258"/>
                </a:lnTo>
                <a:lnTo>
                  <a:pt x="481372" y="45408"/>
                </a:lnTo>
                <a:lnTo>
                  <a:pt x="485047" y="44567"/>
                </a:lnTo>
                <a:lnTo>
                  <a:pt x="488721" y="43735"/>
                </a:lnTo>
                <a:lnTo>
                  <a:pt x="492396" y="42911"/>
                </a:lnTo>
                <a:lnTo>
                  <a:pt x="496070" y="42093"/>
                </a:lnTo>
                <a:lnTo>
                  <a:pt x="499745" y="41278"/>
                </a:lnTo>
                <a:lnTo>
                  <a:pt x="503420" y="40467"/>
                </a:lnTo>
                <a:lnTo>
                  <a:pt x="507094" y="39656"/>
                </a:lnTo>
                <a:lnTo>
                  <a:pt x="510769" y="38845"/>
                </a:lnTo>
                <a:lnTo>
                  <a:pt x="514443" y="38032"/>
                </a:lnTo>
                <a:lnTo>
                  <a:pt x="518118" y="37215"/>
                </a:lnTo>
                <a:lnTo>
                  <a:pt x="521793" y="36392"/>
                </a:lnTo>
                <a:lnTo>
                  <a:pt x="525467" y="35564"/>
                </a:lnTo>
                <a:lnTo>
                  <a:pt x="529142" y="34729"/>
                </a:lnTo>
                <a:lnTo>
                  <a:pt x="532816" y="33885"/>
                </a:lnTo>
                <a:lnTo>
                  <a:pt x="536491" y="33031"/>
                </a:lnTo>
                <a:lnTo>
                  <a:pt x="540166" y="32169"/>
                </a:lnTo>
                <a:lnTo>
                  <a:pt x="543840" y="31298"/>
                </a:lnTo>
                <a:lnTo>
                  <a:pt x="547515" y="30418"/>
                </a:lnTo>
                <a:lnTo>
                  <a:pt x="551189" y="29531"/>
                </a:lnTo>
                <a:lnTo>
                  <a:pt x="554864" y="28635"/>
                </a:lnTo>
                <a:lnTo>
                  <a:pt x="558539" y="27732"/>
                </a:lnTo>
                <a:lnTo>
                  <a:pt x="562213" y="26823"/>
                </a:lnTo>
                <a:lnTo>
                  <a:pt x="565888" y="25909"/>
                </a:lnTo>
                <a:lnTo>
                  <a:pt x="569562" y="24990"/>
                </a:lnTo>
                <a:lnTo>
                  <a:pt x="573237" y="24069"/>
                </a:lnTo>
                <a:lnTo>
                  <a:pt x="576912" y="23146"/>
                </a:lnTo>
                <a:lnTo>
                  <a:pt x="580586" y="22222"/>
                </a:lnTo>
                <a:lnTo>
                  <a:pt x="584261" y="21297"/>
                </a:lnTo>
                <a:lnTo>
                  <a:pt x="587935" y="20373"/>
                </a:lnTo>
                <a:lnTo>
                  <a:pt x="591610" y="19451"/>
                </a:lnTo>
                <a:lnTo>
                  <a:pt x="595285" y="18532"/>
                </a:lnTo>
                <a:lnTo>
                  <a:pt x="598959" y="17615"/>
                </a:lnTo>
                <a:lnTo>
                  <a:pt x="602634" y="16704"/>
                </a:lnTo>
                <a:lnTo>
                  <a:pt x="606308" y="15797"/>
                </a:lnTo>
                <a:lnTo>
                  <a:pt x="609983" y="14897"/>
                </a:lnTo>
                <a:lnTo>
                  <a:pt x="613658" y="14004"/>
                </a:lnTo>
                <a:lnTo>
                  <a:pt x="617332" y="13119"/>
                </a:lnTo>
                <a:lnTo>
                  <a:pt x="621007" y="12243"/>
                </a:lnTo>
                <a:lnTo>
                  <a:pt x="624681" y="11380"/>
                </a:lnTo>
                <a:lnTo>
                  <a:pt x="628356" y="10532"/>
                </a:lnTo>
                <a:lnTo>
                  <a:pt x="632031" y="9698"/>
                </a:lnTo>
                <a:lnTo>
                  <a:pt x="635705" y="8882"/>
                </a:lnTo>
                <a:lnTo>
                  <a:pt x="639380" y="8086"/>
                </a:lnTo>
                <a:lnTo>
                  <a:pt x="643054" y="7310"/>
                </a:lnTo>
                <a:lnTo>
                  <a:pt x="646729" y="6563"/>
                </a:lnTo>
                <a:lnTo>
                  <a:pt x="650404" y="5846"/>
                </a:lnTo>
                <a:lnTo>
                  <a:pt x="654078" y="5160"/>
                </a:lnTo>
                <a:lnTo>
                  <a:pt x="657753" y="4506"/>
                </a:lnTo>
                <a:lnTo>
                  <a:pt x="661427" y="3888"/>
                </a:lnTo>
                <a:lnTo>
                  <a:pt x="665102" y="3308"/>
                </a:lnTo>
                <a:lnTo>
                  <a:pt x="668777" y="2771"/>
                </a:lnTo>
                <a:lnTo>
                  <a:pt x="672451" y="2283"/>
                </a:lnTo>
                <a:lnTo>
                  <a:pt x="676126" y="1839"/>
                </a:lnTo>
                <a:lnTo>
                  <a:pt x="679800" y="1440"/>
                </a:lnTo>
                <a:lnTo>
                  <a:pt x="683475" y="1088"/>
                </a:lnTo>
                <a:lnTo>
                  <a:pt x="687150" y="784"/>
                </a:lnTo>
                <a:lnTo>
                  <a:pt x="690824" y="529"/>
                </a:lnTo>
                <a:lnTo>
                  <a:pt x="694499" y="331"/>
                </a:lnTo>
                <a:lnTo>
                  <a:pt x="698173" y="180"/>
                </a:lnTo>
                <a:lnTo>
                  <a:pt x="701848" y="75"/>
                </a:lnTo>
                <a:lnTo>
                  <a:pt x="705523" y="15"/>
                </a:lnTo>
                <a:lnTo>
                  <a:pt x="709197" y="0"/>
                </a:lnTo>
                <a:lnTo>
                  <a:pt x="712872" y="27"/>
                </a:lnTo>
                <a:lnTo>
                  <a:pt x="716546" y="104"/>
                </a:lnTo>
                <a:lnTo>
                  <a:pt x="720221" y="218"/>
                </a:lnTo>
                <a:lnTo>
                  <a:pt x="723896" y="369"/>
                </a:lnTo>
                <a:lnTo>
                  <a:pt x="727570" y="553"/>
                </a:lnTo>
                <a:lnTo>
                  <a:pt x="731245" y="770"/>
                </a:lnTo>
                <a:lnTo>
                  <a:pt x="734919" y="1017"/>
                </a:lnTo>
                <a:lnTo>
                  <a:pt x="738594" y="1298"/>
                </a:lnTo>
                <a:lnTo>
                  <a:pt x="742269" y="1604"/>
                </a:lnTo>
                <a:lnTo>
                  <a:pt x="745943" y="1933"/>
                </a:lnTo>
                <a:lnTo>
                  <a:pt x="749618" y="2284"/>
                </a:lnTo>
                <a:lnTo>
                  <a:pt x="753292" y="2654"/>
                </a:lnTo>
                <a:lnTo>
                  <a:pt x="756967" y="3043"/>
                </a:lnTo>
                <a:lnTo>
                  <a:pt x="760642" y="3451"/>
                </a:lnTo>
                <a:lnTo>
                  <a:pt x="764316" y="3873"/>
                </a:lnTo>
                <a:lnTo>
                  <a:pt x="767991" y="4306"/>
                </a:lnTo>
                <a:lnTo>
                  <a:pt x="771665" y="4750"/>
                </a:lnTo>
                <a:lnTo>
                  <a:pt x="775340" y="5203"/>
                </a:lnTo>
                <a:lnTo>
                  <a:pt x="779015" y="5661"/>
                </a:lnTo>
                <a:lnTo>
                  <a:pt x="782689" y="6125"/>
                </a:lnTo>
                <a:lnTo>
                  <a:pt x="786364" y="6590"/>
                </a:lnTo>
                <a:lnTo>
                  <a:pt x="790038" y="7054"/>
                </a:lnTo>
                <a:lnTo>
                  <a:pt x="793713" y="7515"/>
                </a:lnTo>
                <a:lnTo>
                  <a:pt x="797388" y="7972"/>
                </a:lnTo>
                <a:lnTo>
                  <a:pt x="801062" y="8421"/>
                </a:lnTo>
                <a:lnTo>
                  <a:pt x="804737" y="8859"/>
                </a:lnTo>
                <a:lnTo>
                  <a:pt x="808411" y="9284"/>
                </a:lnTo>
                <a:lnTo>
                  <a:pt x="812086" y="9695"/>
                </a:lnTo>
                <a:lnTo>
                  <a:pt x="815761" y="10091"/>
                </a:lnTo>
                <a:lnTo>
                  <a:pt x="819435" y="10471"/>
                </a:lnTo>
                <a:lnTo>
                  <a:pt x="823110" y="10834"/>
                </a:lnTo>
                <a:lnTo>
                  <a:pt x="826784" y="11179"/>
                </a:lnTo>
                <a:lnTo>
                  <a:pt x="830459" y="11504"/>
                </a:lnTo>
                <a:lnTo>
                  <a:pt x="834134" y="11813"/>
                </a:lnTo>
                <a:lnTo>
                  <a:pt x="837808" y="12107"/>
                </a:lnTo>
                <a:lnTo>
                  <a:pt x="841483" y="12388"/>
                </a:lnTo>
                <a:lnTo>
                  <a:pt x="845157" y="12658"/>
                </a:lnTo>
                <a:lnTo>
                  <a:pt x="848832" y="12920"/>
                </a:lnTo>
                <a:lnTo>
                  <a:pt x="852507" y="13176"/>
                </a:lnTo>
                <a:lnTo>
                  <a:pt x="856181" y="13432"/>
                </a:lnTo>
                <a:lnTo>
                  <a:pt x="859856" y="13690"/>
                </a:lnTo>
                <a:lnTo>
                  <a:pt x="863530" y="13955"/>
                </a:lnTo>
                <a:lnTo>
                  <a:pt x="867205" y="14230"/>
                </a:lnTo>
                <a:lnTo>
                  <a:pt x="870880" y="14519"/>
                </a:lnTo>
                <a:lnTo>
                  <a:pt x="874554" y="14831"/>
                </a:lnTo>
                <a:lnTo>
                  <a:pt x="878229" y="15164"/>
                </a:lnTo>
                <a:lnTo>
                  <a:pt x="881903" y="15522"/>
                </a:lnTo>
                <a:lnTo>
                  <a:pt x="885578" y="15907"/>
                </a:lnTo>
                <a:lnTo>
                  <a:pt x="889253" y="16321"/>
                </a:lnTo>
                <a:lnTo>
                  <a:pt x="892927" y="16765"/>
                </a:lnTo>
                <a:lnTo>
                  <a:pt x="896602" y="17246"/>
                </a:lnTo>
                <a:lnTo>
                  <a:pt x="900276" y="17761"/>
                </a:lnTo>
                <a:lnTo>
                  <a:pt x="903951" y="18306"/>
                </a:lnTo>
                <a:lnTo>
                  <a:pt x="907626" y="18881"/>
                </a:lnTo>
                <a:lnTo>
                  <a:pt x="911300" y="19486"/>
                </a:lnTo>
                <a:lnTo>
                  <a:pt x="914975" y="20118"/>
                </a:lnTo>
                <a:lnTo>
                  <a:pt x="918649" y="20779"/>
                </a:lnTo>
                <a:lnTo>
                  <a:pt x="922324" y="21465"/>
                </a:lnTo>
                <a:lnTo>
                  <a:pt x="925999" y="22171"/>
                </a:lnTo>
                <a:lnTo>
                  <a:pt x="929673" y="22896"/>
                </a:lnTo>
                <a:lnTo>
                  <a:pt x="933348" y="23636"/>
                </a:lnTo>
                <a:lnTo>
                  <a:pt x="937022" y="24391"/>
                </a:lnTo>
                <a:lnTo>
                  <a:pt x="940697" y="25159"/>
                </a:lnTo>
                <a:lnTo>
                  <a:pt x="944372" y="25939"/>
                </a:lnTo>
                <a:lnTo>
                  <a:pt x="948046" y="26728"/>
                </a:lnTo>
                <a:lnTo>
                  <a:pt x="951721" y="27526"/>
                </a:lnTo>
                <a:lnTo>
                  <a:pt x="955395" y="28333"/>
                </a:lnTo>
                <a:lnTo>
                  <a:pt x="959070" y="29149"/>
                </a:lnTo>
                <a:lnTo>
                  <a:pt x="962745" y="29974"/>
                </a:lnTo>
                <a:lnTo>
                  <a:pt x="966419" y="30811"/>
                </a:lnTo>
                <a:lnTo>
                  <a:pt x="970094" y="31660"/>
                </a:lnTo>
                <a:lnTo>
                  <a:pt x="973768" y="32521"/>
                </a:lnTo>
                <a:lnTo>
                  <a:pt x="977443" y="33396"/>
                </a:lnTo>
                <a:lnTo>
                  <a:pt x="981118" y="34286"/>
                </a:lnTo>
                <a:lnTo>
                  <a:pt x="984792" y="35193"/>
                </a:lnTo>
                <a:lnTo>
                  <a:pt x="988467" y="36123"/>
                </a:lnTo>
                <a:lnTo>
                  <a:pt x="992141" y="37072"/>
                </a:lnTo>
                <a:lnTo>
                  <a:pt x="995816" y="38041"/>
                </a:lnTo>
                <a:lnTo>
                  <a:pt x="999491" y="39032"/>
                </a:lnTo>
                <a:lnTo>
                  <a:pt x="1003165" y="40044"/>
                </a:lnTo>
                <a:lnTo>
                  <a:pt x="1006840" y="41078"/>
                </a:lnTo>
                <a:lnTo>
                  <a:pt x="1010514" y="42137"/>
                </a:lnTo>
                <a:lnTo>
                  <a:pt x="1014189" y="43217"/>
                </a:lnTo>
                <a:lnTo>
                  <a:pt x="1017864" y="44315"/>
                </a:lnTo>
                <a:lnTo>
                  <a:pt x="1021538" y="45431"/>
                </a:lnTo>
                <a:lnTo>
                  <a:pt x="1025213" y="46563"/>
                </a:lnTo>
                <a:lnTo>
                  <a:pt x="1028887" y="47709"/>
                </a:lnTo>
                <a:lnTo>
                  <a:pt x="1032562" y="48868"/>
                </a:lnTo>
                <a:lnTo>
                  <a:pt x="1036237" y="50035"/>
                </a:lnTo>
                <a:lnTo>
                  <a:pt x="1039911" y="51208"/>
                </a:lnTo>
                <a:lnTo>
                  <a:pt x="1043586" y="52384"/>
                </a:lnTo>
                <a:lnTo>
                  <a:pt x="1047260" y="53560"/>
                </a:lnTo>
                <a:lnTo>
                  <a:pt x="1050935" y="54733"/>
                </a:lnTo>
                <a:lnTo>
                  <a:pt x="1054610" y="55900"/>
                </a:lnTo>
                <a:lnTo>
                  <a:pt x="1058284" y="57056"/>
                </a:lnTo>
                <a:lnTo>
                  <a:pt x="1061959" y="58201"/>
                </a:lnTo>
                <a:lnTo>
                  <a:pt x="1065633" y="59331"/>
                </a:lnTo>
                <a:lnTo>
                  <a:pt x="1069308" y="60446"/>
                </a:lnTo>
                <a:lnTo>
                  <a:pt x="1072983" y="61543"/>
                </a:lnTo>
                <a:lnTo>
                  <a:pt x="1076657" y="62618"/>
                </a:lnTo>
                <a:lnTo>
                  <a:pt x="1080332" y="63669"/>
                </a:lnTo>
                <a:lnTo>
                  <a:pt x="1084006" y="64699"/>
                </a:lnTo>
                <a:lnTo>
                  <a:pt x="1087681" y="65706"/>
                </a:lnTo>
                <a:lnTo>
                  <a:pt x="1091356" y="66691"/>
                </a:lnTo>
                <a:lnTo>
                  <a:pt x="1095030" y="67654"/>
                </a:lnTo>
                <a:lnTo>
                  <a:pt x="1098705" y="68593"/>
                </a:lnTo>
                <a:lnTo>
                  <a:pt x="1102379" y="69510"/>
                </a:lnTo>
                <a:lnTo>
                  <a:pt x="1106054" y="70407"/>
                </a:lnTo>
                <a:lnTo>
                  <a:pt x="1109729" y="71288"/>
                </a:lnTo>
                <a:lnTo>
                  <a:pt x="1113403" y="72153"/>
                </a:lnTo>
                <a:lnTo>
                  <a:pt x="1117078" y="73004"/>
                </a:lnTo>
                <a:lnTo>
                  <a:pt x="1120752" y="73843"/>
                </a:lnTo>
                <a:lnTo>
                  <a:pt x="1124427" y="74672"/>
                </a:lnTo>
                <a:lnTo>
                  <a:pt x="1128102" y="75495"/>
                </a:lnTo>
                <a:lnTo>
                  <a:pt x="1131776" y="76313"/>
                </a:lnTo>
                <a:lnTo>
                  <a:pt x="1135451" y="77129"/>
                </a:lnTo>
                <a:lnTo>
                  <a:pt x="1139125" y="77945"/>
                </a:lnTo>
                <a:lnTo>
                  <a:pt x="1142800" y="78762"/>
                </a:lnTo>
                <a:lnTo>
                  <a:pt x="1146475" y="79584"/>
                </a:lnTo>
                <a:lnTo>
                  <a:pt x="1150149" y="80411"/>
                </a:lnTo>
                <a:lnTo>
                  <a:pt x="1153824" y="81244"/>
                </a:lnTo>
                <a:lnTo>
                  <a:pt x="1157498" y="82084"/>
                </a:lnTo>
                <a:lnTo>
                  <a:pt x="1161173" y="82932"/>
                </a:lnTo>
                <a:lnTo>
                  <a:pt x="1164848" y="83787"/>
                </a:lnTo>
                <a:lnTo>
                  <a:pt x="1168522" y="84653"/>
                </a:lnTo>
                <a:lnTo>
                  <a:pt x="1172197" y="85526"/>
                </a:lnTo>
                <a:lnTo>
                  <a:pt x="1175871" y="86406"/>
                </a:lnTo>
                <a:lnTo>
                  <a:pt x="1179546" y="87293"/>
                </a:lnTo>
                <a:lnTo>
                  <a:pt x="1183221" y="88185"/>
                </a:lnTo>
                <a:lnTo>
                  <a:pt x="1186895" y="89080"/>
                </a:lnTo>
                <a:lnTo>
                  <a:pt x="1190570" y="89978"/>
                </a:lnTo>
                <a:lnTo>
                  <a:pt x="1194244" y="90875"/>
                </a:lnTo>
                <a:lnTo>
                  <a:pt x="1197919" y="91770"/>
                </a:lnTo>
                <a:lnTo>
                  <a:pt x="1201594" y="92660"/>
                </a:lnTo>
                <a:lnTo>
                  <a:pt x="1205268" y="93543"/>
                </a:lnTo>
                <a:lnTo>
                  <a:pt x="1208943" y="94416"/>
                </a:lnTo>
                <a:lnTo>
                  <a:pt x="1212617" y="95275"/>
                </a:lnTo>
                <a:lnTo>
                  <a:pt x="1216292" y="96117"/>
                </a:lnTo>
                <a:lnTo>
                  <a:pt x="1219967" y="96941"/>
                </a:lnTo>
                <a:lnTo>
                  <a:pt x="1223641" y="97744"/>
                </a:lnTo>
                <a:lnTo>
                  <a:pt x="1227316" y="98524"/>
                </a:lnTo>
                <a:lnTo>
                  <a:pt x="1230990" y="99280"/>
                </a:lnTo>
                <a:lnTo>
                  <a:pt x="1234665" y="100005"/>
                </a:lnTo>
                <a:lnTo>
                  <a:pt x="1238340" y="100698"/>
                </a:lnTo>
                <a:lnTo>
                  <a:pt x="1242014" y="101361"/>
                </a:lnTo>
                <a:lnTo>
                  <a:pt x="1245689" y="101994"/>
                </a:lnTo>
                <a:lnTo>
                  <a:pt x="1249363" y="102595"/>
                </a:lnTo>
                <a:lnTo>
                  <a:pt x="1253038" y="103165"/>
                </a:lnTo>
                <a:lnTo>
                  <a:pt x="1256713" y="103702"/>
                </a:lnTo>
                <a:lnTo>
                  <a:pt x="1260387" y="104203"/>
                </a:lnTo>
                <a:lnTo>
                  <a:pt x="1264062" y="104677"/>
                </a:lnTo>
                <a:lnTo>
                  <a:pt x="1267736" y="105123"/>
                </a:lnTo>
                <a:lnTo>
                  <a:pt x="1271411" y="105544"/>
                </a:lnTo>
                <a:lnTo>
                  <a:pt x="1275086" y="105941"/>
                </a:lnTo>
                <a:lnTo>
                  <a:pt x="1278760" y="106317"/>
                </a:lnTo>
                <a:lnTo>
                  <a:pt x="1282435" y="106670"/>
                </a:lnTo>
                <a:lnTo>
                  <a:pt x="1286109" y="107009"/>
                </a:lnTo>
                <a:lnTo>
                  <a:pt x="1289784" y="107335"/>
                </a:lnTo>
                <a:lnTo>
                  <a:pt x="1293459" y="107650"/>
                </a:lnTo>
                <a:lnTo>
                  <a:pt x="1297133" y="107958"/>
                </a:lnTo>
                <a:lnTo>
                  <a:pt x="1300808" y="108260"/>
                </a:lnTo>
                <a:lnTo>
                  <a:pt x="1304482" y="108557"/>
                </a:lnTo>
                <a:lnTo>
                  <a:pt x="1308157" y="108854"/>
                </a:lnTo>
                <a:lnTo>
                  <a:pt x="1311832" y="109152"/>
                </a:lnTo>
                <a:lnTo>
                  <a:pt x="1315506" y="109451"/>
                </a:lnTo>
                <a:lnTo>
                  <a:pt x="1319181" y="109752"/>
                </a:lnTo>
                <a:lnTo>
                  <a:pt x="1322855" y="110058"/>
                </a:lnTo>
                <a:lnTo>
                  <a:pt x="1326530" y="110368"/>
                </a:lnTo>
                <a:lnTo>
                  <a:pt x="1330205" y="110682"/>
                </a:lnTo>
                <a:lnTo>
                  <a:pt x="1333879" y="111000"/>
                </a:lnTo>
                <a:lnTo>
                  <a:pt x="1337554" y="111322"/>
                </a:lnTo>
                <a:lnTo>
                  <a:pt x="1341228" y="111648"/>
                </a:lnTo>
                <a:lnTo>
                  <a:pt x="1344903" y="111977"/>
                </a:lnTo>
                <a:lnTo>
                  <a:pt x="1348577" y="112308"/>
                </a:lnTo>
                <a:lnTo>
                  <a:pt x="1352252" y="112642"/>
                </a:lnTo>
                <a:lnTo>
                  <a:pt x="1355927" y="112976"/>
                </a:lnTo>
                <a:lnTo>
                  <a:pt x="1359601" y="113311"/>
                </a:lnTo>
                <a:lnTo>
                  <a:pt x="1363276" y="113646"/>
                </a:lnTo>
                <a:lnTo>
                  <a:pt x="1366950" y="113981"/>
                </a:lnTo>
                <a:lnTo>
                  <a:pt x="1370625" y="114315"/>
                </a:lnTo>
                <a:lnTo>
                  <a:pt x="1374300" y="114648"/>
                </a:lnTo>
                <a:lnTo>
                  <a:pt x="1377974" y="114980"/>
                </a:lnTo>
                <a:lnTo>
                  <a:pt x="1381649" y="115311"/>
                </a:lnTo>
                <a:lnTo>
                  <a:pt x="1385323" y="115641"/>
                </a:lnTo>
                <a:lnTo>
                  <a:pt x="1388998" y="115969"/>
                </a:lnTo>
                <a:lnTo>
                  <a:pt x="1392673" y="116297"/>
                </a:lnTo>
                <a:lnTo>
                  <a:pt x="1396347" y="116622"/>
                </a:lnTo>
                <a:lnTo>
                  <a:pt x="1400022" y="116947"/>
                </a:lnTo>
                <a:lnTo>
                  <a:pt x="1403696" y="117270"/>
                </a:lnTo>
                <a:lnTo>
                  <a:pt x="1407371" y="117591"/>
                </a:lnTo>
                <a:lnTo>
                  <a:pt x="1411046" y="117910"/>
                </a:lnTo>
                <a:lnTo>
                  <a:pt x="1414720" y="118227"/>
                </a:lnTo>
                <a:lnTo>
                  <a:pt x="1418395" y="118540"/>
                </a:lnTo>
                <a:lnTo>
                  <a:pt x="1422069" y="118850"/>
                </a:lnTo>
                <a:lnTo>
                  <a:pt x="1425744" y="119156"/>
                </a:lnTo>
                <a:lnTo>
                  <a:pt x="1429419" y="119457"/>
                </a:lnTo>
                <a:lnTo>
                  <a:pt x="1433093" y="119752"/>
                </a:lnTo>
                <a:lnTo>
                  <a:pt x="1436768" y="120042"/>
                </a:lnTo>
                <a:lnTo>
                  <a:pt x="1440442" y="120323"/>
                </a:lnTo>
                <a:lnTo>
                  <a:pt x="1444117" y="120597"/>
                </a:lnTo>
                <a:lnTo>
                  <a:pt x="1447792" y="120862"/>
                </a:lnTo>
                <a:lnTo>
                  <a:pt x="1451466" y="121119"/>
                </a:lnTo>
                <a:lnTo>
                  <a:pt x="1455141" y="121367"/>
                </a:lnTo>
                <a:lnTo>
                  <a:pt x="1458815" y="121606"/>
                </a:lnTo>
                <a:lnTo>
                  <a:pt x="1462490" y="121833"/>
                </a:lnTo>
                <a:lnTo>
                  <a:pt x="1466165" y="122050"/>
                </a:lnTo>
                <a:lnTo>
                  <a:pt x="1469839" y="122257"/>
                </a:lnTo>
                <a:lnTo>
                  <a:pt x="1473514" y="122453"/>
                </a:lnTo>
                <a:lnTo>
                  <a:pt x="1477188" y="122640"/>
                </a:lnTo>
                <a:lnTo>
                  <a:pt x="1480863" y="122817"/>
                </a:lnTo>
                <a:lnTo>
                  <a:pt x="1484538" y="122983"/>
                </a:lnTo>
                <a:lnTo>
                  <a:pt x="1488212" y="123139"/>
                </a:lnTo>
                <a:lnTo>
                  <a:pt x="1491887" y="123286"/>
                </a:lnTo>
                <a:lnTo>
                  <a:pt x="1495561" y="123424"/>
                </a:lnTo>
                <a:lnTo>
                  <a:pt x="1499236" y="123553"/>
                </a:lnTo>
                <a:lnTo>
                  <a:pt x="1502911" y="123675"/>
                </a:lnTo>
                <a:lnTo>
                  <a:pt x="1506585" y="123787"/>
                </a:lnTo>
                <a:lnTo>
                  <a:pt x="1510260" y="123892"/>
                </a:lnTo>
                <a:lnTo>
                  <a:pt x="1513934" y="123990"/>
                </a:lnTo>
                <a:lnTo>
                  <a:pt x="1517609" y="124081"/>
                </a:lnTo>
                <a:lnTo>
                  <a:pt x="1521284" y="124167"/>
                </a:lnTo>
                <a:lnTo>
                  <a:pt x="1524958" y="124246"/>
                </a:lnTo>
                <a:lnTo>
                  <a:pt x="1528633" y="124320"/>
                </a:lnTo>
                <a:lnTo>
                  <a:pt x="1532307" y="124389"/>
                </a:lnTo>
                <a:lnTo>
                  <a:pt x="1535982" y="124453"/>
                </a:lnTo>
                <a:lnTo>
                  <a:pt x="1539657" y="124514"/>
                </a:lnTo>
                <a:lnTo>
                  <a:pt x="1543331" y="124570"/>
                </a:lnTo>
                <a:lnTo>
                  <a:pt x="1547006" y="124624"/>
                </a:lnTo>
                <a:lnTo>
                  <a:pt x="1550680" y="124675"/>
                </a:lnTo>
                <a:lnTo>
                  <a:pt x="1554355" y="124723"/>
                </a:lnTo>
                <a:lnTo>
                  <a:pt x="1558030" y="124769"/>
                </a:lnTo>
                <a:lnTo>
                  <a:pt x="1561704" y="124814"/>
                </a:lnTo>
                <a:lnTo>
                  <a:pt x="1565379" y="124857"/>
                </a:lnTo>
                <a:lnTo>
                  <a:pt x="1569053" y="124898"/>
                </a:lnTo>
                <a:lnTo>
                  <a:pt x="1572728" y="124939"/>
                </a:lnTo>
                <a:lnTo>
                  <a:pt x="1576403" y="124980"/>
                </a:lnTo>
                <a:lnTo>
                  <a:pt x="1580077" y="125019"/>
                </a:lnTo>
                <a:lnTo>
                  <a:pt x="1583752" y="125059"/>
                </a:lnTo>
                <a:lnTo>
                  <a:pt x="1587426" y="125098"/>
                </a:lnTo>
                <a:lnTo>
                  <a:pt x="1591101" y="125138"/>
                </a:lnTo>
                <a:lnTo>
                  <a:pt x="1594776" y="125177"/>
                </a:lnTo>
                <a:lnTo>
                  <a:pt x="1598450" y="125218"/>
                </a:lnTo>
                <a:lnTo>
                  <a:pt x="1602125" y="125259"/>
                </a:lnTo>
                <a:lnTo>
                  <a:pt x="1605799" y="125300"/>
                </a:lnTo>
                <a:lnTo>
                  <a:pt x="1609474" y="125342"/>
                </a:lnTo>
                <a:lnTo>
                  <a:pt x="1613149" y="125386"/>
                </a:lnTo>
                <a:lnTo>
                  <a:pt x="1616823" y="125430"/>
                </a:lnTo>
                <a:lnTo>
                  <a:pt x="1620498" y="125476"/>
                </a:lnTo>
                <a:lnTo>
                  <a:pt x="1624172" y="125523"/>
                </a:lnTo>
                <a:lnTo>
                  <a:pt x="1627847" y="125571"/>
                </a:lnTo>
                <a:lnTo>
                  <a:pt x="1631522" y="125621"/>
                </a:lnTo>
                <a:lnTo>
                  <a:pt x="1635196" y="125672"/>
                </a:lnTo>
                <a:lnTo>
                  <a:pt x="1638871" y="125725"/>
                </a:lnTo>
                <a:lnTo>
                  <a:pt x="1642545" y="125779"/>
                </a:lnTo>
                <a:lnTo>
                  <a:pt x="1646220" y="125834"/>
                </a:lnTo>
                <a:lnTo>
                  <a:pt x="1649895" y="125890"/>
                </a:lnTo>
                <a:lnTo>
                  <a:pt x="1653569" y="125947"/>
                </a:lnTo>
                <a:lnTo>
                  <a:pt x="1657244" y="126005"/>
                </a:lnTo>
                <a:lnTo>
                  <a:pt x="1660918" y="126064"/>
                </a:lnTo>
                <a:lnTo>
                  <a:pt x="1664593" y="126123"/>
                </a:lnTo>
                <a:lnTo>
                  <a:pt x="1668268" y="126182"/>
                </a:lnTo>
                <a:lnTo>
                  <a:pt x="1671942" y="126241"/>
                </a:lnTo>
                <a:lnTo>
                  <a:pt x="1675617" y="126299"/>
                </a:lnTo>
                <a:lnTo>
                  <a:pt x="1679291" y="126356"/>
                </a:lnTo>
                <a:lnTo>
                  <a:pt x="1682966" y="126412"/>
                </a:lnTo>
                <a:lnTo>
                  <a:pt x="1686641" y="126467"/>
                </a:lnTo>
                <a:lnTo>
                  <a:pt x="1690315" y="126520"/>
                </a:lnTo>
                <a:lnTo>
                  <a:pt x="1693990" y="126571"/>
                </a:lnTo>
                <a:lnTo>
                  <a:pt x="1697664" y="126620"/>
                </a:lnTo>
                <a:lnTo>
                  <a:pt x="1701339" y="126666"/>
                </a:lnTo>
                <a:lnTo>
                  <a:pt x="1705014" y="126710"/>
                </a:lnTo>
                <a:lnTo>
                  <a:pt x="1708688" y="126752"/>
                </a:lnTo>
                <a:lnTo>
                  <a:pt x="1712363" y="126789"/>
                </a:lnTo>
                <a:lnTo>
                  <a:pt x="1716037" y="126824"/>
                </a:lnTo>
                <a:lnTo>
                  <a:pt x="1719712" y="126857"/>
                </a:lnTo>
                <a:lnTo>
                  <a:pt x="1723387" y="126886"/>
                </a:lnTo>
                <a:lnTo>
                  <a:pt x="1727061" y="126912"/>
                </a:lnTo>
                <a:lnTo>
                  <a:pt x="1730736" y="126935"/>
                </a:lnTo>
                <a:lnTo>
                  <a:pt x="1734410" y="126955"/>
                </a:lnTo>
                <a:lnTo>
                  <a:pt x="1738085" y="126972"/>
                </a:lnTo>
                <a:lnTo>
                  <a:pt x="1741760" y="126987"/>
                </a:lnTo>
                <a:lnTo>
                  <a:pt x="1745434" y="126999"/>
                </a:lnTo>
                <a:lnTo>
                  <a:pt x="1749109" y="127009"/>
                </a:lnTo>
                <a:lnTo>
                  <a:pt x="1752783" y="127016"/>
                </a:lnTo>
                <a:lnTo>
                  <a:pt x="1756458" y="127021"/>
                </a:lnTo>
                <a:lnTo>
                  <a:pt x="1760133" y="127025"/>
                </a:lnTo>
                <a:lnTo>
                  <a:pt x="1763807" y="127026"/>
                </a:lnTo>
                <a:lnTo>
                  <a:pt x="1767482" y="127027"/>
                </a:lnTo>
                <a:lnTo>
                  <a:pt x="1771156" y="127026"/>
                </a:lnTo>
                <a:lnTo>
                  <a:pt x="1774831" y="127025"/>
                </a:lnTo>
                <a:lnTo>
                  <a:pt x="1778506" y="127022"/>
                </a:lnTo>
                <a:lnTo>
                  <a:pt x="1782180" y="127019"/>
                </a:lnTo>
                <a:lnTo>
                  <a:pt x="1785855" y="127016"/>
                </a:lnTo>
                <a:lnTo>
                  <a:pt x="1789529" y="127012"/>
                </a:lnTo>
                <a:lnTo>
                  <a:pt x="1793204" y="127009"/>
                </a:lnTo>
                <a:lnTo>
                  <a:pt x="1796879" y="127005"/>
                </a:lnTo>
                <a:lnTo>
                  <a:pt x="1800553" y="127002"/>
                </a:lnTo>
                <a:lnTo>
                  <a:pt x="1804228" y="127000"/>
                </a:lnTo>
                <a:lnTo>
                  <a:pt x="1807902" y="126998"/>
                </a:lnTo>
                <a:lnTo>
                  <a:pt x="1811577" y="126996"/>
                </a:lnTo>
                <a:lnTo>
                  <a:pt x="1815252" y="126996"/>
                </a:lnTo>
                <a:lnTo>
                  <a:pt x="1818926" y="126996"/>
                </a:lnTo>
                <a:lnTo>
                  <a:pt x="1822601" y="126997"/>
                </a:lnTo>
                <a:lnTo>
                  <a:pt x="1826275" y="126998"/>
                </a:lnTo>
                <a:lnTo>
                  <a:pt x="1829950" y="127001"/>
                </a:lnTo>
                <a:lnTo>
                  <a:pt x="1833625" y="127005"/>
                </a:lnTo>
                <a:lnTo>
                  <a:pt x="1837299" y="127009"/>
                </a:lnTo>
                <a:lnTo>
                  <a:pt x="1840974" y="127015"/>
                </a:lnTo>
                <a:lnTo>
                  <a:pt x="1844648" y="127021"/>
                </a:lnTo>
                <a:lnTo>
                  <a:pt x="1848323" y="127028"/>
                </a:lnTo>
                <a:lnTo>
                  <a:pt x="1851998" y="127036"/>
                </a:lnTo>
                <a:lnTo>
                  <a:pt x="1855672" y="127044"/>
                </a:lnTo>
                <a:lnTo>
                  <a:pt x="1859347" y="127053"/>
                </a:lnTo>
                <a:lnTo>
                  <a:pt x="1863021" y="127063"/>
                </a:lnTo>
                <a:lnTo>
                  <a:pt x="1866696" y="127073"/>
                </a:lnTo>
                <a:lnTo>
                  <a:pt x="1870371" y="127083"/>
                </a:lnTo>
                <a:lnTo>
                  <a:pt x="1874045" y="127094"/>
                </a:lnTo>
                <a:lnTo>
                  <a:pt x="1877720" y="127105"/>
                </a:lnTo>
              </a:path>
            </a:pathLst>
          </a:custGeom>
          <a:ln w="27101" cap="flat">
            <a:solidFill>
              <a:srgbClr val="00BFC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" name="pg54"/>
          <p:cNvSpPr/>
          <p:nvPr/>
        </p:nvSpPr>
        <p:spPr>
          <a:xfrm>
            <a:off x="4548521" y="3383729"/>
            <a:ext cx="1877720" cy="98525"/>
          </a:xfrm>
          <a:custGeom>
            <a:avLst/>
            <a:gdLst/>
            <a:ahLst/>
            <a:cxnLst/>
            <a:rect l="0" t="0" r="0" b="0"/>
            <a:pathLst>
              <a:path w="1877720" h="98525">
                <a:moveTo>
                  <a:pt x="0" y="90070"/>
                </a:moveTo>
                <a:lnTo>
                  <a:pt x="3674" y="89557"/>
                </a:lnTo>
                <a:lnTo>
                  <a:pt x="7349" y="89036"/>
                </a:lnTo>
                <a:lnTo>
                  <a:pt x="11023" y="88505"/>
                </a:lnTo>
                <a:lnTo>
                  <a:pt x="14698" y="87967"/>
                </a:lnTo>
                <a:lnTo>
                  <a:pt x="18372" y="87424"/>
                </a:lnTo>
                <a:lnTo>
                  <a:pt x="22047" y="86877"/>
                </a:lnTo>
                <a:lnTo>
                  <a:pt x="25722" y="86326"/>
                </a:lnTo>
                <a:lnTo>
                  <a:pt x="29396" y="85772"/>
                </a:lnTo>
                <a:lnTo>
                  <a:pt x="33071" y="85217"/>
                </a:lnTo>
                <a:lnTo>
                  <a:pt x="36745" y="84661"/>
                </a:lnTo>
                <a:lnTo>
                  <a:pt x="40420" y="84105"/>
                </a:lnTo>
                <a:lnTo>
                  <a:pt x="44095" y="83550"/>
                </a:lnTo>
                <a:lnTo>
                  <a:pt x="47769" y="82996"/>
                </a:lnTo>
                <a:lnTo>
                  <a:pt x="51444" y="82445"/>
                </a:lnTo>
                <a:lnTo>
                  <a:pt x="55118" y="81896"/>
                </a:lnTo>
                <a:lnTo>
                  <a:pt x="58793" y="81349"/>
                </a:lnTo>
                <a:lnTo>
                  <a:pt x="62468" y="80805"/>
                </a:lnTo>
                <a:lnTo>
                  <a:pt x="66142" y="80264"/>
                </a:lnTo>
                <a:lnTo>
                  <a:pt x="69817" y="79728"/>
                </a:lnTo>
                <a:lnTo>
                  <a:pt x="73491" y="79195"/>
                </a:lnTo>
                <a:lnTo>
                  <a:pt x="77166" y="78665"/>
                </a:lnTo>
                <a:lnTo>
                  <a:pt x="80841" y="78139"/>
                </a:lnTo>
                <a:lnTo>
                  <a:pt x="84515" y="77618"/>
                </a:lnTo>
                <a:lnTo>
                  <a:pt x="88190" y="77102"/>
                </a:lnTo>
                <a:lnTo>
                  <a:pt x="91864" y="76590"/>
                </a:lnTo>
                <a:lnTo>
                  <a:pt x="95539" y="76082"/>
                </a:lnTo>
                <a:lnTo>
                  <a:pt x="99214" y="75580"/>
                </a:lnTo>
                <a:lnTo>
                  <a:pt x="102888" y="75082"/>
                </a:lnTo>
                <a:lnTo>
                  <a:pt x="106563" y="74592"/>
                </a:lnTo>
                <a:lnTo>
                  <a:pt x="110237" y="74107"/>
                </a:lnTo>
                <a:lnTo>
                  <a:pt x="113912" y="73629"/>
                </a:lnTo>
                <a:lnTo>
                  <a:pt x="117587" y="73157"/>
                </a:lnTo>
                <a:lnTo>
                  <a:pt x="121261" y="72691"/>
                </a:lnTo>
                <a:lnTo>
                  <a:pt x="124936" y="72235"/>
                </a:lnTo>
                <a:lnTo>
                  <a:pt x="128610" y="71786"/>
                </a:lnTo>
                <a:lnTo>
                  <a:pt x="132285" y="71345"/>
                </a:lnTo>
                <a:lnTo>
                  <a:pt x="135960" y="70912"/>
                </a:lnTo>
                <a:lnTo>
                  <a:pt x="139634" y="70487"/>
                </a:lnTo>
                <a:lnTo>
                  <a:pt x="143309" y="70072"/>
                </a:lnTo>
                <a:lnTo>
                  <a:pt x="146983" y="69666"/>
                </a:lnTo>
                <a:lnTo>
                  <a:pt x="150658" y="69267"/>
                </a:lnTo>
                <a:lnTo>
                  <a:pt x="154333" y="68877"/>
                </a:lnTo>
                <a:lnTo>
                  <a:pt x="158007" y="68494"/>
                </a:lnTo>
                <a:lnTo>
                  <a:pt x="161682" y="68121"/>
                </a:lnTo>
                <a:lnTo>
                  <a:pt x="165356" y="67755"/>
                </a:lnTo>
                <a:lnTo>
                  <a:pt x="169031" y="67395"/>
                </a:lnTo>
                <a:lnTo>
                  <a:pt x="172706" y="67041"/>
                </a:lnTo>
                <a:lnTo>
                  <a:pt x="176380" y="66693"/>
                </a:lnTo>
                <a:lnTo>
                  <a:pt x="180055" y="66350"/>
                </a:lnTo>
                <a:lnTo>
                  <a:pt x="183729" y="66011"/>
                </a:lnTo>
                <a:lnTo>
                  <a:pt x="187404" y="65675"/>
                </a:lnTo>
                <a:lnTo>
                  <a:pt x="191079" y="65341"/>
                </a:lnTo>
                <a:lnTo>
                  <a:pt x="194753" y="65009"/>
                </a:lnTo>
                <a:lnTo>
                  <a:pt x="198428" y="64676"/>
                </a:lnTo>
                <a:lnTo>
                  <a:pt x="202102" y="64344"/>
                </a:lnTo>
                <a:lnTo>
                  <a:pt x="205777" y="64010"/>
                </a:lnTo>
                <a:lnTo>
                  <a:pt x="209452" y="63673"/>
                </a:lnTo>
                <a:lnTo>
                  <a:pt x="213126" y="63335"/>
                </a:lnTo>
                <a:lnTo>
                  <a:pt x="216801" y="62992"/>
                </a:lnTo>
                <a:lnTo>
                  <a:pt x="220475" y="62644"/>
                </a:lnTo>
                <a:lnTo>
                  <a:pt x="224150" y="62291"/>
                </a:lnTo>
                <a:lnTo>
                  <a:pt x="227825" y="61934"/>
                </a:lnTo>
                <a:lnTo>
                  <a:pt x="231499" y="61571"/>
                </a:lnTo>
                <a:lnTo>
                  <a:pt x="235174" y="61201"/>
                </a:lnTo>
                <a:lnTo>
                  <a:pt x="238848" y="60824"/>
                </a:lnTo>
                <a:lnTo>
                  <a:pt x="242523" y="60441"/>
                </a:lnTo>
                <a:lnTo>
                  <a:pt x="246198" y="60052"/>
                </a:lnTo>
                <a:lnTo>
                  <a:pt x="249872" y="59656"/>
                </a:lnTo>
                <a:lnTo>
                  <a:pt x="253547" y="59252"/>
                </a:lnTo>
                <a:lnTo>
                  <a:pt x="257221" y="58841"/>
                </a:lnTo>
                <a:lnTo>
                  <a:pt x="260896" y="58424"/>
                </a:lnTo>
                <a:lnTo>
                  <a:pt x="264571" y="58001"/>
                </a:lnTo>
                <a:lnTo>
                  <a:pt x="268245" y="57573"/>
                </a:lnTo>
                <a:lnTo>
                  <a:pt x="271920" y="57137"/>
                </a:lnTo>
                <a:lnTo>
                  <a:pt x="275594" y="56696"/>
                </a:lnTo>
                <a:lnTo>
                  <a:pt x="279269" y="56249"/>
                </a:lnTo>
                <a:lnTo>
                  <a:pt x="282944" y="55798"/>
                </a:lnTo>
                <a:lnTo>
                  <a:pt x="286618" y="55341"/>
                </a:lnTo>
                <a:lnTo>
                  <a:pt x="290293" y="54880"/>
                </a:lnTo>
                <a:lnTo>
                  <a:pt x="293967" y="54414"/>
                </a:lnTo>
                <a:lnTo>
                  <a:pt x="297642" y="53944"/>
                </a:lnTo>
                <a:lnTo>
                  <a:pt x="301317" y="53470"/>
                </a:lnTo>
                <a:lnTo>
                  <a:pt x="304991" y="52992"/>
                </a:lnTo>
                <a:lnTo>
                  <a:pt x="308666" y="52511"/>
                </a:lnTo>
                <a:lnTo>
                  <a:pt x="312340" y="52024"/>
                </a:lnTo>
                <a:lnTo>
                  <a:pt x="316015" y="51535"/>
                </a:lnTo>
                <a:lnTo>
                  <a:pt x="319690" y="51041"/>
                </a:lnTo>
                <a:lnTo>
                  <a:pt x="323364" y="50543"/>
                </a:lnTo>
                <a:lnTo>
                  <a:pt x="327039" y="50041"/>
                </a:lnTo>
                <a:lnTo>
                  <a:pt x="330713" y="49534"/>
                </a:lnTo>
                <a:lnTo>
                  <a:pt x="334388" y="49022"/>
                </a:lnTo>
                <a:lnTo>
                  <a:pt x="338063" y="48506"/>
                </a:lnTo>
                <a:lnTo>
                  <a:pt x="341737" y="47984"/>
                </a:lnTo>
                <a:lnTo>
                  <a:pt x="345412" y="47457"/>
                </a:lnTo>
                <a:lnTo>
                  <a:pt x="349086" y="46922"/>
                </a:lnTo>
                <a:lnTo>
                  <a:pt x="352761" y="46381"/>
                </a:lnTo>
                <a:lnTo>
                  <a:pt x="356436" y="45834"/>
                </a:lnTo>
                <a:lnTo>
                  <a:pt x="360110" y="45280"/>
                </a:lnTo>
                <a:lnTo>
                  <a:pt x="363785" y="44719"/>
                </a:lnTo>
                <a:lnTo>
                  <a:pt x="367459" y="44149"/>
                </a:lnTo>
                <a:lnTo>
                  <a:pt x="371134" y="43571"/>
                </a:lnTo>
                <a:lnTo>
                  <a:pt x="374809" y="42987"/>
                </a:lnTo>
                <a:lnTo>
                  <a:pt x="378483" y="42395"/>
                </a:lnTo>
                <a:lnTo>
                  <a:pt x="382158" y="41795"/>
                </a:lnTo>
                <a:lnTo>
                  <a:pt x="385832" y="41186"/>
                </a:lnTo>
                <a:lnTo>
                  <a:pt x="389507" y="40570"/>
                </a:lnTo>
                <a:lnTo>
                  <a:pt x="393182" y="39948"/>
                </a:lnTo>
                <a:lnTo>
                  <a:pt x="396856" y="39320"/>
                </a:lnTo>
                <a:lnTo>
                  <a:pt x="400531" y="38686"/>
                </a:lnTo>
                <a:lnTo>
                  <a:pt x="404205" y="38046"/>
                </a:lnTo>
                <a:lnTo>
                  <a:pt x="407880" y="37401"/>
                </a:lnTo>
                <a:lnTo>
                  <a:pt x="411555" y="36753"/>
                </a:lnTo>
                <a:lnTo>
                  <a:pt x="415229" y="36102"/>
                </a:lnTo>
                <a:lnTo>
                  <a:pt x="418904" y="35448"/>
                </a:lnTo>
                <a:lnTo>
                  <a:pt x="422578" y="34793"/>
                </a:lnTo>
                <a:lnTo>
                  <a:pt x="426253" y="34137"/>
                </a:lnTo>
                <a:lnTo>
                  <a:pt x="429928" y="33481"/>
                </a:lnTo>
                <a:lnTo>
                  <a:pt x="433602" y="32826"/>
                </a:lnTo>
                <a:lnTo>
                  <a:pt x="437277" y="32173"/>
                </a:lnTo>
                <a:lnTo>
                  <a:pt x="440951" y="31522"/>
                </a:lnTo>
                <a:lnTo>
                  <a:pt x="444626" y="30874"/>
                </a:lnTo>
                <a:lnTo>
                  <a:pt x="448301" y="30229"/>
                </a:lnTo>
                <a:lnTo>
                  <a:pt x="451975" y="29587"/>
                </a:lnTo>
                <a:lnTo>
                  <a:pt x="455650" y="28948"/>
                </a:lnTo>
                <a:lnTo>
                  <a:pt x="459324" y="28315"/>
                </a:lnTo>
                <a:lnTo>
                  <a:pt x="462999" y="27684"/>
                </a:lnTo>
                <a:lnTo>
                  <a:pt x="466674" y="27057"/>
                </a:lnTo>
                <a:lnTo>
                  <a:pt x="470348" y="26434"/>
                </a:lnTo>
                <a:lnTo>
                  <a:pt x="474023" y="25813"/>
                </a:lnTo>
                <a:lnTo>
                  <a:pt x="477697" y="25196"/>
                </a:lnTo>
                <a:lnTo>
                  <a:pt x="481372" y="24581"/>
                </a:lnTo>
                <a:lnTo>
                  <a:pt x="485047" y="23968"/>
                </a:lnTo>
                <a:lnTo>
                  <a:pt x="488721" y="23357"/>
                </a:lnTo>
                <a:lnTo>
                  <a:pt x="492396" y="22746"/>
                </a:lnTo>
                <a:lnTo>
                  <a:pt x="496070" y="22136"/>
                </a:lnTo>
                <a:lnTo>
                  <a:pt x="499745" y="21526"/>
                </a:lnTo>
                <a:lnTo>
                  <a:pt x="503420" y="20916"/>
                </a:lnTo>
                <a:lnTo>
                  <a:pt x="507094" y="20305"/>
                </a:lnTo>
                <a:lnTo>
                  <a:pt x="510769" y="19695"/>
                </a:lnTo>
                <a:lnTo>
                  <a:pt x="514443" y="19083"/>
                </a:lnTo>
                <a:lnTo>
                  <a:pt x="518118" y="18471"/>
                </a:lnTo>
                <a:lnTo>
                  <a:pt x="521793" y="17859"/>
                </a:lnTo>
                <a:lnTo>
                  <a:pt x="525467" y="17248"/>
                </a:lnTo>
                <a:lnTo>
                  <a:pt x="529142" y="16637"/>
                </a:lnTo>
                <a:lnTo>
                  <a:pt x="532816" y="16028"/>
                </a:lnTo>
                <a:lnTo>
                  <a:pt x="536491" y="15421"/>
                </a:lnTo>
                <a:lnTo>
                  <a:pt x="540166" y="14819"/>
                </a:lnTo>
                <a:lnTo>
                  <a:pt x="543840" y="14220"/>
                </a:lnTo>
                <a:lnTo>
                  <a:pt x="547515" y="13627"/>
                </a:lnTo>
                <a:lnTo>
                  <a:pt x="551189" y="13043"/>
                </a:lnTo>
                <a:lnTo>
                  <a:pt x="554864" y="12468"/>
                </a:lnTo>
                <a:lnTo>
                  <a:pt x="558539" y="11902"/>
                </a:lnTo>
                <a:lnTo>
                  <a:pt x="562213" y="11348"/>
                </a:lnTo>
                <a:lnTo>
                  <a:pt x="565888" y="10807"/>
                </a:lnTo>
                <a:lnTo>
                  <a:pt x="569562" y="10282"/>
                </a:lnTo>
                <a:lnTo>
                  <a:pt x="573237" y="9775"/>
                </a:lnTo>
                <a:lnTo>
                  <a:pt x="576912" y="9284"/>
                </a:lnTo>
                <a:lnTo>
                  <a:pt x="580586" y="8811"/>
                </a:lnTo>
                <a:lnTo>
                  <a:pt x="584261" y="8357"/>
                </a:lnTo>
                <a:lnTo>
                  <a:pt x="587935" y="7926"/>
                </a:lnTo>
                <a:lnTo>
                  <a:pt x="591610" y="7518"/>
                </a:lnTo>
                <a:lnTo>
                  <a:pt x="595285" y="7132"/>
                </a:lnTo>
                <a:lnTo>
                  <a:pt x="598959" y="6766"/>
                </a:lnTo>
                <a:lnTo>
                  <a:pt x="602634" y="6422"/>
                </a:lnTo>
                <a:lnTo>
                  <a:pt x="606308" y="6103"/>
                </a:lnTo>
                <a:lnTo>
                  <a:pt x="609983" y="5808"/>
                </a:lnTo>
                <a:lnTo>
                  <a:pt x="613658" y="5533"/>
                </a:lnTo>
                <a:lnTo>
                  <a:pt x="617332" y="5278"/>
                </a:lnTo>
                <a:lnTo>
                  <a:pt x="621007" y="5041"/>
                </a:lnTo>
                <a:lnTo>
                  <a:pt x="624681" y="4826"/>
                </a:lnTo>
                <a:lnTo>
                  <a:pt x="628356" y="4629"/>
                </a:lnTo>
                <a:lnTo>
                  <a:pt x="632031" y="4447"/>
                </a:lnTo>
                <a:lnTo>
                  <a:pt x="635705" y="4279"/>
                </a:lnTo>
                <a:lnTo>
                  <a:pt x="639380" y="4123"/>
                </a:lnTo>
                <a:lnTo>
                  <a:pt x="643054" y="3978"/>
                </a:lnTo>
                <a:lnTo>
                  <a:pt x="646729" y="3844"/>
                </a:lnTo>
                <a:lnTo>
                  <a:pt x="650404" y="3716"/>
                </a:lnTo>
                <a:lnTo>
                  <a:pt x="654078" y="3593"/>
                </a:lnTo>
                <a:lnTo>
                  <a:pt x="657753" y="3474"/>
                </a:lnTo>
                <a:lnTo>
                  <a:pt x="661427" y="3357"/>
                </a:lnTo>
                <a:lnTo>
                  <a:pt x="665102" y="3241"/>
                </a:lnTo>
                <a:lnTo>
                  <a:pt x="668777" y="3125"/>
                </a:lnTo>
                <a:lnTo>
                  <a:pt x="672451" y="3006"/>
                </a:lnTo>
                <a:lnTo>
                  <a:pt x="676126" y="2885"/>
                </a:lnTo>
                <a:lnTo>
                  <a:pt x="679800" y="2760"/>
                </a:lnTo>
                <a:lnTo>
                  <a:pt x="683475" y="2630"/>
                </a:lnTo>
                <a:lnTo>
                  <a:pt x="687150" y="2495"/>
                </a:lnTo>
                <a:lnTo>
                  <a:pt x="690824" y="2357"/>
                </a:lnTo>
                <a:lnTo>
                  <a:pt x="694499" y="2214"/>
                </a:lnTo>
                <a:lnTo>
                  <a:pt x="698173" y="2066"/>
                </a:lnTo>
                <a:lnTo>
                  <a:pt x="701848" y="1915"/>
                </a:lnTo>
                <a:lnTo>
                  <a:pt x="705523" y="1761"/>
                </a:lnTo>
                <a:lnTo>
                  <a:pt x="709197" y="1605"/>
                </a:lnTo>
                <a:lnTo>
                  <a:pt x="712872" y="1449"/>
                </a:lnTo>
                <a:lnTo>
                  <a:pt x="716546" y="1293"/>
                </a:lnTo>
                <a:lnTo>
                  <a:pt x="720221" y="1140"/>
                </a:lnTo>
                <a:lnTo>
                  <a:pt x="723896" y="991"/>
                </a:lnTo>
                <a:lnTo>
                  <a:pt x="727570" y="846"/>
                </a:lnTo>
                <a:lnTo>
                  <a:pt x="731245" y="708"/>
                </a:lnTo>
                <a:lnTo>
                  <a:pt x="734919" y="577"/>
                </a:lnTo>
                <a:lnTo>
                  <a:pt x="738594" y="459"/>
                </a:lnTo>
                <a:lnTo>
                  <a:pt x="742269" y="351"/>
                </a:lnTo>
                <a:lnTo>
                  <a:pt x="745943" y="255"/>
                </a:lnTo>
                <a:lnTo>
                  <a:pt x="749618" y="172"/>
                </a:lnTo>
                <a:lnTo>
                  <a:pt x="753292" y="103"/>
                </a:lnTo>
                <a:lnTo>
                  <a:pt x="756967" y="53"/>
                </a:lnTo>
                <a:lnTo>
                  <a:pt x="760642" y="19"/>
                </a:lnTo>
                <a:lnTo>
                  <a:pt x="764316" y="1"/>
                </a:lnTo>
                <a:lnTo>
                  <a:pt x="767991" y="0"/>
                </a:lnTo>
                <a:lnTo>
                  <a:pt x="771665" y="14"/>
                </a:lnTo>
                <a:lnTo>
                  <a:pt x="775340" y="51"/>
                </a:lnTo>
                <a:lnTo>
                  <a:pt x="779015" y="105"/>
                </a:lnTo>
                <a:lnTo>
                  <a:pt x="782689" y="174"/>
                </a:lnTo>
                <a:lnTo>
                  <a:pt x="786364" y="259"/>
                </a:lnTo>
                <a:lnTo>
                  <a:pt x="790038" y="360"/>
                </a:lnTo>
                <a:lnTo>
                  <a:pt x="793713" y="479"/>
                </a:lnTo>
                <a:lnTo>
                  <a:pt x="797388" y="612"/>
                </a:lnTo>
                <a:lnTo>
                  <a:pt x="801062" y="758"/>
                </a:lnTo>
                <a:lnTo>
                  <a:pt x="804737" y="917"/>
                </a:lnTo>
                <a:lnTo>
                  <a:pt x="808411" y="1086"/>
                </a:lnTo>
                <a:lnTo>
                  <a:pt x="812086" y="1270"/>
                </a:lnTo>
                <a:lnTo>
                  <a:pt x="815761" y="1463"/>
                </a:lnTo>
                <a:lnTo>
                  <a:pt x="819435" y="1666"/>
                </a:lnTo>
                <a:lnTo>
                  <a:pt x="823110" y="1876"/>
                </a:lnTo>
                <a:lnTo>
                  <a:pt x="826784" y="2094"/>
                </a:lnTo>
                <a:lnTo>
                  <a:pt x="830459" y="2322"/>
                </a:lnTo>
                <a:lnTo>
                  <a:pt x="834134" y="2556"/>
                </a:lnTo>
                <a:lnTo>
                  <a:pt x="837808" y="2796"/>
                </a:lnTo>
                <a:lnTo>
                  <a:pt x="841483" y="3042"/>
                </a:lnTo>
                <a:lnTo>
                  <a:pt x="845157" y="3294"/>
                </a:lnTo>
                <a:lnTo>
                  <a:pt x="848832" y="3553"/>
                </a:lnTo>
                <a:lnTo>
                  <a:pt x="852507" y="3817"/>
                </a:lnTo>
                <a:lnTo>
                  <a:pt x="856181" y="4087"/>
                </a:lnTo>
                <a:lnTo>
                  <a:pt x="859856" y="4363"/>
                </a:lnTo>
                <a:lnTo>
                  <a:pt x="863530" y="4644"/>
                </a:lnTo>
                <a:lnTo>
                  <a:pt x="867205" y="4932"/>
                </a:lnTo>
                <a:lnTo>
                  <a:pt x="870880" y="5228"/>
                </a:lnTo>
                <a:lnTo>
                  <a:pt x="874554" y="5529"/>
                </a:lnTo>
                <a:lnTo>
                  <a:pt x="878229" y="5837"/>
                </a:lnTo>
                <a:lnTo>
                  <a:pt x="881903" y="6152"/>
                </a:lnTo>
                <a:lnTo>
                  <a:pt x="885578" y="6476"/>
                </a:lnTo>
                <a:lnTo>
                  <a:pt x="889253" y="6808"/>
                </a:lnTo>
                <a:lnTo>
                  <a:pt x="892927" y="7147"/>
                </a:lnTo>
                <a:lnTo>
                  <a:pt x="896602" y="7495"/>
                </a:lnTo>
                <a:lnTo>
                  <a:pt x="900276" y="7850"/>
                </a:lnTo>
                <a:lnTo>
                  <a:pt x="903951" y="8215"/>
                </a:lnTo>
                <a:lnTo>
                  <a:pt x="907626" y="8590"/>
                </a:lnTo>
                <a:lnTo>
                  <a:pt x="911300" y="8973"/>
                </a:lnTo>
                <a:lnTo>
                  <a:pt x="914975" y="9365"/>
                </a:lnTo>
                <a:lnTo>
                  <a:pt x="918649" y="9766"/>
                </a:lnTo>
                <a:lnTo>
                  <a:pt x="922324" y="10176"/>
                </a:lnTo>
                <a:lnTo>
                  <a:pt x="925999" y="10597"/>
                </a:lnTo>
                <a:lnTo>
                  <a:pt x="929673" y="11027"/>
                </a:lnTo>
                <a:lnTo>
                  <a:pt x="933348" y="11465"/>
                </a:lnTo>
                <a:lnTo>
                  <a:pt x="937022" y="11911"/>
                </a:lnTo>
                <a:lnTo>
                  <a:pt x="940697" y="12368"/>
                </a:lnTo>
                <a:lnTo>
                  <a:pt x="944372" y="12835"/>
                </a:lnTo>
                <a:lnTo>
                  <a:pt x="948046" y="13311"/>
                </a:lnTo>
                <a:lnTo>
                  <a:pt x="951721" y="13795"/>
                </a:lnTo>
                <a:lnTo>
                  <a:pt x="955395" y="14287"/>
                </a:lnTo>
                <a:lnTo>
                  <a:pt x="959070" y="14790"/>
                </a:lnTo>
                <a:lnTo>
                  <a:pt x="962745" y="15302"/>
                </a:lnTo>
                <a:lnTo>
                  <a:pt x="966419" y="15822"/>
                </a:lnTo>
                <a:lnTo>
                  <a:pt x="970094" y="16351"/>
                </a:lnTo>
                <a:lnTo>
                  <a:pt x="973768" y="16887"/>
                </a:lnTo>
                <a:lnTo>
                  <a:pt x="977443" y="17432"/>
                </a:lnTo>
                <a:lnTo>
                  <a:pt x="981118" y="17987"/>
                </a:lnTo>
                <a:lnTo>
                  <a:pt x="984792" y="18548"/>
                </a:lnTo>
                <a:lnTo>
                  <a:pt x="988467" y="19117"/>
                </a:lnTo>
                <a:lnTo>
                  <a:pt x="992141" y="19692"/>
                </a:lnTo>
                <a:lnTo>
                  <a:pt x="995816" y="20275"/>
                </a:lnTo>
                <a:lnTo>
                  <a:pt x="999491" y="20864"/>
                </a:lnTo>
                <a:lnTo>
                  <a:pt x="1003165" y="21459"/>
                </a:lnTo>
                <a:lnTo>
                  <a:pt x="1006840" y="22058"/>
                </a:lnTo>
                <a:lnTo>
                  <a:pt x="1010514" y="22661"/>
                </a:lnTo>
                <a:lnTo>
                  <a:pt x="1014189" y="23268"/>
                </a:lnTo>
                <a:lnTo>
                  <a:pt x="1017864" y="23878"/>
                </a:lnTo>
                <a:lnTo>
                  <a:pt x="1021538" y="24490"/>
                </a:lnTo>
                <a:lnTo>
                  <a:pt x="1025213" y="25104"/>
                </a:lnTo>
                <a:lnTo>
                  <a:pt x="1028887" y="25717"/>
                </a:lnTo>
                <a:lnTo>
                  <a:pt x="1032562" y="26330"/>
                </a:lnTo>
                <a:lnTo>
                  <a:pt x="1036237" y="26942"/>
                </a:lnTo>
                <a:lnTo>
                  <a:pt x="1039911" y="27552"/>
                </a:lnTo>
                <a:lnTo>
                  <a:pt x="1043586" y="28159"/>
                </a:lnTo>
                <a:lnTo>
                  <a:pt x="1047260" y="28763"/>
                </a:lnTo>
                <a:lnTo>
                  <a:pt x="1050935" y="29363"/>
                </a:lnTo>
                <a:lnTo>
                  <a:pt x="1054610" y="29958"/>
                </a:lnTo>
                <a:lnTo>
                  <a:pt x="1058284" y="30548"/>
                </a:lnTo>
                <a:lnTo>
                  <a:pt x="1061959" y="31134"/>
                </a:lnTo>
                <a:lnTo>
                  <a:pt x="1065633" y="31714"/>
                </a:lnTo>
                <a:lnTo>
                  <a:pt x="1069308" y="32289"/>
                </a:lnTo>
                <a:lnTo>
                  <a:pt x="1072983" y="32858"/>
                </a:lnTo>
                <a:lnTo>
                  <a:pt x="1076657" y="33422"/>
                </a:lnTo>
                <a:lnTo>
                  <a:pt x="1080332" y="33981"/>
                </a:lnTo>
                <a:lnTo>
                  <a:pt x="1084006" y="34536"/>
                </a:lnTo>
                <a:lnTo>
                  <a:pt x="1087681" y="35087"/>
                </a:lnTo>
                <a:lnTo>
                  <a:pt x="1091356" y="35634"/>
                </a:lnTo>
                <a:lnTo>
                  <a:pt x="1095030" y="36178"/>
                </a:lnTo>
                <a:lnTo>
                  <a:pt x="1098705" y="36720"/>
                </a:lnTo>
                <a:lnTo>
                  <a:pt x="1102379" y="37261"/>
                </a:lnTo>
                <a:lnTo>
                  <a:pt x="1106054" y="37801"/>
                </a:lnTo>
                <a:lnTo>
                  <a:pt x="1109729" y="38342"/>
                </a:lnTo>
                <a:lnTo>
                  <a:pt x="1113403" y="38884"/>
                </a:lnTo>
                <a:lnTo>
                  <a:pt x="1117078" y="39427"/>
                </a:lnTo>
                <a:lnTo>
                  <a:pt x="1120752" y="39973"/>
                </a:lnTo>
                <a:lnTo>
                  <a:pt x="1124427" y="40521"/>
                </a:lnTo>
                <a:lnTo>
                  <a:pt x="1128102" y="41074"/>
                </a:lnTo>
                <a:lnTo>
                  <a:pt x="1131776" y="41630"/>
                </a:lnTo>
                <a:lnTo>
                  <a:pt x="1135451" y="42192"/>
                </a:lnTo>
                <a:lnTo>
                  <a:pt x="1139125" y="42757"/>
                </a:lnTo>
                <a:lnTo>
                  <a:pt x="1142800" y="43327"/>
                </a:lnTo>
                <a:lnTo>
                  <a:pt x="1146475" y="43904"/>
                </a:lnTo>
                <a:lnTo>
                  <a:pt x="1150149" y="44485"/>
                </a:lnTo>
                <a:lnTo>
                  <a:pt x="1153824" y="45070"/>
                </a:lnTo>
                <a:lnTo>
                  <a:pt x="1157498" y="45660"/>
                </a:lnTo>
                <a:lnTo>
                  <a:pt x="1161173" y="46254"/>
                </a:lnTo>
                <a:lnTo>
                  <a:pt x="1164848" y="46853"/>
                </a:lnTo>
                <a:lnTo>
                  <a:pt x="1168522" y="47455"/>
                </a:lnTo>
                <a:lnTo>
                  <a:pt x="1172197" y="48059"/>
                </a:lnTo>
                <a:lnTo>
                  <a:pt x="1175871" y="48665"/>
                </a:lnTo>
                <a:lnTo>
                  <a:pt x="1179546" y="49273"/>
                </a:lnTo>
                <a:lnTo>
                  <a:pt x="1183221" y="49882"/>
                </a:lnTo>
                <a:lnTo>
                  <a:pt x="1186895" y="50491"/>
                </a:lnTo>
                <a:lnTo>
                  <a:pt x="1190570" y="51100"/>
                </a:lnTo>
                <a:lnTo>
                  <a:pt x="1194244" y="51708"/>
                </a:lnTo>
                <a:lnTo>
                  <a:pt x="1197919" y="52314"/>
                </a:lnTo>
                <a:lnTo>
                  <a:pt x="1201594" y="52918"/>
                </a:lnTo>
                <a:lnTo>
                  <a:pt x="1205268" y="53518"/>
                </a:lnTo>
                <a:lnTo>
                  <a:pt x="1208943" y="54116"/>
                </a:lnTo>
                <a:lnTo>
                  <a:pt x="1212617" y="54711"/>
                </a:lnTo>
                <a:lnTo>
                  <a:pt x="1216292" y="55302"/>
                </a:lnTo>
                <a:lnTo>
                  <a:pt x="1219967" y="55888"/>
                </a:lnTo>
                <a:lnTo>
                  <a:pt x="1223641" y="56470"/>
                </a:lnTo>
                <a:lnTo>
                  <a:pt x="1227316" y="57047"/>
                </a:lnTo>
                <a:lnTo>
                  <a:pt x="1230990" y="57619"/>
                </a:lnTo>
                <a:lnTo>
                  <a:pt x="1234665" y="58187"/>
                </a:lnTo>
                <a:lnTo>
                  <a:pt x="1238340" y="58750"/>
                </a:lnTo>
                <a:lnTo>
                  <a:pt x="1242014" y="59307"/>
                </a:lnTo>
                <a:lnTo>
                  <a:pt x="1245689" y="59858"/>
                </a:lnTo>
                <a:lnTo>
                  <a:pt x="1249363" y="60405"/>
                </a:lnTo>
                <a:lnTo>
                  <a:pt x="1253038" y="60947"/>
                </a:lnTo>
                <a:lnTo>
                  <a:pt x="1256713" y="61482"/>
                </a:lnTo>
                <a:lnTo>
                  <a:pt x="1260387" y="62010"/>
                </a:lnTo>
                <a:lnTo>
                  <a:pt x="1264062" y="62533"/>
                </a:lnTo>
                <a:lnTo>
                  <a:pt x="1267736" y="63050"/>
                </a:lnTo>
                <a:lnTo>
                  <a:pt x="1271411" y="63560"/>
                </a:lnTo>
                <a:lnTo>
                  <a:pt x="1275086" y="64062"/>
                </a:lnTo>
                <a:lnTo>
                  <a:pt x="1278760" y="64557"/>
                </a:lnTo>
                <a:lnTo>
                  <a:pt x="1282435" y="65043"/>
                </a:lnTo>
                <a:lnTo>
                  <a:pt x="1286109" y="65522"/>
                </a:lnTo>
                <a:lnTo>
                  <a:pt x="1289784" y="65993"/>
                </a:lnTo>
                <a:lnTo>
                  <a:pt x="1293459" y="66453"/>
                </a:lnTo>
                <a:lnTo>
                  <a:pt x="1297133" y="66904"/>
                </a:lnTo>
                <a:lnTo>
                  <a:pt x="1300808" y="67344"/>
                </a:lnTo>
                <a:lnTo>
                  <a:pt x="1304482" y="67775"/>
                </a:lnTo>
                <a:lnTo>
                  <a:pt x="1308157" y="68197"/>
                </a:lnTo>
                <a:lnTo>
                  <a:pt x="1311832" y="68606"/>
                </a:lnTo>
                <a:lnTo>
                  <a:pt x="1315506" y="69004"/>
                </a:lnTo>
                <a:lnTo>
                  <a:pt x="1319181" y="69392"/>
                </a:lnTo>
                <a:lnTo>
                  <a:pt x="1322855" y="69769"/>
                </a:lnTo>
                <a:lnTo>
                  <a:pt x="1326530" y="70136"/>
                </a:lnTo>
                <a:lnTo>
                  <a:pt x="1330205" y="70492"/>
                </a:lnTo>
                <a:lnTo>
                  <a:pt x="1333879" y="70836"/>
                </a:lnTo>
                <a:lnTo>
                  <a:pt x="1337554" y="71171"/>
                </a:lnTo>
                <a:lnTo>
                  <a:pt x="1341228" y="71497"/>
                </a:lnTo>
                <a:lnTo>
                  <a:pt x="1344903" y="71815"/>
                </a:lnTo>
                <a:lnTo>
                  <a:pt x="1348577" y="72124"/>
                </a:lnTo>
                <a:lnTo>
                  <a:pt x="1352252" y="72424"/>
                </a:lnTo>
                <a:lnTo>
                  <a:pt x="1355927" y="72718"/>
                </a:lnTo>
                <a:lnTo>
                  <a:pt x="1359601" y="73005"/>
                </a:lnTo>
                <a:lnTo>
                  <a:pt x="1363276" y="73288"/>
                </a:lnTo>
                <a:lnTo>
                  <a:pt x="1366950" y="73565"/>
                </a:lnTo>
                <a:lnTo>
                  <a:pt x="1370625" y="73837"/>
                </a:lnTo>
                <a:lnTo>
                  <a:pt x="1374300" y="74106"/>
                </a:lnTo>
                <a:lnTo>
                  <a:pt x="1377974" y="74373"/>
                </a:lnTo>
                <a:lnTo>
                  <a:pt x="1381649" y="74637"/>
                </a:lnTo>
                <a:lnTo>
                  <a:pt x="1385323" y="74900"/>
                </a:lnTo>
                <a:lnTo>
                  <a:pt x="1388998" y="75162"/>
                </a:lnTo>
                <a:lnTo>
                  <a:pt x="1392673" y="75423"/>
                </a:lnTo>
                <a:lnTo>
                  <a:pt x="1396347" y="75685"/>
                </a:lnTo>
                <a:lnTo>
                  <a:pt x="1400022" y="75947"/>
                </a:lnTo>
                <a:lnTo>
                  <a:pt x="1403696" y="76210"/>
                </a:lnTo>
                <a:lnTo>
                  <a:pt x="1407371" y="76475"/>
                </a:lnTo>
                <a:lnTo>
                  <a:pt x="1411046" y="76741"/>
                </a:lnTo>
                <a:lnTo>
                  <a:pt x="1414720" y="77008"/>
                </a:lnTo>
                <a:lnTo>
                  <a:pt x="1418395" y="77278"/>
                </a:lnTo>
                <a:lnTo>
                  <a:pt x="1422069" y="77549"/>
                </a:lnTo>
                <a:lnTo>
                  <a:pt x="1425744" y="77824"/>
                </a:lnTo>
                <a:lnTo>
                  <a:pt x="1429419" y="78100"/>
                </a:lnTo>
                <a:lnTo>
                  <a:pt x="1433093" y="78379"/>
                </a:lnTo>
                <a:lnTo>
                  <a:pt x="1436768" y="78661"/>
                </a:lnTo>
                <a:lnTo>
                  <a:pt x="1440442" y="78944"/>
                </a:lnTo>
                <a:lnTo>
                  <a:pt x="1444117" y="79231"/>
                </a:lnTo>
                <a:lnTo>
                  <a:pt x="1447792" y="79521"/>
                </a:lnTo>
                <a:lnTo>
                  <a:pt x="1451466" y="79812"/>
                </a:lnTo>
                <a:lnTo>
                  <a:pt x="1455141" y="80107"/>
                </a:lnTo>
                <a:lnTo>
                  <a:pt x="1458815" y="80403"/>
                </a:lnTo>
                <a:lnTo>
                  <a:pt x="1462490" y="80702"/>
                </a:lnTo>
                <a:lnTo>
                  <a:pt x="1466165" y="81004"/>
                </a:lnTo>
                <a:lnTo>
                  <a:pt x="1469839" y="81307"/>
                </a:lnTo>
                <a:lnTo>
                  <a:pt x="1473514" y="81613"/>
                </a:lnTo>
                <a:lnTo>
                  <a:pt x="1477188" y="81920"/>
                </a:lnTo>
                <a:lnTo>
                  <a:pt x="1480863" y="82229"/>
                </a:lnTo>
                <a:lnTo>
                  <a:pt x="1484538" y="82539"/>
                </a:lnTo>
                <a:lnTo>
                  <a:pt x="1488212" y="82850"/>
                </a:lnTo>
                <a:lnTo>
                  <a:pt x="1491887" y="83161"/>
                </a:lnTo>
                <a:lnTo>
                  <a:pt x="1495561" y="83473"/>
                </a:lnTo>
                <a:lnTo>
                  <a:pt x="1499236" y="83785"/>
                </a:lnTo>
                <a:lnTo>
                  <a:pt x="1502911" y="84096"/>
                </a:lnTo>
                <a:lnTo>
                  <a:pt x="1506585" y="84405"/>
                </a:lnTo>
                <a:lnTo>
                  <a:pt x="1510260" y="84713"/>
                </a:lnTo>
                <a:lnTo>
                  <a:pt x="1513934" y="85020"/>
                </a:lnTo>
                <a:lnTo>
                  <a:pt x="1517609" y="85323"/>
                </a:lnTo>
                <a:lnTo>
                  <a:pt x="1521284" y="85622"/>
                </a:lnTo>
                <a:lnTo>
                  <a:pt x="1524958" y="85918"/>
                </a:lnTo>
                <a:lnTo>
                  <a:pt x="1528633" y="86210"/>
                </a:lnTo>
                <a:lnTo>
                  <a:pt x="1532307" y="86497"/>
                </a:lnTo>
                <a:lnTo>
                  <a:pt x="1535982" y="86778"/>
                </a:lnTo>
                <a:lnTo>
                  <a:pt x="1539657" y="87053"/>
                </a:lnTo>
                <a:lnTo>
                  <a:pt x="1543331" y="87322"/>
                </a:lnTo>
                <a:lnTo>
                  <a:pt x="1547006" y="87584"/>
                </a:lnTo>
                <a:lnTo>
                  <a:pt x="1550680" y="87840"/>
                </a:lnTo>
                <a:lnTo>
                  <a:pt x="1554355" y="88087"/>
                </a:lnTo>
                <a:lnTo>
                  <a:pt x="1558030" y="88327"/>
                </a:lnTo>
                <a:lnTo>
                  <a:pt x="1561704" y="88559"/>
                </a:lnTo>
                <a:lnTo>
                  <a:pt x="1565379" y="88784"/>
                </a:lnTo>
                <a:lnTo>
                  <a:pt x="1569053" y="89002"/>
                </a:lnTo>
                <a:lnTo>
                  <a:pt x="1572728" y="89212"/>
                </a:lnTo>
                <a:lnTo>
                  <a:pt x="1576403" y="89413"/>
                </a:lnTo>
                <a:lnTo>
                  <a:pt x="1580077" y="89608"/>
                </a:lnTo>
                <a:lnTo>
                  <a:pt x="1583752" y="89796"/>
                </a:lnTo>
                <a:lnTo>
                  <a:pt x="1587426" y="89978"/>
                </a:lnTo>
                <a:lnTo>
                  <a:pt x="1591101" y="90152"/>
                </a:lnTo>
                <a:lnTo>
                  <a:pt x="1594776" y="90321"/>
                </a:lnTo>
                <a:lnTo>
                  <a:pt x="1598450" y="90484"/>
                </a:lnTo>
                <a:lnTo>
                  <a:pt x="1602125" y="90642"/>
                </a:lnTo>
                <a:lnTo>
                  <a:pt x="1605799" y="90796"/>
                </a:lnTo>
                <a:lnTo>
                  <a:pt x="1609474" y="90946"/>
                </a:lnTo>
                <a:lnTo>
                  <a:pt x="1613149" y="91091"/>
                </a:lnTo>
                <a:lnTo>
                  <a:pt x="1616823" y="91233"/>
                </a:lnTo>
                <a:lnTo>
                  <a:pt x="1620498" y="91372"/>
                </a:lnTo>
                <a:lnTo>
                  <a:pt x="1624172" y="91508"/>
                </a:lnTo>
                <a:lnTo>
                  <a:pt x="1627847" y="91642"/>
                </a:lnTo>
                <a:lnTo>
                  <a:pt x="1631522" y="91773"/>
                </a:lnTo>
                <a:lnTo>
                  <a:pt x="1635196" y="91903"/>
                </a:lnTo>
                <a:lnTo>
                  <a:pt x="1638871" y="92031"/>
                </a:lnTo>
                <a:lnTo>
                  <a:pt x="1642545" y="92157"/>
                </a:lnTo>
                <a:lnTo>
                  <a:pt x="1646220" y="92282"/>
                </a:lnTo>
                <a:lnTo>
                  <a:pt x="1649895" y="92405"/>
                </a:lnTo>
                <a:lnTo>
                  <a:pt x="1653569" y="92527"/>
                </a:lnTo>
                <a:lnTo>
                  <a:pt x="1657244" y="92648"/>
                </a:lnTo>
                <a:lnTo>
                  <a:pt x="1660918" y="92767"/>
                </a:lnTo>
                <a:lnTo>
                  <a:pt x="1664593" y="92885"/>
                </a:lnTo>
                <a:lnTo>
                  <a:pt x="1668268" y="93001"/>
                </a:lnTo>
                <a:lnTo>
                  <a:pt x="1671942" y="93115"/>
                </a:lnTo>
                <a:lnTo>
                  <a:pt x="1675617" y="93228"/>
                </a:lnTo>
                <a:lnTo>
                  <a:pt x="1679291" y="93340"/>
                </a:lnTo>
                <a:lnTo>
                  <a:pt x="1682966" y="93449"/>
                </a:lnTo>
                <a:lnTo>
                  <a:pt x="1686641" y="93556"/>
                </a:lnTo>
                <a:lnTo>
                  <a:pt x="1690315" y="93661"/>
                </a:lnTo>
                <a:lnTo>
                  <a:pt x="1693990" y="93764"/>
                </a:lnTo>
                <a:lnTo>
                  <a:pt x="1697664" y="93864"/>
                </a:lnTo>
                <a:lnTo>
                  <a:pt x="1701339" y="93962"/>
                </a:lnTo>
                <a:lnTo>
                  <a:pt x="1705014" y="94057"/>
                </a:lnTo>
                <a:lnTo>
                  <a:pt x="1708688" y="94150"/>
                </a:lnTo>
                <a:lnTo>
                  <a:pt x="1712363" y="94240"/>
                </a:lnTo>
                <a:lnTo>
                  <a:pt x="1716037" y="94327"/>
                </a:lnTo>
                <a:lnTo>
                  <a:pt x="1719712" y="94412"/>
                </a:lnTo>
                <a:lnTo>
                  <a:pt x="1723387" y="94494"/>
                </a:lnTo>
                <a:lnTo>
                  <a:pt x="1727061" y="94574"/>
                </a:lnTo>
                <a:lnTo>
                  <a:pt x="1730736" y="94651"/>
                </a:lnTo>
                <a:lnTo>
                  <a:pt x="1734410" y="94725"/>
                </a:lnTo>
                <a:lnTo>
                  <a:pt x="1738085" y="94798"/>
                </a:lnTo>
                <a:lnTo>
                  <a:pt x="1741760" y="94868"/>
                </a:lnTo>
                <a:lnTo>
                  <a:pt x="1745434" y="94936"/>
                </a:lnTo>
                <a:lnTo>
                  <a:pt x="1749109" y="95003"/>
                </a:lnTo>
                <a:lnTo>
                  <a:pt x="1752783" y="95068"/>
                </a:lnTo>
                <a:lnTo>
                  <a:pt x="1756458" y="95132"/>
                </a:lnTo>
                <a:lnTo>
                  <a:pt x="1760133" y="95195"/>
                </a:lnTo>
                <a:lnTo>
                  <a:pt x="1763807" y="95256"/>
                </a:lnTo>
                <a:lnTo>
                  <a:pt x="1767482" y="95317"/>
                </a:lnTo>
                <a:lnTo>
                  <a:pt x="1771156" y="95378"/>
                </a:lnTo>
                <a:lnTo>
                  <a:pt x="1774831" y="95439"/>
                </a:lnTo>
                <a:lnTo>
                  <a:pt x="1778506" y="95500"/>
                </a:lnTo>
                <a:lnTo>
                  <a:pt x="1782180" y="95561"/>
                </a:lnTo>
                <a:lnTo>
                  <a:pt x="1785855" y="95623"/>
                </a:lnTo>
                <a:lnTo>
                  <a:pt x="1789529" y="95685"/>
                </a:lnTo>
                <a:lnTo>
                  <a:pt x="1793204" y="95748"/>
                </a:lnTo>
                <a:lnTo>
                  <a:pt x="1796879" y="95813"/>
                </a:lnTo>
                <a:lnTo>
                  <a:pt x="1800553" y="95879"/>
                </a:lnTo>
                <a:lnTo>
                  <a:pt x="1804228" y="95946"/>
                </a:lnTo>
                <a:lnTo>
                  <a:pt x="1807902" y="96014"/>
                </a:lnTo>
                <a:lnTo>
                  <a:pt x="1811577" y="96083"/>
                </a:lnTo>
                <a:lnTo>
                  <a:pt x="1815252" y="96154"/>
                </a:lnTo>
                <a:lnTo>
                  <a:pt x="1818926" y="96227"/>
                </a:lnTo>
                <a:lnTo>
                  <a:pt x="1822601" y="96301"/>
                </a:lnTo>
                <a:lnTo>
                  <a:pt x="1826275" y="96375"/>
                </a:lnTo>
                <a:lnTo>
                  <a:pt x="1829950" y="96451"/>
                </a:lnTo>
                <a:lnTo>
                  <a:pt x="1833625" y="96528"/>
                </a:lnTo>
                <a:lnTo>
                  <a:pt x="1837299" y="96606"/>
                </a:lnTo>
                <a:lnTo>
                  <a:pt x="1840974" y="96684"/>
                </a:lnTo>
                <a:lnTo>
                  <a:pt x="1844648" y="96763"/>
                </a:lnTo>
                <a:lnTo>
                  <a:pt x="1848323" y="96841"/>
                </a:lnTo>
                <a:lnTo>
                  <a:pt x="1851998" y="96920"/>
                </a:lnTo>
                <a:lnTo>
                  <a:pt x="1855672" y="96998"/>
                </a:lnTo>
                <a:lnTo>
                  <a:pt x="1859347" y="97075"/>
                </a:lnTo>
                <a:lnTo>
                  <a:pt x="1863021" y="97152"/>
                </a:lnTo>
                <a:lnTo>
                  <a:pt x="1866696" y="97228"/>
                </a:lnTo>
                <a:lnTo>
                  <a:pt x="1870371" y="97302"/>
                </a:lnTo>
                <a:lnTo>
                  <a:pt x="1874045" y="97375"/>
                </a:lnTo>
                <a:lnTo>
                  <a:pt x="1877720" y="97446"/>
                </a:lnTo>
                <a:lnTo>
                  <a:pt x="1877720" y="98525"/>
                </a:lnTo>
                <a:lnTo>
                  <a:pt x="1874045" y="98525"/>
                </a:lnTo>
                <a:lnTo>
                  <a:pt x="1870371" y="98525"/>
                </a:lnTo>
                <a:lnTo>
                  <a:pt x="1866696" y="98525"/>
                </a:lnTo>
                <a:lnTo>
                  <a:pt x="1863021" y="98525"/>
                </a:lnTo>
                <a:lnTo>
                  <a:pt x="1859347" y="98525"/>
                </a:lnTo>
                <a:lnTo>
                  <a:pt x="1855672" y="98525"/>
                </a:lnTo>
                <a:lnTo>
                  <a:pt x="1851998" y="98525"/>
                </a:lnTo>
                <a:lnTo>
                  <a:pt x="1848323" y="98525"/>
                </a:lnTo>
                <a:lnTo>
                  <a:pt x="1844648" y="98525"/>
                </a:lnTo>
                <a:lnTo>
                  <a:pt x="1840974" y="98525"/>
                </a:lnTo>
                <a:lnTo>
                  <a:pt x="1837299" y="98525"/>
                </a:lnTo>
                <a:lnTo>
                  <a:pt x="1833625" y="98525"/>
                </a:lnTo>
                <a:lnTo>
                  <a:pt x="1829950" y="98525"/>
                </a:lnTo>
                <a:lnTo>
                  <a:pt x="1826275" y="98525"/>
                </a:lnTo>
                <a:lnTo>
                  <a:pt x="1822601" y="98525"/>
                </a:lnTo>
                <a:lnTo>
                  <a:pt x="1818926" y="98525"/>
                </a:lnTo>
                <a:lnTo>
                  <a:pt x="1815252" y="98525"/>
                </a:lnTo>
                <a:lnTo>
                  <a:pt x="1811577" y="98525"/>
                </a:lnTo>
                <a:lnTo>
                  <a:pt x="1807902" y="98525"/>
                </a:lnTo>
                <a:lnTo>
                  <a:pt x="1804228" y="98525"/>
                </a:lnTo>
                <a:lnTo>
                  <a:pt x="1800553" y="98525"/>
                </a:lnTo>
                <a:lnTo>
                  <a:pt x="1796879" y="98525"/>
                </a:lnTo>
                <a:lnTo>
                  <a:pt x="1793204" y="98525"/>
                </a:lnTo>
                <a:lnTo>
                  <a:pt x="1789529" y="98525"/>
                </a:lnTo>
                <a:lnTo>
                  <a:pt x="1785855" y="98525"/>
                </a:lnTo>
                <a:lnTo>
                  <a:pt x="1782180" y="98525"/>
                </a:lnTo>
                <a:lnTo>
                  <a:pt x="1778506" y="98525"/>
                </a:lnTo>
                <a:lnTo>
                  <a:pt x="1774831" y="98525"/>
                </a:lnTo>
                <a:lnTo>
                  <a:pt x="1771156" y="98525"/>
                </a:lnTo>
                <a:lnTo>
                  <a:pt x="1767482" y="98525"/>
                </a:lnTo>
                <a:lnTo>
                  <a:pt x="1763807" y="98525"/>
                </a:lnTo>
                <a:lnTo>
                  <a:pt x="1760133" y="98525"/>
                </a:lnTo>
                <a:lnTo>
                  <a:pt x="1756458" y="98525"/>
                </a:lnTo>
                <a:lnTo>
                  <a:pt x="1752783" y="98525"/>
                </a:lnTo>
                <a:lnTo>
                  <a:pt x="1749109" y="98525"/>
                </a:lnTo>
                <a:lnTo>
                  <a:pt x="1745434" y="98525"/>
                </a:lnTo>
                <a:lnTo>
                  <a:pt x="1741760" y="98525"/>
                </a:lnTo>
                <a:lnTo>
                  <a:pt x="1738085" y="98525"/>
                </a:lnTo>
                <a:lnTo>
                  <a:pt x="1734410" y="98525"/>
                </a:lnTo>
                <a:lnTo>
                  <a:pt x="1730736" y="98525"/>
                </a:lnTo>
                <a:lnTo>
                  <a:pt x="1727061" y="98525"/>
                </a:lnTo>
                <a:lnTo>
                  <a:pt x="1723387" y="98525"/>
                </a:lnTo>
                <a:lnTo>
                  <a:pt x="1719712" y="98525"/>
                </a:lnTo>
                <a:lnTo>
                  <a:pt x="1716037" y="98525"/>
                </a:lnTo>
                <a:lnTo>
                  <a:pt x="1712363" y="98525"/>
                </a:lnTo>
                <a:lnTo>
                  <a:pt x="1708688" y="98525"/>
                </a:lnTo>
                <a:lnTo>
                  <a:pt x="1705014" y="98525"/>
                </a:lnTo>
                <a:lnTo>
                  <a:pt x="1701339" y="98525"/>
                </a:lnTo>
                <a:lnTo>
                  <a:pt x="1697664" y="98525"/>
                </a:lnTo>
                <a:lnTo>
                  <a:pt x="1693990" y="98525"/>
                </a:lnTo>
                <a:lnTo>
                  <a:pt x="1690315" y="98525"/>
                </a:lnTo>
                <a:lnTo>
                  <a:pt x="1686641" y="98525"/>
                </a:lnTo>
                <a:lnTo>
                  <a:pt x="1682966" y="98525"/>
                </a:lnTo>
                <a:lnTo>
                  <a:pt x="1679291" y="98525"/>
                </a:lnTo>
                <a:lnTo>
                  <a:pt x="1675617" y="98525"/>
                </a:lnTo>
                <a:lnTo>
                  <a:pt x="1671942" y="98525"/>
                </a:lnTo>
                <a:lnTo>
                  <a:pt x="1668268" y="98525"/>
                </a:lnTo>
                <a:lnTo>
                  <a:pt x="1664593" y="98525"/>
                </a:lnTo>
                <a:lnTo>
                  <a:pt x="1660918" y="98525"/>
                </a:lnTo>
                <a:lnTo>
                  <a:pt x="1657244" y="98525"/>
                </a:lnTo>
                <a:lnTo>
                  <a:pt x="1653569" y="98525"/>
                </a:lnTo>
                <a:lnTo>
                  <a:pt x="1649895" y="98525"/>
                </a:lnTo>
                <a:lnTo>
                  <a:pt x="1646220" y="98525"/>
                </a:lnTo>
                <a:lnTo>
                  <a:pt x="1642545" y="98525"/>
                </a:lnTo>
                <a:lnTo>
                  <a:pt x="1638871" y="98525"/>
                </a:lnTo>
                <a:lnTo>
                  <a:pt x="1635196" y="98525"/>
                </a:lnTo>
                <a:lnTo>
                  <a:pt x="1631522" y="98525"/>
                </a:lnTo>
                <a:lnTo>
                  <a:pt x="1627847" y="98525"/>
                </a:lnTo>
                <a:lnTo>
                  <a:pt x="1624172" y="98525"/>
                </a:lnTo>
                <a:lnTo>
                  <a:pt x="1620498" y="98525"/>
                </a:lnTo>
                <a:lnTo>
                  <a:pt x="1616823" y="98525"/>
                </a:lnTo>
                <a:lnTo>
                  <a:pt x="1613149" y="98525"/>
                </a:lnTo>
                <a:lnTo>
                  <a:pt x="1609474" y="98525"/>
                </a:lnTo>
                <a:lnTo>
                  <a:pt x="1605799" y="98525"/>
                </a:lnTo>
                <a:lnTo>
                  <a:pt x="1602125" y="98525"/>
                </a:lnTo>
                <a:lnTo>
                  <a:pt x="1598450" y="98525"/>
                </a:lnTo>
                <a:lnTo>
                  <a:pt x="1594776" y="98525"/>
                </a:lnTo>
                <a:lnTo>
                  <a:pt x="1591101" y="98525"/>
                </a:lnTo>
                <a:lnTo>
                  <a:pt x="1587426" y="98525"/>
                </a:lnTo>
                <a:lnTo>
                  <a:pt x="1583752" y="98525"/>
                </a:lnTo>
                <a:lnTo>
                  <a:pt x="1580077" y="98525"/>
                </a:lnTo>
                <a:lnTo>
                  <a:pt x="1576403" y="98525"/>
                </a:lnTo>
                <a:lnTo>
                  <a:pt x="1572728" y="98525"/>
                </a:lnTo>
                <a:lnTo>
                  <a:pt x="1569053" y="98525"/>
                </a:lnTo>
                <a:lnTo>
                  <a:pt x="1565379" y="98525"/>
                </a:lnTo>
                <a:lnTo>
                  <a:pt x="1561704" y="98525"/>
                </a:lnTo>
                <a:lnTo>
                  <a:pt x="1558030" y="98525"/>
                </a:lnTo>
                <a:lnTo>
                  <a:pt x="1554355" y="98525"/>
                </a:lnTo>
                <a:lnTo>
                  <a:pt x="1550680" y="98525"/>
                </a:lnTo>
                <a:lnTo>
                  <a:pt x="1547006" y="98525"/>
                </a:lnTo>
                <a:lnTo>
                  <a:pt x="1543331" y="98525"/>
                </a:lnTo>
                <a:lnTo>
                  <a:pt x="1539657" y="98525"/>
                </a:lnTo>
                <a:lnTo>
                  <a:pt x="1535982" y="98525"/>
                </a:lnTo>
                <a:lnTo>
                  <a:pt x="1532307" y="98525"/>
                </a:lnTo>
                <a:lnTo>
                  <a:pt x="1528633" y="98525"/>
                </a:lnTo>
                <a:lnTo>
                  <a:pt x="1524958" y="98525"/>
                </a:lnTo>
                <a:lnTo>
                  <a:pt x="1521284" y="98525"/>
                </a:lnTo>
                <a:lnTo>
                  <a:pt x="1517609" y="98525"/>
                </a:lnTo>
                <a:lnTo>
                  <a:pt x="1513934" y="98525"/>
                </a:lnTo>
                <a:lnTo>
                  <a:pt x="1510260" y="98525"/>
                </a:lnTo>
                <a:lnTo>
                  <a:pt x="1506585" y="98525"/>
                </a:lnTo>
                <a:lnTo>
                  <a:pt x="1502911" y="98525"/>
                </a:lnTo>
                <a:lnTo>
                  <a:pt x="1499236" y="98525"/>
                </a:lnTo>
                <a:lnTo>
                  <a:pt x="1495561" y="98525"/>
                </a:lnTo>
                <a:lnTo>
                  <a:pt x="1491887" y="98525"/>
                </a:lnTo>
                <a:lnTo>
                  <a:pt x="1488212" y="98525"/>
                </a:lnTo>
                <a:lnTo>
                  <a:pt x="1484538" y="98525"/>
                </a:lnTo>
                <a:lnTo>
                  <a:pt x="1480863" y="98525"/>
                </a:lnTo>
                <a:lnTo>
                  <a:pt x="1477188" y="98525"/>
                </a:lnTo>
                <a:lnTo>
                  <a:pt x="1473514" y="98525"/>
                </a:lnTo>
                <a:lnTo>
                  <a:pt x="1469839" y="98525"/>
                </a:lnTo>
                <a:lnTo>
                  <a:pt x="1466165" y="98525"/>
                </a:lnTo>
                <a:lnTo>
                  <a:pt x="1462490" y="98525"/>
                </a:lnTo>
                <a:lnTo>
                  <a:pt x="1458815" y="98525"/>
                </a:lnTo>
                <a:lnTo>
                  <a:pt x="1455141" y="98525"/>
                </a:lnTo>
                <a:lnTo>
                  <a:pt x="1451466" y="98525"/>
                </a:lnTo>
                <a:lnTo>
                  <a:pt x="1447792" y="98525"/>
                </a:lnTo>
                <a:lnTo>
                  <a:pt x="1444117" y="98525"/>
                </a:lnTo>
                <a:lnTo>
                  <a:pt x="1440442" y="98525"/>
                </a:lnTo>
                <a:lnTo>
                  <a:pt x="1436768" y="98525"/>
                </a:lnTo>
                <a:lnTo>
                  <a:pt x="1433093" y="98525"/>
                </a:lnTo>
                <a:lnTo>
                  <a:pt x="1429419" y="98525"/>
                </a:lnTo>
                <a:lnTo>
                  <a:pt x="1425744" y="98525"/>
                </a:lnTo>
                <a:lnTo>
                  <a:pt x="1422069" y="98525"/>
                </a:lnTo>
                <a:lnTo>
                  <a:pt x="1418395" y="98525"/>
                </a:lnTo>
                <a:lnTo>
                  <a:pt x="1414720" y="98525"/>
                </a:lnTo>
                <a:lnTo>
                  <a:pt x="1411046" y="98525"/>
                </a:lnTo>
                <a:lnTo>
                  <a:pt x="1407371" y="98525"/>
                </a:lnTo>
                <a:lnTo>
                  <a:pt x="1403696" y="98525"/>
                </a:lnTo>
                <a:lnTo>
                  <a:pt x="1400022" y="98525"/>
                </a:lnTo>
                <a:lnTo>
                  <a:pt x="1396347" y="98525"/>
                </a:lnTo>
                <a:lnTo>
                  <a:pt x="1392673" y="98525"/>
                </a:lnTo>
                <a:lnTo>
                  <a:pt x="1388998" y="98525"/>
                </a:lnTo>
                <a:lnTo>
                  <a:pt x="1385323" y="98525"/>
                </a:lnTo>
                <a:lnTo>
                  <a:pt x="1381649" y="98525"/>
                </a:lnTo>
                <a:lnTo>
                  <a:pt x="1377974" y="98525"/>
                </a:lnTo>
                <a:lnTo>
                  <a:pt x="1374300" y="98525"/>
                </a:lnTo>
                <a:lnTo>
                  <a:pt x="1370625" y="98525"/>
                </a:lnTo>
                <a:lnTo>
                  <a:pt x="1366950" y="98525"/>
                </a:lnTo>
                <a:lnTo>
                  <a:pt x="1363276" y="98525"/>
                </a:lnTo>
                <a:lnTo>
                  <a:pt x="1359601" y="98525"/>
                </a:lnTo>
                <a:lnTo>
                  <a:pt x="1355927" y="98525"/>
                </a:lnTo>
                <a:lnTo>
                  <a:pt x="1352252" y="98525"/>
                </a:lnTo>
                <a:lnTo>
                  <a:pt x="1348577" y="98525"/>
                </a:lnTo>
                <a:lnTo>
                  <a:pt x="1344903" y="98525"/>
                </a:lnTo>
                <a:lnTo>
                  <a:pt x="1341228" y="98525"/>
                </a:lnTo>
                <a:lnTo>
                  <a:pt x="1337554" y="98525"/>
                </a:lnTo>
                <a:lnTo>
                  <a:pt x="1333879" y="98525"/>
                </a:lnTo>
                <a:lnTo>
                  <a:pt x="1330205" y="98525"/>
                </a:lnTo>
                <a:lnTo>
                  <a:pt x="1326530" y="98525"/>
                </a:lnTo>
                <a:lnTo>
                  <a:pt x="1322855" y="98525"/>
                </a:lnTo>
                <a:lnTo>
                  <a:pt x="1319181" y="98525"/>
                </a:lnTo>
                <a:lnTo>
                  <a:pt x="1315506" y="98525"/>
                </a:lnTo>
                <a:lnTo>
                  <a:pt x="1311832" y="98525"/>
                </a:lnTo>
                <a:lnTo>
                  <a:pt x="1308157" y="98525"/>
                </a:lnTo>
                <a:lnTo>
                  <a:pt x="1304482" y="98525"/>
                </a:lnTo>
                <a:lnTo>
                  <a:pt x="1300808" y="98525"/>
                </a:lnTo>
                <a:lnTo>
                  <a:pt x="1297133" y="98525"/>
                </a:lnTo>
                <a:lnTo>
                  <a:pt x="1293459" y="98525"/>
                </a:lnTo>
                <a:lnTo>
                  <a:pt x="1289784" y="98525"/>
                </a:lnTo>
                <a:lnTo>
                  <a:pt x="1286109" y="98525"/>
                </a:lnTo>
                <a:lnTo>
                  <a:pt x="1282435" y="98525"/>
                </a:lnTo>
                <a:lnTo>
                  <a:pt x="1278760" y="98525"/>
                </a:lnTo>
                <a:lnTo>
                  <a:pt x="1275086" y="98525"/>
                </a:lnTo>
                <a:lnTo>
                  <a:pt x="1271411" y="98525"/>
                </a:lnTo>
                <a:lnTo>
                  <a:pt x="1267736" y="98525"/>
                </a:lnTo>
                <a:lnTo>
                  <a:pt x="1264062" y="98525"/>
                </a:lnTo>
                <a:lnTo>
                  <a:pt x="1260387" y="98525"/>
                </a:lnTo>
                <a:lnTo>
                  <a:pt x="1256713" y="98525"/>
                </a:lnTo>
                <a:lnTo>
                  <a:pt x="1253038" y="98525"/>
                </a:lnTo>
                <a:lnTo>
                  <a:pt x="1249363" y="98525"/>
                </a:lnTo>
                <a:lnTo>
                  <a:pt x="1245689" y="98525"/>
                </a:lnTo>
                <a:lnTo>
                  <a:pt x="1242014" y="98525"/>
                </a:lnTo>
                <a:lnTo>
                  <a:pt x="1238340" y="98525"/>
                </a:lnTo>
                <a:lnTo>
                  <a:pt x="1234665" y="98525"/>
                </a:lnTo>
                <a:lnTo>
                  <a:pt x="1230990" y="98525"/>
                </a:lnTo>
                <a:lnTo>
                  <a:pt x="1227316" y="98525"/>
                </a:lnTo>
                <a:lnTo>
                  <a:pt x="1223641" y="98525"/>
                </a:lnTo>
                <a:lnTo>
                  <a:pt x="1219967" y="98525"/>
                </a:lnTo>
                <a:lnTo>
                  <a:pt x="1216292" y="98525"/>
                </a:lnTo>
                <a:lnTo>
                  <a:pt x="1212617" y="98525"/>
                </a:lnTo>
                <a:lnTo>
                  <a:pt x="1208943" y="98525"/>
                </a:lnTo>
                <a:lnTo>
                  <a:pt x="1205268" y="98525"/>
                </a:lnTo>
                <a:lnTo>
                  <a:pt x="1201594" y="98525"/>
                </a:lnTo>
                <a:lnTo>
                  <a:pt x="1197919" y="98525"/>
                </a:lnTo>
                <a:lnTo>
                  <a:pt x="1194244" y="98525"/>
                </a:lnTo>
                <a:lnTo>
                  <a:pt x="1190570" y="98525"/>
                </a:lnTo>
                <a:lnTo>
                  <a:pt x="1186895" y="98525"/>
                </a:lnTo>
                <a:lnTo>
                  <a:pt x="1183221" y="98525"/>
                </a:lnTo>
                <a:lnTo>
                  <a:pt x="1179546" y="98525"/>
                </a:lnTo>
                <a:lnTo>
                  <a:pt x="1175871" y="98525"/>
                </a:lnTo>
                <a:lnTo>
                  <a:pt x="1172197" y="98525"/>
                </a:lnTo>
                <a:lnTo>
                  <a:pt x="1168522" y="98525"/>
                </a:lnTo>
                <a:lnTo>
                  <a:pt x="1164848" y="98525"/>
                </a:lnTo>
                <a:lnTo>
                  <a:pt x="1161173" y="98525"/>
                </a:lnTo>
                <a:lnTo>
                  <a:pt x="1157498" y="98525"/>
                </a:lnTo>
                <a:lnTo>
                  <a:pt x="1153824" y="98525"/>
                </a:lnTo>
                <a:lnTo>
                  <a:pt x="1150149" y="98525"/>
                </a:lnTo>
                <a:lnTo>
                  <a:pt x="1146475" y="98525"/>
                </a:lnTo>
                <a:lnTo>
                  <a:pt x="1142800" y="98525"/>
                </a:lnTo>
                <a:lnTo>
                  <a:pt x="1139125" y="98525"/>
                </a:lnTo>
                <a:lnTo>
                  <a:pt x="1135451" y="98525"/>
                </a:lnTo>
                <a:lnTo>
                  <a:pt x="1131776" y="98525"/>
                </a:lnTo>
                <a:lnTo>
                  <a:pt x="1128102" y="98525"/>
                </a:lnTo>
                <a:lnTo>
                  <a:pt x="1124427" y="98525"/>
                </a:lnTo>
                <a:lnTo>
                  <a:pt x="1120752" y="98525"/>
                </a:lnTo>
                <a:lnTo>
                  <a:pt x="1117078" y="98525"/>
                </a:lnTo>
                <a:lnTo>
                  <a:pt x="1113403" y="98525"/>
                </a:lnTo>
                <a:lnTo>
                  <a:pt x="1109729" y="98525"/>
                </a:lnTo>
                <a:lnTo>
                  <a:pt x="1106054" y="98525"/>
                </a:lnTo>
                <a:lnTo>
                  <a:pt x="1102379" y="98525"/>
                </a:lnTo>
                <a:lnTo>
                  <a:pt x="1098705" y="98525"/>
                </a:lnTo>
                <a:lnTo>
                  <a:pt x="1095030" y="98525"/>
                </a:lnTo>
                <a:lnTo>
                  <a:pt x="1091356" y="98525"/>
                </a:lnTo>
                <a:lnTo>
                  <a:pt x="1087681" y="98525"/>
                </a:lnTo>
                <a:lnTo>
                  <a:pt x="1084006" y="98525"/>
                </a:lnTo>
                <a:lnTo>
                  <a:pt x="1080332" y="98525"/>
                </a:lnTo>
                <a:lnTo>
                  <a:pt x="1076657" y="98525"/>
                </a:lnTo>
                <a:lnTo>
                  <a:pt x="1072983" y="98525"/>
                </a:lnTo>
                <a:lnTo>
                  <a:pt x="1069308" y="98525"/>
                </a:lnTo>
                <a:lnTo>
                  <a:pt x="1065633" y="98525"/>
                </a:lnTo>
                <a:lnTo>
                  <a:pt x="1061959" y="98525"/>
                </a:lnTo>
                <a:lnTo>
                  <a:pt x="1058284" y="98525"/>
                </a:lnTo>
                <a:lnTo>
                  <a:pt x="1054610" y="98525"/>
                </a:lnTo>
                <a:lnTo>
                  <a:pt x="1050935" y="98525"/>
                </a:lnTo>
                <a:lnTo>
                  <a:pt x="1047260" y="98525"/>
                </a:lnTo>
                <a:lnTo>
                  <a:pt x="1043586" y="98525"/>
                </a:lnTo>
                <a:lnTo>
                  <a:pt x="1039911" y="98525"/>
                </a:lnTo>
                <a:lnTo>
                  <a:pt x="1036237" y="98525"/>
                </a:lnTo>
                <a:lnTo>
                  <a:pt x="1032562" y="98525"/>
                </a:lnTo>
                <a:lnTo>
                  <a:pt x="1028887" y="98525"/>
                </a:lnTo>
                <a:lnTo>
                  <a:pt x="1025213" y="98525"/>
                </a:lnTo>
                <a:lnTo>
                  <a:pt x="1021538" y="98525"/>
                </a:lnTo>
                <a:lnTo>
                  <a:pt x="1017864" y="98525"/>
                </a:lnTo>
                <a:lnTo>
                  <a:pt x="1014189" y="98525"/>
                </a:lnTo>
                <a:lnTo>
                  <a:pt x="1010514" y="98525"/>
                </a:lnTo>
                <a:lnTo>
                  <a:pt x="1006840" y="98525"/>
                </a:lnTo>
                <a:lnTo>
                  <a:pt x="1003165" y="98525"/>
                </a:lnTo>
                <a:lnTo>
                  <a:pt x="999491" y="98525"/>
                </a:lnTo>
                <a:lnTo>
                  <a:pt x="995816" y="98525"/>
                </a:lnTo>
                <a:lnTo>
                  <a:pt x="992141" y="98525"/>
                </a:lnTo>
                <a:lnTo>
                  <a:pt x="988467" y="98525"/>
                </a:lnTo>
                <a:lnTo>
                  <a:pt x="984792" y="98525"/>
                </a:lnTo>
                <a:lnTo>
                  <a:pt x="981118" y="98525"/>
                </a:lnTo>
                <a:lnTo>
                  <a:pt x="977443" y="98525"/>
                </a:lnTo>
                <a:lnTo>
                  <a:pt x="973768" y="98525"/>
                </a:lnTo>
                <a:lnTo>
                  <a:pt x="970094" y="98525"/>
                </a:lnTo>
                <a:lnTo>
                  <a:pt x="966419" y="98525"/>
                </a:lnTo>
                <a:lnTo>
                  <a:pt x="962745" y="98525"/>
                </a:lnTo>
                <a:lnTo>
                  <a:pt x="959070" y="98525"/>
                </a:lnTo>
                <a:lnTo>
                  <a:pt x="955395" y="98525"/>
                </a:lnTo>
                <a:lnTo>
                  <a:pt x="951721" y="98525"/>
                </a:lnTo>
                <a:lnTo>
                  <a:pt x="948046" y="98525"/>
                </a:lnTo>
                <a:lnTo>
                  <a:pt x="944372" y="98525"/>
                </a:lnTo>
                <a:lnTo>
                  <a:pt x="940697" y="98525"/>
                </a:lnTo>
                <a:lnTo>
                  <a:pt x="937022" y="98525"/>
                </a:lnTo>
                <a:lnTo>
                  <a:pt x="933348" y="98525"/>
                </a:lnTo>
                <a:lnTo>
                  <a:pt x="929673" y="98525"/>
                </a:lnTo>
                <a:lnTo>
                  <a:pt x="925999" y="98525"/>
                </a:lnTo>
                <a:lnTo>
                  <a:pt x="922324" y="98525"/>
                </a:lnTo>
                <a:lnTo>
                  <a:pt x="918649" y="98525"/>
                </a:lnTo>
                <a:lnTo>
                  <a:pt x="914975" y="98525"/>
                </a:lnTo>
                <a:lnTo>
                  <a:pt x="911300" y="98525"/>
                </a:lnTo>
                <a:lnTo>
                  <a:pt x="907626" y="98525"/>
                </a:lnTo>
                <a:lnTo>
                  <a:pt x="903951" y="98525"/>
                </a:lnTo>
                <a:lnTo>
                  <a:pt x="900276" y="98525"/>
                </a:lnTo>
                <a:lnTo>
                  <a:pt x="896602" y="98525"/>
                </a:lnTo>
                <a:lnTo>
                  <a:pt x="892927" y="98525"/>
                </a:lnTo>
                <a:lnTo>
                  <a:pt x="889253" y="98525"/>
                </a:lnTo>
                <a:lnTo>
                  <a:pt x="885578" y="98525"/>
                </a:lnTo>
                <a:lnTo>
                  <a:pt x="881903" y="98525"/>
                </a:lnTo>
                <a:lnTo>
                  <a:pt x="878229" y="98525"/>
                </a:lnTo>
                <a:lnTo>
                  <a:pt x="874554" y="98525"/>
                </a:lnTo>
                <a:lnTo>
                  <a:pt x="870880" y="98525"/>
                </a:lnTo>
                <a:lnTo>
                  <a:pt x="867205" y="98525"/>
                </a:lnTo>
                <a:lnTo>
                  <a:pt x="863530" y="98525"/>
                </a:lnTo>
                <a:lnTo>
                  <a:pt x="859856" y="98525"/>
                </a:lnTo>
                <a:lnTo>
                  <a:pt x="856181" y="98525"/>
                </a:lnTo>
                <a:lnTo>
                  <a:pt x="852507" y="98525"/>
                </a:lnTo>
                <a:lnTo>
                  <a:pt x="848832" y="98525"/>
                </a:lnTo>
                <a:lnTo>
                  <a:pt x="845157" y="98525"/>
                </a:lnTo>
                <a:lnTo>
                  <a:pt x="841483" y="98525"/>
                </a:lnTo>
                <a:lnTo>
                  <a:pt x="837808" y="98525"/>
                </a:lnTo>
                <a:lnTo>
                  <a:pt x="834134" y="98525"/>
                </a:lnTo>
                <a:lnTo>
                  <a:pt x="830459" y="98525"/>
                </a:lnTo>
                <a:lnTo>
                  <a:pt x="826784" y="98525"/>
                </a:lnTo>
                <a:lnTo>
                  <a:pt x="823110" y="98525"/>
                </a:lnTo>
                <a:lnTo>
                  <a:pt x="819435" y="98525"/>
                </a:lnTo>
                <a:lnTo>
                  <a:pt x="815761" y="98525"/>
                </a:lnTo>
                <a:lnTo>
                  <a:pt x="812086" y="98525"/>
                </a:lnTo>
                <a:lnTo>
                  <a:pt x="808411" y="98525"/>
                </a:lnTo>
                <a:lnTo>
                  <a:pt x="804737" y="98525"/>
                </a:lnTo>
                <a:lnTo>
                  <a:pt x="801062" y="98525"/>
                </a:lnTo>
                <a:lnTo>
                  <a:pt x="797388" y="98525"/>
                </a:lnTo>
                <a:lnTo>
                  <a:pt x="793713" y="98525"/>
                </a:lnTo>
                <a:lnTo>
                  <a:pt x="790038" y="98525"/>
                </a:lnTo>
                <a:lnTo>
                  <a:pt x="786364" y="98525"/>
                </a:lnTo>
                <a:lnTo>
                  <a:pt x="782689" y="98525"/>
                </a:lnTo>
                <a:lnTo>
                  <a:pt x="779015" y="98525"/>
                </a:lnTo>
                <a:lnTo>
                  <a:pt x="775340" y="98525"/>
                </a:lnTo>
                <a:lnTo>
                  <a:pt x="771665" y="98525"/>
                </a:lnTo>
                <a:lnTo>
                  <a:pt x="767991" y="98525"/>
                </a:lnTo>
                <a:lnTo>
                  <a:pt x="764316" y="98525"/>
                </a:lnTo>
                <a:lnTo>
                  <a:pt x="760642" y="98525"/>
                </a:lnTo>
                <a:lnTo>
                  <a:pt x="756967" y="98525"/>
                </a:lnTo>
                <a:lnTo>
                  <a:pt x="753292" y="98525"/>
                </a:lnTo>
                <a:lnTo>
                  <a:pt x="749618" y="98525"/>
                </a:lnTo>
                <a:lnTo>
                  <a:pt x="745943" y="98525"/>
                </a:lnTo>
                <a:lnTo>
                  <a:pt x="742269" y="98525"/>
                </a:lnTo>
                <a:lnTo>
                  <a:pt x="738594" y="98525"/>
                </a:lnTo>
                <a:lnTo>
                  <a:pt x="734919" y="98525"/>
                </a:lnTo>
                <a:lnTo>
                  <a:pt x="731245" y="98525"/>
                </a:lnTo>
                <a:lnTo>
                  <a:pt x="727570" y="98525"/>
                </a:lnTo>
                <a:lnTo>
                  <a:pt x="723896" y="98525"/>
                </a:lnTo>
                <a:lnTo>
                  <a:pt x="720221" y="98525"/>
                </a:lnTo>
                <a:lnTo>
                  <a:pt x="716546" y="98525"/>
                </a:lnTo>
                <a:lnTo>
                  <a:pt x="712872" y="98525"/>
                </a:lnTo>
                <a:lnTo>
                  <a:pt x="709197" y="98525"/>
                </a:lnTo>
                <a:lnTo>
                  <a:pt x="705523" y="98525"/>
                </a:lnTo>
                <a:lnTo>
                  <a:pt x="701848" y="98525"/>
                </a:lnTo>
                <a:lnTo>
                  <a:pt x="698173" y="98525"/>
                </a:lnTo>
                <a:lnTo>
                  <a:pt x="694499" y="98525"/>
                </a:lnTo>
                <a:lnTo>
                  <a:pt x="690824" y="98525"/>
                </a:lnTo>
                <a:lnTo>
                  <a:pt x="687150" y="98525"/>
                </a:lnTo>
                <a:lnTo>
                  <a:pt x="683475" y="98525"/>
                </a:lnTo>
                <a:lnTo>
                  <a:pt x="679800" y="98525"/>
                </a:lnTo>
                <a:lnTo>
                  <a:pt x="676126" y="98525"/>
                </a:lnTo>
                <a:lnTo>
                  <a:pt x="672451" y="98525"/>
                </a:lnTo>
                <a:lnTo>
                  <a:pt x="668777" y="98525"/>
                </a:lnTo>
                <a:lnTo>
                  <a:pt x="665102" y="98525"/>
                </a:lnTo>
                <a:lnTo>
                  <a:pt x="661427" y="98525"/>
                </a:lnTo>
                <a:lnTo>
                  <a:pt x="657753" y="98525"/>
                </a:lnTo>
                <a:lnTo>
                  <a:pt x="654078" y="98525"/>
                </a:lnTo>
                <a:lnTo>
                  <a:pt x="650404" y="98525"/>
                </a:lnTo>
                <a:lnTo>
                  <a:pt x="646729" y="98525"/>
                </a:lnTo>
                <a:lnTo>
                  <a:pt x="643054" y="98525"/>
                </a:lnTo>
                <a:lnTo>
                  <a:pt x="639380" y="98525"/>
                </a:lnTo>
                <a:lnTo>
                  <a:pt x="635705" y="98525"/>
                </a:lnTo>
                <a:lnTo>
                  <a:pt x="632031" y="98525"/>
                </a:lnTo>
                <a:lnTo>
                  <a:pt x="628356" y="98525"/>
                </a:lnTo>
                <a:lnTo>
                  <a:pt x="624681" y="98525"/>
                </a:lnTo>
                <a:lnTo>
                  <a:pt x="621007" y="98525"/>
                </a:lnTo>
                <a:lnTo>
                  <a:pt x="617332" y="98525"/>
                </a:lnTo>
                <a:lnTo>
                  <a:pt x="613658" y="98525"/>
                </a:lnTo>
                <a:lnTo>
                  <a:pt x="609983" y="98525"/>
                </a:lnTo>
                <a:lnTo>
                  <a:pt x="606308" y="98525"/>
                </a:lnTo>
                <a:lnTo>
                  <a:pt x="602634" y="98525"/>
                </a:lnTo>
                <a:lnTo>
                  <a:pt x="598959" y="98525"/>
                </a:lnTo>
                <a:lnTo>
                  <a:pt x="595285" y="98525"/>
                </a:lnTo>
                <a:lnTo>
                  <a:pt x="591610" y="98525"/>
                </a:lnTo>
                <a:lnTo>
                  <a:pt x="587935" y="98525"/>
                </a:lnTo>
                <a:lnTo>
                  <a:pt x="584261" y="98525"/>
                </a:lnTo>
                <a:lnTo>
                  <a:pt x="580586" y="98525"/>
                </a:lnTo>
                <a:lnTo>
                  <a:pt x="576912" y="98525"/>
                </a:lnTo>
                <a:lnTo>
                  <a:pt x="573237" y="98525"/>
                </a:lnTo>
                <a:lnTo>
                  <a:pt x="569562" y="98525"/>
                </a:lnTo>
                <a:lnTo>
                  <a:pt x="565888" y="98525"/>
                </a:lnTo>
                <a:lnTo>
                  <a:pt x="562213" y="98525"/>
                </a:lnTo>
                <a:lnTo>
                  <a:pt x="558539" y="98525"/>
                </a:lnTo>
                <a:lnTo>
                  <a:pt x="554864" y="98525"/>
                </a:lnTo>
                <a:lnTo>
                  <a:pt x="551189" y="98525"/>
                </a:lnTo>
                <a:lnTo>
                  <a:pt x="547515" y="98525"/>
                </a:lnTo>
                <a:lnTo>
                  <a:pt x="543840" y="98525"/>
                </a:lnTo>
                <a:lnTo>
                  <a:pt x="540166" y="98525"/>
                </a:lnTo>
                <a:lnTo>
                  <a:pt x="536491" y="98525"/>
                </a:lnTo>
                <a:lnTo>
                  <a:pt x="532816" y="98525"/>
                </a:lnTo>
                <a:lnTo>
                  <a:pt x="529142" y="98525"/>
                </a:lnTo>
                <a:lnTo>
                  <a:pt x="525467" y="98525"/>
                </a:lnTo>
                <a:lnTo>
                  <a:pt x="521793" y="98525"/>
                </a:lnTo>
                <a:lnTo>
                  <a:pt x="518118" y="98525"/>
                </a:lnTo>
                <a:lnTo>
                  <a:pt x="514443" y="98525"/>
                </a:lnTo>
                <a:lnTo>
                  <a:pt x="510769" y="98525"/>
                </a:lnTo>
                <a:lnTo>
                  <a:pt x="507094" y="98525"/>
                </a:lnTo>
                <a:lnTo>
                  <a:pt x="503420" y="98525"/>
                </a:lnTo>
                <a:lnTo>
                  <a:pt x="499745" y="98525"/>
                </a:lnTo>
                <a:lnTo>
                  <a:pt x="496070" y="98525"/>
                </a:lnTo>
                <a:lnTo>
                  <a:pt x="492396" y="98525"/>
                </a:lnTo>
                <a:lnTo>
                  <a:pt x="488721" y="98525"/>
                </a:lnTo>
                <a:lnTo>
                  <a:pt x="485047" y="98525"/>
                </a:lnTo>
                <a:lnTo>
                  <a:pt x="481372" y="98525"/>
                </a:lnTo>
                <a:lnTo>
                  <a:pt x="477697" y="98525"/>
                </a:lnTo>
                <a:lnTo>
                  <a:pt x="474023" y="98525"/>
                </a:lnTo>
                <a:lnTo>
                  <a:pt x="470348" y="98525"/>
                </a:lnTo>
                <a:lnTo>
                  <a:pt x="466674" y="98525"/>
                </a:lnTo>
                <a:lnTo>
                  <a:pt x="462999" y="98525"/>
                </a:lnTo>
                <a:lnTo>
                  <a:pt x="459324" y="98525"/>
                </a:lnTo>
                <a:lnTo>
                  <a:pt x="455650" y="98525"/>
                </a:lnTo>
                <a:lnTo>
                  <a:pt x="451975" y="98525"/>
                </a:lnTo>
                <a:lnTo>
                  <a:pt x="448301" y="98525"/>
                </a:lnTo>
                <a:lnTo>
                  <a:pt x="444626" y="98525"/>
                </a:lnTo>
                <a:lnTo>
                  <a:pt x="440951" y="98525"/>
                </a:lnTo>
                <a:lnTo>
                  <a:pt x="437277" y="98525"/>
                </a:lnTo>
                <a:lnTo>
                  <a:pt x="433602" y="98525"/>
                </a:lnTo>
                <a:lnTo>
                  <a:pt x="429928" y="98525"/>
                </a:lnTo>
                <a:lnTo>
                  <a:pt x="426253" y="98525"/>
                </a:lnTo>
                <a:lnTo>
                  <a:pt x="422578" y="98525"/>
                </a:lnTo>
                <a:lnTo>
                  <a:pt x="418904" y="98525"/>
                </a:lnTo>
                <a:lnTo>
                  <a:pt x="415229" y="98525"/>
                </a:lnTo>
                <a:lnTo>
                  <a:pt x="411555" y="98525"/>
                </a:lnTo>
                <a:lnTo>
                  <a:pt x="407880" y="98525"/>
                </a:lnTo>
                <a:lnTo>
                  <a:pt x="404205" y="98525"/>
                </a:lnTo>
                <a:lnTo>
                  <a:pt x="400531" y="98525"/>
                </a:lnTo>
                <a:lnTo>
                  <a:pt x="396856" y="98525"/>
                </a:lnTo>
                <a:lnTo>
                  <a:pt x="393182" y="98525"/>
                </a:lnTo>
                <a:lnTo>
                  <a:pt x="389507" y="98525"/>
                </a:lnTo>
                <a:lnTo>
                  <a:pt x="385832" y="98525"/>
                </a:lnTo>
                <a:lnTo>
                  <a:pt x="382158" y="98525"/>
                </a:lnTo>
                <a:lnTo>
                  <a:pt x="378483" y="98525"/>
                </a:lnTo>
                <a:lnTo>
                  <a:pt x="374809" y="98525"/>
                </a:lnTo>
                <a:lnTo>
                  <a:pt x="371134" y="98525"/>
                </a:lnTo>
                <a:lnTo>
                  <a:pt x="367459" y="98525"/>
                </a:lnTo>
                <a:lnTo>
                  <a:pt x="363785" y="98525"/>
                </a:lnTo>
                <a:lnTo>
                  <a:pt x="360110" y="98525"/>
                </a:lnTo>
                <a:lnTo>
                  <a:pt x="356436" y="98525"/>
                </a:lnTo>
                <a:lnTo>
                  <a:pt x="352761" y="98525"/>
                </a:lnTo>
                <a:lnTo>
                  <a:pt x="349086" y="98525"/>
                </a:lnTo>
                <a:lnTo>
                  <a:pt x="345412" y="98525"/>
                </a:lnTo>
                <a:lnTo>
                  <a:pt x="341737" y="98525"/>
                </a:lnTo>
                <a:lnTo>
                  <a:pt x="338063" y="98525"/>
                </a:lnTo>
                <a:lnTo>
                  <a:pt x="334388" y="98525"/>
                </a:lnTo>
                <a:lnTo>
                  <a:pt x="330713" y="98525"/>
                </a:lnTo>
                <a:lnTo>
                  <a:pt x="327039" y="98525"/>
                </a:lnTo>
                <a:lnTo>
                  <a:pt x="323364" y="98525"/>
                </a:lnTo>
                <a:lnTo>
                  <a:pt x="319690" y="98525"/>
                </a:lnTo>
                <a:lnTo>
                  <a:pt x="316015" y="98525"/>
                </a:lnTo>
                <a:lnTo>
                  <a:pt x="312340" y="98525"/>
                </a:lnTo>
                <a:lnTo>
                  <a:pt x="308666" y="98525"/>
                </a:lnTo>
                <a:lnTo>
                  <a:pt x="304991" y="98525"/>
                </a:lnTo>
                <a:lnTo>
                  <a:pt x="301317" y="98525"/>
                </a:lnTo>
                <a:lnTo>
                  <a:pt x="297642" y="98525"/>
                </a:lnTo>
                <a:lnTo>
                  <a:pt x="293967" y="98525"/>
                </a:lnTo>
                <a:lnTo>
                  <a:pt x="290293" y="98525"/>
                </a:lnTo>
                <a:lnTo>
                  <a:pt x="286618" y="98525"/>
                </a:lnTo>
                <a:lnTo>
                  <a:pt x="282944" y="98525"/>
                </a:lnTo>
                <a:lnTo>
                  <a:pt x="279269" y="98525"/>
                </a:lnTo>
                <a:lnTo>
                  <a:pt x="275594" y="98525"/>
                </a:lnTo>
                <a:lnTo>
                  <a:pt x="271920" y="98525"/>
                </a:lnTo>
                <a:lnTo>
                  <a:pt x="268245" y="98525"/>
                </a:lnTo>
                <a:lnTo>
                  <a:pt x="264571" y="98525"/>
                </a:lnTo>
                <a:lnTo>
                  <a:pt x="260896" y="98525"/>
                </a:lnTo>
                <a:lnTo>
                  <a:pt x="257221" y="98525"/>
                </a:lnTo>
                <a:lnTo>
                  <a:pt x="253547" y="98525"/>
                </a:lnTo>
                <a:lnTo>
                  <a:pt x="249872" y="98525"/>
                </a:lnTo>
                <a:lnTo>
                  <a:pt x="246198" y="98525"/>
                </a:lnTo>
                <a:lnTo>
                  <a:pt x="242523" y="98525"/>
                </a:lnTo>
                <a:lnTo>
                  <a:pt x="238848" y="98525"/>
                </a:lnTo>
                <a:lnTo>
                  <a:pt x="235174" y="98525"/>
                </a:lnTo>
                <a:lnTo>
                  <a:pt x="231499" y="98525"/>
                </a:lnTo>
                <a:lnTo>
                  <a:pt x="227825" y="98525"/>
                </a:lnTo>
                <a:lnTo>
                  <a:pt x="224150" y="98525"/>
                </a:lnTo>
                <a:lnTo>
                  <a:pt x="220475" y="98525"/>
                </a:lnTo>
                <a:lnTo>
                  <a:pt x="216801" y="98525"/>
                </a:lnTo>
                <a:lnTo>
                  <a:pt x="213126" y="98525"/>
                </a:lnTo>
                <a:lnTo>
                  <a:pt x="209452" y="98525"/>
                </a:lnTo>
                <a:lnTo>
                  <a:pt x="205777" y="98525"/>
                </a:lnTo>
                <a:lnTo>
                  <a:pt x="202102" y="98525"/>
                </a:lnTo>
                <a:lnTo>
                  <a:pt x="198428" y="98525"/>
                </a:lnTo>
                <a:lnTo>
                  <a:pt x="194753" y="98525"/>
                </a:lnTo>
                <a:lnTo>
                  <a:pt x="191079" y="98525"/>
                </a:lnTo>
                <a:lnTo>
                  <a:pt x="187404" y="98525"/>
                </a:lnTo>
                <a:lnTo>
                  <a:pt x="183729" y="98525"/>
                </a:lnTo>
                <a:lnTo>
                  <a:pt x="180055" y="98525"/>
                </a:lnTo>
                <a:lnTo>
                  <a:pt x="176380" y="98525"/>
                </a:lnTo>
                <a:lnTo>
                  <a:pt x="172706" y="98525"/>
                </a:lnTo>
                <a:lnTo>
                  <a:pt x="169031" y="98525"/>
                </a:lnTo>
                <a:lnTo>
                  <a:pt x="165356" y="98525"/>
                </a:lnTo>
                <a:lnTo>
                  <a:pt x="161682" y="98525"/>
                </a:lnTo>
                <a:lnTo>
                  <a:pt x="158007" y="98525"/>
                </a:lnTo>
                <a:lnTo>
                  <a:pt x="154333" y="98525"/>
                </a:lnTo>
                <a:lnTo>
                  <a:pt x="150658" y="98525"/>
                </a:lnTo>
                <a:lnTo>
                  <a:pt x="146983" y="98525"/>
                </a:lnTo>
                <a:lnTo>
                  <a:pt x="143309" y="98525"/>
                </a:lnTo>
                <a:lnTo>
                  <a:pt x="139634" y="98525"/>
                </a:lnTo>
                <a:lnTo>
                  <a:pt x="135960" y="98525"/>
                </a:lnTo>
                <a:lnTo>
                  <a:pt x="132285" y="98525"/>
                </a:lnTo>
                <a:lnTo>
                  <a:pt x="128610" y="98525"/>
                </a:lnTo>
                <a:lnTo>
                  <a:pt x="124936" y="98525"/>
                </a:lnTo>
                <a:lnTo>
                  <a:pt x="121261" y="98525"/>
                </a:lnTo>
                <a:lnTo>
                  <a:pt x="117587" y="98525"/>
                </a:lnTo>
                <a:lnTo>
                  <a:pt x="113912" y="98525"/>
                </a:lnTo>
                <a:lnTo>
                  <a:pt x="110237" y="98525"/>
                </a:lnTo>
                <a:lnTo>
                  <a:pt x="106563" y="98525"/>
                </a:lnTo>
                <a:lnTo>
                  <a:pt x="102888" y="98525"/>
                </a:lnTo>
                <a:lnTo>
                  <a:pt x="99214" y="98525"/>
                </a:lnTo>
                <a:lnTo>
                  <a:pt x="95539" y="98525"/>
                </a:lnTo>
                <a:lnTo>
                  <a:pt x="91864" y="98525"/>
                </a:lnTo>
                <a:lnTo>
                  <a:pt x="88190" y="98525"/>
                </a:lnTo>
                <a:lnTo>
                  <a:pt x="84515" y="98525"/>
                </a:lnTo>
                <a:lnTo>
                  <a:pt x="80841" y="98525"/>
                </a:lnTo>
                <a:lnTo>
                  <a:pt x="77166" y="98525"/>
                </a:lnTo>
                <a:lnTo>
                  <a:pt x="73491" y="98525"/>
                </a:lnTo>
                <a:lnTo>
                  <a:pt x="69817" y="98525"/>
                </a:lnTo>
                <a:lnTo>
                  <a:pt x="66142" y="98525"/>
                </a:lnTo>
                <a:lnTo>
                  <a:pt x="62468" y="98525"/>
                </a:lnTo>
                <a:lnTo>
                  <a:pt x="58793" y="98525"/>
                </a:lnTo>
                <a:lnTo>
                  <a:pt x="55118" y="98525"/>
                </a:lnTo>
                <a:lnTo>
                  <a:pt x="51444" y="98525"/>
                </a:lnTo>
                <a:lnTo>
                  <a:pt x="47769" y="98525"/>
                </a:lnTo>
                <a:lnTo>
                  <a:pt x="44095" y="98525"/>
                </a:lnTo>
                <a:lnTo>
                  <a:pt x="40420" y="98525"/>
                </a:lnTo>
                <a:lnTo>
                  <a:pt x="36745" y="98525"/>
                </a:lnTo>
                <a:lnTo>
                  <a:pt x="33071" y="98525"/>
                </a:lnTo>
                <a:lnTo>
                  <a:pt x="29396" y="98525"/>
                </a:lnTo>
                <a:lnTo>
                  <a:pt x="25722" y="98525"/>
                </a:lnTo>
                <a:lnTo>
                  <a:pt x="22047" y="98525"/>
                </a:lnTo>
                <a:lnTo>
                  <a:pt x="18372" y="98525"/>
                </a:lnTo>
                <a:lnTo>
                  <a:pt x="14698" y="98525"/>
                </a:lnTo>
                <a:lnTo>
                  <a:pt x="11023" y="98525"/>
                </a:lnTo>
                <a:lnTo>
                  <a:pt x="7349" y="98525"/>
                </a:lnTo>
                <a:lnTo>
                  <a:pt x="3674" y="98525"/>
                </a:lnTo>
                <a:lnTo>
                  <a:pt x="0" y="98525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55" name="pl55"/>
          <p:cNvSpPr/>
          <p:nvPr/>
        </p:nvSpPr>
        <p:spPr>
          <a:xfrm>
            <a:off x="4548521" y="3383729"/>
            <a:ext cx="1877720" cy="97446"/>
          </a:xfrm>
          <a:custGeom>
            <a:avLst/>
            <a:gdLst/>
            <a:ahLst/>
            <a:cxnLst/>
            <a:rect l="0" t="0" r="0" b="0"/>
            <a:pathLst>
              <a:path w="1877720" h="97446">
                <a:moveTo>
                  <a:pt x="0" y="90070"/>
                </a:moveTo>
                <a:lnTo>
                  <a:pt x="3674" y="89557"/>
                </a:lnTo>
                <a:lnTo>
                  <a:pt x="7349" y="89036"/>
                </a:lnTo>
                <a:lnTo>
                  <a:pt x="11023" y="88505"/>
                </a:lnTo>
                <a:lnTo>
                  <a:pt x="14698" y="87967"/>
                </a:lnTo>
                <a:lnTo>
                  <a:pt x="18372" y="87424"/>
                </a:lnTo>
                <a:lnTo>
                  <a:pt x="22047" y="86877"/>
                </a:lnTo>
                <a:lnTo>
                  <a:pt x="25722" y="86326"/>
                </a:lnTo>
                <a:lnTo>
                  <a:pt x="29396" y="85772"/>
                </a:lnTo>
                <a:lnTo>
                  <a:pt x="33071" y="85217"/>
                </a:lnTo>
                <a:lnTo>
                  <a:pt x="36745" y="84661"/>
                </a:lnTo>
                <a:lnTo>
                  <a:pt x="40420" y="84105"/>
                </a:lnTo>
                <a:lnTo>
                  <a:pt x="44095" y="83550"/>
                </a:lnTo>
                <a:lnTo>
                  <a:pt x="47769" y="82996"/>
                </a:lnTo>
                <a:lnTo>
                  <a:pt x="51444" y="82445"/>
                </a:lnTo>
                <a:lnTo>
                  <a:pt x="55118" y="81896"/>
                </a:lnTo>
                <a:lnTo>
                  <a:pt x="58793" y="81349"/>
                </a:lnTo>
                <a:lnTo>
                  <a:pt x="62468" y="80805"/>
                </a:lnTo>
                <a:lnTo>
                  <a:pt x="66142" y="80264"/>
                </a:lnTo>
                <a:lnTo>
                  <a:pt x="69817" y="79728"/>
                </a:lnTo>
                <a:lnTo>
                  <a:pt x="73491" y="79195"/>
                </a:lnTo>
                <a:lnTo>
                  <a:pt x="77166" y="78665"/>
                </a:lnTo>
                <a:lnTo>
                  <a:pt x="80841" y="78139"/>
                </a:lnTo>
                <a:lnTo>
                  <a:pt x="84515" y="77618"/>
                </a:lnTo>
                <a:lnTo>
                  <a:pt x="88190" y="77102"/>
                </a:lnTo>
                <a:lnTo>
                  <a:pt x="91864" y="76590"/>
                </a:lnTo>
                <a:lnTo>
                  <a:pt x="95539" y="76082"/>
                </a:lnTo>
                <a:lnTo>
                  <a:pt x="99214" y="75580"/>
                </a:lnTo>
                <a:lnTo>
                  <a:pt x="102888" y="75082"/>
                </a:lnTo>
                <a:lnTo>
                  <a:pt x="106563" y="74592"/>
                </a:lnTo>
                <a:lnTo>
                  <a:pt x="110237" y="74107"/>
                </a:lnTo>
                <a:lnTo>
                  <a:pt x="113912" y="73629"/>
                </a:lnTo>
                <a:lnTo>
                  <a:pt x="117587" y="73157"/>
                </a:lnTo>
                <a:lnTo>
                  <a:pt x="121261" y="72691"/>
                </a:lnTo>
                <a:lnTo>
                  <a:pt x="124936" y="72235"/>
                </a:lnTo>
                <a:lnTo>
                  <a:pt x="128610" y="71786"/>
                </a:lnTo>
                <a:lnTo>
                  <a:pt x="132285" y="71345"/>
                </a:lnTo>
                <a:lnTo>
                  <a:pt x="135960" y="70912"/>
                </a:lnTo>
                <a:lnTo>
                  <a:pt x="139634" y="70487"/>
                </a:lnTo>
                <a:lnTo>
                  <a:pt x="143309" y="70072"/>
                </a:lnTo>
                <a:lnTo>
                  <a:pt x="146983" y="69666"/>
                </a:lnTo>
                <a:lnTo>
                  <a:pt x="150658" y="69267"/>
                </a:lnTo>
                <a:lnTo>
                  <a:pt x="154333" y="68877"/>
                </a:lnTo>
                <a:lnTo>
                  <a:pt x="158007" y="68494"/>
                </a:lnTo>
                <a:lnTo>
                  <a:pt x="161682" y="68121"/>
                </a:lnTo>
                <a:lnTo>
                  <a:pt x="165356" y="67755"/>
                </a:lnTo>
                <a:lnTo>
                  <a:pt x="169031" y="67395"/>
                </a:lnTo>
                <a:lnTo>
                  <a:pt x="172706" y="67041"/>
                </a:lnTo>
                <a:lnTo>
                  <a:pt x="176380" y="66693"/>
                </a:lnTo>
                <a:lnTo>
                  <a:pt x="180055" y="66350"/>
                </a:lnTo>
                <a:lnTo>
                  <a:pt x="183729" y="66011"/>
                </a:lnTo>
                <a:lnTo>
                  <a:pt x="187404" y="65675"/>
                </a:lnTo>
                <a:lnTo>
                  <a:pt x="191079" y="65341"/>
                </a:lnTo>
                <a:lnTo>
                  <a:pt x="194753" y="65009"/>
                </a:lnTo>
                <a:lnTo>
                  <a:pt x="198428" y="64676"/>
                </a:lnTo>
                <a:lnTo>
                  <a:pt x="202102" y="64344"/>
                </a:lnTo>
                <a:lnTo>
                  <a:pt x="205777" y="64010"/>
                </a:lnTo>
                <a:lnTo>
                  <a:pt x="209452" y="63673"/>
                </a:lnTo>
                <a:lnTo>
                  <a:pt x="213126" y="63335"/>
                </a:lnTo>
                <a:lnTo>
                  <a:pt x="216801" y="62992"/>
                </a:lnTo>
                <a:lnTo>
                  <a:pt x="220475" y="62644"/>
                </a:lnTo>
                <a:lnTo>
                  <a:pt x="224150" y="62291"/>
                </a:lnTo>
                <a:lnTo>
                  <a:pt x="227825" y="61934"/>
                </a:lnTo>
                <a:lnTo>
                  <a:pt x="231499" y="61571"/>
                </a:lnTo>
                <a:lnTo>
                  <a:pt x="235174" y="61201"/>
                </a:lnTo>
                <a:lnTo>
                  <a:pt x="238848" y="60824"/>
                </a:lnTo>
                <a:lnTo>
                  <a:pt x="242523" y="60441"/>
                </a:lnTo>
                <a:lnTo>
                  <a:pt x="246198" y="60052"/>
                </a:lnTo>
                <a:lnTo>
                  <a:pt x="249872" y="59656"/>
                </a:lnTo>
                <a:lnTo>
                  <a:pt x="253547" y="59252"/>
                </a:lnTo>
                <a:lnTo>
                  <a:pt x="257221" y="58841"/>
                </a:lnTo>
                <a:lnTo>
                  <a:pt x="260896" y="58424"/>
                </a:lnTo>
                <a:lnTo>
                  <a:pt x="264571" y="58001"/>
                </a:lnTo>
                <a:lnTo>
                  <a:pt x="268245" y="57573"/>
                </a:lnTo>
                <a:lnTo>
                  <a:pt x="271920" y="57137"/>
                </a:lnTo>
                <a:lnTo>
                  <a:pt x="275594" y="56696"/>
                </a:lnTo>
                <a:lnTo>
                  <a:pt x="279269" y="56249"/>
                </a:lnTo>
                <a:lnTo>
                  <a:pt x="282944" y="55798"/>
                </a:lnTo>
                <a:lnTo>
                  <a:pt x="286618" y="55341"/>
                </a:lnTo>
                <a:lnTo>
                  <a:pt x="290293" y="54880"/>
                </a:lnTo>
                <a:lnTo>
                  <a:pt x="293967" y="54414"/>
                </a:lnTo>
                <a:lnTo>
                  <a:pt x="297642" y="53944"/>
                </a:lnTo>
                <a:lnTo>
                  <a:pt x="301317" y="53470"/>
                </a:lnTo>
                <a:lnTo>
                  <a:pt x="304991" y="52992"/>
                </a:lnTo>
                <a:lnTo>
                  <a:pt x="308666" y="52511"/>
                </a:lnTo>
                <a:lnTo>
                  <a:pt x="312340" y="52024"/>
                </a:lnTo>
                <a:lnTo>
                  <a:pt x="316015" y="51535"/>
                </a:lnTo>
                <a:lnTo>
                  <a:pt x="319690" y="51041"/>
                </a:lnTo>
                <a:lnTo>
                  <a:pt x="323364" y="50543"/>
                </a:lnTo>
                <a:lnTo>
                  <a:pt x="327039" y="50041"/>
                </a:lnTo>
                <a:lnTo>
                  <a:pt x="330713" y="49534"/>
                </a:lnTo>
                <a:lnTo>
                  <a:pt x="334388" y="49022"/>
                </a:lnTo>
                <a:lnTo>
                  <a:pt x="338063" y="48506"/>
                </a:lnTo>
                <a:lnTo>
                  <a:pt x="341737" y="47984"/>
                </a:lnTo>
                <a:lnTo>
                  <a:pt x="345412" y="47457"/>
                </a:lnTo>
                <a:lnTo>
                  <a:pt x="349086" y="46922"/>
                </a:lnTo>
                <a:lnTo>
                  <a:pt x="352761" y="46381"/>
                </a:lnTo>
                <a:lnTo>
                  <a:pt x="356436" y="45834"/>
                </a:lnTo>
                <a:lnTo>
                  <a:pt x="360110" y="45280"/>
                </a:lnTo>
                <a:lnTo>
                  <a:pt x="363785" y="44719"/>
                </a:lnTo>
                <a:lnTo>
                  <a:pt x="367459" y="44149"/>
                </a:lnTo>
                <a:lnTo>
                  <a:pt x="371134" y="43571"/>
                </a:lnTo>
                <a:lnTo>
                  <a:pt x="374809" y="42987"/>
                </a:lnTo>
                <a:lnTo>
                  <a:pt x="378483" y="42395"/>
                </a:lnTo>
                <a:lnTo>
                  <a:pt x="382158" y="41795"/>
                </a:lnTo>
                <a:lnTo>
                  <a:pt x="385832" y="41186"/>
                </a:lnTo>
                <a:lnTo>
                  <a:pt x="389507" y="40570"/>
                </a:lnTo>
                <a:lnTo>
                  <a:pt x="393182" y="39948"/>
                </a:lnTo>
                <a:lnTo>
                  <a:pt x="396856" y="39320"/>
                </a:lnTo>
                <a:lnTo>
                  <a:pt x="400531" y="38686"/>
                </a:lnTo>
                <a:lnTo>
                  <a:pt x="404205" y="38046"/>
                </a:lnTo>
                <a:lnTo>
                  <a:pt x="407880" y="37401"/>
                </a:lnTo>
                <a:lnTo>
                  <a:pt x="411555" y="36753"/>
                </a:lnTo>
                <a:lnTo>
                  <a:pt x="415229" y="36102"/>
                </a:lnTo>
                <a:lnTo>
                  <a:pt x="418904" y="35448"/>
                </a:lnTo>
                <a:lnTo>
                  <a:pt x="422578" y="34793"/>
                </a:lnTo>
                <a:lnTo>
                  <a:pt x="426253" y="34137"/>
                </a:lnTo>
                <a:lnTo>
                  <a:pt x="429928" y="33481"/>
                </a:lnTo>
                <a:lnTo>
                  <a:pt x="433602" y="32826"/>
                </a:lnTo>
                <a:lnTo>
                  <a:pt x="437277" y="32173"/>
                </a:lnTo>
                <a:lnTo>
                  <a:pt x="440951" y="31522"/>
                </a:lnTo>
                <a:lnTo>
                  <a:pt x="444626" y="30874"/>
                </a:lnTo>
                <a:lnTo>
                  <a:pt x="448301" y="30229"/>
                </a:lnTo>
                <a:lnTo>
                  <a:pt x="451975" y="29587"/>
                </a:lnTo>
                <a:lnTo>
                  <a:pt x="455650" y="28948"/>
                </a:lnTo>
                <a:lnTo>
                  <a:pt x="459324" y="28315"/>
                </a:lnTo>
                <a:lnTo>
                  <a:pt x="462999" y="27684"/>
                </a:lnTo>
                <a:lnTo>
                  <a:pt x="466674" y="27057"/>
                </a:lnTo>
                <a:lnTo>
                  <a:pt x="470348" y="26434"/>
                </a:lnTo>
                <a:lnTo>
                  <a:pt x="474023" y="25813"/>
                </a:lnTo>
                <a:lnTo>
                  <a:pt x="477697" y="25196"/>
                </a:lnTo>
                <a:lnTo>
                  <a:pt x="481372" y="24581"/>
                </a:lnTo>
                <a:lnTo>
                  <a:pt x="485047" y="23968"/>
                </a:lnTo>
                <a:lnTo>
                  <a:pt x="488721" y="23357"/>
                </a:lnTo>
                <a:lnTo>
                  <a:pt x="492396" y="22746"/>
                </a:lnTo>
                <a:lnTo>
                  <a:pt x="496070" y="22136"/>
                </a:lnTo>
                <a:lnTo>
                  <a:pt x="499745" y="21526"/>
                </a:lnTo>
                <a:lnTo>
                  <a:pt x="503420" y="20916"/>
                </a:lnTo>
                <a:lnTo>
                  <a:pt x="507094" y="20305"/>
                </a:lnTo>
                <a:lnTo>
                  <a:pt x="510769" y="19695"/>
                </a:lnTo>
                <a:lnTo>
                  <a:pt x="514443" y="19083"/>
                </a:lnTo>
                <a:lnTo>
                  <a:pt x="518118" y="18471"/>
                </a:lnTo>
                <a:lnTo>
                  <a:pt x="521793" y="17859"/>
                </a:lnTo>
                <a:lnTo>
                  <a:pt x="525467" y="17248"/>
                </a:lnTo>
                <a:lnTo>
                  <a:pt x="529142" y="16637"/>
                </a:lnTo>
                <a:lnTo>
                  <a:pt x="532816" y="16028"/>
                </a:lnTo>
                <a:lnTo>
                  <a:pt x="536491" y="15421"/>
                </a:lnTo>
                <a:lnTo>
                  <a:pt x="540166" y="14819"/>
                </a:lnTo>
                <a:lnTo>
                  <a:pt x="543840" y="14220"/>
                </a:lnTo>
                <a:lnTo>
                  <a:pt x="547515" y="13627"/>
                </a:lnTo>
                <a:lnTo>
                  <a:pt x="551189" y="13043"/>
                </a:lnTo>
                <a:lnTo>
                  <a:pt x="554864" y="12468"/>
                </a:lnTo>
                <a:lnTo>
                  <a:pt x="558539" y="11902"/>
                </a:lnTo>
                <a:lnTo>
                  <a:pt x="562213" y="11348"/>
                </a:lnTo>
                <a:lnTo>
                  <a:pt x="565888" y="10807"/>
                </a:lnTo>
                <a:lnTo>
                  <a:pt x="569562" y="10282"/>
                </a:lnTo>
                <a:lnTo>
                  <a:pt x="573237" y="9775"/>
                </a:lnTo>
                <a:lnTo>
                  <a:pt x="576912" y="9284"/>
                </a:lnTo>
                <a:lnTo>
                  <a:pt x="580586" y="8811"/>
                </a:lnTo>
                <a:lnTo>
                  <a:pt x="584261" y="8357"/>
                </a:lnTo>
                <a:lnTo>
                  <a:pt x="587935" y="7926"/>
                </a:lnTo>
                <a:lnTo>
                  <a:pt x="591610" y="7518"/>
                </a:lnTo>
                <a:lnTo>
                  <a:pt x="595285" y="7132"/>
                </a:lnTo>
                <a:lnTo>
                  <a:pt x="598959" y="6766"/>
                </a:lnTo>
                <a:lnTo>
                  <a:pt x="602634" y="6422"/>
                </a:lnTo>
                <a:lnTo>
                  <a:pt x="606308" y="6103"/>
                </a:lnTo>
                <a:lnTo>
                  <a:pt x="609983" y="5808"/>
                </a:lnTo>
                <a:lnTo>
                  <a:pt x="613658" y="5533"/>
                </a:lnTo>
                <a:lnTo>
                  <a:pt x="617332" y="5278"/>
                </a:lnTo>
                <a:lnTo>
                  <a:pt x="621007" y="5041"/>
                </a:lnTo>
                <a:lnTo>
                  <a:pt x="624681" y="4826"/>
                </a:lnTo>
                <a:lnTo>
                  <a:pt x="628356" y="4629"/>
                </a:lnTo>
                <a:lnTo>
                  <a:pt x="632031" y="4447"/>
                </a:lnTo>
                <a:lnTo>
                  <a:pt x="635705" y="4279"/>
                </a:lnTo>
                <a:lnTo>
                  <a:pt x="639380" y="4123"/>
                </a:lnTo>
                <a:lnTo>
                  <a:pt x="643054" y="3978"/>
                </a:lnTo>
                <a:lnTo>
                  <a:pt x="646729" y="3844"/>
                </a:lnTo>
                <a:lnTo>
                  <a:pt x="650404" y="3716"/>
                </a:lnTo>
                <a:lnTo>
                  <a:pt x="654078" y="3593"/>
                </a:lnTo>
                <a:lnTo>
                  <a:pt x="657753" y="3474"/>
                </a:lnTo>
                <a:lnTo>
                  <a:pt x="661427" y="3357"/>
                </a:lnTo>
                <a:lnTo>
                  <a:pt x="665102" y="3241"/>
                </a:lnTo>
                <a:lnTo>
                  <a:pt x="668777" y="3125"/>
                </a:lnTo>
                <a:lnTo>
                  <a:pt x="672451" y="3006"/>
                </a:lnTo>
                <a:lnTo>
                  <a:pt x="676126" y="2885"/>
                </a:lnTo>
                <a:lnTo>
                  <a:pt x="679800" y="2760"/>
                </a:lnTo>
                <a:lnTo>
                  <a:pt x="683475" y="2630"/>
                </a:lnTo>
                <a:lnTo>
                  <a:pt x="687150" y="2495"/>
                </a:lnTo>
                <a:lnTo>
                  <a:pt x="690824" y="2357"/>
                </a:lnTo>
                <a:lnTo>
                  <a:pt x="694499" y="2214"/>
                </a:lnTo>
                <a:lnTo>
                  <a:pt x="698173" y="2066"/>
                </a:lnTo>
                <a:lnTo>
                  <a:pt x="701848" y="1915"/>
                </a:lnTo>
                <a:lnTo>
                  <a:pt x="705523" y="1761"/>
                </a:lnTo>
                <a:lnTo>
                  <a:pt x="709197" y="1605"/>
                </a:lnTo>
                <a:lnTo>
                  <a:pt x="712872" y="1449"/>
                </a:lnTo>
                <a:lnTo>
                  <a:pt x="716546" y="1293"/>
                </a:lnTo>
                <a:lnTo>
                  <a:pt x="720221" y="1140"/>
                </a:lnTo>
                <a:lnTo>
                  <a:pt x="723896" y="991"/>
                </a:lnTo>
                <a:lnTo>
                  <a:pt x="727570" y="846"/>
                </a:lnTo>
                <a:lnTo>
                  <a:pt x="731245" y="708"/>
                </a:lnTo>
                <a:lnTo>
                  <a:pt x="734919" y="577"/>
                </a:lnTo>
                <a:lnTo>
                  <a:pt x="738594" y="459"/>
                </a:lnTo>
                <a:lnTo>
                  <a:pt x="742269" y="351"/>
                </a:lnTo>
                <a:lnTo>
                  <a:pt x="745943" y="255"/>
                </a:lnTo>
                <a:lnTo>
                  <a:pt x="749618" y="172"/>
                </a:lnTo>
                <a:lnTo>
                  <a:pt x="753292" y="103"/>
                </a:lnTo>
                <a:lnTo>
                  <a:pt x="756967" y="53"/>
                </a:lnTo>
                <a:lnTo>
                  <a:pt x="760642" y="19"/>
                </a:lnTo>
                <a:lnTo>
                  <a:pt x="764316" y="1"/>
                </a:lnTo>
                <a:lnTo>
                  <a:pt x="767991" y="0"/>
                </a:lnTo>
                <a:lnTo>
                  <a:pt x="771665" y="14"/>
                </a:lnTo>
                <a:lnTo>
                  <a:pt x="775340" y="51"/>
                </a:lnTo>
                <a:lnTo>
                  <a:pt x="779015" y="105"/>
                </a:lnTo>
                <a:lnTo>
                  <a:pt x="782689" y="174"/>
                </a:lnTo>
                <a:lnTo>
                  <a:pt x="786364" y="259"/>
                </a:lnTo>
                <a:lnTo>
                  <a:pt x="790038" y="360"/>
                </a:lnTo>
                <a:lnTo>
                  <a:pt x="793713" y="479"/>
                </a:lnTo>
                <a:lnTo>
                  <a:pt x="797388" y="612"/>
                </a:lnTo>
                <a:lnTo>
                  <a:pt x="801062" y="758"/>
                </a:lnTo>
                <a:lnTo>
                  <a:pt x="804737" y="917"/>
                </a:lnTo>
                <a:lnTo>
                  <a:pt x="808411" y="1086"/>
                </a:lnTo>
                <a:lnTo>
                  <a:pt x="812086" y="1270"/>
                </a:lnTo>
                <a:lnTo>
                  <a:pt x="815761" y="1463"/>
                </a:lnTo>
                <a:lnTo>
                  <a:pt x="819435" y="1666"/>
                </a:lnTo>
                <a:lnTo>
                  <a:pt x="823110" y="1876"/>
                </a:lnTo>
                <a:lnTo>
                  <a:pt x="826784" y="2094"/>
                </a:lnTo>
                <a:lnTo>
                  <a:pt x="830459" y="2322"/>
                </a:lnTo>
                <a:lnTo>
                  <a:pt x="834134" y="2556"/>
                </a:lnTo>
                <a:lnTo>
                  <a:pt x="837808" y="2796"/>
                </a:lnTo>
                <a:lnTo>
                  <a:pt x="841483" y="3042"/>
                </a:lnTo>
                <a:lnTo>
                  <a:pt x="845157" y="3294"/>
                </a:lnTo>
                <a:lnTo>
                  <a:pt x="848832" y="3553"/>
                </a:lnTo>
                <a:lnTo>
                  <a:pt x="852507" y="3817"/>
                </a:lnTo>
                <a:lnTo>
                  <a:pt x="856181" y="4087"/>
                </a:lnTo>
                <a:lnTo>
                  <a:pt x="859856" y="4363"/>
                </a:lnTo>
                <a:lnTo>
                  <a:pt x="863530" y="4644"/>
                </a:lnTo>
                <a:lnTo>
                  <a:pt x="867205" y="4932"/>
                </a:lnTo>
                <a:lnTo>
                  <a:pt x="870880" y="5228"/>
                </a:lnTo>
                <a:lnTo>
                  <a:pt x="874554" y="5529"/>
                </a:lnTo>
                <a:lnTo>
                  <a:pt x="878229" y="5837"/>
                </a:lnTo>
                <a:lnTo>
                  <a:pt x="881903" y="6152"/>
                </a:lnTo>
                <a:lnTo>
                  <a:pt x="885578" y="6476"/>
                </a:lnTo>
                <a:lnTo>
                  <a:pt x="889253" y="6808"/>
                </a:lnTo>
                <a:lnTo>
                  <a:pt x="892927" y="7147"/>
                </a:lnTo>
                <a:lnTo>
                  <a:pt x="896602" y="7495"/>
                </a:lnTo>
                <a:lnTo>
                  <a:pt x="900276" y="7850"/>
                </a:lnTo>
                <a:lnTo>
                  <a:pt x="903951" y="8215"/>
                </a:lnTo>
                <a:lnTo>
                  <a:pt x="907626" y="8590"/>
                </a:lnTo>
                <a:lnTo>
                  <a:pt x="911300" y="8973"/>
                </a:lnTo>
                <a:lnTo>
                  <a:pt x="914975" y="9365"/>
                </a:lnTo>
                <a:lnTo>
                  <a:pt x="918649" y="9766"/>
                </a:lnTo>
                <a:lnTo>
                  <a:pt x="922324" y="10176"/>
                </a:lnTo>
                <a:lnTo>
                  <a:pt x="925999" y="10597"/>
                </a:lnTo>
                <a:lnTo>
                  <a:pt x="929673" y="11027"/>
                </a:lnTo>
                <a:lnTo>
                  <a:pt x="933348" y="11465"/>
                </a:lnTo>
                <a:lnTo>
                  <a:pt x="937022" y="11911"/>
                </a:lnTo>
                <a:lnTo>
                  <a:pt x="940697" y="12368"/>
                </a:lnTo>
                <a:lnTo>
                  <a:pt x="944372" y="12835"/>
                </a:lnTo>
                <a:lnTo>
                  <a:pt x="948046" y="13311"/>
                </a:lnTo>
                <a:lnTo>
                  <a:pt x="951721" y="13795"/>
                </a:lnTo>
                <a:lnTo>
                  <a:pt x="955395" y="14287"/>
                </a:lnTo>
                <a:lnTo>
                  <a:pt x="959070" y="14790"/>
                </a:lnTo>
                <a:lnTo>
                  <a:pt x="962745" y="15302"/>
                </a:lnTo>
                <a:lnTo>
                  <a:pt x="966419" y="15822"/>
                </a:lnTo>
                <a:lnTo>
                  <a:pt x="970094" y="16351"/>
                </a:lnTo>
                <a:lnTo>
                  <a:pt x="973768" y="16887"/>
                </a:lnTo>
                <a:lnTo>
                  <a:pt x="977443" y="17432"/>
                </a:lnTo>
                <a:lnTo>
                  <a:pt x="981118" y="17987"/>
                </a:lnTo>
                <a:lnTo>
                  <a:pt x="984792" y="18548"/>
                </a:lnTo>
                <a:lnTo>
                  <a:pt x="988467" y="19117"/>
                </a:lnTo>
                <a:lnTo>
                  <a:pt x="992141" y="19692"/>
                </a:lnTo>
                <a:lnTo>
                  <a:pt x="995816" y="20275"/>
                </a:lnTo>
                <a:lnTo>
                  <a:pt x="999491" y="20864"/>
                </a:lnTo>
                <a:lnTo>
                  <a:pt x="1003165" y="21459"/>
                </a:lnTo>
                <a:lnTo>
                  <a:pt x="1006840" y="22058"/>
                </a:lnTo>
                <a:lnTo>
                  <a:pt x="1010514" y="22661"/>
                </a:lnTo>
                <a:lnTo>
                  <a:pt x="1014189" y="23268"/>
                </a:lnTo>
                <a:lnTo>
                  <a:pt x="1017864" y="23878"/>
                </a:lnTo>
                <a:lnTo>
                  <a:pt x="1021538" y="24490"/>
                </a:lnTo>
                <a:lnTo>
                  <a:pt x="1025213" y="25104"/>
                </a:lnTo>
                <a:lnTo>
                  <a:pt x="1028887" y="25717"/>
                </a:lnTo>
                <a:lnTo>
                  <a:pt x="1032562" y="26330"/>
                </a:lnTo>
                <a:lnTo>
                  <a:pt x="1036237" y="26942"/>
                </a:lnTo>
                <a:lnTo>
                  <a:pt x="1039911" y="27552"/>
                </a:lnTo>
                <a:lnTo>
                  <a:pt x="1043586" y="28159"/>
                </a:lnTo>
                <a:lnTo>
                  <a:pt x="1047260" y="28763"/>
                </a:lnTo>
                <a:lnTo>
                  <a:pt x="1050935" y="29363"/>
                </a:lnTo>
                <a:lnTo>
                  <a:pt x="1054610" y="29958"/>
                </a:lnTo>
                <a:lnTo>
                  <a:pt x="1058284" y="30548"/>
                </a:lnTo>
                <a:lnTo>
                  <a:pt x="1061959" y="31134"/>
                </a:lnTo>
                <a:lnTo>
                  <a:pt x="1065633" y="31714"/>
                </a:lnTo>
                <a:lnTo>
                  <a:pt x="1069308" y="32289"/>
                </a:lnTo>
                <a:lnTo>
                  <a:pt x="1072983" y="32858"/>
                </a:lnTo>
                <a:lnTo>
                  <a:pt x="1076657" y="33422"/>
                </a:lnTo>
                <a:lnTo>
                  <a:pt x="1080332" y="33981"/>
                </a:lnTo>
                <a:lnTo>
                  <a:pt x="1084006" y="34536"/>
                </a:lnTo>
                <a:lnTo>
                  <a:pt x="1087681" y="35087"/>
                </a:lnTo>
                <a:lnTo>
                  <a:pt x="1091356" y="35634"/>
                </a:lnTo>
                <a:lnTo>
                  <a:pt x="1095030" y="36178"/>
                </a:lnTo>
                <a:lnTo>
                  <a:pt x="1098705" y="36720"/>
                </a:lnTo>
                <a:lnTo>
                  <a:pt x="1102379" y="37261"/>
                </a:lnTo>
                <a:lnTo>
                  <a:pt x="1106054" y="37801"/>
                </a:lnTo>
                <a:lnTo>
                  <a:pt x="1109729" y="38342"/>
                </a:lnTo>
                <a:lnTo>
                  <a:pt x="1113403" y="38884"/>
                </a:lnTo>
                <a:lnTo>
                  <a:pt x="1117078" y="39427"/>
                </a:lnTo>
                <a:lnTo>
                  <a:pt x="1120752" y="39973"/>
                </a:lnTo>
                <a:lnTo>
                  <a:pt x="1124427" y="40521"/>
                </a:lnTo>
                <a:lnTo>
                  <a:pt x="1128102" y="41074"/>
                </a:lnTo>
                <a:lnTo>
                  <a:pt x="1131776" y="41630"/>
                </a:lnTo>
                <a:lnTo>
                  <a:pt x="1135451" y="42192"/>
                </a:lnTo>
                <a:lnTo>
                  <a:pt x="1139125" y="42757"/>
                </a:lnTo>
                <a:lnTo>
                  <a:pt x="1142800" y="43327"/>
                </a:lnTo>
                <a:lnTo>
                  <a:pt x="1146475" y="43904"/>
                </a:lnTo>
                <a:lnTo>
                  <a:pt x="1150149" y="44485"/>
                </a:lnTo>
                <a:lnTo>
                  <a:pt x="1153824" y="45070"/>
                </a:lnTo>
                <a:lnTo>
                  <a:pt x="1157498" y="45660"/>
                </a:lnTo>
                <a:lnTo>
                  <a:pt x="1161173" y="46254"/>
                </a:lnTo>
                <a:lnTo>
                  <a:pt x="1164848" y="46853"/>
                </a:lnTo>
                <a:lnTo>
                  <a:pt x="1168522" y="47455"/>
                </a:lnTo>
                <a:lnTo>
                  <a:pt x="1172197" y="48059"/>
                </a:lnTo>
                <a:lnTo>
                  <a:pt x="1175871" y="48665"/>
                </a:lnTo>
                <a:lnTo>
                  <a:pt x="1179546" y="49273"/>
                </a:lnTo>
                <a:lnTo>
                  <a:pt x="1183221" y="49882"/>
                </a:lnTo>
                <a:lnTo>
                  <a:pt x="1186895" y="50491"/>
                </a:lnTo>
                <a:lnTo>
                  <a:pt x="1190570" y="51100"/>
                </a:lnTo>
                <a:lnTo>
                  <a:pt x="1194244" y="51708"/>
                </a:lnTo>
                <a:lnTo>
                  <a:pt x="1197919" y="52314"/>
                </a:lnTo>
                <a:lnTo>
                  <a:pt x="1201594" y="52918"/>
                </a:lnTo>
                <a:lnTo>
                  <a:pt x="1205268" y="53518"/>
                </a:lnTo>
                <a:lnTo>
                  <a:pt x="1208943" y="54116"/>
                </a:lnTo>
                <a:lnTo>
                  <a:pt x="1212617" y="54711"/>
                </a:lnTo>
                <a:lnTo>
                  <a:pt x="1216292" y="55302"/>
                </a:lnTo>
                <a:lnTo>
                  <a:pt x="1219967" y="55888"/>
                </a:lnTo>
                <a:lnTo>
                  <a:pt x="1223641" y="56470"/>
                </a:lnTo>
                <a:lnTo>
                  <a:pt x="1227316" y="57047"/>
                </a:lnTo>
                <a:lnTo>
                  <a:pt x="1230990" y="57619"/>
                </a:lnTo>
                <a:lnTo>
                  <a:pt x="1234665" y="58187"/>
                </a:lnTo>
                <a:lnTo>
                  <a:pt x="1238340" y="58750"/>
                </a:lnTo>
                <a:lnTo>
                  <a:pt x="1242014" y="59307"/>
                </a:lnTo>
                <a:lnTo>
                  <a:pt x="1245689" y="59858"/>
                </a:lnTo>
                <a:lnTo>
                  <a:pt x="1249363" y="60405"/>
                </a:lnTo>
                <a:lnTo>
                  <a:pt x="1253038" y="60947"/>
                </a:lnTo>
                <a:lnTo>
                  <a:pt x="1256713" y="61482"/>
                </a:lnTo>
                <a:lnTo>
                  <a:pt x="1260387" y="62010"/>
                </a:lnTo>
                <a:lnTo>
                  <a:pt x="1264062" y="62533"/>
                </a:lnTo>
                <a:lnTo>
                  <a:pt x="1267736" y="63050"/>
                </a:lnTo>
                <a:lnTo>
                  <a:pt x="1271411" y="63560"/>
                </a:lnTo>
                <a:lnTo>
                  <a:pt x="1275086" y="64062"/>
                </a:lnTo>
                <a:lnTo>
                  <a:pt x="1278760" y="64557"/>
                </a:lnTo>
                <a:lnTo>
                  <a:pt x="1282435" y="65043"/>
                </a:lnTo>
                <a:lnTo>
                  <a:pt x="1286109" y="65522"/>
                </a:lnTo>
                <a:lnTo>
                  <a:pt x="1289784" y="65993"/>
                </a:lnTo>
                <a:lnTo>
                  <a:pt x="1293459" y="66453"/>
                </a:lnTo>
                <a:lnTo>
                  <a:pt x="1297133" y="66904"/>
                </a:lnTo>
                <a:lnTo>
                  <a:pt x="1300808" y="67344"/>
                </a:lnTo>
                <a:lnTo>
                  <a:pt x="1304482" y="67775"/>
                </a:lnTo>
                <a:lnTo>
                  <a:pt x="1308157" y="68197"/>
                </a:lnTo>
                <a:lnTo>
                  <a:pt x="1311832" y="68606"/>
                </a:lnTo>
                <a:lnTo>
                  <a:pt x="1315506" y="69004"/>
                </a:lnTo>
                <a:lnTo>
                  <a:pt x="1319181" y="69392"/>
                </a:lnTo>
                <a:lnTo>
                  <a:pt x="1322855" y="69769"/>
                </a:lnTo>
                <a:lnTo>
                  <a:pt x="1326530" y="70136"/>
                </a:lnTo>
                <a:lnTo>
                  <a:pt x="1330205" y="70492"/>
                </a:lnTo>
                <a:lnTo>
                  <a:pt x="1333879" y="70836"/>
                </a:lnTo>
                <a:lnTo>
                  <a:pt x="1337554" y="71171"/>
                </a:lnTo>
                <a:lnTo>
                  <a:pt x="1341228" y="71497"/>
                </a:lnTo>
                <a:lnTo>
                  <a:pt x="1344903" y="71815"/>
                </a:lnTo>
                <a:lnTo>
                  <a:pt x="1348577" y="72124"/>
                </a:lnTo>
                <a:lnTo>
                  <a:pt x="1352252" y="72424"/>
                </a:lnTo>
                <a:lnTo>
                  <a:pt x="1355927" y="72718"/>
                </a:lnTo>
                <a:lnTo>
                  <a:pt x="1359601" y="73005"/>
                </a:lnTo>
                <a:lnTo>
                  <a:pt x="1363276" y="73288"/>
                </a:lnTo>
                <a:lnTo>
                  <a:pt x="1366950" y="73565"/>
                </a:lnTo>
                <a:lnTo>
                  <a:pt x="1370625" y="73837"/>
                </a:lnTo>
                <a:lnTo>
                  <a:pt x="1374300" y="74106"/>
                </a:lnTo>
                <a:lnTo>
                  <a:pt x="1377974" y="74373"/>
                </a:lnTo>
                <a:lnTo>
                  <a:pt x="1381649" y="74637"/>
                </a:lnTo>
                <a:lnTo>
                  <a:pt x="1385323" y="74900"/>
                </a:lnTo>
                <a:lnTo>
                  <a:pt x="1388998" y="75162"/>
                </a:lnTo>
                <a:lnTo>
                  <a:pt x="1392673" y="75423"/>
                </a:lnTo>
                <a:lnTo>
                  <a:pt x="1396347" y="75685"/>
                </a:lnTo>
                <a:lnTo>
                  <a:pt x="1400022" y="75947"/>
                </a:lnTo>
                <a:lnTo>
                  <a:pt x="1403696" y="76210"/>
                </a:lnTo>
                <a:lnTo>
                  <a:pt x="1407371" y="76475"/>
                </a:lnTo>
                <a:lnTo>
                  <a:pt x="1411046" y="76741"/>
                </a:lnTo>
                <a:lnTo>
                  <a:pt x="1414720" y="77008"/>
                </a:lnTo>
                <a:lnTo>
                  <a:pt x="1418395" y="77278"/>
                </a:lnTo>
                <a:lnTo>
                  <a:pt x="1422069" y="77549"/>
                </a:lnTo>
                <a:lnTo>
                  <a:pt x="1425744" y="77824"/>
                </a:lnTo>
                <a:lnTo>
                  <a:pt x="1429419" y="78100"/>
                </a:lnTo>
                <a:lnTo>
                  <a:pt x="1433093" y="78379"/>
                </a:lnTo>
                <a:lnTo>
                  <a:pt x="1436768" y="78661"/>
                </a:lnTo>
                <a:lnTo>
                  <a:pt x="1440442" y="78944"/>
                </a:lnTo>
                <a:lnTo>
                  <a:pt x="1444117" y="79231"/>
                </a:lnTo>
                <a:lnTo>
                  <a:pt x="1447792" y="79521"/>
                </a:lnTo>
                <a:lnTo>
                  <a:pt x="1451466" y="79812"/>
                </a:lnTo>
                <a:lnTo>
                  <a:pt x="1455141" y="80107"/>
                </a:lnTo>
                <a:lnTo>
                  <a:pt x="1458815" y="80403"/>
                </a:lnTo>
                <a:lnTo>
                  <a:pt x="1462490" y="80702"/>
                </a:lnTo>
                <a:lnTo>
                  <a:pt x="1466165" y="81004"/>
                </a:lnTo>
                <a:lnTo>
                  <a:pt x="1469839" y="81307"/>
                </a:lnTo>
                <a:lnTo>
                  <a:pt x="1473514" y="81613"/>
                </a:lnTo>
                <a:lnTo>
                  <a:pt x="1477188" y="81920"/>
                </a:lnTo>
                <a:lnTo>
                  <a:pt x="1480863" y="82229"/>
                </a:lnTo>
                <a:lnTo>
                  <a:pt x="1484538" y="82539"/>
                </a:lnTo>
                <a:lnTo>
                  <a:pt x="1488212" y="82850"/>
                </a:lnTo>
                <a:lnTo>
                  <a:pt x="1491887" y="83161"/>
                </a:lnTo>
                <a:lnTo>
                  <a:pt x="1495561" y="83473"/>
                </a:lnTo>
                <a:lnTo>
                  <a:pt x="1499236" y="83785"/>
                </a:lnTo>
                <a:lnTo>
                  <a:pt x="1502911" y="84096"/>
                </a:lnTo>
                <a:lnTo>
                  <a:pt x="1506585" y="84405"/>
                </a:lnTo>
                <a:lnTo>
                  <a:pt x="1510260" y="84713"/>
                </a:lnTo>
                <a:lnTo>
                  <a:pt x="1513934" y="85020"/>
                </a:lnTo>
                <a:lnTo>
                  <a:pt x="1517609" y="85323"/>
                </a:lnTo>
                <a:lnTo>
                  <a:pt x="1521284" y="85622"/>
                </a:lnTo>
                <a:lnTo>
                  <a:pt x="1524958" y="85918"/>
                </a:lnTo>
                <a:lnTo>
                  <a:pt x="1528633" y="86210"/>
                </a:lnTo>
                <a:lnTo>
                  <a:pt x="1532307" y="86497"/>
                </a:lnTo>
                <a:lnTo>
                  <a:pt x="1535982" y="86778"/>
                </a:lnTo>
                <a:lnTo>
                  <a:pt x="1539657" y="87053"/>
                </a:lnTo>
                <a:lnTo>
                  <a:pt x="1543331" y="87322"/>
                </a:lnTo>
                <a:lnTo>
                  <a:pt x="1547006" y="87584"/>
                </a:lnTo>
                <a:lnTo>
                  <a:pt x="1550680" y="87840"/>
                </a:lnTo>
                <a:lnTo>
                  <a:pt x="1554355" y="88087"/>
                </a:lnTo>
                <a:lnTo>
                  <a:pt x="1558030" y="88327"/>
                </a:lnTo>
                <a:lnTo>
                  <a:pt x="1561704" y="88559"/>
                </a:lnTo>
                <a:lnTo>
                  <a:pt x="1565379" y="88784"/>
                </a:lnTo>
                <a:lnTo>
                  <a:pt x="1569053" y="89002"/>
                </a:lnTo>
                <a:lnTo>
                  <a:pt x="1572728" y="89212"/>
                </a:lnTo>
                <a:lnTo>
                  <a:pt x="1576403" y="89413"/>
                </a:lnTo>
                <a:lnTo>
                  <a:pt x="1580077" y="89608"/>
                </a:lnTo>
                <a:lnTo>
                  <a:pt x="1583752" y="89796"/>
                </a:lnTo>
                <a:lnTo>
                  <a:pt x="1587426" y="89978"/>
                </a:lnTo>
                <a:lnTo>
                  <a:pt x="1591101" y="90152"/>
                </a:lnTo>
                <a:lnTo>
                  <a:pt x="1594776" y="90321"/>
                </a:lnTo>
                <a:lnTo>
                  <a:pt x="1598450" y="90484"/>
                </a:lnTo>
                <a:lnTo>
                  <a:pt x="1602125" y="90642"/>
                </a:lnTo>
                <a:lnTo>
                  <a:pt x="1605799" y="90796"/>
                </a:lnTo>
                <a:lnTo>
                  <a:pt x="1609474" y="90946"/>
                </a:lnTo>
                <a:lnTo>
                  <a:pt x="1613149" y="91091"/>
                </a:lnTo>
                <a:lnTo>
                  <a:pt x="1616823" y="91233"/>
                </a:lnTo>
                <a:lnTo>
                  <a:pt x="1620498" y="91372"/>
                </a:lnTo>
                <a:lnTo>
                  <a:pt x="1624172" y="91508"/>
                </a:lnTo>
                <a:lnTo>
                  <a:pt x="1627847" y="91642"/>
                </a:lnTo>
                <a:lnTo>
                  <a:pt x="1631522" y="91773"/>
                </a:lnTo>
                <a:lnTo>
                  <a:pt x="1635196" y="91903"/>
                </a:lnTo>
                <a:lnTo>
                  <a:pt x="1638871" y="92031"/>
                </a:lnTo>
                <a:lnTo>
                  <a:pt x="1642545" y="92157"/>
                </a:lnTo>
                <a:lnTo>
                  <a:pt x="1646220" y="92282"/>
                </a:lnTo>
                <a:lnTo>
                  <a:pt x="1649895" y="92405"/>
                </a:lnTo>
                <a:lnTo>
                  <a:pt x="1653569" y="92527"/>
                </a:lnTo>
                <a:lnTo>
                  <a:pt x="1657244" y="92648"/>
                </a:lnTo>
                <a:lnTo>
                  <a:pt x="1660918" y="92767"/>
                </a:lnTo>
                <a:lnTo>
                  <a:pt x="1664593" y="92885"/>
                </a:lnTo>
                <a:lnTo>
                  <a:pt x="1668268" y="93001"/>
                </a:lnTo>
                <a:lnTo>
                  <a:pt x="1671942" y="93115"/>
                </a:lnTo>
                <a:lnTo>
                  <a:pt x="1675617" y="93228"/>
                </a:lnTo>
                <a:lnTo>
                  <a:pt x="1679291" y="93340"/>
                </a:lnTo>
                <a:lnTo>
                  <a:pt x="1682966" y="93449"/>
                </a:lnTo>
                <a:lnTo>
                  <a:pt x="1686641" y="93556"/>
                </a:lnTo>
                <a:lnTo>
                  <a:pt x="1690315" y="93661"/>
                </a:lnTo>
                <a:lnTo>
                  <a:pt x="1693990" y="93764"/>
                </a:lnTo>
                <a:lnTo>
                  <a:pt x="1697664" y="93864"/>
                </a:lnTo>
                <a:lnTo>
                  <a:pt x="1701339" y="93962"/>
                </a:lnTo>
                <a:lnTo>
                  <a:pt x="1705014" y="94057"/>
                </a:lnTo>
                <a:lnTo>
                  <a:pt x="1708688" y="94150"/>
                </a:lnTo>
                <a:lnTo>
                  <a:pt x="1712363" y="94240"/>
                </a:lnTo>
                <a:lnTo>
                  <a:pt x="1716037" y="94327"/>
                </a:lnTo>
                <a:lnTo>
                  <a:pt x="1719712" y="94412"/>
                </a:lnTo>
                <a:lnTo>
                  <a:pt x="1723387" y="94494"/>
                </a:lnTo>
                <a:lnTo>
                  <a:pt x="1727061" y="94574"/>
                </a:lnTo>
                <a:lnTo>
                  <a:pt x="1730736" y="94651"/>
                </a:lnTo>
                <a:lnTo>
                  <a:pt x="1734410" y="94725"/>
                </a:lnTo>
                <a:lnTo>
                  <a:pt x="1738085" y="94798"/>
                </a:lnTo>
                <a:lnTo>
                  <a:pt x="1741760" y="94868"/>
                </a:lnTo>
                <a:lnTo>
                  <a:pt x="1745434" y="94936"/>
                </a:lnTo>
                <a:lnTo>
                  <a:pt x="1749109" y="95003"/>
                </a:lnTo>
                <a:lnTo>
                  <a:pt x="1752783" y="95068"/>
                </a:lnTo>
                <a:lnTo>
                  <a:pt x="1756458" y="95132"/>
                </a:lnTo>
                <a:lnTo>
                  <a:pt x="1760133" y="95195"/>
                </a:lnTo>
                <a:lnTo>
                  <a:pt x="1763807" y="95256"/>
                </a:lnTo>
                <a:lnTo>
                  <a:pt x="1767482" y="95317"/>
                </a:lnTo>
                <a:lnTo>
                  <a:pt x="1771156" y="95378"/>
                </a:lnTo>
                <a:lnTo>
                  <a:pt x="1774831" y="95439"/>
                </a:lnTo>
                <a:lnTo>
                  <a:pt x="1778506" y="95500"/>
                </a:lnTo>
                <a:lnTo>
                  <a:pt x="1782180" y="95561"/>
                </a:lnTo>
                <a:lnTo>
                  <a:pt x="1785855" y="95623"/>
                </a:lnTo>
                <a:lnTo>
                  <a:pt x="1789529" y="95685"/>
                </a:lnTo>
                <a:lnTo>
                  <a:pt x="1793204" y="95748"/>
                </a:lnTo>
                <a:lnTo>
                  <a:pt x="1796879" y="95813"/>
                </a:lnTo>
                <a:lnTo>
                  <a:pt x="1800553" y="95879"/>
                </a:lnTo>
                <a:lnTo>
                  <a:pt x="1804228" y="95946"/>
                </a:lnTo>
                <a:lnTo>
                  <a:pt x="1807902" y="96014"/>
                </a:lnTo>
                <a:lnTo>
                  <a:pt x="1811577" y="96083"/>
                </a:lnTo>
                <a:lnTo>
                  <a:pt x="1815252" y="96154"/>
                </a:lnTo>
                <a:lnTo>
                  <a:pt x="1818926" y="96227"/>
                </a:lnTo>
                <a:lnTo>
                  <a:pt x="1822601" y="96301"/>
                </a:lnTo>
                <a:lnTo>
                  <a:pt x="1826275" y="96375"/>
                </a:lnTo>
                <a:lnTo>
                  <a:pt x="1829950" y="96451"/>
                </a:lnTo>
                <a:lnTo>
                  <a:pt x="1833625" y="96528"/>
                </a:lnTo>
                <a:lnTo>
                  <a:pt x="1837299" y="96606"/>
                </a:lnTo>
                <a:lnTo>
                  <a:pt x="1840974" y="96684"/>
                </a:lnTo>
                <a:lnTo>
                  <a:pt x="1844648" y="96763"/>
                </a:lnTo>
                <a:lnTo>
                  <a:pt x="1848323" y="96841"/>
                </a:lnTo>
                <a:lnTo>
                  <a:pt x="1851998" y="96920"/>
                </a:lnTo>
                <a:lnTo>
                  <a:pt x="1855672" y="96998"/>
                </a:lnTo>
                <a:lnTo>
                  <a:pt x="1859347" y="97075"/>
                </a:lnTo>
                <a:lnTo>
                  <a:pt x="1863021" y="97152"/>
                </a:lnTo>
                <a:lnTo>
                  <a:pt x="1866696" y="97228"/>
                </a:lnTo>
                <a:lnTo>
                  <a:pt x="1870371" y="97302"/>
                </a:lnTo>
                <a:lnTo>
                  <a:pt x="1874045" y="97375"/>
                </a:lnTo>
                <a:lnTo>
                  <a:pt x="1877720" y="97446"/>
                </a:lnTo>
              </a:path>
            </a:pathLst>
          </a:custGeom>
          <a:ln w="27101" cap="flat">
            <a:solidFill>
              <a:srgbClr val="C77C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" name="rc56"/>
          <p:cNvSpPr/>
          <p:nvPr/>
        </p:nvSpPr>
        <p:spPr>
          <a:xfrm>
            <a:off x="4454635" y="2857989"/>
            <a:ext cx="2065492" cy="653993"/>
          </a:xfrm>
          <a:prstGeom prst="rect">
            <a:avLst/>
          </a:prstGeom>
          <a:ln w="17246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" name="rc57"/>
          <p:cNvSpPr/>
          <p:nvPr/>
        </p:nvSpPr>
        <p:spPr>
          <a:xfrm>
            <a:off x="4454635" y="3600550"/>
            <a:ext cx="2065492" cy="653993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" name="pl58"/>
          <p:cNvSpPr/>
          <p:nvPr/>
        </p:nvSpPr>
        <p:spPr>
          <a:xfrm>
            <a:off x="4454635" y="4129570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9" name="pl59"/>
          <p:cNvSpPr/>
          <p:nvPr/>
        </p:nvSpPr>
        <p:spPr>
          <a:xfrm>
            <a:off x="4454635" y="3939079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0" name="pl60"/>
          <p:cNvSpPr/>
          <p:nvPr/>
        </p:nvSpPr>
        <p:spPr>
          <a:xfrm>
            <a:off x="4454635" y="3748587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1" name="pl61"/>
          <p:cNvSpPr/>
          <p:nvPr/>
        </p:nvSpPr>
        <p:spPr>
          <a:xfrm>
            <a:off x="4783236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2" name="pl62"/>
          <p:cNvSpPr/>
          <p:nvPr/>
        </p:nvSpPr>
        <p:spPr>
          <a:xfrm>
            <a:off x="5252666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3" name="pl63"/>
          <p:cNvSpPr/>
          <p:nvPr/>
        </p:nvSpPr>
        <p:spPr>
          <a:xfrm>
            <a:off x="5722096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4" name="pl64"/>
          <p:cNvSpPr/>
          <p:nvPr/>
        </p:nvSpPr>
        <p:spPr>
          <a:xfrm>
            <a:off x="6191527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5" name="pl65"/>
          <p:cNvSpPr/>
          <p:nvPr/>
        </p:nvSpPr>
        <p:spPr>
          <a:xfrm>
            <a:off x="4454635" y="4224816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6" name="pl66"/>
          <p:cNvSpPr/>
          <p:nvPr/>
        </p:nvSpPr>
        <p:spPr>
          <a:xfrm>
            <a:off x="4454635" y="4034324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7" name="pl67"/>
          <p:cNvSpPr/>
          <p:nvPr/>
        </p:nvSpPr>
        <p:spPr>
          <a:xfrm>
            <a:off x="4454635" y="3843833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8" name="pl68"/>
          <p:cNvSpPr/>
          <p:nvPr/>
        </p:nvSpPr>
        <p:spPr>
          <a:xfrm>
            <a:off x="4454635" y="3653342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9" name="pl69"/>
          <p:cNvSpPr/>
          <p:nvPr/>
        </p:nvSpPr>
        <p:spPr>
          <a:xfrm>
            <a:off x="4548521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0" name="pl70"/>
          <p:cNvSpPr/>
          <p:nvPr/>
        </p:nvSpPr>
        <p:spPr>
          <a:xfrm>
            <a:off x="5017951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1" name="pl71"/>
          <p:cNvSpPr/>
          <p:nvPr/>
        </p:nvSpPr>
        <p:spPr>
          <a:xfrm>
            <a:off x="5487381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2" name="pl72"/>
          <p:cNvSpPr/>
          <p:nvPr/>
        </p:nvSpPr>
        <p:spPr>
          <a:xfrm>
            <a:off x="5956811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3" name="pl73"/>
          <p:cNvSpPr/>
          <p:nvPr/>
        </p:nvSpPr>
        <p:spPr>
          <a:xfrm>
            <a:off x="6426242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4" name="pg74"/>
          <p:cNvSpPr/>
          <p:nvPr/>
        </p:nvSpPr>
        <p:spPr>
          <a:xfrm>
            <a:off x="4548521" y="3659436"/>
            <a:ext cx="1877720" cy="565379"/>
          </a:xfrm>
          <a:custGeom>
            <a:avLst/>
            <a:gdLst/>
            <a:ahLst/>
            <a:cxnLst/>
            <a:rect l="0" t="0" r="0" b="0"/>
            <a:pathLst>
              <a:path w="1877720" h="565379">
                <a:moveTo>
                  <a:pt x="0" y="565379"/>
                </a:moveTo>
                <a:lnTo>
                  <a:pt x="3674" y="565379"/>
                </a:lnTo>
                <a:lnTo>
                  <a:pt x="7349" y="565379"/>
                </a:lnTo>
                <a:lnTo>
                  <a:pt x="11023" y="565379"/>
                </a:lnTo>
                <a:lnTo>
                  <a:pt x="14698" y="565379"/>
                </a:lnTo>
                <a:lnTo>
                  <a:pt x="18372" y="565379"/>
                </a:lnTo>
                <a:lnTo>
                  <a:pt x="22047" y="565379"/>
                </a:lnTo>
                <a:lnTo>
                  <a:pt x="25722" y="565379"/>
                </a:lnTo>
                <a:lnTo>
                  <a:pt x="29396" y="565379"/>
                </a:lnTo>
                <a:lnTo>
                  <a:pt x="33071" y="565379"/>
                </a:lnTo>
                <a:lnTo>
                  <a:pt x="36745" y="565379"/>
                </a:lnTo>
                <a:lnTo>
                  <a:pt x="40420" y="565379"/>
                </a:lnTo>
                <a:lnTo>
                  <a:pt x="44095" y="565379"/>
                </a:lnTo>
                <a:lnTo>
                  <a:pt x="47769" y="565379"/>
                </a:lnTo>
                <a:lnTo>
                  <a:pt x="51444" y="565379"/>
                </a:lnTo>
                <a:lnTo>
                  <a:pt x="55118" y="565379"/>
                </a:lnTo>
                <a:lnTo>
                  <a:pt x="58793" y="565379"/>
                </a:lnTo>
                <a:lnTo>
                  <a:pt x="62468" y="565379"/>
                </a:lnTo>
                <a:lnTo>
                  <a:pt x="66142" y="565379"/>
                </a:lnTo>
                <a:lnTo>
                  <a:pt x="69817" y="565379"/>
                </a:lnTo>
                <a:lnTo>
                  <a:pt x="73491" y="565379"/>
                </a:lnTo>
                <a:lnTo>
                  <a:pt x="77166" y="565379"/>
                </a:lnTo>
                <a:lnTo>
                  <a:pt x="80841" y="565379"/>
                </a:lnTo>
                <a:lnTo>
                  <a:pt x="84515" y="565379"/>
                </a:lnTo>
                <a:lnTo>
                  <a:pt x="88190" y="565379"/>
                </a:lnTo>
                <a:lnTo>
                  <a:pt x="91864" y="565379"/>
                </a:lnTo>
                <a:lnTo>
                  <a:pt x="95539" y="565379"/>
                </a:lnTo>
                <a:lnTo>
                  <a:pt x="99214" y="565379"/>
                </a:lnTo>
                <a:lnTo>
                  <a:pt x="102888" y="565379"/>
                </a:lnTo>
                <a:lnTo>
                  <a:pt x="106563" y="565379"/>
                </a:lnTo>
                <a:lnTo>
                  <a:pt x="110237" y="565379"/>
                </a:lnTo>
                <a:lnTo>
                  <a:pt x="113912" y="565379"/>
                </a:lnTo>
                <a:lnTo>
                  <a:pt x="117587" y="565379"/>
                </a:lnTo>
                <a:lnTo>
                  <a:pt x="121261" y="565379"/>
                </a:lnTo>
                <a:lnTo>
                  <a:pt x="124936" y="565379"/>
                </a:lnTo>
                <a:lnTo>
                  <a:pt x="128610" y="565379"/>
                </a:lnTo>
                <a:lnTo>
                  <a:pt x="132285" y="565379"/>
                </a:lnTo>
                <a:lnTo>
                  <a:pt x="135960" y="565379"/>
                </a:lnTo>
                <a:lnTo>
                  <a:pt x="139634" y="565379"/>
                </a:lnTo>
                <a:lnTo>
                  <a:pt x="143309" y="565379"/>
                </a:lnTo>
                <a:lnTo>
                  <a:pt x="146983" y="565379"/>
                </a:lnTo>
                <a:lnTo>
                  <a:pt x="150658" y="565379"/>
                </a:lnTo>
                <a:lnTo>
                  <a:pt x="154333" y="565379"/>
                </a:lnTo>
                <a:lnTo>
                  <a:pt x="158007" y="565379"/>
                </a:lnTo>
                <a:lnTo>
                  <a:pt x="161682" y="565379"/>
                </a:lnTo>
                <a:lnTo>
                  <a:pt x="165356" y="565379"/>
                </a:lnTo>
                <a:lnTo>
                  <a:pt x="169031" y="565379"/>
                </a:lnTo>
                <a:lnTo>
                  <a:pt x="172706" y="565379"/>
                </a:lnTo>
                <a:lnTo>
                  <a:pt x="176380" y="565379"/>
                </a:lnTo>
                <a:lnTo>
                  <a:pt x="180055" y="565379"/>
                </a:lnTo>
                <a:lnTo>
                  <a:pt x="183729" y="565379"/>
                </a:lnTo>
                <a:lnTo>
                  <a:pt x="187404" y="565379"/>
                </a:lnTo>
                <a:lnTo>
                  <a:pt x="191079" y="565379"/>
                </a:lnTo>
                <a:lnTo>
                  <a:pt x="194753" y="565379"/>
                </a:lnTo>
                <a:lnTo>
                  <a:pt x="198428" y="565379"/>
                </a:lnTo>
                <a:lnTo>
                  <a:pt x="202102" y="565379"/>
                </a:lnTo>
                <a:lnTo>
                  <a:pt x="205777" y="565379"/>
                </a:lnTo>
                <a:lnTo>
                  <a:pt x="209452" y="565379"/>
                </a:lnTo>
                <a:lnTo>
                  <a:pt x="213126" y="565379"/>
                </a:lnTo>
                <a:lnTo>
                  <a:pt x="216801" y="565379"/>
                </a:lnTo>
                <a:lnTo>
                  <a:pt x="220475" y="565379"/>
                </a:lnTo>
                <a:lnTo>
                  <a:pt x="224150" y="565379"/>
                </a:lnTo>
                <a:lnTo>
                  <a:pt x="227825" y="565379"/>
                </a:lnTo>
                <a:lnTo>
                  <a:pt x="231499" y="565379"/>
                </a:lnTo>
                <a:lnTo>
                  <a:pt x="235174" y="565379"/>
                </a:lnTo>
                <a:lnTo>
                  <a:pt x="238848" y="565379"/>
                </a:lnTo>
                <a:lnTo>
                  <a:pt x="242523" y="565379"/>
                </a:lnTo>
                <a:lnTo>
                  <a:pt x="246198" y="565379"/>
                </a:lnTo>
                <a:lnTo>
                  <a:pt x="249872" y="565379"/>
                </a:lnTo>
                <a:lnTo>
                  <a:pt x="253547" y="565379"/>
                </a:lnTo>
                <a:lnTo>
                  <a:pt x="257221" y="565379"/>
                </a:lnTo>
                <a:lnTo>
                  <a:pt x="260896" y="565379"/>
                </a:lnTo>
                <a:lnTo>
                  <a:pt x="264571" y="565379"/>
                </a:lnTo>
                <a:lnTo>
                  <a:pt x="268245" y="565379"/>
                </a:lnTo>
                <a:lnTo>
                  <a:pt x="271920" y="565379"/>
                </a:lnTo>
                <a:lnTo>
                  <a:pt x="275594" y="565379"/>
                </a:lnTo>
                <a:lnTo>
                  <a:pt x="279269" y="565379"/>
                </a:lnTo>
                <a:lnTo>
                  <a:pt x="282944" y="565379"/>
                </a:lnTo>
                <a:lnTo>
                  <a:pt x="286618" y="565379"/>
                </a:lnTo>
                <a:lnTo>
                  <a:pt x="290293" y="565379"/>
                </a:lnTo>
                <a:lnTo>
                  <a:pt x="293967" y="565379"/>
                </a:lnTo>
                <a:lnTo>
                  <a:pt x="297642" y="565379"/>
                </a:lnTo>
                <a:lnTo>
                  <a:pt x="301317" y="565379"/>
                </a:lnTo>
                <a:lnTo>
                  <a:pt x="304991" y="565379"/>
                </a:lnTo>
                <a:lnTo>
                  <a:pt x="308666" y="565379"/>
                </a:lnTo>
                <a:lnTo>
                  <a:pt x="312340" y="565379"/>
                </a:lnTo>
                <a:lnTo>
                  <a:pt x="316015" y="565379"/>
                </a:lnTo>
                <a:lnTo>
                  <a:pt x="319690" y="565379"/>
                </a:lnTo>
                <a:lnTo>
                  <a:pt x="323364" y="565379"/>
                </a:lnTo>
                <a:lnTo>
                  <a:pt x="327039" y="565379"/>
                </a:lnTo>
                <a:lnTo>
                  <a:pt x="330713" y="565379"/>
                </a:lnTo>
                <a:lnTo>
                  <a:pt x="334388" y="565379"/>
                </a:lnTo>
                <a:lnTo>
                  <a:pt x="338063" y="565379"/>
                </a:lnTo>
                <a:lnTo>
                  <a:pt x="341737" y="565379"/>
                </a:lnTo>
                <a:lnTo>
                  <a:pt x="345412" y="565379"/>
                </a:lnTo>
                <a:lnTo>
                  <a:pt x="349086" y="565379"/>
                </a:lnTo>
                <a:lnTo>
                  <a:pt x="352761" y="565379"/>
                </a:lnTo>
                <a:lnTo>
                  <a:pt x="356436" y="565379"/>
                </a:lnTo>
                <a:lnTo>
                  <a:pt x="360110" y="565379"/>
                </a:lnTo>
                <a:lnTo>
                  <a:pt x="363785" y="565379"/>
                </a:lnTo>
                <a:lnTo>
                  <a:pt x="367459" y="565379"/>
                </a:lnTo>
                <a:lnTo>
                  <a:pt x="371134" y="565379"/>
                </a:lnTo>
                <a:lnTo>
                  <a:pt x="374809" y="565379"/>
                </a:lnTo>
                <a:lnTo>
                  <a:pt x="378483" y="565379"/>
                </a:lnTo>
                <a:lnTo>
                  <a:pt x="382158" y="565379"/>
                </a:lnTo>
                <a:lnTo>
                  <a:pt x="385832" y="565379"/>
                </a:lnTo>
                <a:lnTo>
                  <a:pt x="389507" y="565379"/>
                </a:lnTo>
                <a:lnTo>
                  <a:pt x="393182" y="565379"/>
                </a:lnTo>
                <a:lnTo>
                  <a:pt x="396856" y="565379"/>
                </a:lnTo>
                <a:lnTo>
                  <a:pt x="400531" y="565379"/>
                </a:lnTo>
                <a:lnTo>
                  <a:pt x="404205" y="565379"/>
                </a:lnTo>
                <a:lnTo>
                  <a:pt x="407880" y="565379"/>
                </a:lnTo>
                <a:lnTo>
                  <a:pt x="411555" y="565379"/>
                </a:lnTo>
                <a:lnTo>
                  <a:pt x="415229" y="565379"/>
                </a:lnTo>
                <a:lnTo>
                  <a:pt x="418904" y="565379"/>
                </a:lnTo>
                <a:lnTo>
                  <a:pt x="422578" y="565379"/>
                </a:lnTo>
                <a:lnTo>
                  <a:pt x="426253" y="565379"/>
                </a:lnTo>
                <a:lnTo>
                  <a:pt x="429928" y="565379"/>
                </a:lnTo>
                <a:lnTo>
                  <a:pt x="433602" y="565379"/>
                </a:lnTo>
                <a:lnTo>
                  <a:pt x="437277" y="565379"/>
                </a:lnTo>
                <a:lnTo>
                  <a:pt x="440951" y="565379"/>
                </a:lnTo>
                <a:lnTo>
                  <a:pt x="444626" y="565379"/>
                </a:lnTo>
                <a:lnTo>
                  <a:pt x="448301" y="565379"/>
                </a:lnTo>
                <a:lnTo>
                  <a:pt x="451975" y="565379"/>
                </a:lnTo>
                <a:lnTo>
                  <a:pt x="455650" y="565379"/>
                </a:lnTo>
                <a:lnTo>
                  <a:pt x="459324" y="565379"/>
                </a:lnTo>
                <a:lnTo>
                  <a:pt x="462999" y="565379"/>
                </a:lnTo>
                <a:lnTo>
                  <a:pt x="466674" y="565379"/>
                </a:lnTo>
                <a:lnTo>
                  <a:pt x="470348" y="565379"/>
                </a:lnTo>
                <a:lnTo>
                  <a:pt x="474023" y="565379"/>
                </a:lnTo>
                <a:lnTo>
                  <a:pt x="477697" y="565379"/>
                </a:lnTo>
                <a:lnTo>
                  <a:pt x="481372" y="565379"/>
                </a:lnTo>
                <a:lnTo>
                  <a:pt x="485047" y="565379"/>
                </a:lnTo>
                <a:lnTo>
                  <a:pt x="488721" y="565379"/>
                </a:lnTo>
                <a:lnTo>
                  <a:pt x="492396" y="565379"/>
                </a:lnTo>
                <a:lnTo>
                  <a:pt x="496070" y="565379"/>
                </a:lnTo>
                <a:lnTo>
                  <a:pt x="499745" y="565379"/>
                </a:lnTo>
                <a:lnTo>
                  <a:pt x="503420" y="565379"/>
                </a:lnTo>
                <a:lnTo>
                  <a:pt x="507094" y="565379"/>
                </a:lnTo>
                <a:lnTo>
                  <a:pt x="510769" y="565379"/>
                </a:lnTo>
                <a:lnTo>
                  <a:pt x="514443" y="565379"/>
                </a:lnTo>
                <a:lnTo>
                  <a:pt x="518118" y="565379"/>
                </a:lnTo>
                <a:lnTo>
                  <a:pt x="521793" y="565379"/>
                </a:lnTo>
                <a:lnTo>
                  <a:pt x="525467" y="565379"/>
                </a:lnTo>
                <a:lnTo>
                  <a:pt x="529142" y="565379"/>
                </a:lnTo>
                <a:lnTo>
                  <a:pt x="532816" y="565379"/>
                </a:lnTo>
                <a:lnTo>
                  <a:pt x="536491" y="565379"/>
                </a:lnTo>
                <a:lnTo>
                  <a:pt x="540166" y="565379"/>
                </a:lnTo>
                <a:lnTo>
                  <a:pt x="543840" y="565379"/>
                </a:lnTo>
                <a:lnTo>
                  <a:pt x="547515" y="565379"/>
                </a:lnTo>
                <a:lnTo>
                  <a:pt x="551189" y="565379"/>
                </a:lnTo>
                <a:lnTo>
                  <a:pt x="554864" y="565379"/>
                </a:lnTo>
                <a:lnTo>
                  <a:pt x="558539" y="565379"/>
                </a:lnTo>
                <a:lnTo>
                  <a:pt x="562213" y="565379"/>
                </a:lnTo>
                <a:lnTo>
                  <a:pt x="565888" y="565379"/>
                </a:lnTo>
                <a:lnTo>
                  <a:pt x="569562" y="565379"/>
                </a:lnTo>
                <a:lnTo>
                  <a:pt x="573237" y="565379"/>
                </a:lnTo>
                <a:lnTo>
                  <a:pt x="576912" y="565379"/>
                </a:lnTo>
                <a:lnTo>
                  <a:pt x="580586" y="565379"/>
                </a:lnTo>
                <a:lnTo>
                  <a:pt x="584261" y="565378"/>
                </a:lnTo>
                <a:lnTo>
                  <a:pt x="587935" y="565376"/>
                </a:lnTo>
                <a:lnTo>
                  <a:pt x="591610" y="565370"/>
                </a:lnTo>
                <a:lnTo>
                  <a:pt x="595285" y="565355"/>
                </a:lnTo>
                <a:lnTo>
                  <a:pt x="598959" y="565322"/>
                </a:lnTo>
                <a:lnTo>
                  <a:pt x="602634" y="565261"/>
                </a:lnTo>
                <a:lnTo>
                  <a:pt x="606308" y="565164"/>
                </a:lnTo>
                <a:lnTo>
                  <a:pt x="609983" y="565031"/>
                </a:lnTo>
                <a:lnTo>
                  <a:pt x="613658" y="564873"/>
                </a:lnTo>
                <a:lnTo>
                  <a:pt x="617332" y="564710"/>
                </a:lnTo>
                <a:lnTo>
                  <a:pt x="621007" y="564549"/>
                </a:lnTo>
                <a:lnTo>
                  <a:pt x="624681" y="564375"/>
                </a:lnTo>
                <a:lnTo>
                  <a:pt x="628356" y="564143"/>
                </a:lnTo>
                <a:lnTo>
                  <a:pt x="632031" y="563793"/>
                </a:lnTo>
                <a:lnTo>
                  <a:pt x="635705" y="563278"/>
                </a:lnTo>
                <a:lnTo>
                  <a:pt x="639380" y="562582"/>
                </a:lnTo>
                <a:lnTo>
                  <a:pt x="643054" y="561713"/>
                </a:lnTo>
                <a:lnTo>
                  <a:pt x="646729" y="560688"/>
                </a:lnTo>
                <a:lnTo>
                  <a:pt x="650404" y="559505"/>
                </a:lnTo>
                <a:lnTo>
                  <a:pt x="654078" y="558137"/>
                </a:lnTo>
                <a:lnTo>
                  <a:pt x="657753" y="556539"/>
                </a:lnTo>
                <a:lnTo>
                  <a:pt x="661427" y="554651"/>
                </a:lnTo>
                <a:lnTo>
                  <a:pt x="665102" y="552393"/>
                </a:lnTo>
                <a:lnTo>
                  <a:pt x="668777" y="549623"/>
                </a:lnTo>
                <a:lnTo>
                  <a:pt x="672451" y="546118"/>
                </a:lnTo>
                <a:lnTo>
                  <a:pt x="676126" y="541574"/>
                </a:lnTo>
                <a:lnTo>
                  <a:pt x="679800" y="535666"/>
                </a:lnTo>
                <a:lnTo>
                  <a:pt x="683475" y="528085"/>
                </a:lnTo>
                <a:lnTo>
                  <a:pt x="687150" y="518731"/>
                </a:lnTo>
                <a:lnTo>
                  <a:pt x="690824" y="507695"/>
                </a:lnTo>
                <a:lnTo>
                  <a:pt x="694499" y="495130"/>
                </a:lnTo>
                <a:lnTo>
                  <a:pt x="698173" y="481199"/>
                </a:lnTo>
                <a:lnTo>
                  <a:pt x="701848" y="466023"/>
                </a:lnTo>
                <a:lnTo>
                  <a:pt x="705523" y="449669"/>
                </a:lnTo>
                <a:lnTo>
                  <a:pt x="709197" y="432187"/>
                </a:lnTo>
                <a:lnTo>
                  <a:pt x="712872" y="413638"/>
                </a:lnTo>
                <a:lnTo>
                  <a:pt x="716546" y="394121"/>
                </a:lnTo>
                <a:lnTo>
                  <a:pt x="720221" y="373771"/>
                </a:lnTo>
                <a:lnTo>
                  <a:pt x="723896" y="352701"/>
                </a:lnTo>
                <a:lnTo>
                  <a:pt x="727570" y="330909"/>
                </a:lnTo>
                <a:lnTo>
                  <a:pt x="731245" y="308219"/>
                </a:lnTo>
                <a:lnTo>
                  <a:pt x="734919" y="284366"/>
                </a:lnTo>
                <a:lnTo>
                  <a:pt x="738594" y="259256"/>
                </a:lnTo>
                <a:lnTo>
                  <a:pt x="742269" y="233251"/>
                </a:lnTo>
                <a:lnTo>
                  <a:pt x="745943" y="207250"/>
                </a:lnTo>
                <a:lnTo>
                  <a:pt x="749618" y="182401"/>
                </a:lnTo>
                <a:lnTo>
                  <a:pt x="753292" y="159569"/>
                </a:lnTo>
                <a:lnTo>
                  <a:pt x="756967" y="138873"/>
                </a:lnTo>
                <a:lnTo>
                  <a:pt x="760642" y="119641"/>
                </a:lnTo>
                <a:lnTo>
                  <a:pt x="764316" y="100880"/>
                </a:lnTo>
                <a:lnTo>
                  <a:pt x="767991" y="81991"/>
                </a:lnTo>
                <a:lnTo>
                  <a:pt x="771665" y="63339"/>
                </a:lnTo>
                <a:lnTo>
                  <a:pt x="775340" y="46086"/>
                </a:lnTo>
                <a:lnTo>
                  <a:pt x="779015" y="31458"/>
                </a:lnTo>
                <a:lnTo>
                  <a:pt x="782689" y="20095"/>
                </a:lnTo>
                <a:lnTo>
                  <a:pt x="786364" y="11830"/>
                </a:lnTo>
                <a:lnTo>
                  <a:pt x="790038" y="6007"/>
                </a:lnTo>
                <a:lnTo>
                  <a:pt x="793713" y="2068"/>
                </a:lnTo>
                <a:lnTo>
                  <a:pt x="797388" y="0"/>
                </a:lnTo>
                <a:lnTo>
                  <a:pt x="801062" y="330"/>
                </a:lnTo>
                <a:lnTo>
                  <a:pt x="804737" y="3738"/>
                </a:lnTo>
                <a:lnTo>
                  <a:pt x="808411" y="10526"/>
                </a:lnTo>
                <a:lnTo>
                  <a:pt x="812086" y="20297"/>
                </a:lnTo>
                <a:lnTo>
                  <a:pt x="815761" y="32003"/>
                </a:lnTo>
                <a:lnTo>
                  <a:pt x="819435" y="44295"/>
                </a:lnTo>
                <a:lnTo>
                  <a:pt x="823110" y="55957"/>
                </a:lnTo>
                <a:lnTo>
                  <a:pt x="826784" y="66236"/>
                </a:lnTo>
                <a:lnTo>
                  <a:pt x="830459" y="74971"/>
                </a:lnTo>
                <a:lnTo>
                  <a:pt x="834134" y="82558"/>
                </a:lnTo>
                <a:lnTo>
                  <a:pt x="837808" y="89833"/>
                </a:lnTo>
                <a:lnTo>
                  <a:pt x="841483" y="97904"/>
                </a:lnTo>
                <a:lnTo>
                  <a:pt x="845157" y="107962"/>
                </a:lnTo>
                <a:lnTo>
                  <a:pt x="848832" y="121047"/>
                </a:lnTo>
                <a:lnTo>
                  <a:pt x="852507" y="137779"/>
                </a:lnTo>
                <a:lnTo>
                  <a:pt x="856181" y="158191"/>
                </a:lnTo>
                <a:lnTo>
                  <a:pt x="859856" y="181142"/>
                </a:lnTo>
                <a:lnTo>
                  <a:pt x="863530" y="204975"/>
                </a:lnTo>
                <a:lnTo>
                  <a:pt x="867205" y="227954"/>
                </a:lnTo>
                <a:lnTo>
                  <a:pt x="870880" y="248782"/>
                </a:lnTo>
                <a:lnTo>
                  <a:pt x="874554" y="266908"/>
                </a:lnTo>
                <a:lnTo>
                  <a:pt x="878229" y="282468"/>
                </a:lnTo>
                <a:lnTo>
                  <a:pt x="881903" y="296014"/>
                </a:lnTo>
                <a:lnTo>
                  <a:pt x="885578" y="308230"/>
                </a:lnTo>
                <a:lnTo>
                  <a:pt x="889253" y="319738"/>
                </a:lnTo>
                <a:lnTo>
                  <a:pt x="892927" y="331004"/>
                </a:lnTo>
                <a:lnTo>
                  <a:pt x="896602" y="342291"/>
                </a:lnTo>
                <a:lnTo>
                  <a:pt x="900276" y="353660"/>
                </a:lnTo>
                <a:lnTo>
                  <a:pt x="903951" y="365021"/>
                </a:lnTo>
                <a:lnTo>
                  <a:pt x="907626" y="376225"/>
                </a:lnTo>
                <a:lnTo>
                  <a:pt x="911300" y="387150"/>
                </a:lnTo>
                <a:lnTo>
                  <a:pt x="914975" y="397733"/>
                </a:lnTo>
                <a:lnTo>
                  <a:pt x="918649" y="407938"/>
                </a:lnTo>
                <a:lnTo>
                  <a:pt x="922324" y="417699"/>
                </a:lnTo>
                <a:lnTo>
                  <a:pt x="925999" y="426896"/>
                </a:lnTo>
                <a:lnTo>
                  <a:pt x="929673" y="435393"/>
                </a:lnTo>
                <a:lnTo>
                  <a:pt x="933348" y="443122"/>
                </a:lnTo>
                <a:lnTo>
                  <a:pt x="937022" y="450163"/>
                </a:lnTo>
                <a:lnTo>
                  <a:pt x="940697" y="456766"/>
                </a:lnTo>
                <a:lnTo>
                  <a:pt x="944372" y="463338"/>
                </a:lnTo>
                <a:lnTo>
                  <a:pt x="948046" y="470259"/>
                </a:lnTo>
                <a:lnTo>
                  <a:pt x="951721" y="477721"/>
                </a:lnTo>
                <a:lnTo>
                  <a:pt x="955395" y="485612"/>
                </a:lnTo>
                <a:lnTo>
                  <a:pt x="959070" y="493540"/>
                </a:lnTo>
                <a:lnTo>
                  <a:pt x="962745" y="501004"/>
                </a:lnTo>
                <a:lnTo>
                  <a:pt x="966419" y="507647"/>
                </a:lnTo>
                <a:lnTo>
                  <a:pt x="970094" y="513408"/>
                </a:lnTo>
                <a:lnTo>
                  <a:pt x="973768" y="518493"/>
                </a:lnTo>
                <a:lnTo>
                  <a:pt x="977443" y="523192"/>
                </a:lnTo>
                <a:lnTo>
                  <a:pt x="981118" y="527688"/>
                </a:lnTo>
                <a:lnTo>
                  <a:pt x="984792" y="531970"/>
                </a:lnTo>
                <a:lnTo>
                  <a:pt x="988467" y="535891"/>
                </a:lnTo>
                <a:lnTo>
                  <a:pt x="992141" y="539288"/>
                </a:lnTo>
                <a:lnTo>
                  <a:pt x="995816" y="542083"/>
                </a:lnTo>
                <a:lnTo>
                  <a:pt x="999491" y="544309"/>
                </a:lnTo>
                <a:lnTo>
                  <a:pt x="1003165" y="546074"/>
                </a:lnTo>
                <a:lnTo>
                  <a:pt x="1006840" y="547511"/>
                </a:lnTo>
                <a:lnTo>
                  <a:pt x="1010514" y="548729"/>
                </a:lnTo>
                <a:lnTo>
                  <a:pt x="1014189" y="549801"/>
                </a:lnTo>
                <a:lnTo>
                  <a:pt x="1017864" y="550774"/>
                </a:lnTo>
                <a:lnTo>
                  <a:pt x="1021538" y="551694"/>
                </a:lnTo>
                <a:lnTo>
                  <a:pt x="1025213" y="552641"/>
                </a:lnTo>
                <a:lnTo>
                  <a:pt x="1028887" y="553724"/>
                </a:lnTo>
                <a:lnTo>
                  <a:pt x="1032562" y="555006"/>
                </a:lnTo>
                <a:lnTo>
                  <a:pt x="1036237" y="556473"/>
                </a:lnTo>
                <a:lnTo>
                  <a:pt x="1039911" y="558019"/>
                </a:lnTo>
                <a:lnTo>
                  <a:pt x="1043586" y="559488"/>
                </a:lnTo>
                <a:lnTo>
                  <a:pt x="1047260" y="560723"/>
                </a:lnTo>
                <a:lnTo>
                  <a:pt x="1050935" y="561606"/>
                </a:lnTo>
                <a:lnTo>
                  <a:pt x="1054610" y="562087"/>
                </a:lnTo>
                <a:lnTo>
                  <a:pt x="1058284" y="562194"/>
                </a:lnTo>
                <a:lnTo>
                  <a:pt x="1061959" y="562036"/>
                </a:lnTo>
                <a:lnTo>
                  <a:pt x="1065633" y="561782"/>
                </a:lnTo>
                <a:lnTo>
                  <a:pt x="1069308" y="561614"/>
                </a:lnTo>
                <a:lnTo>
                  <a:pt x="1072983" y="561667"/>
                </a:lnTo>
                <a:lnTo>
                  <a:pt x="1076657" y="561988"/>
                </a:lnTo>
                <a:lnTo>
                  <a:pt x="1080332" y="562531"/>
                </a:lnTo>
                <a:lnTo>
                  <a:pt x="1084006" y="563180"/>
                </a:lnTo>
                <a:lnTo>
                  <a:pt x="1087681" y="563807"/>
                </a:lnTo>
                <a:lnTo>
                  <a:pt x="1091356" y="564312"/>
                </a:lnTo>
                <a:lnTo>
                  <a:pt x="1095030" y="564642"/>
                </a:lnTo>
                <a:lnTo>
                  <a:pt x="1098705" y="564798"/>
                </a:lnTo>
                <a:lnTo>
                  <a:pt x="1102379" y="564819"/>
                </a:lnTo>
                <a:lnTo>
                  <a:pt x="1106054" y="564768"/>
                </a:lnTo>
                <a:lnTo>
                  <a:pt x="1109729" y="564710"/>
                </a:lnTo>
                <a:lnTo>
                  <a:pt x="1113403" y="564702"/>
                </a:lnTo>
                <a:lnTo>
                  <a:pt x="1117078" y="564762"/>
                </a:lnTo>
                <a:lnTo>
                  <a:pt x="1120752" y="564877"/>
                </a:lnTo>
                <a:lnTo>
                  <a:pt x="1124427" y="565014"/>
                </a:lnTo>
                <a:lnTo>
                  <a:pt x="1128102" y="565143"/>
                </a:lnTo>
                <a:lnTo>
                  <a:pt x="1131776" y="565243"/>
                </a:lnTo>
                <a:lnTo>
                  <a:pt x="1135451" y="565309"/>
                </a:lnTo>
                <a:lnTo>
                  <a:pt x="1139125" y="565347"/>
                </a:lnTo>
                <a:lnTo>
                  <a:pt x="1142800" y="565366"/>
                </a:lnTo>
                <a:lnTo>
                  <a:pt x="1146475" y="565375"/>
                </a:lnTo>
                <a:lnTo>
                  <a:pt x="1150149" y="565378"/>
                </a:lnTo>
                <a:lnTo>
                  <a:pt x="1153824" y="565379"/>
                </a:lnTo>
                <a:lnTo>
                  <a:pt x="1157498" y="565379"/>
                </a:lnTo>
                <a:lnTo>
                  <a:pt x="1161173" y="565379"/>
                </a:lnTo>
                <a:lnTo>
                  <a:pt x="1164848" y="565379"/>
                </a:lnTo>
                <a:lnTo>
                  <a:pt x="1168522" y="565379"/>
                </a:lnTo>
                <a:lnTo>
                  <a:pt x="1172197" y="565379"/>
                </a:lnTo>
                <a:lnTo>
                  <a:pt x="1175871" y="565379"/>
                </a:lnTo>
                <a:lnTo>
                  <a:pt x="1179546" y="565379"/>
                </a:lnTo>
                <a:lnTo>
                  <a:pt x="1183221" y="565379"/>
                </a:lnTo>
                <a:lnTo>
                  <a:pt x="1186895" y="565379"/>
                </a:lnTo>
                <a:lnTo>
                  <a:pt x="1190570" y="565379"/>
                </a:lnTo>
                <a:lnTo>
                  <a:pt x="1194244" y="565379"/>
                </a:lnTo>
                <a:lnTo>
                  <a:pt x="1197919" y="565379"/>
                </a:lnTo>
                <a:lnTo>
                  <a:pt x="1201594" y="565379"/>
                </a:lnTo>
                <a:lnTo>
                  <a:pt x="1205268" y="565379"/>
                </a:lnTo>
                <a:lnTo>
                  <a:pt x="1208943" y="565379"/>
                </a:lnTo>
                <a:lnTo>
                  <a:pt x="1212617" y="565379"/>
                </a:lnTo>
                <a:lnTo>
                  <a:pt x="1216292" y="565379"/>
                </a:lnTo>
                <a:lnTo>
                  <a:pt x="1219967" y="565379"/>
                </a:lnTo>
                <a:lnTo>
                  <a:pt x="1223641" y="565379"/>
                </a:lnTo>
                <a:lnTo>
                  <a:pt x="1227316" y="565379"/>
                </a:lnTo>
                <a:lnTo>
                  <a:pt x="1230990" y="565379"/>
                </a:lnTo>
                <a:lnTo>
                  <a:pt x="1234665" y="565379"/>
                </a:lnTo>
                <a:lnTo>
                  <a:pt x="1238340" y="565379"/>
                </a:lnTo>
                <a:lnTo>
                  <a:pt x="1242014" y="565379"/>
                </a:lnTo>
                <a:lnTo>
                  <a:pt x="1245689" y="565379"/>
                </a:lnTo>
                <a:lnTo>
                  <a:pt x="1249363" y="565379"/>
                </a:lnTo>
                <a:lnTo>
                  <a:pt x="1253038" y="565379"/>
                </a:lnTo>
                <a:lnTo>
                  <a:pt x="1256713" y="565379"/>
                </a:lnTo>
                <a:lnTo>
                  <a:pt x="1260387" y="565379"/>
                </a:lnTo>
                <a:lnTo>
                  <a:pt x="1264062" y="565379"/>
                </a:lnTo>
                <a:lnTo>
                  <a:pt x="1267736" y="565379"/>
                </a:lnTo>
                <a:lnTo>
                  <a:pt x="1271411" y="565379"/>
                </a:lnTo>
                <a:lnTo>
                  <a:pt x="1275086" y="565379"/>
                </a:lnTo>
                <a:lnTo>
                  <a:pt x="1278760" y="565379"/>
                </a:lnTo>
                <a:lnTo>
                  <a:pt x="1282435" y="565379"/>
                </a:lnTo>
                <a:lnTo>
                  <a:pt x="1286109" y="565379"/>
                </a:lnTo>
                <a:lnTo>
                  <a:pt x="1289784" y="565379"/>
                </a:lnTo>
                <a:lnTo>
                  <a:pt x="1293459" y="565379"/>
                </a:lnTo>
                <a:lnTo>
                  <a:pt x="1297133" y="565379"/>
                </a:lnTo>
                <a:lnTo>
                  <a:pt x="1300808" y="565379"/>
                </a:lnTo>
                <a:lnTo>
                  <a:pt x="1304482" y="565379"/>
                </a:lnTo>
                <a:lnTo>
                  <a:pt x="1308157" y="565379"/>
                </a:lnTo>
                <a:lnTo>
                  <a:pt x="1311832" y="565379"/>
                </a:lnTo>
                <a:lnTo>
                  <a:pt x="1315506" y="565379"/>
                </a:lnTo>
                <a:lnTo>
                  <a:pt x="1319181" y="565379"/>
                </a:lnTo>
                <a:lnTo>
                  <a:pt x="1322855" y="565379"/>
                </a:lnTo>
                <a:lnTo>
                  <a:pt x="1326530" y="565379"/>
                </a:lnTo>
                <a:lnTo>
                  <a:pt x="1330205" y="565379"/>
                </a:lnTo>
                <a:lnTo>
                  <a:pt x="1333879" y="565379"/>
                </a:lnTo>
                <a:lnTo>
                  <a:pt x="1337554" y="565379"/>
                </a:lnTo>
                <a:lnTo>
                  <a:pt x="1341228" y="565379"/>
                </a:lnTo>
                <a:lnTo>
                  <a:pt x="1344903" y="565379"/>
                </a:lnTo>
                <a:lnTo>
                  <a:pt x="1348577" y="565379"/>
                </a:lnTo>
                <a:lnTo>
                  <a:pt x="1352252" y="565379"/>
                </a:lnTo>
                <a:lnTo>
                  <a:pt x="1355927" y="565379"/>
                </a:lnTo>
                <a:lnTo>
                  <a:pt x="1359601" y="565379"/>
                </a:lnTo>
                <a:lnTo>
                  <a:pt x="1363276" y="565379"/>
                </a:lnTo>
                <a:lnTo>
                  <a:pt x="1366950" y="565379"/>
                </a:lnTo>
                <a:lnTo>
                  <a:pt x="1370625" y="565379"/>
                </a:lnTo>
                <a:lnTo>
                  <a:pt x="1374300" y="565379"/>
                </a:lnTo>
                <a:lnTo>
                  <a:pt x="1377974" y="565379"/>
                </a:lnTo>
                <a:lnTo>
                  <a:pt x="1381649" y="565379"/>
                </a:lnTo>
                <a:lnTo>
                  <a:pt x="1385323" y="565379"/>
                </a:lnTo>
                <a:lnTo>
                  <a:pt x="1388998" y="565379"/>
                </a:lnTo>
                <a:lnTo>
                  <a:pt x="1392673" y="565379"/>
                </a:lnTo>
                <a:lnTo>
                  <a:pt x="1396347" y="565379"/>
                </a:lnTo>
                <a:lnTo>
                  <a:pt x="1400022" y="565379"/>
                </a:lnTo>
                <a:lnTo>
                  <a:pt x="1403696" y="565379"/>
                </a:lnTo>
                <a:lnTo>
                  <a:pt x="1407371" y="565379"/>
                </a:lnTo>
                <a:lnTo>
                  <a:pt x="1411046" y="565379"/>
                </a:lnTo>
                <a:lnTo>
                  <a:pt x="1414720" y="565379"/>
                </a:lnTo>
                <a:lnTo>
                  <a:pt x="1418395" y="565379"/>
                </a:lnTo>
                <a:lnTo>
                  <a:pt x="1422069" y="565379"/>
                </a:lnTo>
                <a:lnTo>
                  <a:pt x="1425744" y="565379"/>
                </a:lnTo>
                <a:lnTo>
                  <a:pt x="1429419" y="565379"/>
                </a:lnTo>
                <a:lnTo>
                  <a:pt x="1433093" y="565379"/>
                </a:lnTo>
                <a:lnTo>
                  <a:pt x="1436768" y="565379"/>
                </a:lnTo>
                <a:lnTo>
                  <a:pt x="1440442" y="565379"/>
                </a:lnTo>
                <a:lnTo>
                  <a:pt x="1444117" y="565379"/>
                </a:lnTo>
                <a:lnTo>
                  <a:pt x="1447792" y="565379"/>
                </a:lnTo>
                <a:lnTo>
                  <a:pt x="1451466" y="565379"/>
                </a:lnTo>
                <a:lnTo>
                  <a:pt x="1455141" y="565379"/>
                </a:lnTo>
                <a:lnTo>
                  <a:pt x="1458815" y="565379"/>
                </a:lnTo>
                <a:lnTo>
                  <a:pt x="1462490" y="565379"/>
                </a:lnTo>
                <a:lnTo>
                  <a:pt x="1466165" y="565379"/>
                </a:lnTo>
                <a:lnTo>
                  <a:pt x="1469839" y="565379"/>
                </a:lnTo>
                <a:lnTo>
                  <a:pt x="1473514" y="565379"/>
                </a:lnTo>
                <a:lnTo>
                  <a:pt x="1477188" y="565379"/>
                </a:lnTo>
                <a:lnTo>
                  <a:pt x="1480863" y="565379"/>
                </a:lnTo>
                <a:lnTo>
                  <a:pt x="1484538" y="565379"/>
                </a:lnTo>
                <a:lnTo>
                  <a:pt x="1488212" y="565379"/>
                </a:lnTo>
                <a:lnTo>
                  <a:pt x="1491887" y="565379"/>
                </a:lnTo>
                <a:lnTo>
                  <a:pt x="1495561" y="565379"/>
                </a:lnTo>
                <a:lnTo>
                  <a:pt x="1499236" y="565379"/>
                </a:lnTo>
                <a:lnTo>
                  <a:pt x="1502911" y="565379"/>
                </a:lnTo>
                <a:lnTo>
                  <a:pt x="1506585" y="565379"/>
                </a:lnTo>
                <a:lnTo>
                  <a:pt x="1510260" y="565379"/>
                </a:lnTo>
                <a:lnTo>
                  <a:pt x="1513934" y="565379"/>
                </a:lnTo>
                <a:lnTo>
                  <a:pt x="1517609" y="565379"/>
                </a:lnTo>
                <a:lnTo>
                  <a:pt x="1521284" y="565379"/>
                </a:lnTo>
                <a:lnTo>
                  <a:pt x="1524958" y="565379"/>
                </a:lnTo>
                <a:lnTo>
                  <a:pt x="1528633" y="565379"/>
                </a:lnTo>
                <a:lnTo>
                  <a:pt x="1532307" y="565379"/>
                </a:lnTo>
                <a:lnTo>
                  <a:pt x="1535982" y="565379"/>
                </a:lnTo>
                <a:lnTo>
                  <a:pt x="1539657" y="565379"/>
                </a:lnTo>
                <a:lnTo>
                  <a:pt x="1543331" y="565379"/>
                </a:lnTo>
                <a:lnTo>
                  <a:pt x="1547006" y="565379"/>
                </a:lnTo>
                <a:lnTo>
                  <a:pt x="1550680" y="565379"/>
                </a:lnTo>
                <a:lnTo>
                  <a:pt x="1554355" y="565379"/>
                </a:lnTo>
                <a:lnTo>
                  <a:pt x="1558030" y="565379"/>
                </a:lnTo>
                <a:lnTo>
                  <a:pt x="1561704" y="565379"/>
                </a:lnTo>
                <a:lnTo>
                  <a:pt x="1565379" y="565379"/>
                </a:lnTo>
                <a:lnTo>
                  <a:pt x="1569053" y="565379"/>
                </a:lnTo>
                <a:lnTo>
                  <a:pt x="1572728" y="565379"/>
                </a:lnTo>
                <a:lnTo>
                  <a:pt x="1576403" y="565379"/>
                </a:lnTo>
                <a:lnTo>
                  <a:pt x="1580077" y="565379"/>
                </a:lnTo>
                <a:lnTo>
                  <a:pt x="1583752" y="565379"/>
                </a:lnTo>
                <a:lnTo>
                  <a:pt x="1587426" y="565379"/>
                </a:lnTo>
                <a:lnTo>
                  <a:pt x="1591101" y="565379"/>
                </a:lnTo>
                <a:lnTo>
                  <a:pt x="1594776" y="565379"/>
                </a:lnTo>
                <a:lnTo>
                  <a:pt x="1598450" y="565379"/>
                </a:lnTo>
                <a:lnTo>
                  <a:pt x="1602125" y="565379"/>
                </a:lnTo>
                <a:lnTo>
                  <a:pt x="1605799" y="565379"/>
                </a:lnTo>
                <a:lnTo>
                  <a:pt x="1609474" y="565379"/>
                </a:lnTo>
                <a:lnTo>
                  <a:pt x="1613149" y="565379"/>
                </a:lnTo>
                <a:lnTo>
                  <a:pt x="1616823" y="565379"/>
                </a:lnTo>
                <a:lnTo>
                  <a:pt x="1620498" y="565379"/>
                </a:lnTo>
                <a:lnTo>
                  <a:pt x="1624172" y="565379"/>
                </a:lnTo>
                <a:lnTo>
                  <a:pt x="1627847" y="565379"/>
                </a:lnTo>
                <a:lnTo>
                  <a:pt x="1631522" y="565379"/>
                </a:lnTo>
                <a:lnTo>
                  <a:pt x="1635196" y="565379"/>
                </a:lnTo>
                <a:lnTo>
                  <a:pt x="1638871" y="565379"/>
                </a:lnTo>
                <a:lnTo>
                  <a:pt x="1642545" y="565379"/>
                </a:lnTo>
                <a:lnTo>
                  <a:pt x="1646220" y="565379"/>
                </a:lnTo>
                <a:lnTo>
                  <a:pt x="1649895" y="565379"/>
                </a:lnTo>
                <a:lnTo>
                  <a:pt x="1653569" y="565379"/>
                </a:lnTo>
                <a:lnTo>
                  <a:pt x="1657244" y="565379"/>
                </a:lnTo>
                <a:lnTo>
                  <a:pt x="1660918" y="565379"/>
                </a:lnTo>
                <a:lnTo>
                  <a:pt x="1664593" y="565379"/>
                </a:lnTo>
                <a:lnTo>
                  <a:pt x="1668268" y="565379"/>
                </a:lnTo>
                <a:lnTo>
                  <a:pt x="1671942" y="565379"/>
                </a:lnTo>
                <a:lnTo>
                  <a:pt x="1675617" y="565379"/>
                </a:lnTo>
                <a:lnTo>
                  <a:pt x="1679291" y="565379"/>
                </a:lnTo>
                <a:lnTo>
                  <a:pt x="1682966" y="565379"/>
                </a:lnTo>
                <a:lnTo>
                  <a:pt x="1686641" y="565379"/>
                </a:lnTo>
                <a:lnTo>
                  <a:pt x="1690315" y="565379"/>
                </a:lnTo>
                <a:lnTo>
                  <a:pt x="1693990" y="565379"/>
                </a:lnTo>
                <a:lnTo>
                  <a:pt x="1697664" y="565379"/>
                </a:lnTo>
                <a:lnTo>
                  <a:pt x="1701339" y="565379"/>
                </a:lnTo>
                <a:lnTo>
                  <a:pt x="1705014" y="565379"/>
                </a:lnTo>
                <a:lnTo>
                  <a:pt x="1708688" y="565379"/>
                </a:lnTo>
                <a:lnTo>
                  <a:pt x="1712363" y="565379"/>
                </a:lnTo>
                <a:lnTo>
                  <a:pt x="1716037" y="565379"/>
                </a:lnTo>
                <a:lnTo>
                  <a:pt x="1719712" y="565379"/>
                </a:lnTo>
                <a:lnTo>
                  <a:pt x="1723387" y="565379"/>
                </a:lnTo>
                <a:lnTo>
                  <a:pt x="1727061" y="565379"/>
                </a:lnTo>
                <a:lnTo>
                  <a:pt x="1730736" y="565379"/>
                </a:lnTo>
                <a:lnTo>
                  <a:pt x="1734410" y="565379"/>
                </a:lnTo>
                <a:lnTo>
                  <a:pt x="1738085" y="565379"/>
                </a:lnTo>
                <a:lnTo>
                  <a:pt x="1741760" y="565379"/>
                </a:lnTo>
                <a:lnTo>
                  <a:pt x="1745434" y="565379"/>
                </a:lnTo>
                <a:lnTo>
                  <a:pt x="1749109" y="565379"/>
                </a:lnTo>
                <a:lnTo>
                  <a:pt x="1752783" y="565379"/>
                </a:lnTo>
                <a:lnTo>
                  <a:pt x="1756458" y="565379"/>
                </a:lnTo>
                <a:lnTo>
                  <a:pt x="1760133" y="565379"/>
                </a:lnTo>
                <a:lnTo>
                  <a:pt x="1763807" y="565379"/>
                </a:lnTo>
                <a:lnTo>
                  <a:pt x="1767482" y="565379"/>
                </a:lnTo>
                <a:lnTo>
                  <a:pt x="1771156" y="565379"/>
                </a:lnTo>
                <a:lnTo>
                  <a:pt x="1774831" y="565379"/>
                </a:lnTo>
                <a:lnTo>
                  <a:pt x="1778506" y="565379"/>
                </a:lnTo>
                <a:lnTo>
                  <a:pt x="1782180" y="565379"/>
                </a:lnTo>
                <a:lnTo>
                  <a:pt x="1785855" y="565379"/>
                </a:lnTo>
                <a:lnTo>
                  <a:pt x="1789529" y="565379"/>
                </a:lnTo>
                <a:lnTo>
                  <a:pt x="1793204" y="565379"/>
                </a:lnTo>
                <a:lnTo>
                  <a:pt x="1796879" y="565379"/>
                </a:lnTo>
                <a:lnTo>
                  <a:pt x="1800553" y="565379"/>
                </a:lnTo>
                <a:lnTo>
                  <a:pt x="1804228" y="565379"/>
                </a:lnTo>
                <a:lnTo>
                  <a:pt x="1807902" y="565379"/>
                </a:lnTo>
                <a:lnTo>
                  <a:pt x="1811577" y="565379"/>
                </a:lnTo>
                <a:lnTo>
                  <a:pt x="1815252" y="565379"/>
                </a:lnTo>
                <a:lnTo>
                  <a:pt x="1818926" y="565379"/>
                </a:lnTo>
                <a:lnTo>
                  <a:pt x="1822601" y="565379"/>
                </a:lnTo>
                <a:lnTo>
                  <a:pt x="1826275" y="565379"/>
                </a:lnTo>
                <a:lnTo>
                  <a:pt x="1829950" y="565379"/>
                </a:lnTo>
                <a:lnTo>
                  <a:pt x="1833625" y="565379"/>
                </a:lnTo>
                <a:lnTo>
                  <a:pt x="1837299" y="565379"/>
                </a:lnTo>
                <a:lnTo>
                  <a:pt x="1840974" y="565379"/>
                </a:lnTo>
                <a:lnTo>
                  <a:pt x="1844648" y="565379"/>
                </a:lnTo>
                <a:lnTo>
                  <a:pt x="1848323" y="565379"/>
                </a:lnTo>
                <a:lnTo>
                  <a:pt x="1851998" y="565379"/>
                </a:lnTo>
                <a:lnTo>
                  <a:pt x="1855672" y="565379"/>
                </a:lnTo>
                <a:lnTo>
                  <a:pt x="1859347" y="565379"/>
                </a:lnTo>
                <a:lnTo>
                  <a:pt x="1863021" y="565379"/>
                </a:lnTo>
                <a:lnTo>
                  <a:pt x="1866696" y="565379"/>
                </a:lnTo>
                <a:lnTo>
                  <a:pt x="1870371" y="565379"/>
                </a:lnTo>
                <a:lnTo>
                  <a:pt x="1874045" y="565379"/>
                </a:lnTo>
                <a:lnTo>
                  <a:pt x="1877720" y="565379"/>
                </a:lnTo>
                <a:lnTo>
                  <a:pt x="1874045" y="565379"/>
                </a:lnTo>
                <a:lnTo>
                  <a:pt x="1870371" y="565379"/>
                </a:lnTo>
                <a:lnTo>
                  <a:pt x="1866696" y="565379"/>
                </a:lnTo>
                <a:lnTo>
                  <a:pt x="1863021" y="565379"/>
                </a:lnTo>
                <a:lnTo>
                  <a:pt x="1859347" y="565379"/>
                </a:lnTo>
                <a:lnTo>
                  <a:pt x="1855672" y="565379"/>
                </a:lnTo>
                <a:lnTo>
                  <a:pt x="1851998" y="565379"/>
                </a:lnTo>
                <a:lnTo>
                  <a:pt x="1848323" y="565379"/>
                </a:lnTo>
                <a:lnTo>
                  <a:pt x="1844648" y="565379"/>
                </a:lnTo>
                <a:lnTo>
                  <a:pt x="1840974" y="565379"/>
                </a:lnTo>
                <a:lnTo>
                  <a:pt x="1837299" y="565379"/>
                </a:lnTo>
                <a:lnTo>
                  <a:pt x="1833625" y="565379"/>
                </a:lnTo>
                <a:lnTo>
                  <a:pt x="1829950" y="565379"/>
                </a:lnTo>
                <a:lnTo>
                  <a:pt x="1826275" y="565379"/>
                </a:lnTo>
                <a:lnTo>
                  <a:pt x="1822601" y="565379"/>
                </a:lnTo>
                <a:lnTo>
                  <a:pt x="1818926" y="565379"/>
                </a:lnTo>
                <a:lnTo>
                  <a:pt x="1815252" y="565379"/>
                </a:lnTo>
                <a:lnTo>
                  <a:pt x="1811577" y="565379"/>
                </a:lnTo>
                <a:lnTo>
                  <a:pt x="1807902" y="565379"/>
                </a:lnTo>
                <a:lnTo>
                  <a:pt x="1804228" y="565379"/>
                </a:lnTo>
                <a:lnTo>
                  <a:pt x="1800553" y="565379"/>
                </a:lnTo>
                <a:lnTo>
                  <a:pt x="1796879" y="565379"/>
                </a:lnTo>
                <a:lnTo>
                  <a:pt x="1793204" y="565379"/>
                </a:lnTo>
                <a:lnTo>
                  <a:pt x="1789529" y="565379"/>
                </a:lnTo>
                <a:lnTo>
                  <a:pt x="1785855" y="565379"/>
                </a:lnTo>
                <a:lnTo>
                  <a:pt x="1782180" y="565379"/>
                </a:lnTo>
                <a:lnTo>
                  <a:pt x="1778506" y="565379"/>
                </a:lnTo>
                <a:lnTo>
                  <a:pt x="1774831" y="565379"/>
                </a:lnTo>
                <a:lnTo>
                  <a:pt x="1771156" y="565379"/>
                </a:lnTo>
                <a:lnTo>
                  <a:pt x="1767482" y="565379"/>
                </a:lnTo>
                <a:lnTo>
                  <a:pt x="1763807" y="565379"/>
                </a:lnTo>
                <a:lnTo>
                  <a:pt x="1760133" y="565379"/>
                </a:lnTo>
                <a:lnTo>
                  <a:pt x="1756458" y="565379"/>
                </a:lnTo>
                <a:lnTo>
                  <a:pt x="1752783" y="565379"/>
                </a:lnTo>
                <a:lnTo>
                  <a:pt x="1749109" y="565379"/>
                </a:lnTo>
                <a:lnTo>
                  <a:pt x="1745434" y="565379"/>
                </a:lnTo>
                <a:lnTo>
                  <a:pt x="1741760" y="565379"/>
                </a:lnTo>
                <a:lnTo>
                  <a:pt x="1738085" y="565379"/>
                </a:lnTo>
                <a:lnTo>
                  <a:pt x="1734410" y="565379"/>
                </a:lnTo>
                <a:lnTo>
                  <a:pt x="1730736" y="565379"/>
                </a:lnTo>
                <a:lnTo>
                  <a:pt x="1727061" y="565379"/>
                </a:lnTo>
                <a:lnTo>
                  <a:pt x="1723387" y="565379"/>
                </a:lnTo>
                <a:lnTo>
                  <a:pt x="1719712" y="565379"/>
                </a:lnTo>
                <a:lnTo>
                  <a:pt x="1716037" y="565379"/>
                </a:lnTo>
                <a:lnTo>
                  <a:pt x="1712363" y="565379"/>
                </a:lnTo>
                <a:lnTo>
                  <a:pt x="1708688" y="565379"/>
                </a:lnTo>
                <a:lnTo>
                  <a:pt x="1705014" y="565379"/>
                </a:lnTo>
                <a:lnTo>
                  <a:pt x="1701339" y="565379"/>
                </a:lnTo>
                <a:lnTo>
                  <a:pt x="1697664" y="565379"/>
                </a:lnTo>
                <a:lnTo>
                  <a:pt x="1693990" y="565379"/>
                </a:lnTo>
                <a:lnTo>
                  <a:pt x="1690315" y="565379"/>
                </a:lnTo>
                <a:lnTo>
                  <a:pt x="1686641" y="565379"/>
                </a:lnTo>
                <a:lnTo>
                  <a:pt x="1682966" y="565379"/>
                </a:lnTo>
                <a:lnTo>
                  <a:pt x="1679291" y="565379"/>
                </a:lnTo>
                <a:lnTo>
                  <a:pt x="1675617" y="565379"/>
                </a:lnTo>
                <a:lnTo>
                  <a:pt x="1671942" y="565379"/>
                </a:lnTo>
                <a:lnTo>
                  <a:pt x="1668268" y="565379"/>
                </a:lnTo>
                <a:lnTo>
                  <a:pt x="1664593" y="565379"/>
                </a:lnTo>
                <a:lnTo>
                  <a:pt x="1660918" y="565379"/>
                </a:lnTo>
                <a:lnTo>
                  <a:pt x="1657244" y="565379"/>
                </a:lnTo>
                <a:lnTo>
                  <a:pt x="1653569" y="565379"/>
                </a:lnTo>
                <a:lnTo>
                  <a:pt x="1649895" y="565379"/>
                </a:lnTo>
                <a:lnTo>
                  <a:pt x="1646220" y="565379"/>
                </a:lnTo>
                <a:lnTo>
                  <a:pt x="1642545" y="565379"/>
                </a:lnTo>
                <a:lnTo>
                  <a:pt x="1638871" y="565379"/>
                </a:lnTo>
                <a:lnTo>
                  <a:pt x="1635196" y="565379"/>
                </a:lnTo>
                <a:lnTo>
                  <a:pt x="1631522" y="565379"/>
                </a:lnTo>
                <a:lnTo>
                  <a:pt x="1627847" y="565379"/>
                </a:lnTo>
                <a:lnTo>
                  <a:pt x="1624172" y="565379"/>
                </a:lnTo>
                <a:lnTo>
                  <a:pt x="1620498" y="565379"/>
                </a:lnTo>
                <a:lnTo>
                  <a:pt x="1616823" y="565379"/>
                </a:lnTo>
                <a:lnTo>
                  <a:pt x="1613149" y="565379"/>
                </a:lnTo>
                <a:lnTo>
                  <a:pt x="1609474" y="565379"/>
                </a:lnTo>
                <a:lnTo>
                  <a:pt x="1605799" y="565379"/>
                </a:lnTo>
                <a:lnTo>
                  <a:pt x="1602125" y="565379"/>
                </a:lnTo>
                <a:lnTo>
                  <a:pt x="1598450" y="565379"/>
                </a:lnTo>
                <a:lnTo>
                  <a:pt x="1594776" y="565379"/>
                </a:lnTo>
                <a:lnTo>
                  <a:pt x="1591101" y="565379"/>
                </a:lnTo>
                <a:lnTo>
                  <a:pt x="1587426" y="565379"/>
                </a:lnTo>
                <a:lnTo>
                  <a:pt x="1583752" y="565379"/>
                </a:lnTo>
                <a:lnTo>
                  <a:pt x="1580077" y="565379"/>
                </a:lnTo>
                <a:lnTo>
                  <a:pt x="1576403" y="565379"/>
                </a:lnTo>
                <a:lnTo>
                  <a:pt x="1572728" y="565379"/>
                </a:lnTo>
                <a:lnTo>
                  <a:pt x="1569053" y="565379"/>
                </a:lnTo>
                <a:lnTo>
                  <a:pt x="1565379" y="565379"/>
                </a:lnTo>
                <a:lnTo>
                  <a:pt x="1561704" y="565379"/>
                </a:lnTo>
                <a:lnTo>
                  <a:pt x="1558030" y="565379"/>
                </a:lnTo>
                <a:lnTo>
                  <a:pt x="1554355" y="565379"/>
                </a:lnTo>
                <a:lnTo>
                  <a:pt x="1550680" y="565379"/>
                </a:lnTo>
                <a:lnTo>
                  <a:pt x="1547006" y="565379"/>
                </a:lnTo>
                <a:lnTo>
                  <a:pt x="1543331" y="565379"/>
                </a:lnTo>
                <a:lnTo>
                  <a:pt x="1539657" y="565379"/>
                </a:lnTo>
                <a:lnTo>
                  <a:pt x="1535982" y="565379"/>
                </a:lnTo>
                <a:lnTo>
                  <a:pt x="1532307" y="565379"/>
                </a:lnTo>
                <a:lnTo>
                  <a:pt x="1528633" y="565379"/>
                </a:lnTo>
                <a:lnTo>
                  <a:pt x="1524958" y="565379"/>
                </a:lnTo>
                <a:lnTo>
                  <a:pt x="1521284" y="565379"/>
                </a:lnTo>
                <a:lnTo>
                  <a:pt x="1517609" y="565379"/>
                </a:lnTo>
                <a:lnTo>
                  <a:pt x="1513934" y="565379"/>
                </a:lnTo>
                <a:lnTo>
                  <a:pt x="1510260" y="565379"/>
                </a:lnTo>
                <a:lnTo>
                  <a:pt x="1506585" y="565379"/>
                </a:lnTo>
                <a:lnTo>
                  <a:pt x="1502911" y="565379"/>
                </a:lnTo>
                <a:lnTo>
                  <a:pt x="1499236" y="565379"/>
                </a:lnTo>
                <a:lnTo>
                  <a:pt x="1495561" y="565379"/>
                </a:lnTo>
                <a:lnTo>
                  <a:pt x="1491887" y="565379"/>
                </a:lnTo>
                <a:lnTo>
                  <a:pt x="1488212" y="565379"/>
                </a:lnTo>
                <a:lnTo>
                  <a:pt x="1484538" y="565379"/>
                </a:lnTo>
                <a:lnTo>
                  <a:pt x="1480863" y="565379"/>
                </a:lnTo>
                <a:lnTo>
                  <a:pt x="1477188" y="565379"/>
                </a:lnTo>
                <a:lnTo>
                  <a:pt x="1473514" y="565379"/>
                </a:lnTo>
                <a:lnTo>
                  <a:pt x="1469839" y="565379"/>
                </a:lnTo>
                <a:lnTo>
                  <a:pt x="1466165" y="565379"/>
                </a:lnTo>
                <a:lnTo>
                  <a:pt x="1462490" y="565379"/>
                </a:lnTo>
                <a:lnTo>
                  <a:pt x="1458815" y="565379"/>
                </a:lnTo>
                <a:lnTo>
                  <a:pt x="1455141" y="565379"/>
                </a:lnTo>
                <a:lnTo>
                  <a:pt x="1451466" y="565379"/>
                </a:lnTo>
                <a:lnTo>
                  <a:pt x="1447792" y="565379"/>
                </a:lnTo>
                <a:lnTo>
                  <a:pt x="1444117" y="565379"/>
                </a:lnTo>
                <a:lnTo>
                  <a:pt x="1440442" y="565379"/>
                </a:lnTo>
                <a:lnTo>
                  <a:pt x="1436768" y="565379"/>
                </a:lnTo>
                <a:lnTo>
                  <a:pt x="1433093" y="565379"/>
                </a:lnTo>
                <a:lnTo>
                  <a:pt x="1429419" y="565379"/>
                </a:lnTo>
                <a:lnTo>
                  <a:pt x="1425744" y="565379"/>
                </a:lnTo>
                <a:lnTo>
                  <a:pt x="1422069" y="565379"/>
                </a:lnTo>
                <a:lnTo>
                  <a:pt x="1418395" y="565379"/>
                </a:lnTo>
                <a:lnTo>
                  <a:pt x="1414720" y="565379"/>
                </a:lnTo>
                <a:lnTo>
                  <a:pt x="1411046" y="565379"/>
                </a:lnTo>
                <a:lnTo>
                  <a:pt x="1407371" y="565379"/>
                </a:lnTo>
                <a:lnTo>
                  <a:pt x="1403696" y="565379"/>
                </a:lnTo>
                <a:lnTo>
                  <a:pt x="1400022" y="565379"/>
                </a:lnTo>
                <a:lnTo>
                  <a:pt x="1396347" y="565379"/>
                </a:lnTo>
                <a:lnTo>
                  <a:pt x="1392673" y="565379"/>
                </a:lnTo>
                <a:lnTo>
                  <a:pt x="1388998" y="565379"/>
                </a:lnTo>
                <a:lnTo>
                  <a:pt x="1385323" y="565379"/>
                </a:lnTo>
                <a:lnTo>
                  <a:pt x="1381649" y="565379"/>
                </a:lnTo>
                <a:lnTo>
                  <a:pt x="1377974" y="565379"/>
                </a:lnTo>
                <a:lnTo>
                  <a:pt x="1374300" y="565379"/>
                </a:lnTo>
                <a:lnTo>
                  <a:pt x="1370625" y="565379"/>
                </a:lnTo>
                <a:lnTo>
                  <a:pt x="1366950" y="565379"/>
                </a:lnTo>
                <a:lnTo>
                  <a:pt x="1363276" y="565379"/>
                </a:lnTo>
                <a:lnTo>
                  <a:pt x="1359601" y="565379"/>
                </a:lnTo>
                <a:lnTo>
                  <a:pt x="1355927" y="565379"/>
                </a:lnTo>
                <a:lnTo>
                  <a:pt x="1352252" y="565379"/>
                </a:lnTo>
                <a:lnTo>
                  <a:pt x="1348577" y="565379"/>
                </a:lnTo>
                <a:lnTo>
                  <a:pt x="1344903" y="565379"/>
                </a:lnTo>
                <a:lnTo>
                  <a:pt x="1341228" y="565379"/>
                </a:lnTo>
                <a:lnTo>
                  <a:pt x="1337554" y="565379"/>
                </a:lnTo>
                <a:lnTo>
                  <a:pt x="1333879" y="565379"/>
                </a:lnTo>
                <a:lnTo>
                  <a:pt x="1330205" y="565379"/>
                </a:lnTo>
                <a:lnTo>
                  <a:pt x="1326530" y="565379"/>
                </a:lnTo>
                <a:lnTo>
                  <a:pt x="1322855" y="565379"/>
                </a:lnTo>
                <a:lnTo>
                  <a:pt x="1319181" y="565379"/>
                </a:lnTo>
                <a:lnTo>
                  <a:pt x="1315506" y="565379"/>
                </a:lnTo>
                <a:lnTo>
                  <a:pt x="1311832" y="565379"/>
                </a:lnTo>
                <a:lnTo>
                  <a:pt x="1308157" y="565379"/>
                </a:lnTo>
                <a:lnTo>
                  <a:pt x="1304482" y="565379"/>
                </a:lnTo>
                <a:lnTo>
                  <a:pt x="1300808" y="565379"/>
                </a:lnTo>
                <a:lnTo>
                  <a:pt x="1297133" y="565379"/>
                </a:lnTo>
                <a:lnTo>
                  <a:pt x="1293459" y="565379"/>
                </a:lnTo>
                <a:lnTo>
                  <a:pt x="1289784" y="565379"/>
                </a:lnTo>
                <a:lnTo>
                  <a:pt x="1286109" y="565379"/>
                </a:lnTo>
                <a:lnTo>
                  <a:pt x="1282435" y="565379"/>
                </a:lnTo>
                <a:lnTo>
                  <a:pt x="1278760" y="565379"/>
                </a:lnTo>
                <a:lnTo>
                  <a:pt x="1275086" y="565379"/>
                </a:lnTo>
                <a:lnTo>
                  <a:pt x="1271411" y="565379"/>
                </a:lnTo>
                <a:lnTo>
                  <a:pt x="1267736" y="565379"/>
                </a:lnTo>
                <a:lnTo>
                  <a:pt x="1264062" y="565379"/>
                </a:lnTo>
                <a:lnTo>
                  <a:pt x="1260387" y="565379"/>
                </a:lnTo>
                <a:lnTo>
                  <a:pt x="1256713" y="565379"/>
                </a:lnTo>
                <a:lnTo>
                  <a:pt x="1253038" y="565379"/>
                </a:lnTo>
                <a:lnTo>
                  <a:pt x="1249363" y="565379"/>
                </a:lnTo>
                <a:lnTo>
                  <a:pt x="1245689" y="565379"/>
                </a:lnTo>
                <a:lnTo>
                  <a:pt x="1242014" y="565379"/>
                </a:lnTo>
                <a:lnTo>
                  <a:pt x="1238340" y="565379"/>
                </a:lnTo>
                <a:lnTo>
                  <a:pt x="1234665" y="565379"/>
                </a:lnTo>
                <a:lnTo>
                  <a:pt x="1230990" y="565379"/>
                </a:lnTo>
                <a:lnTo>
                  <a:pt x="1227316" y="565379"/>
                </a:lnTo>
                <a:lnTo>
                  <a:pt x="1223641" y="565379"/>
                </a:lnTo>
                <a:lnTo>
                  <a:pt x="1219967" y="565379"/>
                </a:lnTo>
                <a:lnTo>
                  <a:pt x="1216292" y="565379"/>
                </a:lnTo>
                <a:lnTo>
                  <a:pt x="1212617" y="565379"/>
                </a:lnTo>
                <a:lnTo>
                  <a:pt x="1208943" y="565379"/>
                </a:lnTo>
                <a:lnTo>
                  <a:pt x="1205268" y="565379"/>
                </a:lnTo>
                <a:lnTo>
                  <a:pt x="1201594" y="565379"/>
                </a:lnTo>
                <a:lnTo>
                  <a:pt x="1197919" y="565379"/>
                </a:lnTo>
                <a:lnTo>
                  <a:pt x="1194244" y="565379"/>
                </a:lnTo>
                <a:lnTo>
                  <a:pt x="1190570" y="565379"/>
                </a:lnTo>
                <a:lnTo>
                  <a:pt x="1186895" y="565379"/>
                </a:lnTo>
                <a:lnTo>
                  <a:pt x="1183221" y="565379"/>
                </a:lnTo>
                <a:lnTo>
                  <a:pt x="1179546" y="565379"/>
                </a:lnTo>
                <a:lnTo>
                  <a:pt x="1175871" y="565379"/>
                </a:lnTo>
                <a:lnTo>
                  <a:pt x="1172197" y="565379"/>
                </a:lnTo>
                <a:lnTo>
                  <a:pt x="1168522" y="565379"/>
                </a:lnTo>
                <a:lnTo>
                  <a:pt x="1164848" y="565379"/>
                </a:lnTo>
                <a:lnTo>
                  <a:pt x="1161173" y="565379"/>
                </a:lnTo>
                <a:lnTo>
                  <a:pt x="1157498" y="565379"/>
                </a:lnTo>
                <a:lnTo>
                  <a:pt x="1153824" y="565379"/>
                </a:lnTo>
                <a:lnTo>
                  <a:pt x="1150149" y="565379"/>
                </a:lnTo>
                <a:lnTo>
                  <a:pt x="1146475" y="565379"/>
                </a:lnTo>
                <a:lnTo>
                  <a:pt x="1142800" y="565379"/>
                </a:lnTo>
                <a:lnTo>
                  <a:pt x="1139125" y="565379"/>
                </a:lnTo>
                <a:lnTo>
                  <a:pt x="1135451" y="565379"/>
                </a:lnTo>
                <a:lnTo>
                  <a:pt x="1131776" y="565379"/>
                </a:lnTo>
                <a:lnTo>
                  <a:pt x="1128102" y="565379"/>
                </a:lnTo>
                <a:lnTo>
                  <a:pt x="1124427" y="565379"/>
                </a:lnTo>
                <a:lnTo>
                  <a:pt x="1120752" y="565379"/>
                </a:lnTo>
                <a:lnTo>
                  <a:pt x="1117078" y="565379"/>
                </a:lnTo>
                <a:lnTo>
                  <a:pt x="1113403" y="565379"/>
                </a:lnTo>
                <a:lnTo>
                  <a:pt x="1109729" y="565379"/>
                </a:lnTo>
                <a:lnTo>
                  <a:pt x="1106054" y="565379"/>
                </a:lnTo>
                <a:lnTo>
                  <a:pt x="1102379" y="565379"/>
                </a:lnTo>
                <a:lnTo>
                  <a:pt x="1098705" y="565379"/>
                </a:lnTo>
                <a:lnTo>
                  <a:pt x="1095030" y="565379"/>
                </a:lnTo>
                <a:lnTo>
                  <a:pt x="1091356" y="565379"/>
                </a:lnTo>
                <a:lnTo>
                  <a:pt x="1087681" y="565379"/>
                </a:lnTo>
                <a:lnTo>
                  <a:pt x="1084006" y="565379"/>
                </a:lnTo>
                <a:lnTo>
                  <a:pt x="1080332" y="565379"/>
                </a:lnTo>
                <a:lnTo>
                  <a:pt x="1076657" y="565379"/>
                </a:lnTo>
                <a:lnTo>
                  <a:pt x="1072983" y="565379"/>
                </a:lnTo>
                <a:lnTo>
                  <a:pt x="1069308" y="565379"/>
                </a:lnTo>
                <a:lnTo>
                  <a:pt x="1065633" y="565379"/>
                </a:lnTo>
                <a:lnTo>
                  <a:pt x="1061959" y="565379"/>
                </a:lnTo>
                <a:lnTo>
                  <a:pt x="1058284" y="565379"/>
                </a:lnTo>
                <a:lnTo>
                  <a:pt x="1054610" y="565379"/>
                </a:lnTo>
                <a:lnTo>
                  <a:pt x="1050935" y="565379"/>
                </a:lnTo>
                <a:lnTo>
                  <a:pt x="1047260" y="565379"/>
                </a:lnTo>
                <a:lnTo>
                  <a:pt x="1043586" y="565379"/>
                </a:lnTo>
                <a:lnTo>
                  <a:pt x="1039911" y="565379"/>
                </a:lnTo>
                <a:lnTo>
                  <a:pt x="1036237" y="565379"/>
                </a:lnTo>
                <a:lnTo>
                  <a:pt x="1032562" y="565379"/>
                </a:lnTo>
                <a:lnTo>
                  <a:pt x="1028887" y="565379"/>
                </a:lnTo>
                <a:lnTo>
                  <a:pt x="1025213" y="565379"/>
                </a:lnTo>
                <a:lnTo>
                  <a:pt x="1021538" y="565379"/>
                </a:lnTo>
                <a:lnTo>
                  <a:pt x="1017864" y="565379"/>
                </a:lnTo>
                <a:lnTo>
                  <a:pt x="1014189" y="565379"/>
                </a:lnTo>
                <a:lnTo>
                  <a:pt x="1010514" y="565379"/>
                </a:lnTo>
                <a:lnTo>
                  <a:pt x="1006840" y="565379"/>
                </a:lnTo>
                <a:lnTo>
                  <a:pt x="1003165" y="565379"/>
                </a:lnTo>
                <a:lnTo>
                  <a:pt x="999491" y="565379"/>
                </a:lnTo>
                <a:lnTo>
                  <a:pt x="995816" y="565379"/>
                </a:lnTo>
                <a:lnTo>
                  <a:pt x="992141" y="565379"/>
                </a:lnTo>
                <a:lnTo>
                  <a:pt x="988467" y="565379"/>
                </a:lnTo>
                <a:lnTo>
                  <a:pt x="984792" y="565379"/>
                </a:lnTo>
                <a:lnTo>
                  <a:pt x="981118" y="565379"/>
                </a:lnTo>
                <a:lnTo>
                  <a:pt x="977443" y="565379"/>
                </a:lnTo>
                <a:lnTo>
                  <a:pt x="973768" y="565379"/>
                </a:lnTo>
                <a:lnTo>
                  <a:pt x="970094" y="565379"/>
                </a:lnTo>
                <a:lnTo>
                  <a:pt x="966419" y="565379"/>
                </a:lnTo>
                <a:lnTo>
                  <a:pt x="962745" y="565379"/>
                </a:lnTo>
                <a:lnTo>
                  <a:pt x="959070" y="565379"/>
                </a:lnTo>
                <a:lnTo>
                  <a:pt x="955395" y="565379"/>
                </a:lnTo>
                <a:lnTo>
                  <a:pt x="951721" y="565379"/>
                </a:lnTo>
                <a:lnTo>
                  <a:pt x="948046" y="565379"/>
                </a:lnTo>
                <a:lnTo>
                  <a:pt x="944372" y="565379"/>
                </a:lnTo>
                <a:lnTo>
                  <a:pt x="940697" y="565379"/>
                </a:lnTo>
                <a:lnTo>
                  <a:pt x="937022" y="565379"/>
                </a:lnTo>
                <a:lnTo>
                  <a:pt x="933348" y="565379"/>
                </a:lnTo>
                <a:lnTo>
                  <a:pt x="929673" y="565379"/>
                </a:lnTo>
                <a:lnTo>
                  <a:pt x="925999" y="565379"/>
                </a:lnTo>
                <a:lnTo>
                  <a:pt x="922324" y="565379"/>
                </a:lnTo>
                <a:lnTo>
                  <a:pt x="918649" y="565379"/>
                </a:lnTo>
                <a:lnTo>
                  <a:pt x="914975" y="565379"/>
                </a:lnTo>
                <a:lnTo>
                  <a:pt x="911300" y="565379"/>
                </a:lnTo>
                <a:lnTo>
                  <a:pt x="907626" y="565379"/>
                </a:lnTo>
                <a:lnTo>
                  <a:pt x="903951" y="565379"/>
                </a:lnTo>
                <a:lnTo>
                  <a:pt x="900276" y="565379"/>
                </a:lnTo>
                <a:lnTo>
                  <a:pt x="896602" y="565379"/>
                </a:lnTo>
                <a:lnTo>
                  <a:pt x="892927" y="565379"/>
                </a:lnTo>
                <a:lnTo>
                  <a:pt x="889253" y="565379"/>
                </a:lnTo>
                <a:lnTo>
                  <a:pt x="885578" y="565379"/>
                </a:lnTo>
                <a:lnTo>
                  <a:pt x="881903" y="565379"/>
                </a:lnTo>
                <a:lnTo>
                  <a:pt x="878229" y="565379"/>
                </a:lnTo>
                <a:lnTo>
                  <a:pt x="874554" y="565379"/>
                </a:lnTo>
                <a:lnTo>
                  <a:pt x="870880" y="565379"/>
                </a:lnTo>
                <a:lnTo>
                  <a:pt x="867205" y="565379"/>
                </a:lnTo>
                <a:lnTo>
                  <a:pt x="863530" y="565379"/>
                </a:lnTo>
                <a:lnTo>
                  <a:pt x="859856" y="565379"/>
                </a:lnTo>
                <a:lnTo>
                  <a:pt x="856181" y="565379"/>
                </a:lnTo>
                <a:lnTo>
                  <a:pt x="852507" y="565379"/>
                </a:lnTo>
                <a:lnTo>
                  <a:pt x="848832" y="565379"/>
                </a:lnTo>
                <a:lnTo>
                  <a:pt x="845157" y="565379"/>
                </a:lnTo>
                <a:lnTo>
                  <a:pt x="841483" y="565379"/>
                </a:lnTo>
                <a:lnTo>
                  <a:pt x="837808" y="565379"/>
                </a:lnTo>
                <a:lnTo>
                  <a:pt x="834134" y="565379"/>
                </a:lnTo>
                <a:lnTo>
                  <a:pt x="830459" y="565379"/>
                </a:lnTo>
                <a:lnTo>
                  <a:pt x="826784" y="565379"/>
                </a:lnTo>
                <a:lnTo>
                  <a:pt x="823110" y="565379"/>
                </a:lnTo>
                <a:lnTo>
                  <a:pt x="819435" y="565379"/>
                </a:lnTo>
                <a:lnTo>
                  <a:pt x="815761" y="565379"/>
                </a:lnTo>
                <a:lnTo>
                  <a:pt x="812086" y="565379"/>
                </a:lnTo>
                <a:lnTo>
                  <a:pt x="808411" y="565379"/>
                </a:lnTo>
                <a:lnTo>
                  <a:pt x="804737" y="565379"/>
                </a:lnTo>
                <a:lnTo>
                  <a:pt x="801062" y="565379"/>
                </a:lnTo>
                <a:lnTo>
                  <a:pt x="797388" y="565379"/>
                </a:lnTo>
                <a:lnTo>
                  <a:pt x="793713" y="565379"/>
                </a:lnTo>
                <a:lnTo>
                  <a:pt x="790038" y="565379"/>
                </a:lnTo>
                <a:lnTo>
                  <a:pt x="786364" y="565379"/>
                </a:lnTo>
                <a:lnTo>
                  <a:pt x="782689" y="565379"/>
                </a:lnTo>
                <a:lnTo>
                  <a:pt x="779015" y="565379"/>
                </a:lnTo>
                <a:lnTo>
                  <a:pt x="775340" y="565379"/>
                </a:lnTo>
                <a:lnTo>
                  <a:pt x="771665" y="565379"/>
                </a:lnTo>
                <a:lnTo>
                  <a:pt x="767991" y="565379"/>
                </a:lnTo>
                <a:lnTo>
                  <a:pt x="764316" y="565379"/>
                </a:lnTo>
                <a:lnTo>
                  <a:pt x="760642" y="565379"/>
                </a:lnTo>
                <a:lnTo>
                  <a:pt x="756967" y="565379"/>
                </a:lnTo>
                <a:lnTo>
                  <a:pt x="753292" y="565379"/>
                </a:lnTo>
                <a:lnTo>
                  <a:pt x="749618" y="565379"/>
                </a:lnTo>
                <a:lnTo>
                  <a:pt x="745943" y="565379"/>
                </a:lnTo>
                <a:lnTo>
                  <a:pt x="742269" y="565379"/>
                </a:lnTo>
                <a:lnTo>
                  <a:pt x="738594" y="565379"/>
                </a:lnTo>
                <a:lnTo>
                  <a:pt x="734919" y="565379"/>
                </a:lnTo>
                <a:lnTo>
                  <a:pt x="731245" y="565379"/>
                </a:lnTo>
                <a:lnTo>
                  <a:pt x="727570" y="565379"/>
                </a:lnTo>
                <a:lnTo>
                  <a:pt x="723896" y="565379"/>
                </a:lnTo>
                <a:lnTo>
                  <a:pt x="720221" y="565379"/>
                </a:lnTo>
                <a:lnTo>
                  <a:pt x="716546" y="565379"/>
                </a:lnTo>
                <a:lnTo>
                  <a:pt x="712872" y="565379"/>
                </a:lnTo>
                <a:lnTo>
                  <a:pt x="709197" y="565379"/>
                </a:lnTo>
                <a:lnTo>
                  <a:pt x="705523" y="565379"/>
                </a:lnTo>
                <a:lnTo>
                  <a:pt x="701848" y="565379"/>
                </a:lnTo>
                <a:lnTo>
                  <a:pt x="698173" y="565379"/>
                </a:lnTo>
                <a:lnTo>
                  <a:pt x="694499" y="565379"/>
                </a:lnTo>
                <a:lnTo>
                  <a:pt x="690824" y="565379"/>
                </a:lnTo>
                <a:lnTo>
                  <a:pt x="687150" y="565379"/>
                </a:lnTo>
                <a:lnTo>
                  <a:pt x="683475" y="565379"/>
                </a:lnTo>
                <a:lnTo>
                  <a:pt x="679800" y="565379"/>
                </a:lnTo>
                <a:lnTo>
                  <a:pt x="676126" y="565379"/>
                </a:lnTo>
                <a:lnTo>
                  <a:pt x="672451" y="565379"/>
                </a:lnTo>
                <a:lnTo>
                  <a:pt x="668777" y="565379"/>
                </a:lnTo>
                <a:lnTo>
                  <a:pt x="665102" y="565379"/>
                </a:lnTo>
                <a:lnTo>
                  <a:pt x="661427" y="565379"/>
                </a:lnTo>
                <a:lnTo>
                  <a:pt x="657753" y="565379"/>
                </a:lnTo>
                <a:lnTo>
                  <a:pt x="654078" y="565379"/>
                </a:lnTo>
                <a:lnTo>
                  <a:pt x="650404" y="565379"/>
                </a:lnTo>
                <a:lnTo>
                  <a:pt x="646729" y="565379"/>
                </a:lnTo>
                <a:lnTo>
                  <a:pt x="643054" y="565379"/>
                </a:lnTo>
                <a:lnTo>
                  <a:pt x="639380" y="565379"/>
                </a:lnTo>
                <a:lnTo>
                  <a:pt x="635705" y="565379"/>
                </a:lnTo>
                <a:lnTo>
                  <a:pt x="632031" y="565379"/>
                </a:lnTo>
                <a:lnTo>
                  <a:pt x="628356" y="565379"/>
                </a:lnTo>
                <a:lnTo>
                  <a:pt x="624681" y="565379"/>
                </a:lnTo>
                <a:lnTo>
                  <a:pt x="621007" y="565379"/>
                </a:lnTo>
                <a:lnTo>
                  <a:pt x="617332" y="565379"/>
                </a:lnTo>
                <a:lnTo>
                  <a:pt x="613658" y="565379"/>
                </a:lnTo>
                <a:lnTo>
                  <a:pt x="609983" y="565379"/>
                </a:lnTo>
                <a:lnTo>
                  <a:pt x="606308" y="565379"/>
                </a:lnTo>
                <a:lnTo>
                  <a:pt x="602634" y="565379"/>
                </a:lnTo>
                <a:lnTo>
                  <a:pt x="598959" y="565379"/>
                </a:lnTo>
                <a:lnTo>
                  <a:pt x="595285" y="565379"/>
                </a:lnTo>
                <a:lnTo>
                  <a:pt x="591610" y="565379"/>
                </a:lnTo>
                <a:lnTo>
                  <a:pt x="587935" y="565379"/>
                </a:lnTo>
                <a:lnTo>
                  <a:pt x="584261" y="565379"/>
                </a:lnTo>
                <a:lnTo>
                  <a:pt x="580586" y="565379"/>
                </a:lnTo>
                <a:lnTo>
                  <a:pt x="576912" y="565379"/>
                </a:lnTo>
                <a:lnTo>
                  <a:pt x="573237" y="565379"/>
                </a:lnTo>
                <a:lnTo>
                  <a:pt x="569562" y="565379"/>
                </a:lnTo>
                <a:lnTo>
                  <a:pt x="565888" y="565379"/>
                </a:lnTo>
                <a:lnTo>
                  <a:pt x="562213" y="565379"/>
                </a:lnTo>
                <a:lnTo>
                  <a:pt x="558539" y="565379"/>
                </a:lnTo>
                <a:lnTo>
                  <a:pt x="554864" y="565379"/>
                </a:lnTo>
                <a:lnTo>
                  <a:pt x="551189" y="565379"/>
                </a:lnTo>
                <a:lnTo>
                  <a:pt x="547515" y="565379"/>
                </a:lnTo>
                <a:lnTo>
                  <a:pt x="543840" y="565379"/>
                </a:lnTo>
                <a:lnTo>
                  <a:pt x="540166" y="565379"/>
                </a:lnTo>
                <a:lnTo>
                  <a:pt x="536491" y="565379"/>
                </a:lnTo>
                <a:lnTo>
                  <a:pt x="532816" y="565379"/>
                </a:lnTo>
                <a:lnTo>
                  <a:pt x="529142" y="565379"/>
                </a:lnTo>
                <a:lnTo>
                  <a:pt x="525467" y="565379"/>
                </a:lnTo>
                <a:lnTo>
                  <a:pt x="521793" y="565379"/>
                </a:lnTo>
                <a:lnTo>
                  <a:pt x="518118" y="565379"/>
                </a:lnTo>
                <a:lnTo>
                  <a:pt x="514443" y="565379"/>
                </a:lnTo>
                <a:lnTo>
                  <a:pt x="510769" y="565379"/>
                </a:lnTo>
                <a:lnTo>
                  <a:pt x="507094" y="565379"/>
                </a:lnTo>
                <a:lnTo>
                  <a:pt x="503420" y="565379"/>
                </a:lnTo>
                <a:lnTo>
                  <a:pt x="499745" y="565379"/>
                </a:lnTo>
                <a:lnTo>
                  <a:pt x="496070" y="565379"/>
                </a:lnTo>
                <a:lnTo>
                  <a:pt x="492396" y="565379"/>
                </a:lnTo>
                <a:lnTo>
                  <a:pt x="488721" y="565379"/>
                </a:lnTo>
                <a:lnTo>
                  <a:pt x="485047" y="565379"/>
                </a:lnTo>
                <a:lnTo>
                  <a:pt x="481372" y="565379"/>
                </a:lnTo>
                <a:lnTo>
                  <a:pt x="477697" y="565379"/>
                </a:lnTo>
                <a:lnTo>
                  <a:pt x="474023" y="565379"/>
                </a:lnTo>
                <a:lnTo>
                  <a:pt x="470348" y="565379"/>
                </a:lnTo>
                <a:lnTo>
                  <a:pt x="466674" y="565379"/>
                </a:lnTo>
                <a:lnTo>
                  <a:pt x="462999" y="565379"/>
                </a:lnTo>
                <a:lnTo>
                  <a:pt x="459324" y="565379"/>
                </a:lnTo>
                <a:lnTo>
                  <a:pt x="455650" y="565379"/>
                </a:lnTo>
                <a:lnTo>
                  <a:pt x="451975" y="565379"/>
                </a:lnTo>
                <a:lnTo>
                  <a:pt x="448301" y="565379"/>
                </a:lnTo>
                <a:lnTo>
                  <a:pt x="444626" y="565379"/>
                </a:lnTo>
                <a:lnTo>
                  <a:pt x="440951" y="565379"/>
                </a:lnTo>
                <a:lnTo>
                  <a:pt x="437277" y="565379"/>
                </a:lnTo>
                <a:lnTo>
                  <a:pt x="433602" y="565379"/>
                </a:lnTo>
                <a:lnTo>
                  <a:pt x="429928" y="565379"/>
                </a:lnTo>
                <a:lnTo>
                  <a:pt x="426253" y="565379"/>
                </a:lnTo>
                <a:lnTo>
                  <a:pt x="422578" y="565379"/>
                </a:lnTo>
                <a:lnTo>
                  <a:pt x="418904" y="565379"/>
                </a:lnTo>
                <a:lnTo>
                  <a:pt x="415229" y="565379"/>
                </a:lnTo>
                <a:lnTo>
                  <a:pt x="411555" y="565379"/>
                </a:lnTo>
                <a:lnTo>
                  <a:pt x="407880" y="565379"/>
                </a:lnTo>
                <a:lnTo>
                  <a:pt x="404205" y="565379"/>
                </a:lnTo>
                <a:lnTo>
                  <a:pt x="400531" y="565379"/>
                </a:lnTo>
                <a:lnTo>
                  <a:pt x="396856" y="565379"/>
                </a:lnTo>
                <a:lnTo>
                  <a:pt x="393182" y="565379"/>
                </a:lnTo>
                <a:lnTo>
                  <a:pt x="389507" y="565379"/>
                </a:lnTo>
                <a:lnTo>
                  <a:pt x="385832" y="565379"/>
                </a:lnTo>
                <a:lnTo>
                  <a:pt x="382158" y="565379"/>
                </a:lnTo>
                <a:lnTo>
                  <a:pt x="378483" y="565379"/>
                </a:lnTo>
                <a:lnTo>
                  <a:pt x="374809" y="565379"/>
                </a:lnTo>
                <a:lnTo>
                  <a:pt x="371134" y="565379"/>
                </a:lnTo>
                <a:lnTo>
                  <a:pt x="367459" y="565379"/>
                </a:lnTo>
                <a:lnTo>
                  <a:pt x="363785" y="565379"/>
                </a:lnTo>
                <a:lnTo>
                  <a:pt x="360110" y="565379"/>
                </a:lnTo>
                <a:lnTo>
                  <a:pt x="356436" y="565379"/>
                </a:lnTo>
                <a:lnTo>
                  <a:pt x="352761" y="565379"/>
                </a:lnTo>
                <a:lnTo>
                  <a:pt x="349086" y="565379"/>
                </a:lnTo>
                <a:lnTo>
                  <a:pt x="345412" y="565379"/>
                </a:lnTo>
                <a:lnTo>
                  <a:pt x="341737" y="565379"/>
                </a:lnTo>
                <a:lnTo>
                  <a:pt x="338063" y="565379"/>
                </a:lnTo>
                <a:lnTo>
                  <a:pt x="334388" y="565379"/>
                </a:lnTo>
                <a:lnTo>
                  <a:pt x="330713" y="565379"/>
                </a:lnTo>
                <a:lnTo>
                  <a:pt x="327039" y="565379"/>
                </a:lnTo>
                <a:lnTo>
                  <a:pt x="323364" y="565379"/>
                </a:lnTo>
                <a:lnTo>
                  <a:pt x="319690" y="565379"/>
                </a:lnTo>
                <a:lnTo>
                  <a:pt x="316015" y="565379"/>
                </a:lnTo>
                <a:lnTo>
                  <a:pt x="312340" y="565379"/>
                </a:lnTo>
                <a:lnTo>
                  <a:pt x="308666" y="565379"/>
                </a:lnTo>
                <a:lnTo>
                  <a:pt x="304991" y="565379"/>
                </a:lnTo>
                <a:lnTo>
                  <a:pt x="301317" y="565379"/>
                </a:lnTo>
                <a:lnTo>
                  <a:pt x="297642" y="565379"/>
                </a:lnTo>
                <a:lnTo>
                  <a:pt x="293967" y="565379"/>
                </a:lnTo>
                <a:lnTo>
                  <a:pt x="290293" y="565379"/>
                </a:lnTo>
                <a:lnTo>
                  <a:pt x="286618" y="565379"/>
                </a:lnTo>
                <a:lnTo>
                  <a:pt x="282944" y="565379"/>
                </a:lnTo>
                <a:lnTo>
                  <a:pt x="279269" y="565379"/>
                </a:lnTo>
                <a:lnTo>
                  <a:pt x="275594" y="565379"/>
                </a:lnTo>
                <a:lnTo>
                  <a:pt x="271920" y="565379"/>
                </a:lnTo>
                <a:lnTo>
                  <a:pt x="268245" y="565379"/>
                </a:lnTo>
                <a:lnTo>
                  <a:pt x="264571" y="565379"/>
                </a:lnTo>
                <a:lnTo>
                  <a:pt x="260896" y="565379"/>
                </a:lnTo>
                <a:lnTo>
                  <a:pt x="257221" y="565379"/>
                </a:lnTo>
                <a:lnTo>
                  <a:pt x="253547" y="565379"/>
                </a:lnTo>
                <a:lnTo>
                  <a:pt x="249872" y="565379"/>
                </a:lnTo>
                <a:lnTo>
                  <a:pt x="246198" y="565379"/>
                </a:lnTo>
                <a:lnTo>
                  <a:pt x="242523" y="565379"/>
                </a:lnTo>
                <a:lnTo>
                  <a:pt x="238848" y="565379"/>
                </a:lnTo>
                <a:lnTo>
                  <a:pt x="235174" y="565379"/>
                </a:lnTo>
                <a:lnTo>
                  <a:pt x="231499" y="565379"/>
                </a:lnTo>
                <a:lnTo>
                  <a:pt x="227825" y="565379"/>
                </a:lnTo>
                <a:lnTo>
                  <a:pt x="224150" y="565379"/>
                </a:lnTo>
                <a:lnTo>
                  <a:pt x="220475" y="565379"/>
                </a:lnTo>
                <a:lnTo>
                  <a:pt x="216801" y="565379"/>
                </a:lnTo>
                <a:lnTo>
                  <a:pt x="213126" y="565379"/>
                </a:lnTo>
                <a:lnTo>
                  <a:pt x="209452" y="565379"/>
                </a:lnTo>
                <a:lnTo>
                  <a:pt x="205777" y="565379"/>
                </a:lnTo>
                <a:lnTo>
                  <a:pt x="202102" y="565379"/>
                </a:lnTo>
                <a:lnTo>
                  <a:pt x="198428" y="565379"/>
                </a:lnTo>
                <a:lnTo>
                  <a:pt x="194753" y="565379"/>
                </a:lnTo>
                <a:lnTo>
                  <a:pt x="191079" y="565379"/>
                </a:lnTo>
                <a:lnTo>
                  <a:pt x="187404" y="565379"/>
                </a:lnTo>
                <a:lnTo>
                  <a:pt x="183729" y="565379"/>
                </a:lnTo>
                <a:lnTo>
                  <a:pt x="180055" y="565379"/>
                </a:lnTo>
                <a:lnTo>
                  <a:pt x="176380" y="565379"/>
                </a:lnTo>
                <a:lnTo>
                  <a:pt x="172706" y="565379"/>
                </a:lnTo>
                <a:lnTo>
                  <a:pt x="169031" y="565379"/>
                </a:lnTo>
                <a:lnTo>
                  <a:pt x="165356" y="565379"/>
                </a:lnTo>
                <a:lnTo>
                  <a:pt x="161682" y="565379"/>
                </a:lnTo>
                <a:lnTo>
                  <a:pt x="158007" y="565379"/>
                </a:lnTo>
                <a:lnTo>
                  <a:pt x="154333" y="565379"/>
                </a:lnTo>
                <a:lnTo>
                  <a:pt x="150658" y="565379"/>
                </a:lnTo>
                <a:lnTo>
                  <a:pt x="146983" y="565379"/>
                </a:lnTo>
                <a:lnTo>
                  <a:pt x="143309" y="565379"/>
                </a:lnTo>
                <a:lnTo>
                  <a:pt x="139634" y="565379"/>
                </a:lnTo>
                <a:lnTo>
                  <a:pt x="135960" y="565379"/>
                </a:lnTo>
                <a:lnTo>
                  <a:pt x="132285" y="565379"/>
                </a:lnTo>
                <a:lnTo>
                  <a:pt x="128610" y="565379"/>
                </a:lnTo>
                <a:lnTo>
                  <a:pt x="124936" y="565379"/>
                </a:lnTo>
                <a:lnTo>
                  <a:pt x="121261" y="565379"/>
                </a:lnTo>
                <a:lnTo>
                  <a:pt x="117587" y="565379"/>
                </a:lnTo>
                <a:lnTo>
                  <a:pt x="113912" y="565379"/>
                </a:lnTo>
                <a:lnTo>
                  <a:pt x="110237" y="565379"/>
                </a:lnTo>
                <a:lnTo>
                  <a:pt x="106563" y="565379"/>
                </a:lnTo>
                <a:lnTo>
                  <a:pt x="102888" y="565379"/>
                </a:lnTo>
                <a:lnTo>
                  <a:pt x="99214" y="565379"/>
                </a:lnTo>
                <a:lnTo>
                  <a:pt x="95539" y="565379"/>
                </a:lnTo>
                <a:lnTo>
                  <a:pt x="91864" y="565379"/>
                </a:lnTo>
                <a:lnTo>
                  <a:pt x="88190" y="565379"/>
                </a:lnTo>
                <a:lnTo>
                  <a:pt x="84515" y="565379"/>
                </a:lnTo>
                <a:lnTo>
                  <a:pt x="80841" y="565379"/>
                </a:lnTo>
                <a:lnTo>
                  <a:pt x="77166" y="565379"/>
                </a:lnTo>
                <a:lnTo>
                  <a:pt x="73491" y="565379"/>
                </a:lnTo>
                <a:lnTo>
                  <a:pt x="69817" y="565379"/>
                </a:lnTo>
                <a:lnTo>
                  <a:pt x="66142" y="565379"/>
                </a:lnTo>
                <a:lnTo>
                  <a:pt x="62468" y="565379"/>
                </a:lnTo>
                <a:lnTo>
                  <a:pt x="58793" y="565379"/>
                </a:lnTo>
                <a:lnTo>
                  <a:pt x="55118" y="565379"/>
                </a:lnTo>
                <a:lnTo>
                  <a:pt x="51444" y="565379"/>
                </a:lnTo>
                <a:lnTo>
                  <a:pt x="47769" y="565379"/>
                </a:lnTo>
                <a:lnTo>
                  <a:pt x="44095" y="565379"/>
                </a:lnTo>
                <a:lnTo>
                  <a:pt x="40420" y="565379"/>
                </a:lnTo>
                <a:lnTo>
                  <a:pt x="36745" y="565379"/>
                </a:lnTo>
                <a:lnTo>
                  <a:pt x="33071" y="565379"/>
                </a:lnTo>
                <a:lnTo>
                  <a:pt x="29396" y="565379"/>
                </a:lnTo>
                <a:lnTo>
                  <a:pt x="25722" y="565379"/>
                </a:lnTo>
                <a:lnTo>
                  <a:pt x="22047" y="565379"/>
                </a:lnTo>
                <a:lnTo>
                  <a:pt x="18372" y="565379"/>
                </a:lnTo>
                <a:lnTo>
                  <a:pt x="14698" y="565379"/>
                </a:lnTo>
                <a:lnTo>
                  <a:pt x="11023" y="565379"/>
                </a:lnTo>
                <a:lnTo>
                  <a:pt x="7349" y="565379"/>
                </a:lnTo>
                <a:lnTo>
                  <a:pt x="3674" y="565379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75" name="pl75"/>
          <p:cNvSpPr/>
          <p:nvPr/>
        </p:nvSpPr>
        <p:spPr>
          <a:xfrm>
            <a:off x="4548521" y="3659436"/>
            <a:ext cx="1877720" cy="565379"/>
          </a:xfrm>
          <a:custGeom>
            <a:avLst/>
            <a:gdLst/>
            <a:ahLst/>
            <a:cxnLst/>
            <a:rect l="0" t="0" r="0" b="0"/>
            <a:pathLst>
              <a:path w="1877720" h="565379">
                <a:moveTo>
                  <a:pt x="0" y="565379"/>
                </a:moveTo>
                <a:lnTo>
                  <a:pt x="3674" y="565379"/>
                </a:lnTo>
                <a:lnTo>
                  <a:pt x="7349" y="565379"/>
                </a:lnTo>
                <a:lnTo>
                  <a:pt x="11023" y="565379"/>
                </a:lnTo>
                <a:lnTo>
                  <a:pt x="14698" y="565379"/>
                </a:lnTo>
                <a:lnTo>
                  <a:pt x="18372" y="565379"/>
                </a:lnTo>
                <a:lnTo>
                  <a:pt x="22047" y="565379"/>
                </a:lnTo>
                <a:lnTo>
                  <a:pt x="25722" y="565379"/>
                </a:lnTo>
                <a:lnTo>
                  <a:pt x="29396" y="565379"/>
                </a:lnTo>
                <a:lnTo>
                  <a:pt x="33071" y="565379"/>
                </a:lnTo>
                <a:lnTo>
                  <a:pt x="36745" y="565379"/>
                </a:lnTo>
                <a:lnTo>
                  <a:pt x="40420" y="565379"/>
                </a:lnTo>
                <a:lnTo>
                  <a:pt x="44095" y="565379"/>
                </a:lnTo>
                <a:lnTo>
                  <a:pt x="47769" y="565379"/>
                </a:lnTo>
                <a:lnTo>
                  <a:pt x="51444" y="565379"/>
                </a:lnTo>
                <a:lnTo>
                  <a:pt x="55118" y="565379"/>
                </a:lnTo>
                <a:lnTo>
                  <a:pt x="58793" y="565379"/>
                </a:lnTo>
                <a:lnTo>
                  <a:pt x="62468" y="565379"/>
                </a:lnTo>
                <a:lnTo>
                  <a:pt x="66142" y="565379"/>
                </a:lnTo>
                <a:lnTo>
                  <a:pt x="69817" y="565379"/>
                </a:lnTo>
                <a:lnTo>
                  <a:pt x="73491" y="565379"/>
                </a:lnTo>
                <a:lnTo>
                  <a:pt x="77166" y="565379"/>
                </a:lnTo>
                <a:lnTo>
                  <a:pt x="80841" y="565379"/>
                </a:lnTo>
                <a:lnTo>
                  <a:pt x="84515" y="565379"/>
                </a:lnTo>
                <a:lnTo>
                  <a:pt x="88190" y="565379"/>
                </a:lnTo>
                <a:lnTo>
                  <a:pt x="91864" y="565379"/>
                </a:lnTo>
                <a:lnTo>
                  <a:pt x="95539" y="565379"/>
                </a:lnTo>
                <a:lnTo>
                  <a:pt x="99214" y="565379"/>
                </a:lnTo>
                <a:lnTo>
                  <a:pt x="102888" y="565379"/>
                </a:lnTo>
                <a:lnTo>
                  <a:pt x="106563" y="565379"/>
                </a:lnTo>
                <a:lnTo>
                  <a:pt x="110237" y="565379"/>
                </a:lnTo>
                <a:lnTo>
                  <a:pt x="113912" y="565379"/>
                </a:lnTo>
                <a:lnTo>
                  <a:pt x="117587" y="565379"/>
                </a:lnTo>
                <a:lnTo>
                  <a:pt x="121261" y="565379"/>
                </a:lnTo>
                <a:lnTo>
                  <a:pt x="124936" y="565379"/>
                </a:lnTo>
                <a:lnTo>
                  <a:pt x="128610" y="565379"/>
                </a:lnTo>
                <a:lnTo>
                  <a:pt x="132285" y="565379"/>
                </a:lnTo>
                <a:lnTo>
                  <a:pt x="135960" y="565379"/>
                </a:lnTo>
                <a:lnTo>
                  <a:pt x="139634" y="565379"/>
                </a:lnTo>
                <a:lnTo>
                  <a:pt x="143309" y="565379"/>
                </a:lnTo>
                <a:lnTo>
                  <a:pt x="146983" y="565379"/>
                </a:lnTo>
                <a:lnTo>
                  <a:pt x="150658" y="565379"/>
                </a:lnTo>
                <a:lnTo>
                  <a:pt x="154333" y="565379"/>
                </a:lnTo>
                <a:lnTo>
                  <a:pt x="158007" y="565379"/>
                </a:lnTo>
                <a:lnTo>
                  <a:pt x="161682" y="565379"/>
                </a:lnTo>
                <a:lnTo>
                  <a:pt x="165356" y="565379"/>
                </a:lnTo>
                <a:lnTo>
                  <a:pt x="169031" y="565379"/>
                </a:lnTo>
                <a:lnTo>
                  <a:pt x="172706" y="565379"/>
                </a:lnTo>
                <a:lnTo>
                  <a:pt x="176380" y="565379"/>
                </a:lnTo>
                <a:lnTo>
                  <a:pt x="180055" y="565379"/>
                </a:lnTo>
                <a:lnTo>
                  <a:pt x="183729" y="565379"/>
                </a:lnTo>
                <a:lnTo>
                  <a:pt x="187404" y="565379"/>
                </a:lnTo>
                <a:lnTo>
                  <a:pt x="191079" y="565379"/>
                </a:lnTo>
                <a:lnTo>
                  <a:pt x="194753" y="565379"/>
                </a:lnTo>
                <a:lnTo>
                  <a:pt x="198428" y="565379"/>
                </a:lnTo>
                <a:lnTo>
                  <a:pt x="202102" y="565379"/>
                </a:lnTo>
                <a:lnTo>
                  <a:pt x="205777" y="565379"/>
                </a:lnTo>
                <a:lnTo>
                  <a:pt x="209452" y="565379"/>
                </a:lnTo>
                <a:lnTo>
                  <a:pt x="213126" y="565379"/>
                </a:lnTo>
                <a:lnTo>
                  <a:pt x="216801" y="565379"/>
                </a:lnTo>
                <a:lnTo>
                  <a:pt x="220475" y="565379"/>
                </a:lnTo>
                <a:lnTo>
                  <a:pt x="224150" y="565379"/>
                </a:lnTo>
                <a:lnTo>
                  <a:pt x="227825" y="565379"/>
                </a:lnTo>
                <a:lnTo>
                  <a:pt x="231499" y="565379"/>
                </a:lnTo>
                <a:lnTo>
                  <a:pt x="235174" y="565379"/>
                </a:lnTo>
                <a:lnTo>
                  <a:pt x="238848" y="565379"/>
                </a:lnTo>
                <a:lnTo>
                  <a:pt x="242523" y="565379"/>
                </a:lnTo>
                <a:lnTo>
                  <a:pt x="246198" y="565379"/>
                </a:lnTo>
                <a:lnTo>
                  <a:pt x="249872" y="565379"/>
                </a:lnTo>
                <a:lnTo>
                  <a:pt x="253547" y="565379"/>
                </a:lnTo>
                <a:lnTo>
                  <a:pt x="257221" y="565379"/>
                </a:lnTo>
                <a:lnTo>
                  <a:pt x="260896" y="565379"/>
                </a:lnTo>
                <a:lnTo>
                  <a:pt x="264571" y="565379"/>
                </a:lnTo>
                <a:lnTo>
                  <a:pt x="268245" y="565379"/>
                </a:lnTo>
                <a:lnTo>
                  <a:pt x="271920" y="565379"/>
                </a:lnTo>
                <a:lnTo>
                  <a:pt x="275594" y="565379"/>
                </a:lnTo>
                <a:lnTo>
                  <a:pt x="279269" y="565379"/>
                </a:lnTo>
                <a:lnTo>
                  <a:pt x="282944" y="565379"/>
                </a:lnTo>
                <a:lnTo>
                  <a:pt x="286618" y="565379"/>
                </a:lnTo>
                <a:lnTo>
                  <a:pt x="290293" y="565379"/>
                </a:lnTo>
                <a:lnTo>
                  <a:pt x="293967" y="565379"/>
                </a:lnTo>
                <a:lnTo>
                  <a:pt x="297642" y="565379"/>
                </a:lnTo>
                <a:lnTo>
                  <a:pt x="301317" y="565379"/>
                </a:lnTo>
                <a:lnTo>
                  <a:pt x="304991" y="565379"/>
                </a:lnTo>
                <a:lnTo>
                  <a:pt x="308666" y="565379"/>
                </a:lnTo>
                <a:lnTo>
                  <a:pt x="312340" y="565379"/>
                </a:lnTo>
                <a:lnTo>
                  <a:pt x="316015" y="565379"/>
                </a:lnTo>
                <a:lnTo>
                  <a:pt x="319690" y="565379"/>
                </a:lnTo>
                <a:lnTo>
                  <a:pt x="323364" y="565379"/>
                </a:lnTo>
                <a:lnTo>
                  <a:pt x="327039" y="565379"/>
                </a:lnTo>
                <a:lnTo>
                  <a:pt x="330713" y="565379"/>
                </a:lnTo>
                <a:lnTo>
                  <a:pt x="334388" y="565379"/>
                </a:lnTo>
                <a:lnTo>
                  <a:pt x="338063" y="565379"/>
                </a:lnTo>
                <a:lnTo>
                  <a:pt x="341737" y="565379"/>
                </a:lnTo>
                <a:lnTo>
                  <a:pt x="345412" y="565379"/>
                </a:lnTo>
                <a:lnTo>
                  <a:pt x="349086" y="565379"/>
                </a:lnTo>
                <a:lnTo>
                  <a:pt x="352761" y="565379"/>
                </a:lnTo>
                <a:lnTo>
                  <a:pt x="356436" y="565379"/>
                </a:lnTo>
                <a:lnTo>
                  <a:pt x="360110" y="565379"/>
                </a:lnTo>
                <a:lnTo>
                  <a:pt x="363785" y="565379"/>
                </a:lnTo>
                <a:lnTo>
                  <a:pt x="367459" y="565379"/>
                </a:lnTo>
                <a:lnTo>
                  <a:pt x="371134" y="565379"/>
                </a:lnTo>
                <a:lnTo>
                  <a:pt x="374809" y="565379"/>
                </a:lnTo>
                <a:lnTo>
                  <a:pt x="378483" y="565379"/>
                </a:lnTo>
                <a:lnTo>
                  <a:pt x="382158" y="565379"/>
                </a:lnTo>
                <a:lnTo>
                  <a:pt x="385832" y="565379"/>
                </a:lnTo>
                <a:lnTo>
                  <a:pt x="389507" y="565379"/>
                </a:lnTo>
                <a:lnTo>
                  <a:pt x="393182" y="565379"/>
                </a:lnTo>
                <a:lnTo>
                  <a:pt x="396856" y="565379"/>
                </a:lnTo>
                <a:lnTo>
                  <a:pt x="400531" y="565379"/>
                </a:lnTo>
                <a:lnTo>
                  <a:pt x="404205" y="565379"/>
                </a:lnTo>
                <a:lnTo>
                  <a:pt x="407880" y="565379"/>
                </a:lnTo>
                <a:lnTo>
                  <a:pt x="411555" y="565379"/>
                </a:lnTo>
                <a:lnTo>
                  <a:pt x="415229" y="565379"/>
                </a:lnTo>
                <a:lnTo>
                  <a:pt x="418904" y="565379"/>
                </a:lnTo>
                <a:lnTo>
                  <a:pt x="422578" y="565379"/>
                </a:lnTo>
                <a:lnTo>
                  <a:pt x="426253" y="565379"/>
                </a:lnTo>
                <a:lnTo>
                  <a:pt x="429928" y="565379"/>
                </a:lnTo>
                <a:lnTo>
                  <a:pt x="433602" y="565379"/>
                </a:lnTo>
                <a:lnTo>
                  <a:pt x="437277" y="565379"/>
                </a:lnTo>
                <a:lnTo>
                  <a:pt x="440951" y="565379"/>
                </a:lnTo>
                <a:lnTo>
                  <a:pt x="444626" y="565379"/>
                </a:lnTo>
                <a:lnTo>
                  <a:pt x="448301" y="565379"/>
                </a:lnTo>
                <a:lnTo>
                  <a:pt x="451975" y="565379"/>
                </a:lnTo>
                <a:lnTo>
                  <a:pt x="455650" y="565379"/>
                </a:lnTo>
                <a:lnTo>
                  <a:pt x="459324" y="565379"/>
                </a:lnTo>
                <a:lnTo>
                  <a:pt x="462999" y="565379"/>
                </a:lnTo>
                <a:lnTo>
                  <a:pt x="466674" y="565379"/>
                </a:lnTo>
                <a:lnTo>
                  <a:pt x="470348" y="565379"/>
                </a:lnTo>
                <a:lnTo>
                  <a:pt x="474023" y="565379"/>
                </a:lnTo>
                <a:lnTo>
                  <a:pt x="477697" y="565379"/>
                </a:lnTo>
                <a:lnTo>
                  <a:pt x="481372" y="565379"/>
                </a:lnTo>
                <a:lnTo>
                  <a:pt x="485047" y="565379"/>
                </a:lnTo>
                <a:lnTo>
                  <a:pt x="488721" y="565379"/>
                </a:lnTo>
                <a:lnTo>
                  <a:pt x="492396" y="565379"/>
                </a:lnTo>
                <a:lnTo>
                  <a:pt x="496070" y="565379"/>
                </a:lnTo>
                <a:lnTo>
                  <a:pt x="499745" y="565379"/>
                </a:lnTo>
                <a:lnTo>
                  <a:pt x="503420" y="565379"/>
                </a:lnTo>
                <a:lnTo>
                  <a:pt x="507094" y="565379"/>
                </a:lnTo>
                <a:lnTo>
                  <a:pt x="510769" y="565379"/>
                </a:lnTo>
                <a:lnTo>
                  <a:pt x="514443" y="565379"/>
                </a:lnTo>
                <a:lnTo>
                  <a:pt x="518118" y="565379"/>
                </a:lnTo>
                <a:lnTo>
                  <a:pt x="521793" y="565379"/>
                </a:lnTo>
                <a:lnTo>
                  <a:pt x="525467" y="565379"/>
                </a:lnTo>
                <a:lnTo>
                  <a:pt x="529142" y="565379"/>
                </a:lnTo>
                <a:lnTo>
                  <a:pt x="532816" y="565379"/>
                </a:lnTo>
                <a:lnTo>
                  <a:pt x="536491" y="565379"/>
                </a:lnTo>
                <a:lnTo>
                  <a:pt x="540166" y="565379"/>
                </a:lnTo>
                <a:lnTo>
                  <a:pt x="543840" y="565379"/>
                </a:lnTo>
                <a:lnTo>
                  <a:pt x="547515" y="565379"/>
                </a:lnTo>
                <a:lnTo>
                  <a:pt x="551189" y="565379"/>
                </a:lnTo>
                <a:lnTo>
                  <a:pt x="554864" y="565379"/>
                </a:lnTo>
                <a:lnTo>
                  <a:pt x="558539" y="565379"/>
                </a:lnTo>
                <a:lnTo>
                  <a:pt x="562213" y="565379"/>
                </a:lnTo>
                <a:lnTo>
                  <a:pt x="565888" y="565379"/>
                </a:lnTo>
                <a:lnTo>
                  <a:pt x="569562" y="565379"/>
                </a:lnTo>
                <a:lnTo>
                  <a:pt x="573237" y="565379"/>
                </a:lnTo>
                <a:lnTo>
                  <a:pt x="576912" y="565379"/>
                </a:lnTo>
                <a:lnTo>
                  <a:pt x="580586" y="565379"/>
                </a:lnTo>
                <a:lnTo>
                  <a:pt x="584261" y="565378"/>
                </a:lnTo>
                <a:lnTo>
                  <a:pt x="587935" y="565376"/>
                </a:lnTo>
                <a:lnTo>
                  <a:pt x="591610" y="565370"/>
                </a:lnTo>
                <a:lnTo>
                  <a:pt x="595285" y="565355"/>
                </a:lnTo>
                <a:lnTo>
                  <a:pt x="598959" y="565322"/>
                </a:lnTo>
                <a:lnTo>
                  <a:pt x="602634" y="565261"/>
                </a:lnTo>
                <a:lnTo>
                  <a:pt x="606308" y="565164"/>
                </a:lnTo>
                <a:lnTo>
                  <a:pt x="609983" y="565031"/>
                </a:lnTo>
                <a:lnTo>
                  <a:pt x="613658" y="564873"/>
                </a:lnTo>
                <a:lnTo>
                  <a:pt x="617332" y="564710"/>
                </a:lnTo>
                <a:lnTo>
                  <a:pt x="621007" y="564549"/>
                </a:lnTo>
                <a:lnTo>
                  <a:pt x="624681" y="564375"/>
                </a:lnTo>
                <a:lnTo>
                  <a:pt x="628356" y="564143"/>
                </a:lnTo>
                <a:lnTo>
                  <a:pt x="632031" y="563793"/>
                </a:lnTo>
                <a:lnTo>
                  <a:pt x="635705" y="563278"/>
                </a:lnTo>
                <a:lnTo>
                  <a:pt x="639380" y="562582"/>
                </a:lnTo>
                <a:lnTo>
                  <a:pt x="643054" y="561713"/>
                </a:lnTo>
                <a:lnTo>
                  <a:pt x="646729" y="560688"/>
                </a:lnTo>
                <a:lnTo>
                  <a:pt x="650404" y="559505"/>
                </a:lnTo>
                <a:lnTo>
                  <a:pt x="654078" y="558137"/>
                </a:lnTo>
                <a:lnTo>
                  <a:pt x="657753" y="556539"/>
                </a:lnTo>
                <a:lnTo>
                  <a:pt x="661427" y="554651"/>
                </a:lnTo>
                <a:lnTo>
                  <a:pt x="665102" y="552393"/>
                </a:lnTo>
                <a:lnTo>
                  <a:pt x="668777" y="549623"/>
                </a:lnTo>
                <a:lnTo>
                  <a:pt x="672451" y="546118"/>
                </a:lnTo>
                <a:lnTo>
                  <a:pt x="676126" y="541574"/>
                </a:lnTo>
                <a:lnTo>
                  <a:pt x="679800" y="535666"/>
                </a:lnTo>
                <a:lnTo>
                  <a:pt x="683475" y="528085"/>
                </a:lnTo>
                <a:lnTo>
                  <a:pt x="687150" y="518731"/>
                </a:lnTo>
                <a:lnTo>
                  <a:pt x="690824" y="507695"/>
                </a:lnTo>
                <a:lnTo>
                  <a:pt x="694499" y="495130"/>
                </a:lnTo>
                <a:lnTo>
                  <a:pt x="698173" y="481199"/>
                </a:lnTo>
                <a:lnTo>
                  <a:pt x="701848" y="466023"/>
                </a:lnTo>
                <a:lnTo>
                  <a:pt x="705523" y="449669"/>
                </a:lnTo>
                <a:lnTo>
                  <a:pt x="709197" y="432187"/>
                </a:lnTo>
                <a:lnTo>
                  <a:pt x="712872" y="413638"/>
                </a:lnTo>
                <a:lnTo>
                  <a:pt x="716546" y="394121"/>
                </a:lnTo>
                <a:lnTo>
                  <a:pt x="720221" y="373771"/>
                </a:lnTo>
                <a:lnTo>
                  <a:pt x="723896" y="352701"/>
                </a:lnTo>
                <a:lnTo>
                  <a:pt x="727570" y="330909"/>
                </a:lnTo>
                <a:lnTo>
                  <a:pt x="731245" y="308219"/>
                </a:lnTo>
                <a:lnTo>
                  <a:pt x="734919" y="284366"/>
                </a:lnTo>
                <a:lnTo>
                  <a:pt x="738594" y="259256"/>
                </a:lnTo>
                <a:lnTo>
                  <a:pt x="742269" y="233251"/>
                </a:lnTo>
                <a:lnTo>
                  <a:pt x="745943" y="207250"/>
                </a:lnTo>
                <a:lnTo>
                  <a:pt x="749618" y="182401"/>
                </a:lnTo>
                <a:lnTo>
                  <a:pt x="753292" y="159569"/>
                </a:lnTo>
                <a:lnTo>
                  <a:pt x="756967" y="138873"/>
                </a:lnTo>
                <a:lnTo>
                  <a:pt x="760642" y="119641"/>
                </a:lnTo>
                <a:lnTo>
                  <a:pt x="764316" y="100880"/>
                </a:lnTo>
                <a:lnTo>
                  <a:pt x="767991" y="81991"/>
                </a:lnTo>
                <a:lnTo>
                  <a:pt x="771665" y="63339"/>
                </a:lnTo>
                <a:lnTo>
                  <a:pt x="775340" y="46086"/>
                </a:lnTo>
                <a:lnTo>
                  <a:pt x="779015" y="31458"/>
                </a:lnTo>
                <a:lnTo>
                  <a:pt x="782689" y="20095"/>
                </a:lnTo>
                <a:lnTo>
                  <a:pt x="786364" y="11830"/>
                </a:lnTo>
                <a:lnTo>
                  <a:pt x="790038" y="6007"/>
                </a:lnTo>
                <a:lnTo>
                  <a:pt x="793713" y="2068"/>
                </a:lnTo>
                <a:lnTo>
                  <a:pt x="797388" y="0"/>
                </a:lnTo>
                <a:lnTo>
                  <a:pt x="801062" y="330"/>
                </a:lnTo>
                <a:lnTo>
                  <a:pt x="804737" y="3738"/>
                </a:lnTo>
                <a:lnTo>
                  <a:pt x="808411" y="10526"/>
                </a:lnTo>
                <a:lnTo>
                  <a:pt x="812086" y="20297"/>
                </a:lnTo>
                <a:lnTo>
                  <a:pt x="815761" y="32003"/>
                </a:lnTo>
                <a:lnTo>
                  <a:pt x="819435" y="44295"/>
                </a:lnTo>
                <a:lnTo>
                  <a:pt x="823110" y="55957"/>
                </a:lnTo>
                <a:lnTo>
                  <a:pt x="826784" y="66236"/>
                </a:lnTo>
                <a:lnTo>
                  <a:pt x="830459" y="74971"/>
                </a:lnTo>
                <a:lnTo>
                  <a:pt x="834134" y="82558"/>
                </a:lnTo>
                <a:lnTo>
                  <a:pt x="837808" y="89833"/>
                </a:lnTo>
                <a:lnTo>
                  <a:pt x="841483" y="97904"/>
                </a:lnTo>
                <a:lnTo>
                  <a:pt x="845157" y="107962"/>
                </a:lnTo>
                <a:lnTo>
                  <a:pt x="848832" y="121047"/>
                </a:lnTo>
                <a:lnTo>
                  <a:pt x="852507" y="137779"/>
                </a:lnTo>
                <a:lnTo>
                  <a:pt x="856181" y="158191"/>
                </a:lnTo>
                <a:lnTo>
                  <a:pt x="859856" y="181142"/>
                </a:lnTo>
                <a:lnTo>
                  <a:pt x="863530" y="204975"/>
                </a:lnTo>
                <a:lnTo>
                  <a:pt x="867205" y="227954"/>
                </a:lnTo>
                <a:lnTo>
                  <a:pt x="870880" y="248782"/>
                </a:lnTo>
                <a:lnTo>
                  <a:pt x="874554" y="266908"/>
                </a:lnTo>
                <a:lnTo>
                  <a:pt x="878229" y="282468"/>
                </a:lnTo>
                <a:lnTo>
                  <a:pt x="881903" y="296014"/>
                </a:lnTo>
                <a:lnTo>
                  <a:pt x="885578" y="308230"/>
                </a:lnTo>
                <a:lnTo>
                  <a:pt x="889253" y="319738"/>
                </a:lnTo>
                <a:lnTo>
                  <a:pt x="892927" y="331004"/>
                </a:lnTo>
                <a:lnTo>
                  <a:pt x="896602" y="342291"/>
                </a:lnTo>
                <a:lnTo>
                  <a:pt x="900276" y="353660"/>
                </a:lnTo>
                <a:lnTo>
                  <a:pt x="903951" y="365021"/>
                </a:lnTo>
                <a:lnTo>
                  <a:pt x="907626" y="376225"/>
                </a:lnTo>
                <a:lnTo>
                  <a:pt x="911300" y="387150"/>
                </a:lnTo>
                <a:lnTo>
                  <a:pt x="914975" y="397733"/>
                </a:lnTo>
                <a:lnTo>
                  <a:pt x="918649" y="407938"/>
                </a:lnTo>
                <a:lnTo>
                  <a:pt x="922324" y="417699"/>
                </a:lnTo>
                <a:lnTo>
                  <a:pt x="925999" y="426896"/>
                </a:lnTo>
                <a:lnTo>
                  <a:pt x="929673" y="435393"/>
                </a:lnTo>
                <a:lnTo>
                  <a:pt x="933348" y="443122"/>
                </a:lnTo>
                <a:lnTo>
                  <a:pt x="937022" y="450163"/>
                </a:lnTo>
                <a:lnTo>
                  <a:pt x="940697" y="456766"/>
                </a:lnTo>
                <a:lnTo>
                  <a:pt x="944372" y="463338"/>
                </a:lnTo>
                <a:lnTo>
                  <a:pt x="948046" y="470259"/>
                </a:lnTo>
                <a:lnTo>
                  <a:pt x="951721" y="477721"/>
                </a:lnTo>
                <a:lnTo>
                  <a:pt x="955395" y="485612"/>
                </a:lnTo>
                <a:lnTo>
                  <a:pt x="959070" y="493540"/>
                </a:lnTo>
                <a:lnTo>
                  <a:pt x="962745" y="501004"/>
                </a:lnTo>
                <a:lnTo>
                  <a:pt x="966419" y="507647"/>
                </a:lnTo>
                <a:lnTo>
                  <a:pt x="970094" y="513408"/>
                </a:lnTo>
                <a:lnTo>
                  <a:pt x="973768" y="518493"/>
                </a:lnTo>
                <a:lnTo>
                  <a:pt x="977443" y="523192"/>
                </a:lnTo>
                <a:lnTo>
                  <a:pt x="981118" y="527688"/>
                </a:lnTo>
                <a:lnTo>
                  <a:pt x="984792" y="531970"/>
                </a:lnTo>
                <a:lnTo>
                  <a:pt x="988467" y="535891"/>
                </a:lnTo>
                <a:lnTo>
                  <a:pt x="992141" y="539288"/>
                </a:lnTo>
                <a:lnTo>
                  <a:pt x="995816" y="542083"/>
                </a:lnTo>
                <a:lnTo>
                  <a:pt x="999491" y="544309"/>
                </a:lnTo>
                <a:lnTo>
                  <a:pt x="1003165" y="546074"/>
                </a:lnTo>
                <a:lnTo>
                  <a:pt x="1006840" y="547511"/>
                </a:lnTo>
                <a:lnTo>
                  <a:pt x="1010514" y="548729"/>
                </a:lnTo>
                <a:lnTo>
                  <a:pt x="1014189" y="549801"/>
                </a:lnTo>
                <a:lnTo>
                  <a:pt x="1017864" y="550774"/>
                </a:lnTo>
                <a:lnTo>
                  <a:pt x="1021538" y="551694"/>
                </a:lnTo>
                <a:lnTo>
                  <a:pt x="1025213" y="552641"/>
                </a:lnTo>
                <a:lnTo>
                  <a:pt x="1028887" y="553724"/>
                </a:lnTo>
                <a:lnTo>
                  <a:pt x="1032562" y="555006"/>
                </a:lnTo>
                <a:lnTo>
                  <a:pt x="1036237" y="556473"/>
                </a:lnTo>
                <a:lnTo>
                  <a:pt x="1039911" y="558019"/>
                </a:lnTo>
                <a:lnTo>
                  <a:pt x="1043586" y="559488"/>
                </a:lnTo>
                <a:lnTo>
                  <a:pt x="1047260" y="560723"/>
                </a:lnTo>
                <a:lnTo>
                  <a:pt x="1050935" y="561606"/>
                </a:lnTo>
                <a:lnTo>
                  <a:pt x="1054610" y="562087"/>
                </a:lnTo>
                <a:lnTo>
                  <a:pt x="1058284" y="562194"/>
                </a:lnTo>
                <a:lnTo>
                  <a:pt x="1061959" y="562036"/>
                </a:lnTo>
                <a:lnTo>
                  <a:pt x="1065633" y="561782"/>
                </a:lnTo>
                <a:lnTo>
                  <a:pt x="1069308" y="561614"/>
                </a:lnTo>
                <a:lnTo>
                  <a:pt x="1072983" y="561667"/>
                </a:lnTo>
                <a:lnTo>
                  <a:pt x="1076657" y="561988"/>
                </a:lnTo>
                <a:lnTo>
                  <a:pt x="1080332" y="562531"/>
                </a:lnTo>
                <a:lnTo>
                  <a:pt x="1084006" y="563180"/>
                </a:lnTo>
                <a:lnTo>
                  <a:pt x="1087681" y="563807"/>
                </a:lnTo>
                <a:lnTo>
                  <a:pt x="1091356" y="564312"/>
                </a:lnTo>
                <a:lnTo>
                  <a:pt x="1095030" y="564642"/>
                </a:lnTo>
                <a:lnTo>
                  <a:pt x="1098705" y="564798"/>
                </a:lnTo>
                <a:lnTo>
                  <a:pt x="1102379" y="564819"/>
                </a:lnTo>
                <a:lnTo>
                  <a:pt x="1106054" y="564768"/>
                </a:lnTo>
                <a:lnTo>
                  <a:pt x="1109729" y="564710"/>
                </a:lnTo>
                <a:lnTo>
                  <a:pt x="1113403" y="564702"/>
                </a:lnTo>
                <a:lnTo>
                  <a:pt x="1117078" y="564762"/>
                </a:lnTo>
                <a:lnTo>
                  <a:pt x="1120752" y="564877"/>
                </a:lnTo>
                <a:lnTo>
                  <a:pt x="1124427" y="565014"/>
                </a:lnTo>
                <a:lnTo>
                  <a:pt x="1128102" y="565143"/>
                </a:lnTo>
                <a:lnTo>
                  <a:pt x="1131776" y="565243"/>
                </a:lnTo>
                <a:lnTo>
                  <a:pt x="1135451" y="565309"/>
                </a:lnTo>
                <a:lnTo>
                  <a:pt x="1139125" y="565347"/>
                </a:lnTo>
                <a:lnTo>
                  <a:pt x="1142800" y="565366"/>
                </a:lnTo>
                <a:lnTo>
                  <a:pt x="1146475" y="565375"/>
                </a:lnTo>
                <a:lnTo>
                  <a:pt x="1150149" y="565378"/>
                </a:lnTo>
                <a:lnTo>
                  <a:pt x="1153824" y="565379"/>
                </a:lnTo>
                <a:lnTo>
                  <a:pt x="1157498" y="565379"/>
                </a:lnTo>
                <a:lnTo>
                  <a:pt x="1161173" y="565379"/>
                </a:lnTo>
                <a:lnTo>
                  <a:pt x="1164848" y="565379"/>
                </a:lnTo>
                <a:lnTo>
                  <a:pt x="1168522" y="565379"/>
                </a:lnTo>
                <a:lnTo>
                  <a:pt x="1172197" y="565379"/>
                </a:lnTo>
                <a:lnTo>
                  <a:pt x="1175871" y="565379"/>
                </a:lnTo>
                <a:lnTo>
                  <a:pt x="1179546" y="565379"/>
                </a:lnTo>
                <a:lnTo>
                  <a:pt x="1183221" y="565379"/>
                </a:lnTo>
                <a:lnTo>
                  <a:pt x="1186895" y="565379"/>
                </a:lnTo>
                <a:lnTo>
                  <a:pt x="1190570" y="565379"/>
                </a:lnTo>
                <a:lnTo>
                  <a:pt x="1194244" y="565379"/>
                </a:lnTo>
                <a:lnTo>
                  <a:pt x="1197919" y="565379"/>
                </a:lnTo>
                <a:lnTo>
                  <a:pt x="1201594" y="565379"/>
                </a:lnTo>
                <a:lnTo>
                  <a:pt x="1205268" y="565379"/>
                </a:lnTo>
                <a:lnTo>
                  <a:pt x="1208943" y="565379"/>
                </a:lnTo>
                <a:lnTo>
                  <a:pt x="1212617" y="565379"/>
                </a:lnTo>
                <a:lnTo>
                  <a:pt x="1216292" y="565379"/>
                </a:lnTo>
                <a:lnTo>
                  <a:pt x="1219967" y="565379"/>
                </a:lnTo>
                <a:lnTo>
                  <a:pt x="1223641" y="565379"/>
                </a:lnTo>
                <a:lnTo>
                  <a:pt x="1227316" y="565379"/>
                </a:lnTo>
                <a:lnTo>
                  <a:pt x="1230990" y="565379"/>
                </a:lnTo>
                <a:lnTo>
                  <a:pt x="1234665" y="565379"/>
                </a:lnTo>
                <a:lnTo>
                  <a:pt x="1238340" y="565379"/>
                </a:lnTo>
                <a:lnTo>
                  <a:pt x="1242014" y="565379"/>
                </a:lnTo>
                <a:lnTo>
                  <a:pt x="1245689" y="565379"/>
                </a:lnTo>
                <a:lnTo>
                  <a:pt x="1249363" y="565379"/>
                </a:lnTo>
                <a:lnTo>
                  <a:pt x="1253038" y="565379"/>
                </a:lnTo>
                <a:lnTo>
                  <a:pt x="1256713" y="565379"/>
                </a:lnTo>
                <a:lnTo>
                  <a:pt x="1260387" y="565379"/>
                </a:lnTo>
                <a:lnTo>
                  <a:pt x="1264062" y="565379"/>
                </a:lnTo>
                <a:lnTo>
                  <a:pt x="1267736" y="565379"/>
                </a:lnTo>
                <a:lnTo>
                  <a:pt x="1271411" y="565379"/>
                </a:lnTo>
                <a:lnTo>
                  <a:pt x="1275086" y="565379"/>
                </a:lnTo>
                <a:lnTo>
                  <a:pt x="1278760" y="565379"/>
                </a:lnTo>
                <a:lnTo>
                  <a:pt x="1282435" y="565379"/>
                </a:lnTo>
                <a:lnTo>
                  <a:pt x="1286109" y="565379"/>
                </a:lnTo>
                <a:lnTo>
                  <a:pt x="1289784" y="565379"/>
                </a:lnTo>
                <a:lnTo>
                  <a:pt x="1293459" y="565379"/>
                </a:lnTo>
                <a:lnTo>
                  <a:pt x="1297133" y="565379"/>
                </a:lnTo>
                <a:lnTo>
                  <a:pt x="1300808" y="565379"/>
                </a:lnTo>
                <a:lnTo>
                  <a:pt x="1304482" y="565379"/>
                </a:lnTo>
                <a:lnTo>
                  <a:pt x="1308157" y="565379"/>
                </a:lnTo>
                <a:lnTo>
                  <a:pt x="1311832" y="565379"/>
                </a:lnTo>
                <a:lnTo>
                  <a:pt x="1315506" y="565379"/>
                </a:lnTo>
                <a:lnTo>
                  <a:pt x="1319181" y="565379"/>
                </a:lnTo>
                <a:lnTo>
                  <a:pt x="1322855" y="565379"/>
                </a:lnTo>
                <a:lnTo>
                  <a:pt x="1326530" y="565379"/>
                </a:lnTo>
                <a:lnTo>
                  <a:pt x="1330205" y="565379"/>
                </a:lnTo>
                <a:lnTo>
                  <a:pt x="1333879" y="565379"/>
                </a:lnTo>
                <a:lnTo>
                  <a:pt x="1337554" y="565379"/>
                </a:lnTo>
                <a:lnTo>
                  <a:pt x="1341228" y="565379"/>
                </a:lnTo>
                <a:lnTo>
                  <a:pt x="1344903" y="565379"/>
                </a:lnTo>
                <a:lnTo>
                  <a:pt x="1348577" y="565379"/>
                </a:lnTo>
                <a:lnTo>
                  <a:pt x="1352252" y="565379"/>
                </a:lnTo>
                <a:lnTo>
                  <a:pt x="1355927" y="565379"/>
                </a:lnTo>
                <a:lnTo>
                  <a:pt x="1359601" y="565379"/>
                </a:lnTo>
                <a:lnTo>
                  <a:pt x="1363276" y="565379"/>
                </a:lnTo>
                <a:lnTo>
                  <a:pt x="1366950" y="565379"/>
                </a:lnTo>
                <a:lnTo>
                  <a:pt x="1370625" y="565379"/>
                </a:lnTo>
                <a:lnTo>
                  <a:pt x="1374300" y="565379"/>
                </a:lnTo>
                <a:lnTo>
                  <a:pt x="1377974" y="565379"/>
                </a:lnTo>
                <a:lnTo>
                  <a:pt x="1381649" y="565379"/>
                </a:lnTo>
                <a:lnTo>
                  <a:pt x="1385323" y="565379"/>
                </a:lnTo>
                <a:lnTo>
                  <a:pt x="1388998" y="565379"/>
                </a:lnTo>
                <a:lnTo>
                  <a:pt x="1392673" y="565379"/>
                </a:lnTo>
                <a:lnTo>
                  <a:pt x="1396347" y="565379"/>
                </a:lnTo>
                <a:lnTo>
                  <a:pt x="1400022" y="565379"/>
                </a:lnTo>
                <a:lnTo>
                  <a:pt x="1403696" y="565379"/>
                </a:lnTo>
                <a:lnTo>
                  <a:pt x="1407371" y="565379"/>
                </a:lnTo>
                <a:lnTo>
                  <a:pt x="1411046" y="565379"/>
                </a:lnTo>
                <a:lnTo>
                  <a:pt x="1414720" y="565379"/>
                </a:lnTo>
                <a:lnTo>
                  <a:pt x="1418395" y="565379"/>
                </a:lnTo>
                <a:lnTo>
                  <a:pt x="1422069" y="565379"/>
                </a:lnTo>
                <a:lnTo>
                  <a:pt x="1425744" y="565379"/>
                </a:lnTo>
                <a:lnTo>
                  <a:pt x="1429419" y="565379"/>
                </a:lnTo>
                <a:lnTo>
                  <a:pt x="1433093" y="565379"/>
                </a:lnTo>
                <a:lnTo>
                  <a:pt x="1436768" y="565379"/>
                </a:lnTo>
                <a:lnTo>
                  <a:pt x="1440442" y="565379"/>
                </a:lnTo>
                <a:lnTo>
                  <a:pt x="1444117" y="565379"/>
                </a:lnTo>
                <a:lnTo>
                  <a:pt x="1447792" y="565379"/>
                </a:lnTo>
                <a:lnTo>
                  <a:pt x="1451466" y="565379"/>
                </a:lnTo>
                <a:lnTo>
                  <a:pt x="1455141" y="565379"/>
                </a:lnTo>
                <a:lnTo>
                  <a:pt x="1458815" y="565379"/>
                </a:lnTo>
                <a:lnTo>
                  <a:pt x="1462490" y="565379"/>
                </a:lnTo>
                <a:lnTo>
                  <a:pt x="1466165" y="565379"/>
                </a:lnTo>
                <a:lnTo>
                  <a:pt x="1469839" y="565379"/>
                </a:lnTo>
                <a:lnTo>
                  <a:pt x="1473514" y="565379"/>
                </a:lnTo>
                <a:lnTo>
                  <a:pt x="1477188" y="565379"/>
                </a:lnTo>
                <a:lnTo>
                  <a:pt x="1480863" y="565379"/>
                </a:lnTo>
                <a:lnTo>
                  <a:pt x="1484538" y="565379"/>
                </a:lnTo>
                <a:lnTo>
                  <a:pt x="1488212" y="565379"/>
                </a:lnTo>
                <a:lnTo>
                  <a:pt x="1491887" y="565379"/>
                </a:lnTo>
                <a:lnTo>
                  <a:pt x="1495561" y="565379"/>
                </a:lnTo>
                <a:lnTo>
                  <a:pt x="1499236" y="565379"/>
                </a:lnTo>
                <a:lnTo>
                  <a:pt x="1502911" y="565379"/>
                </a:lnTo>
                <a:lnTo>
                  <a:pt x="1506585" y="565379"/>
                </a:lnTo>
                <a:lnTo>
                  <a:pt x="1510260" y="565379"/>
                </a:lnTo>
                <a:lnTo>
                  <a:pt x="1513934" y="565379"/>
                </a:lnTo>
                <a:lnTo>
                  <a:pt x="1517609" y="565379"/>
                </a:lnTo>
                <a:lnTo>
                  <a:pt x="1521284" y="565379"/>
                </a:lnTo>
                <a:lnTo>
                  <a:pt x="1524958" y="565379"/>
                </a:lnTo>
                <a:lnTo>
                  <a:pt x="1528633" y="565379"/>
                </a:lnTo>
                <a:lnTo>
                  <a:pt x="1532307" y="565379"/>
                </a:lnTo>
                <a:lnTo>
                  <a:pt x="1535982" y="565379"/>
                </a:lnTo>
                <a:lnTo>
                  <a:pt x="1539657" y="565379"/>
                </a:lnTo>
                <a:lnTo>
                  <a:pt x="1543331" y="565379"/>
                </a:lnTo>
                <a:lnTo>
                  <a:pt x="1547006" y="565379"/>
                </a:lnTo>
                <a:lnTo>
                  <a:pt x="1550680" y="565379"/>
                </a:lnTo>
                <a:lnTo>
                  <a:pt x="1554355" y="565379"/>
                </a:lnTo>
                <a:lnTo>
                  <a:pt x="1558030" y="565379"/>
                </a:lnTo>
                <a:lnTo>
                  <a:pt x="1561704" y="565379"/>
                </a:lnTo>
                <a:lnTo>
                  <a:pt x="1565379" y="565379"/>
                </a:lnTo>
                <a:lnTo>
                  <a:pt x="1569053" y="565379"/>
                </a:lnTo>
                <a:lnTo>
                  <a:pt x="1572728" y="565379"/>
                </a:lnTo>
                <a:lnTo>
                  <a:pt x="1576403" y="565379"/>
                </a:lnTo>
                <a:lnTo>
                  <a:pt x="1580077" y="565379"/>
                </a:lnTo>
                <a:lnTo>
                  <a:pt x="1583752" y="565379"/>
                </a:lnTo>
                <a:lnTo>
                  <a:pt x="1587426" y="565379"/>
                </a:lnTo>
                <a:lnTo>
                  <a:pt x="1591101" y="565379"/>
                </a:lnTo>
                <a:lnTo>
                  <a:pt x="1594776" y="565379"/>
                </a:lnTo>
                <a:lnTo>
                  <a:pt x="1598450" y="565379"/>
                </a:lnTo>
                <a:lnTo>
                  <a:pt x="1602125" y="565379"/>
                </a:lnTo>
                <a:lnTo>
                  <a:pt x="1605799" y="565379"/>
                </a:lnTo>
                <a:lnTo>
                  <a:pt x="1609474" y="565379"/>
                </a:lnTo>
                <a:lnTo>
                  <a:pt x="1613149" y="565379"/>
                </a:lnTo>
                <a:lnTo>
                  <a:pt x="1616823" y="565379"/>
                </a:lnTo>
                <a:lnTo>
                  <a:pt x="1620498" y="565379"/>
                </a:lnTo>
                <a:lnTo>
                  <a:pt x="1624172" y="565379"/>
                </a:lnTo>
                <a:lnTo>
                  <a:pt x="1627847" y="565379"/>
                </a:lnTo>
                <a:lnTo>
                  <a:pt x="1631522" y="565379"/>
                </a:lnTo>
                <a:lnTo>
                  <a:pt x="1635196" y="565379"/>
                </a:lnTo>
                <a:lnTo>
                  <a:pt x="1638871" y="565379"/>
                </a:lnTo>
                <a:lnTo>
                  <a:pt x="1642545" y="565379"/>
                </a:lnTo>
                <a:lnTo>
                  <a:pt x="1646220" y="565379"/>
                </a:lnTo>
                <a:lnTo>
                  <a:pt x="1649895" y="565379"/>
                </a:lnTo>
                <a:lnTo>
                  <a:pt x="1653569" y="565379"/>
                </a:lnTo>
                <a:lnTo>
                  <a:pt x="1657244" y="565379"/>
                </a:lnTo>
                <a:lnTo>
                  <a:pt x="1660918" y="565379"/>
                </a:lnTo>
                <a:lnTo>
                  <a:pt x="1664593" y="565379"/>
                </a:lnTo>
                <a:lnTo>
                  <a:pt x="1668268" y="565379"/>
                </a:lnTo>
                <a:lnTo>
                  <a:pt x="1671942" y="565379"/>
                </a:lnTo>
                <a:lnTo>
                  <a:pt x="1675617" y="565379"/>
                </a:lnTo>
                <a:lnTo>
                  <a:pt x="1679291" y="565379"/>
                </a:lnTo>
                <a:lnTo>
                  <a:pt x="1682966" y="565379"/>
                </a:lnTo>
                <a:lnTo>
                  <a:pt x="1686641" y="565379"/>
                </a:lnTo>
                <a:lnTo>
                  <a:pt x="1690315" y="565379"/>
                </a:lnTo>
                <a:lnTo>
                  <a:pt x="1693990" y="565379"/>
                </a:lnTo>
                <a:lnTo>
                  <a:pt x="1697664" y="565379"/>
                </a:lnTo>
                <a:lnTo>
                  <a:pt x="1701339" y="565379"/>
                </a:lnTo>
                <a:lnTo>
                  <a:pt x="1705014" y="565379"/>
                </a:lnTo>
                <a:lnTo>
                  <a:pt x="1708688" y="565379"/>
                </a:lnTo>
                <a:lnTo>
                  <a:pt x="1712363" y="565379"/>
                </a:lnTo>
                <a:lnTo>
                  <a:pt x="1716037" y="565379"/>
                </a:lnTo>
                <a:lnTo>
                  <a:pt x="1719712" y="565379"/>
                </a:lnTo>
                <a:lnTo>
                  <a:pt x="1723387" y="565379"/>
                </a:lnTo>
                <a:lnTo>
                  <a:pt x="1727061" y="565379"/>
                </a:lnTo>
                <a:lnTo>
                  <a:pt x="1730736" y="565379"/>
                </a:lnTo>
                <a:lnTo>
                  <a:pt x="1734410" y="565379"/>
                </a:lnTo>
                <a:lnTo>
                  <a:pt x="1738085" y="565379"/>
                </a:lnTo>
                <a:lnTo>
                  <a:pt x="1741760" y="565379"/>
                </a:lnTo>
                <a:lnTo>
                  <a:pt x="1745434" y="565379"/>
                </a:lnTo>
                <a:lnTo>
                  <a:pt x="1749109" y="565379"/>
                </a:lnTo>
                <a:lnTo>
                  <a:pt x="1752783" y="565379"/>
                </a:lnTo>
                <a:lnTo>
                  <a:pt x="1756458" y="565379"/>
                </a:lnTo>
                <a:lnTo>
                  <a:pt x="1760133" y="565379"/>
                </a:lnTo>
                <a:lnTo>
                  <a:pt x="1763807" y="565379"/>
                </a:lnTo>
                <a:lnTo>
                  <a:pt x="1767482" y="565379"/>
                </a:lnTo>
                <a:lnTo>
                  <a:pt x="1771156" y="565379"/>
                </a:lnTo>
                <a:lnTo>
                  <a:pt x="1774831" y="565379"/>
                </a:lnTo>
                <a:lnTo>
                  <a:pt x="1778506" y="565379"/>
                </a:lnTo>
                <a:lnTo>
                  <a:pt x="1782180" y="565379"/>
                </a:lnTo>
                <a:lnTo>
                  <a:pt x="1785855" y="565379"/>
                </a:lnTo>
                <a:lnTo>
                  <a:pt x="1789529" y="565379"/>
                </a:lnTo>
                <a:lnTo>
                  <a:pt x="1793204" y="565379"/>
                </a:lnTo>
                <a:lnTo>
                  <a:pt x="1796879" y="565379"/>
                </a:lnTo>
                <a:lnTo>
                  <a:pt x="1800553" y="565379"/>
                </a:lnTo>
                <a:lnTo>
                  <a:pt x="1804228" y="565379"/>
                </a:lnTo>
                <a:lnTo>
                  <a:pt x="1807902" y="565379"/>
                </a:lnTo>
                <a:lnTo>
                  <a:pt x="1811577" y="565379"/>
                </a:lnTo>
                <a:lnTo>
                  <a:pt x="1815252" y="565379"/>
                </a:lnTo>
                <a:lnTo>
                  <a:pt x="1818926" y="565379"/>
                </a:lnTo>
                <a:lnTo>
                  <a:pt x="1822601" y="565379"/>
                </a:lnTo>
                <a:lnTo>
                  <a:pt x="1826275" y="565379"/>
                </a:lnTo>
                <a:lnTo>
                  <a:pt x="1829950" y="565379"/>
                </a:lnTo>
                <a:lnTo>
                  <a:pt x="1833625" y="565379"/>
                </a:lnTo>
                <a:lnTo>
                  <a:pt x="1837299" y="565379"/>
                </a:lnTo>
                <a:lnTo>
                  <a:pt x="1840974" y="565379"/>
                </a:lnTo>
                <a:lnTo>
                  <a:pt x="1844648" y="565379"/>
                </a:lnTo>
                <a:lnTo>
                  <a:pt x="1848323" y="565379"/>
                </a:lnTo>
                <a:lnTo>
                  <a:pt x="1851998" y="565379"/>
                </a:lnTo>
                <a:lnTo>
                  <a:pt x="1855672" y="565379"/>
                </a:lnTo>
                <a:lnTo>
                  <a:pt x="1859347" y="565379"/>
                </a:lnTo>
                <a:lnTo>
                  <a:pt x="1863021" y="565379"/>
                </a:lnTo>
                <a:lnTo>
                  <a:pt x="1866696" y="565379"/>
                </a:lnTo>
                <a:lnTo>
                  <a:pt x="1870371" y="565379"/>
                </a:lnTo>
                <a:lnTo>
                  <a:pt x="1874045" y="565379"/>
                </a:lnTo>
                <a:lnTo>
                  <a:pt x="1877720" y="565379"/>
                </a:lnTo>
              </a:path>
            </a:pathLst>
          </a:custGeom>
          <a:ln w="27101" cap="flat">
            <a:solidFill>
              <a:srgbClr val="F8766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6" name="pg76"/>
          <p:cNvSpPr/>
          <p:nvPr/>
        </p:nvSpPr>
        <p:spPr>
          <a:xfrm>
            <a:off x="4548521" y="3945337"/>
            <a:ext cx="1877720" cy="279479"/>
          </a:xfrm>
          <a:custGeom>
            <a:avLst/>
            <a:gdLst/>
            <a:ahLst/>
            <a:cxnLst/>
            <a:rect l="0" t="0" r="0" b="0"/>
            <a:pathLst>
              <a:path w="1877720" h="279479">
                <a:moveTo>
                  <a:pt x="0" y="279479"/>
                </a:moveTo>
                <a:lnTo>
                  <a:pt x="3674" y="279479"/>
                </a:lnTo>
                <a:lnTo>
                  <a:pt x="7349" y="279479"/>
                </a:lnTo>
                <a:lnTo>
                  <a:pt x="11023" y="279479"/>
                </a:lnTo>
                <a:lnTo>
                  <a:pt x="14698" y="279479"/>
                </a:lnTo>
                <a:lnTo>
                  <a:pt x="18372" y="279479"/>
                </a:lnTo>
                <a:lnTo>
                  <a:pt x="22047" y="279479"/>
                </a:lnTo>
                <a:lnTo>
                  <a:pt x="25722" y="279479"/>
                </a:lnTo>
                <a:lnTo>
                  <a:pt x="29396" y="279479"/>
                </a:lnTo>
                <a:lnTo>
                  <a:pt x="33071" y="279479"/>
                </a:lnTo>
                <a:lnTo>
                  <a:pt x="36745" y="279479"/>
                </a:lnTo>
                <a:lnTo>
                  <a:pt x="40420" y="279479"/>
                </a:lnTo>
                <a:lnTo>
                  <a:pt x="44095" y="279479"/>
                </a:lnTo>
                <a:lnTo>
                  <a:pt x="47769" y="279479"/>
                </a:lnTo>
                <a:lnTo>
                  <a:pt x="51444" y="279479"/>
                </a:lnTo>
                <a:lnTo>
                  <a:pt x="55118" y="279479"/>
                </a:lnTo>
                <a:lnTo>
                  <a:pt x="58793" y="279479"/>
                </a:lnTo>
                <a:lnTo>
                  <a:pt x="62468" y="279479"/>
                </a:lnTo>
                <a:lnTo>
                  <a:pt x="66142" y="279479"/>
                </a:lnTo>
                <a:lnTo>
                  <a:pt x="69817" y="279479"/>
                </a:lnTo>
                <a:lnTo>
                  <a:pt x="73491" y="279479"/>
                </a:lnTo>
                <a:lnTo>
                  <a:pt x="77166" y="279479"/>
                </a:lnTo>
                <a:lnTo>
                  <a:pt x="80841" y="279479"/>
                </a:lnTo>
                <a:lnTo>
                  <a:pt x="84515" y="279479"/>
                </a:lnTo>
                <a:lnTo>
                  <a:pt x="88190" y="279479"/>
                </a:lnTo>
                <a:lnTo>
                  <a:pt x="91864" y="279479"/>
                </a:lnTo>
                <a:lnTo>
                  <a:pt x="95539" y="279479"/>
                </a:lnTo>
                <a:lnTo>
                  <a:pt x="99214" y="279479"/>
                </a:lnTo>
                <a:lnTo>
                  <a:pt x="102888" y="279479"/>
                </a:lnTo>
                <a:lnTo>
                  <a:pt x="106563" y="279479"/>
                </a:lnTo>
                <a:lnTo>
                  <a:pt x="110237" y="279479"/>
                </a:lnTo>
                <a:lnTo>
                  <a:pt x="113912" y="279479"/>
                </a:lnTo>
                <a:lnTo>
                  <a:pt x="117587" y="279479"/>
                </a:lnTo>
                <a:lnTo>
                  <a:pt x="121261" y="279479"/>
                </a:lnTo>
                <a:lnTo>
                  <a:pt x="124936" y="279479"/>
                </a:lnTo>
                <a:lnTo>
                  <a:pt x="128610" y="279479"/>
                </a:lnTo>
                <a:lnTo>
                  <a:pt x="132285" y="279479"/>
                </a:lnTo>
                <a:lnTo>
                  <a:pt x="135960" y="279479"/>
                </a:lnTo>
                <a:lnTo>
                  <a:pt x="139634" y="279479"/>
                </a:lnTo>
                <a:lnTo>
                  <a:pt x="143309" y="279479"/>
                </a:lnTo>
                <a:lnTo>
                  <a:pt x="146983" y="279479"/>
                </a:lnTo>
                <a:lnTo>
                  <a:pt x="150658" y="279479"/>
                </a:lnTo>
                <a:lnTo>
                  <a:pt x="154333" y="279479"/>
                </a:lnTo>
                <a:lnTo>
                  <a:pt x="158007" y="279479"/>
                </a:lnTo>
                <a:lnTo>
                  <a:pt x="161682" y="279479"/>
                </a:lnTo>
                <a:lnTo>
                  <a:pt x="165356" y="279479"/>
                </a:lnTo>
                <a:lnTo>
                  <a:pt x="169031" y="279479"/>
                </a:lnTo>
                <a:lnTo>
                  <a:pt x="172706" y="279479"/>
                </a:lnTo>
                <a:lnTo>
                  <a:pt x="176380" y="279479"/>
                </a:lnTo>
                <a:lnTo>
                  <a:pt x="180055" y="279479"/>
                </a:lnTo>
                <a:lnTo>
                  <a:pt x="183729" y="279479"/>
                </a:lnTo>
                <a:lnTo>
                  <a:pt x="187404" y="279479"/>
                </a:lnTo>
                <a:lnTo>
                  <a:pt x="191079" y="279479"/>
                </a:lnTo>
                <a:lnTo>
                  <a:pt x="194753" y="279479"/>
                </a:lnTo>
                <a:lnTo>
                  <a:pt x="198428" y="279479"/>
                </a:lnTo>
                <a:lnTo>
                  <a:pt x="202102" y="279479"/>
                </a:lnTo>
                <a:lnTo>
                  <a:pt x="205777" y="279479"/>
                </a:lnTo>
                <a:lnTo>
                  <a:pt x="209452" y="279479"/>
                </a:lnTo>
                <a:lnTo>
                  <a:pt x="213126" y="279479"/>
                </a:lnTo>
                <a:lnTo>
                  <a:pt x="216801" y="279479"/>
                </a:lnTo>
                <a:lnTo>
                  <a:pt x="220475" y="279479"/>
                </a:lnTo>
                <a:lnTo>
                  <a:pt x="224150" y="279479"/>
                </a:lnTo>
                <a:lnTo>
                  <a:pt x="227825" y="279479"/>
                </a:lnTo>
                <a:lnTo>
                  <a:pt x="231499" y="279479"/>
                </a:lnTo>
                <a:lnTo>
                  <a:pt x="235174" y="279479"/>
                </a:lnTo>
                <a:lnTo>
                  <a:pt x="238848" y="279479"/>
                </a:lnTo>
                <a:lnTo>
                  <a:pt x="242523" y="279479"/>
                </a:lnTo>
                <a:lnTo>
                  <a:pt x="246198" y="279479"/>
                </a:lnTo>
                <a:lnTo>
                  <a:pt x="249872" y="279479"/>
                </a:lnTo>
                <a:lnTo>
                  <a:pt x="253547" y="279479"/>
                </a:lnTo>
                <a:lnTo>
                  <a:pt x="257221" y="279479"/>
                </a:lnTo>
                <a:lnTo>
                  <a:pt x="260896" y="279479"/>
                </a:lnTo>
                <a:lnTo>
                  <a:pt x="264571" y="279479"/>
                </a:lnTo>
                <a:lnTo>
                  <a:pt x="268245" y="279479"/>
                </a:lnTo>
                <a:lnTo>
                  <a:pt x="271920" y="279479"/>
                </a:lnTo>
                <a:lnTo>
                  <a:pt x="275594" y="279479"/>
                </a:lnTo>
                <a:lnTo>
                  <a:pt x="279269" y="279479"/>
                </a:lnTo>
                <a:lnTo>
                  <a:pt x="282944" y="279479"/>
                </a:lnTo>
                <a:lnTo>
                  <a:pt x="286618" y="279479"/>
                </a:lnTo>
                <a:lnTo>
                  <a:pt x="290293" y="279479"/>
                </a:lnTo>
                <a:lnTo>
                  <a:pt x="293967" y="279479"/>
                </a:lnTo>
                <a:lnTo>
                  <a:pt x="297642" y="279479"/>
                </a:lnTo>
                <a:lnTo>
                  <a:pt x="301317" y="279479"/>
                </a:lnTo>
                <a:lnTo>
                  <a:pt x="304991" y="279479"/>
                </a:lnTo>
                <a:lnTo>
                  <a:pt x="308666" y="279479"/>
                </a:lnTo>
                <a:lnTo>
                  <a:pt x="312340" y="279479"/>
                </a:lnTo>
                <a:lnTo>
                  <a:pt x="316015" y="279479"/>
                </a:lnTo>
                <a:lnTo>
                  <a:pt x="319690" y="279479"/>
                </a:lnTo>
                <a:lnTo>
                  <a:pt x="323364" y="279479"/>
                </a:lnTo>
                <a:lnTo>
                  <a:pt x="327039" y="279479"/>
                </a:lnTo>
                <a:lnTo>
                  <a:pt x="330713" y="279479"/>
                </a:lnTo>
                <a:lnTo>
                  <a:pt x="334388" y="279479"/>
                </a:lnTo>
                <a:lnTo>
                  <a:pt x="338063" y="279479"/>
                </a:lnTo>
                <a:lnTo>
                  <a:pt x="341737" y="279479"/>
                </a:lnTo>
                <a:lnTo>
                  <a:pt x="345412" y="279479"/>
                </a:lnTo>
                <a:lnTo>
                  <a:pt x="349086" y="279479"/>
                </a:lnTo>
                <a:lnTo>
                  <a:pt x="352761" y="279479"/>
                </a:lnTo>
                <a:lnTo>
                  <a:pt x="356436" y="279479"/>
                </a:lnTo>
                <a:lnTo>
                  <a:pt x="360110" y="279479"/>
                </a:lnTo>
                <a:lnTo>
                  <a:pt x="363785" y="279479"/>
                </a:lnTo>
                <a:lnTo>
                  <a:pt x="367459" y="279479"/>
                </a:lnTo>
                <a:lnTo>
                  <a:pt x="371134" y="279479"/>
                </a:lnTo>
                <a:lnTo>
                  <a:pt x="374809" y="279479"/>
                </a:lnTo>
                <a:lnTo>
                  <a:pt x="378483" y="279479"/>
                </a:lnTo>
                <a:lnTo>
                  <a:pt x="382158" y="279479"/>
                </a:lnTo>
                <a:lnTo>
                  <a:pt x="385832" y="279479"/>
                </a:lnTo>
                <a:lnTo>
                  <a:pt x="389507" y="279479"/>
                </a:lnTo>
                <a:lnTo>
                  <a:pt x="393182" y="279479"/>
                </a:lnTo>
                <a:lnTo>
                  <a:pt x="396856" y="279479"/>
                </a:lnTo>
                <a:lnTo>
                  <a:pt x="400531" y="279479"/>
                </a:lnTo>
                <a:lnTo>
                  <a:pt x="404205" y="279479"/>
                </a:lnTo>
                <a:lnTo>
                  <a:pt x="407880" y="279479"/>
                </a:lnTo>
                <a:lnTo>
                  <a:pt x="411555" y="279479"/>
                </a:lnTo>
                <a:lnTo>
                  <a:pt x="415229" y="279479"/>
                </a:lnTo>
                <a:lnTo>
                  <a:pt x="418904" y="279479"/>
                </a:lnTo>
                <a:lnTo>
                  <a:pt x="422578" y="279479"/>
                </a:lnTo>
                <a:lnTo>
                  <a:pt x="426253" y="279479"/>
                </a:lnTo>
                <a:lnTo>
                  <a:pt x="429928" y="279479"/>
                </a:lnTo>
                <a:lnTo>
                  <a:pt x="433602" y="279479"/>
                </a:lnTo>
                <a:lnTo>
                  <a:pt x="437277" y="279479"/>
                </a:lnTo>
                <a:lnTo>
                  <a:pt x="440951" y="279479"/>
                </a:lnTo>
                <a:lnTo>
                  <a:pt x="444626" y="279479"/>
                </a:lnTo>
                <a:lnTo>
                  <a:pt x="448301" y="279479"/>
                </a:lnTo>
                <a:lnTo>
                  <a:pt x="451975" y="279478"/>
                </a:lnTo>
                <a:lnTo>
                  <a:pt x="455650" y="279478"/>
                </a:lnTo>
                <a:lnTo>
                  <a:pt x="459324" y="279477"/>
                </a:lnTo>
                <a:lnTo>
                  <a:pt x="462999" y="279476"/>
                </a:lnTo>
                <a:lnTo>
                  <a:pt x="466674" y="279474"/>
                </a:lnTo>
                <a:lnTo>
                  <a:pt x="470348" y="279471"/>
                </a:lnTo>
                <a:lnTo>
                  <a:pt x="474023" y="279466"/>
                </a:lnTo>
                <a:lnTo>
                  <a:pt x="477697" y="279459"/>
                </a:lnTo>
                <a:lnTo>
                  <a:pt x="481372" y="279449"/>
                </a:lnTo>
                <a:lnTo>
                  <a:pt x="485047" y="279435"/>
                </a:lnTo>
                <a:lnTo>
                  <a:pt x="488721" y="279415"/>
                </a:lnTo>
                <a:lnTo>
                  <a:pt x="492396" y="279390"/>
                </a:lnTo>
                <a:lnTo>
                  <a:pt x="496070" y="279357"/>
                </a:lnTo>
                <a:lnTo>
                  <a:pt x="499745" y="279315"/>
                </a:lnTo>
                <a:lnTo>
                  <a:pt x="503420" y="279262"/>
                </a:lnTo>
                <a:lnTo>
                  <a:pt x="507094" y="279198"/>
                </a:lnTo>
                <a:lnTo>
                  <a:pt x="510769" y="279121"/>
                </a:lnTo>
                <a:lnTo>
                  <a:pt x="514443" y="279029"/>
                </a:lnTo>
                <a:lnTo>
                  <a:pt x="518118" y="278921"/>
                </a:lnTo>
                <a:lnTo>
                  <a:pt x="521793" y="278795"/>
                </a:lnTo>
                <a:lnTo>
                  <a:pt x="525467" y="278649"/>
                </a:lnTo>
                <a:lnTo>
                  <a:pt x="529142" y="278481"/>
                </a:lnTo>
                <a:lnTo>
                  <a:pt x="532816" y="278288"/>
                </a:lnTo>
                <a:lnTo>
                  <a:pt x="536491" y="278067"/>
                </a:lnTo>
                <a:lnTo>
                  <a:pt x="540166" y="277816"/>
                </a:lnTo>
                <a:lnTo>
                  <a:pt x="543840" y="277530"/>
                </a:lnTo>
                <a:lnTo>
                  <a:pt x="547515" y="277202"/>
                </a:lnTo>
                <a:lnTo>
                  <a:pt x="551189" y="276831"/>
                </a:lnTo>
                <a:lnTo>
                  <a:pt x="554864" y="276411"/>
                </a:lnTo>
                <a:lnTo>
                  <a:pt x="558539" y="275935"/>
                </a:lnTo>
                <a:lnTo>
                  <a:pt x="562213" y="275395"/>
                </a:lnTo>
                <a:lnTo>
                  <a:pt x="565888" y="274784"/>
                </a:lnTo>
                <a:lnTo>
                  <a:pt x="569562" y="274093"/>
                </a:lnTo>
                <a:lnTo>
                  <a:pt x="573237" y="273311"/>
                </a:lnTo>
                <a:lnTo>
                  <a:pt x="576912" y="272431"/>
                </a:lnTo>
                <a:lnTo>
                  <a:pt x="580586" y="271442"/>
                </a:lnTo>
                <a:lnTo>
                  <a:pt x="584261" y="270339"/>
                </a:lnTo>
                <a:lnTo>
                  <a:pt x="587935" y="269107"/>
                </a:lnTo>
                <a:lnTo>
                  <a:pt x="591610" y="267737"/>
                </a:lnTo>
                <a:lnTo>
                  <a:pt x="595285" y="266230"/>
                </a:lnTo>
                <a:lnTo>
                  <a:pt x="598959" y="264582"/>
                </a:lnTo>
                <a:lnTo>
                  <a:pt x="602634" y="262788"/>
                </a:lnTo>
                <a:lnTo>
                  <a:pt x="606308" y="260845"/>
                </a:lnTo>
                <a:lnTo>
                  <a:pt x="609983" y="258751"/>
                </a:lnTo>
                <a:lnTo>
                  <a:pt x="613658" y="256509"/>
                </a:lnTo>
                <a:lnTo>
                  <a:pt x="617332" y="254119"/>
                </a:lnTo>
                <a:lnTo>
                  <a:pt x="621007" y="251589"/>
                </a:lnTo>
                <a:lnTo>
                  <a:pt x="624681" y="248926"/>
                </a:lnTo>
                <a:lnTo>
                  <a:pt x="628356" y="246142"/>
                </a:lnTo>
                <a:lnTo>
                  <a:pt x="632031" y="243246"/>
                </a:lnTo>
                <a:lnTo>
                  <a:pt x="635705" y="240251"/>
                </a:lnTo>
                <a:lnTo>
                  <a:pt x="639380" y="237177"/>
                </a:lnTo>
                <a:lnTo>
                  <a:pt x="643054" y="234033"/>
                </a:lnTo>
                <a:lnTo>
                  <a:pt x="646729" y="230826"/>
                </a:lnTo>
                <a:lnTo>
                  <a:pt x="650404" y="227559"/>
                </a:lnTo>
                <a:lnTo>
                  <a:pt x="654078" y="224229"/>
                </a:lnTo>
                <a:lnTo>
                  <a:pt x="657753" y="220832"/>
                </a:lnTo>
                <a:lnTo>
                  <a:pt x="661427" y="217355"/>
                </a:lnTo>
                <a:lnTo>
                  <a:pt x="665102" y="213786"/>
                </a:lnTo>
                <a:lnTo>
                  <a:pt x="668777" y="210109"/>
                </a:lnTo>
                <a:lnTo>
                  <a:pt x="672451" y="206303"/>
                </a:lnTo>
                <a:lnTo>
                  <a:pt x="676126" y="202342"/>
                </a:lnTo>
                <a:lnTo>
                  <a:pt x="679800" y="198193"/>
                </a:lnTo>
                <a:lnTo>
                  <a:pt x="683475" y="193840"/>
                </a:lnTo>
                <a:lnTo>
                  <a:pt x="687150" y="189258"/>
                </a:lnTo>
                <a:lnTo>
                  <a:pt x="690824" y="184425"/>
                </a:lnTo>
                <a:lnTo>
                  <a:pt x="694499" y="179322"/>
                </a:lnTo>
                <a:lnTo>
                  <a:pt x="698173" y="173941"/>
                </a:lnTo>
                <a:lnTo>
                  <a:pt x="701848" y="168283"/>
                </a:lnTo>
                <a:lnTo>
                  <a:pt x="705523" y="162366"/>
                </a:lnTo>
                <a:lnTo>
                  <a:pt x="709197" y="156221"/>
                </a:lnTo>
                <a:lnTo>
                  <a:pt x="712872" y="149895"/>
                </a:lnTo>
                <a:lnTo>
                  <a:pt x="716546" y="143445"/>
                </a:lnTo>
                <a:lnTo>
                  <a:pt x="720221" y="136936"/>
                </a:lnTo>
                <a:lnTo>
                  <a:pt x="723896" y="130440"/>
                </a:lnTo>
                <a:lnTo>
                  <a:pt x="727570" y="124014"/>
                </a:lnTo>
                <a:lnTo>
                  <a:pt x="731245" y="117698"/>
                </a:lnTo>
                <a:lnTo>
                  <a:pt x="734919" y="111518"/>
                </a:lnTo>
                <a:lnTo>
                  <a:pt x="738594" y="105483"/>
                </a:lnTo>
                <a:lnTo>
                  <a:pt x="742269" y="99596"/>
                </a:lnTo>
                <a:lnTo>
                  <a:pt x="745943" y="93853"/>
                </a:lnTo>
                <a:lnTo>
                  <a:pt x="749618" y="88248"/>
                </a:lnTo>
                <a:lnTo>
                  <a:pt x="753292" y="82783"/>
                </a:lnTo>
                <a:lnTo>
                  <a:pt x="756967" y="77467"/>
                </a:lnTo>
                <a:lnTo>
                  <a:pt x="760642" y="72318"/>
                </a:lnTo>
                <a:lnTo>
                  <a:pt x="764316" y="67370"/>
                </a:lnTo>
                <a:lnTo>
                  <a:pt x="767991" y="62656"/>
                </a:lnTo>
                <a:lnTo>
                  <a:pt x="771665" y="58189"/>
                </a:lnTo>
                <a:lnTo>
                  <a:pt x="775340" y="53976"/>
                </a:lnTo>
                <a:lnTo>
                  <a:pt x="779015" y="50014"/>
                </a:lnTo>
                <a:lnTo>
                  <a:pt x="782689" y="46281"/>
                </a:lnTo>
                <a:lnTo>
                  <a:pt x="786364" y="42741"/>
                </a:lnTo>
                <a:lnTo>
                  <a:pt x="790038" y="39348"/>
                </a:lnTo>
                <a:lnTo>
                  <a:pt x="793713" y="36051"/>
                </a:lnTo>
                <a:lnTo>
                  <a:pt x="797388" y="32803"/>
                </a:lnTo>
                <a:lnTo>
                  <a:pt x="801062" y="29570"/>
                </a:lnTo>
                <a:lnTo>
                  <a:pt x="804737" y="26334"/>
                </a:lnTo>
                <a:lnTo>
                  <a:pt x="808411" y="23100"/>
                </a:lnTo>
                <a:lnTo>
                  <a:pt x="812086" y="19905"/>
                </a:lnTo>
                <a:lnTo>
                  <a:pt x="815761" y="16799"/>
                </a:lnTo>
                <a:lnTo>
                  <a:pt x="819435" y="13844"/>
                </a:lnTo>
                <a:lnTo>
                  <a:pt x="823110" y="11101"/>
                </a:lnTo>
                <a:lnTo>
                  <a:pt x="826784" y="8623"/>
                </a:lnTo>
                <a:lnTo>
                  <a:pt x="830459" y="6449"/>
                </a:lnTo>
                <a:lnTo>
                  <a:pt x="834134" y="4601"/>
                </a:lnTo>
                <a:lnTo>
                  <a:pt x="837808" y="3083"/>
                </a:lnTo>
                <a:lnTo>
                  <a:pt x="841483" y="1886"/>
                </a:lnTo>
                <a:lnTo>
                  <a:pt x="845157" y="992"/>
                </a:lnTo>
                <a:lnTo>
                  <a:pt x="848832" y="382"/>
                </a:lnTo>
                <a:lnTo>
                  <a:pt x="852507" y="53"/>
                </a:lnTo>
                <a:lnTo>
                  <a:pt x="856181" y="0"/>
                </a:lnTo>
                <a:lnTo>
                  <a:pt x="859856" y="214"/>
                </a:lnTo>
                <a:lnTo>
                  <a:pt x="863530" y="707"/>
                </a:lnTo>
                <a:lnTo>
                  <a:pt x="867205" y="1488"/>
                </a:lnTo>
                <a:lnTo>
                  <a:pt x="870880" y="2560"/>
                </a:lnTo>
                <a:lnTo>
                  <a:pt x="874554" y="3916"/>
                </a:lnTo>
                <a:lnTo>
                  <a:pt x="878229" y="5534"/>
                </a:lnTo>
                <a:lnTo>
                  <a:pt x="881903" y="7377"/>
                </a:lnTo>
                <a:lnTo>
                  <a:pt x="885578" y="9400"/>
                </a:lnTo>
                <a:lnTo>
                  <a:pt x="889253" y="11554"/>
                </a:lnTo>
                <a:lnTo>
                  <a:pt x="892927" y="13795"/>
                </a:lnTo>
                <a:lnTo>
                  <a:pt x="896602" y="16095"/>
                </a:lnTo>
                <a:lnTo>
                  <a:pt x="900276" y="18449"/>
                </a:lnTo>
                <a:lnTo>
                  <a:pt x="903951" y="20876"/>
                </a:lnTo>
                <a:lnTo>
                  <a:pt x="907626" y="23420"/>
                </a:lnTo>
                <a:lnTo>
                  <a:pt x="911300" y="26140"/>
                </a:lnTo>
                <a:lnTo>
                  <a:pt x="914975" y="29093"/>
                </a:lnTo>
                <a:lnTo>
                  <a:pt x="918649" y="32328"/>
                </a:lnTo>
                <a:lnTo>
                  <a:pt x="922324" y="35872"/>
                </a:lnTo>
                <a:lnTo>
                  <a:pt x="925999" y="39724"/>
                </a:lnTo>
                <a:lnTo>
                  <a:pt x="929673" y="43850"/>
                </a:lnTo>
                <a:lnTo>
                  <a:pt x="933348" y="48180"/>
                </a:lnTo>
                <a:lnTo>
                  <a:pt x="937022" y="52624"/>
                </a:lnTo>
                <a:lnTo>
                  <a:pt x="940697" y="57066"/>
                </a:lnTo>
                <a:lnTo>
                  <a:pt x="944372" y="61383"/>
                </a:lnTo>
                <a:lnTo>
                  <a:pt x="948046" y="65490"/>
                </a:lnTo>
                <a:lnTo>
                  <a:pt x="951721" y="69334"/>
                </a:lnTo>
                <a:lnTo>
                  <a:pt x="955395" y="72897"/>
                </a:lnTo>
                <a:lnTo>
                  <a:pt x="959070" y="76201"/>
                </a:lnTo>
                <a:lnTo>
                  <a:pt x="962745" y="79301"/>
                </a:lnTo>
                <a:lnTo>
                  <a:pt x="966419" y="82281"/>
                </a:lnTo>
                <a:lnTo>
                  <a:pt x="970094" y="85240"/>
                </a:lnTo>
                <a:lnTo>
                  <a:pt x="973768" y="88282"/>
                </a:lnTo>
                <a:lnTo>
                  <a:pt x="977443" y="91509"/>
                </a:lnTo>
                <a:lnTo>
                  <a:pt x="981118" y="95002"/>
                </a:lnTo>
                <a:lnTo>
                  <a:pt x="984792" y="98839"/>
                </a:lnTo>
                <a:lnTo>
                  <a:pt x="988467" y="103047"/>
                </a:lnTo>
                <a:lnTo>
                  <a:pt x="992141" y="107598"/>
                </a:lnTo>
                <a:lnTo>
                  <a:pt x="995816" y="112451"/>
                </a:lnTo>
                <a:lnTo>
                  <a:pt x="999491" y="117542"/>
                </a:lnTo>
                <a:lnTo>
                  <a:pt x="1003165" y="122788"/>
                </a:lnTo>
                <a:lnTo>
                  <a:pt x="1006840" y="128098"/>
                </a:lnTo>
                <a:lnTo>
                  <a:pt x="1010514" y="133377"/>
                </a:lnTo>
                <a:lnTo>
                  <a:pt x="1014189" y="138536"/>
                </a:lnTo>
                <a:lnTo>
                  <a:pt x="1017864" y="143498"/>
                </a:lnTo>
                <a:lnTo>
                  <a:pt x="1021538" y="148205"/>
                </a:lnTo>
                <a:lnTo>
                  <a:pt x="1025213" y="152619"/>
                </a:lnTo>
                <a:lnTo>
                  <a:pt x="1028887" y="156712"/>
                </a:lnTo>
                <a:lnTo>
                  <a:pt x="1032562" y="160500"/>
                </a:lnTo>
                <a:lnTo>
                  <a:pt x="1036237" y="164030"/>
                </a:lnTo>
                <a:lnTo>
                  <a:pt x="1039911" y="167347"/>
                </a:lnTo>
                <a:lnTo>
                  <a:pt x="1043586" y="170500"/>
                </a:lnTo>
                <a:lnTo>
                  <a:pt x="1047260" y="173538"/>
                </a:lnTo>
                <a:lnTo>
                  <a:pt x="1050935" y="176506"/>
                </a:lnTo>
                <a:lnTo>
                  <a:pt x="1054610" y="179439"/>
                </a:lnTo>
                <a:lnTo>
                  <a:pt x="1058284" y="182361"/>
                </a:lnTo>
                <a:lnTo>
                  <a:pt x="1061959" y="185287"/>
                </a:lnTo>
                <a:lnTo>
                  <a:pt x="1065633" y="188222"/>
                </a:lnTo>
                <a:lnTo>
                  <a:pt x="1069308" y="191162"/>
                </a:lnTo>
                <a:lnTo>
                  <a:pt x="1072983" y="194096"/>
                </a:lnTo>
                <a:lnTo>
                  <a:pt x="1076657" y="197007"/>
                </a:lnTo>
                <a:lnTo>
                  <a:pt x="1080332" y="199881"/>
                </a:lnTo>
                <a:lnTo>
                  <a:pt x="1084006" y="202704"/>
                </a:lnTo>
                <a:lnTo>
                  <a:pt x="1087681" y="205463"/>
                </a:lnTo>
                <a:lnTo>
                  <a:pt x="1091356" y="208148"/>
                </a:lnTo>
                <a:lnTo>
                  <a:pt x="1095030" y="210754"/>
                </a:lnTo>
                <a:lnTo>
                  <a:pt x="1098705" y="213279"/>
                </a:lnTo>
                <a:lnTo>
                  <a:pt x="1102379" y="215725"/>
                </a:lnTo>
                <a:lnTo>
                  <a:pt x="1106054" y="218093"/>
                </a:lnTo>
                <a:lnTo>
                  <a:pt x="1109729" y="220389"/>
                </a:lnTo>
                <a:lnTo>
                  <a:pt x="1113403" y="222615"/>
                </a:lnTo>
                <a:lnTo>
                  <a:pt x="1117078" y="224769"/>
                </a:lnTo>
                <a:lnTo>
                  <a:pt x="1120752" y="226848"/>
                </a:lnTo>
                <a:lnTo>
                  <a:pt x="1124427" y="228847"/>
                </a:lnTo>
                <a:lnTo>
                  <a:pt x="1128102" y="230757"/>
                </a:lnTo>
                <a:lnTo>
                  <a:pt x="1131776" y="232566"/>
                </a:lnTo>
                <a:lnTo>
                  <a:pt x="1135451" y="234266"/>
                </a:lnTo>
                <a:lnTo>
                  <a:pt x="1139125" y="235847"/>
                </a:lnTo>
                <a:lnTo>
                  <a:pt x="1142800" y="237310"/>
                </a:lnTo>
                <a:lnTo>
                  <a:pt x="1146475" y="238656"/>
                </a:lnTo>
                <a:lnTo>
                  <a:pt x="1150149" y="239895"/>
                </a:lnTo>
                <a:lnTo>
                  <a:pt x="1153824" y="241041"/>
                </a:lnTo>
                <a:lnTo>
                  <a:pt x="1157498" y="242113"/>
                </a:lnTo>
                <a:lnTo>
                  <a:pt x="1161173" y="243130"/>
                </a:lnTo>
                <a:lnTo>
                  <a:pt x="1164848" y="244119"/>
                </a:lnTo>
                <a:lnTo>
                  <a:pt x="1168522" y="245100"/>
                </a:lnTo>
                <a:lnTo>
                  <a:pt x="1172197" y="246087"/>
                </a:lnTo>
                <a:lnTo>
                  <a:pt x="1175871" y="247092"/>
                </a:lnTo>
                <a:lnTo>
                  <a:pt x="1179546" y="248120"/>
                </a:lnTo>
                <a:lnTo>
                  <a:pt x="1183221" y="249173"/>
                </a:lnTo>
                <a:lnTo>
                  <a:pt x="1186895" y="250250"/>
                </a:lnTo>
                <a:lnTo>
                  <a:pt x="1190570" y="251348"/>
                </a:lnTo>
                <a:lnTo>
                  <a:pt x="1194244" y="252462"/>
                </a:lnTo>
                <a:lnTo>
                  <a:pt x="1197919" y="253585"/>
                </a:lnTo>
                <a:lnTo>
                  <a:pt x="1201594" y="254713"/>
                </a:lnTo>
                <a:lnTo>
                  <a:pt x="1205268" y="255839"/>
                </a:lnTo>
                <a:lnTo>
                  <a:pt x="1208943" y="256958"/>
                </a:lnTo>
                <a:lnTo>
                  <a:pt x="1212617" y="258064"/>
                </a:lnTo>
                <a:lnTo>
                  <a:pt x="1216292" y="259151"/>
                </a:lnTo>
                <a:lnTo>
                  <a:pt x="1219967" y="260212"/>
                </a:lnTo>
                <a:lnTo>
                  <a:pt x="1223641" y="261241"/>
                </a:lnTo>
                <a:lnTo>
                  <a:pt x="1227316" y="262233"/>
                </a:lnTo>
                <a:lnTo>
                  <a:pt x="1230990" y="263182"/>
                </a:lnTo>
                <a:lnTo>
                  <a:pt x="1234665" y="264085"/>
                </a:lnTo>
                <a:lnTo>
                  <a:pt x="1238340" y="264940"/>
                </a:lnTo>
                <a:lnTo>
                  <a:pt x="1242014" y="265748"/>
                </a:lnTo>
                <a:lnTo>
                  <a:pt x="1245689" y="266511"/>
                </a:lnTo>
                <a:lnTo>
                  <a:pt x="1249363" y="267233"/>
                </a:lnTo>
                <a:lnTo>
                  <a:pt x="1253038" y="267921"/>
                </a:lnTo>
                <a:lnTo>
                  <a:pt x="1256713" y="268583"/>
                </a:lnTo>
                <a:lnTo>
                  <a:pt x="1260387" y="269225"/>
                </a:lnTo>
                <a:lnTo>
                  <a:pt x="1264062" y="269852"/>
                </a:lnTo>
                <a:lnTo>
                  <a:pt x="1267736" y="270467"/>
                </a:lnTo>
                <a:lnTo>
                  <a:pt x="1271411" y="271072"/>
                </a:lnTo>
                <a:lnTo>
                  <a:pt x="1275086" y="271668"/>
                </a:lnTo>
                <a:lnTo>
                  <a:pt x="1278760" y="272253"/>
                </a:lnTo>
                <a:lnTo>
                  <a:pt x="1282435" y="272825"/>
                </a:lnTo>
                <a:lnTo>
                  <a:pt x="1286109" y="273378"/>
                </a:lnTo>
                <a:lnTo>
                  <a:pt x="1289784" y="273908"/>
                </a:lnTo>
                <a:lnTo>
                  <a:pt x="1293459" y="274406"/>
                </a:lnTo>
                <a:lnTo>
                  <a:pt x="1297133" y="274865"/>
                </a:lnTo>
                <a:lnTo>
                  <a:pt x="1300808" y="275281"/>
                </a:lnTo>
                <a:lnTo>
                  <a:pt x="1304482" y="275652"/>
                </a:lnTo>
                <a:lnTo>
                  <a:pt x="1308157" y="275975"/>
                </a:lnTo>
                <a:lnTo>
                  <a:pt x="1311832" y="276253"/>
                </a:lnTo>
                <a:lnTo>
                  <a:pt x="1315506" y="276489"/>
                </a:lnTo>
                <a:lnTo>
                  <a:pt x="1319181" y="276690"/>
                </a:lnTo>
                <a:lnTo>
                  <a:pt x="1322855" y="276865"/>
                </a:lnTo>
                <a:lnTo>
                  <a:pt x="1326530" y="277021"/>
                </a:lnTo>
                <a:lnTo>
                  <a:pt x="1330205" y="277166"/>
                </a:lnTo>
                <a:lnTo>
                  <a:pt x="1333879" y="277308"/>
                </a:lnTo>
                <a:lnTo>
                  <a:pt x="1337554" y="277451"/>
                </a:lnTo>
                <a:lnTo>
                  <a:pt x="1341228" y="277594"/>
                </a:lnTo>
                <a:lnTo>
                  <a:pt x="1344903" y="277736"/>
                </a:lnTo>
                <a:lnTo>
                  <a:pt x="1348577" y="277871"/>
                </a:lnTo>
                <a:lnTo>
                  <a:pt x="1352252" y="277994"/>
                </a:lnTo>
                <a:lnTo>
                  <a:pt x="1355927" y="278099"/>
                </a:lnTo>
                <a:lnTo>
                  <a:pt x="1359601" y="278180"/>
                </a:lnTo>
                <a:lnTo>
                  <a:pt x="1363276" y="278234"/>
                </a:lnTo>
                <a:lnTo>
                  <a:pt x="1366950" y="278261"/>
                </a:lnTo>
                <a:lnTo>
                  <a:pt x="1370625" y="278261"/>
                </a:lnTo>
                <a:lnTo>
                  <a:pt x="1374300" y="278239"/>
                </a:lnTo>
                <a:lnTo>
                  <a:pt x="1377974" y="278199"/>
                </a:lnTo>
                <a:lnTo>
                  <a:pt x="1381649" y="278149"/>
                </a:lnTo>
                <a:lnTo>
                  <a:pt x="1385323" y="278100"/>
                </a:lnTo>
                <a:lnTo>
                  <a:pt x="1388998" y="278057"/>
                </a:lnTo>
                <a:lnTo>
                  <a:pt x="1392673" y="278030"/>
                </a:lnTo>
                <a:lnTo>
                  <a:pt x="1396347" y="278021"/>
                </a:lnTo>
                <a:lnTo>
                  <a:pt x="1400022" y="278037"/>
                </a:lnTo>
                <a:lnTo>
                  <a:pt x="1403696" y="278077"/>
                </a:lnTo>
                <a:lnTo>
                  <a:pt x="1407371" y="278141"/>
                </a:lnTo>
                <a:lnTo>
                  <a:pt x="1411046" y="278229"/>
                </a:lnTo>
                <a:lnTo>
                  <a:pt x="1414720" y="278334"/>
                </a:lnTo>
                <a:lnTo>
                  <a:pt x="1418395" y="278454"/>
                </a:lnTo>
                <a:lnTo>
                  <a:pt x="1422069" y="278582"/>
                </a:lnTo>
                <a:lnTo>
                  <a:pt x="1425744" y="278712"/>
                </a:lnTo>
                <a:lnTo>
                  <a:pt x="1429419" y="278838"/>
                </a:lnTo>
                <a:lnTo>
                  <a:pt x="1433093" y="278956"/>
                </a:lnTo>
                <a:lnTo>
                  <a:pt x="1436768" y="279062"/>
                </a:lnTo>
                <a:lnTo>
                  <a:pt x="1440442" y="279155"/>
                </a:lnTo>
                <a:lnTo>
                  <a:pt x="1444117" y="279233"/>
                </a:lnTo>
                <a:lnTo>
                  <a:pt x="1447792" y="279297"/>
                </a:lnTo>
                <a:lnTo>
                  <a:pt x="1451466" y="279348"/>
                </a:lnTo>
                <a:lnTo>
                  <a:pt x="1455141" y="279388"/>
                </a:lnTo>
                <a:lnTo>
                  <a:pt x="1458815" y="279417"/>
                </a:lnTo>
                <a:lnTo>
                  <a:pt x="1462490" y="279438"/>
                </a:lnTo>
                <a:lnTo>
                  <a:pt x="1466165" y="279452"/>
                </a:lnTo>
                <a:lnTo>
                  <a:pt x="1469839" y="279462"/>
                </a:lnTo>
                <a:lnTo>
                  <a:pt x="1473514" y="279469"/>
                </a:lnTo>
                <a:lnTo>
                  <a:pt x="1477188" y="279473"/>
                </a:lnTo>
                <a:lnTo>
                  <a:pt x="1480863" y="279475"/>
                </a:lnTo>
                <a:lnTo>
                  <a:pt x="1484538" y="279477"/>
                </a:lnTo>
                <a:lnTo>
                  <a:pt x="1488212" y="279478"/>
                </a:lnTo>
                <a:lnTo>
                  <a:pt x="1491887" y="279478"/>
                </a:lnTo>
                <a:lnTo>
                  <a:pt x="1495561" y="279478"/>
                </a:lnTo>
                <a:lnTo>
                  <a:pt x="1499236" y="279478"/>
                </a:lnTo>
                <a:lnTo>
                  <a:pt x="1502911" y="279477"/>
                </a:lnTo>
                <a:lnTo>
                  <a:pt x="1506585" y="279477"/>
                </a:lnTo>
                <a:lnTo>
                  <a:pt x="1510260" y="279475"/>
                </a:lnTo>
                <a:lnTo>
                  <a:pt x="1513934" y="279473"/>
                </a:lnTo>
                <a:lnTo>
                  <a:pt x="1517609" y="279469"/>
                </a:lnTo>
                <a:lnTo>
                  <a:pt x="1521284" y="279463"/>
                </a:lnTo>
                <a:lnTo>
                  <a:pt x="1524958" y="279455"/>
                </a:lnTo>
                <a:lnTo>
                  <a:pt x="1528633" y="279444"/>
                </a:lnTo>
                <a:lnTo>
                  <a:pt x="1532307" y="279430"/>
                </a:lnTo>
                <a:lnTo>
                  <a:pt x="1535982" y="279411"/>
                </a:lnTo>
                <a:lnTo>
                  <a:pt x="1539657" y="279389"/>
                </a:lnTo>
                <a:lnTo>
                  <a:pt x="1543331" y="279362"/>
                </a:lnTo>
                <a:lnTo>
                  <a:pt x="1547006" y="279331"/>
                </a:lnTo>
                <a:lnTo>
                  <a:pt x="1550680" y="279298"/>
                </a:lnTo>
                <a:lnTo>
                  <a:pt x="1554355" y="279263"/>
                </a:lnTo>
                <a:lnTo>
                  <a:pt x="1558030" y="279229"/>
                </a:lnTo>
                <a:lnTo>
                  <a:pt x="1561704" y="279199"/>
                </a:lnTo>
                <a:lnTo>
                  <a:pt x="1565379" y="279174"/>
                </a:lnTo>
                <a:lnTo>
                  <a:pt x="1569053" y="279156"/>
                </a:lnTo>
                <a:lnTo>
                  <a:pt x="1572728" y="279147"/>
                </a:lnTo>
                <a:lnTo>
                  <a:pt x="1576403" y="279148"/>
                </a:lnTo>
                <a:lnTo>
                  <a:pt x="1580077" y="279158"/>
                </a:lnTo>
                <a:lnTo>
                  <a:pt x="1583752" y="279177"/>
                </a:lnTo>
                <a:lnTo>
                  <a:pt x="1587426" y="279203"/>
                </a:lnTo>
                <a:lnTo>
                  <a:pt x="1591101" y="279234"/>
                </a:lnTo>
                <a:lnTo>
                  <a:pt x="1594776" y="279267"/>
                </a:lnTo>
                <a:lnTo>
                  <a:pt x="1598450" y="279302"/>
                </a:lnTo>
                <a:lnTo>
                  <a:pt x="1602125" y="279335"/>
                </a:lnTo>
                <a:lnTo>
                  <a:pt x="1605799" y="279366"/>
                </a:lnTo>
                <a:lnTo>
                  <a:pt x="1609474" y="279392"/>
                </a:lnTo>
                <a:lnTo>
                  <a:pt x="1613149" y="279414"/>
                </a:lnTo>
                <a:lnTo>
                  <a:pt x="1616823" y="279432"/>
                </a:lnTo>
                <a:lnTo>
                  <a:pt x="1620498" y="279446"/>
                </a:lnTo>
                <a:lnTo>
                  <a:pt x="1624172" y="279456"/>
                </a:lnTo>
                <a:lnTo>
                  <a:pt x="1627847" y="279464"/>
                </a:lnTo>
                <a:lnTo>
                  <a:pt x="1631522" y="279469"/>
                </a:lnTo>
                <a:lnTo>
                  <a:pt x="1635196" y="279473"/>
                </a:lnTo>
                <a:lnTo>
                  <a:pt x="1638871" y="279475"/>
                </a:lnTo>
                <a:lnTo>
                  <a:pt x="1642545" y="279477"/>
                </a:lnTo>
                <a:lnTo>
                  <a:pt x="1646220" y="279478"/>
                </a:lnTo>
                <a:lnTo>
                  <a:pt x="1649895" y="279478"/>
                </a:lnTo>
                <a:lnTo>
                  <a:pt x="1653569" y="279478"/>
                </a:lnTo>
                <a:lnTo>
                  <a:pt x="1657244" y="279479"/>
                </a:lnTo>
                <a:lnTo>
                  <a:pt x="1660918" y="279479"/>
                </a:lnTo>
                <a:lnTo>
                  <a:pt x="1664593" y="279479"/>
                </a:lnTo>
                <a:lnTo>
                  <a:pt x="1668268" y="279479"/>
                </a:lnTo>
                <a:lnTo>
                  <a:pt x="1671942" y="279479"/>
                </a:lnTo>
                <a:lnTo>
                  <a:pt x="1675617" y="279479"/>
                </a:lnTo>
                <a:lnTo>
                  <a:pt x="1679291" y="279479"/>
                </a:lnTo>
                <a:lnTo>
                  <a:pt x="1682966" y="279479"/>
                </a:lnTo>
                <a:lnTo>
                  <a:pt x="1686641" y="279479"/>
                </a:lnTo>
                <a:lnTo>
                  <a:pt x="1690315" y="279479"/>
                </a:lnTo>
                <a:lnTo>
                  <a:pt x="1693990" y="279479"/>
                </a:lnTo>
                <a:lnTo>
                  <a:pt x="1697664" y="279479"/>
                </a:lnTo>
                <a:lnTo>
                  <a:pt x="1701339" y="279479"/>
                </a:lnTo>
                <a:lnTo>
                  <a:pt x="1705014" y="279479"/>
                </a:lnTo>
                <a:lnTo>
                  <a:pt x="1708688" y="279479"/>
                </a:lnTo>
                <a:lnTo>
                  <a:pt x="1712363" y="279479"/>
                </a:lnTo>
                <a:lnTo>
                  <a:pt x="1716037" y="279479"/>
                </a:lnTo>
                <a:lnTo>
                  <a:pt x="1719712" y="279479"/>
                </a:lnTo>
                <a:lnTo>
                  <a:pt x="1723387" y="279479"/>
                </a:lnTo>
                <a:lnTo>
                  <a:pt x="1727061" y="279479"/>
                </a:lnTo>
                <a:lnTo>
                  <a:pt x="1730736" y="279479"/>
                </a:lnTo>
                <a:lnTo>
                  <a:pt x="1734410" y="279479"/>
                </a:lnTo>
                <a:lnTo>
                  <a:pt x="1738085" y="279479"/>
                </a:lnTo>
                <a:lnTo>
                  <a:pt x="1741760" y="279479"/>
                </a:lnTo>
                <a:lnTo>
                  <a:pt x="1745434" y="279479"/>
                </a:lnTo>
                <a:lnTo>
                  <a:pt x="1749109" y="279479"/>
                </a:lnTo>
                <a:lnTo>
                  <a:pt x="1752783" y="279479"/>
                </a:lnTo>
                <a:lnTo>
                  <a:pt x="1756458" y="279479"/>
                </a:lnTo>
                <a:lnTo>
                  <a:pt x="1760133" y="279479"/>
                </a:lnTo>
                <a:lnTo>
                  <a:pt x="1763807" y="279479"/>
                </a:lnTo>
                <a:lnTo>
                  <a:pt x="1767482" y="279479"/>
                </a:lnTo>
                <a:lnTo>
                  <a:pt x="1771156" y="279479"/>
                </a:lnTo>
                <a:lnTo>
                  <a:pt x="1774831" y="279479"/>
                </a:lnTo>
                <a:lnTo>
                  <a:pt x="1778506" y="279479"/>
                </a:lnTo>
                <a:lnTo>
                  <a:pt x="1782180" y="279479"/>
                </a:lnTo>
                <a:lnTo>
                  <a:pt x="1785855" y="279479"/>
                </a:lnTo>
                <a:lnTo>
                  <a:pt x="1789529" y="279479"/>
                </a:lnTo>
                <a:lnTo>
                  <a:pt x="1793204" y="279479"/>
                </a:lnTo>
                <a:lnTo>
                  <a:pt x="1796879" y="279479"/>
                </a:lnTo>
                <a:lnTo>
                  <a:pt x="1800553" y="279479"/>
                </a:lnTo>
                <a:lnTo>
                  <a:pt x="1804228" y="279479"/>
                </a:lnTo>
                <a:lnTo>
                  <a:pt x="1807902" y="279479"/>
                </a:lnTo>
                <a:lnTo>
                  <a:pt x="1811577" y="279479"/>
                </a:lnTo>
                <a:lnTo>
                  <a:pt x="1815252" y="279479"/>
                </a:lnTo>
                <a:lnTo>
                  <a:pt x="1818926" y="279479"/>
                </a:lnTo>
                <a:lnTo>
                  <a:pt x="1822601" y="279479"/>
                </a:lnTo>
                <a:lnTo>
                  <a:pt x="1826275" y="279479"/>
                </a:lnTo>
                <a:lnTo>
                  <a:pt x="1829950" y="279479"/>
                </a:lnTo>
                <a:lnTo>
                  <a:pt x="1833625" y="279479"/>
                </a:lnTo>
                <a:lnTo>
                  <a:pt x="1837299" y="279479"/>
                </a:lnTo>
                <a:lnTo>
                  <a:pt x="1840974" y="279479"/>
                </a:lnTo>
                <a:lnTo>
                  <a:pt x="1844648" y="279479"/>
                </a:lnTo>
                <a:lnTo>
                  <a:pt x="1848323" y="279479"/>
                </a:lnTo>
                <a:lnTo>
                  <a:pt x="1851998" y="279479"/>
                </a:lnTo>
                <a:lnTo>
                  <a:pt x="1855672" y="279479"/>
                </a:lnTo>
                <a:lnTo>
                  <a:pt x="1859347" y="279479"/>
                </a:lnTo>
                <a:lnTo>
                  <a:pt x="1863021" y="279479"/>
                </a:lnTo>
                <a:lnTo>
                  <a:pt x="1866696" y="279479"/>
                </a:lnTo>
                <a:lnTo>
                  <a:pt x="1870371" y="279479"/>
                </a:lnTo>
                <a:lnTo>
                  <a:pt x="1874045" y="279479"/>
                </a:lnTo>
                <a:lnTo>
                  <a:pt x="1877720" y="279479"/>
                </a:lnTo>
                <a:lnTo>
                  <a:pt x="1874045" y="279479"/>
                </a:lnTo>
                <a:lnTo>
                  <a:pt x="1870371" y="279479"/>
                </a:lnTo>
                <a:lnTo>
                  <a:pt x="1866696" y="279479"/>
                </a:lnTo>
                <a:lnTo>
                  <a:pt x="1863021" y="279479"/>
                </a:lnTo>
                <a:lnTo>
                  <a:pt x="1859347" y="279479"/>
                </a:lnTo>
                <a:lnTo>
                  <a:pt x="1855672" y="279479"/>
                </a:lnTo>
                <a:lnTo>
                  <a:pt x="1851998" y="279479"/>
                </a:lnTo>
                <a:lnTo>
                  <a:pt x="1848323" y="279479"/>
                </a:lnTo>
                <a:lnTo>
                  <a:pt x="1844648" y="279479"/>
                </a:lnTo>
                <a:lnTo>
                  <a:pt x="1840974" y="279479"/>
                </a:lnTo>
                <a:lnTo>
                  <a:pt x="1837299" y="279479"/>
                </a:lnTo>
                <a:lnTo>
                  <a:pt x="1833625" y="279479"/>
                </a:lnTo>
                <a:lnTo>
                  <a:pt x="1829950" y="279479"/>
                </a:lnTo>
                <a:lnTo>
                  <a:pt x="1826275" y="279479"/>
                </a:lnTo>
                <a:lnTo>
                  <a:pt x="1822601" y="279479"/>
                </a:lnTo>
                <a:lnTo>
                  <a:pt x="1818926" y="279479"/>
                </a:lnTo>
                <a:lnTo>
                  <a:pt x="1815252" y="279479"/>
                </a:lnTo>
                <a:lnTo>
                  <a:pt x="1811577" y="279479"/>
                </a:lnTo>
                <a:lnTo>
                  <a:pt x="1807902" y="279479"/>
                </a:lnTo>
                <a:lnTo>
                  <a:pt x="1804228" y="279479"/>
                </a:lnTo>
                <a:lnTo>
                  <a:pt x="1800553" y="279479"/>
                </a:lnTo>
                <a:lnTo>
                  <a:pt x="1796879" y="279479"/>
                </a:lnTo>
                <a:lnTo>
                  <a:pt x="1793204" y="279479"/>
                </a:lnTo>
                <a:lnTo>
                  <a:pt x="1789529" y="279479"/>
                </a:lnTo>
                <a:lnTo>
                  <a:pt x="1785855" y="279479"/>
                </a:lnTo>
                <a:lnTo>
                  <a:pt x="1782180" y="279479"/>
                </a:lnTo>
                <a:lnTo>
                  <a:pt x="1778506" y="279479"/>
                </a:lnTo>
                <a:lnTo>
                  <a:pt x="1774831" y="279479"/>
                </a:lnTo>
                <a:lnTo>
                  <a:pt x="1771156" y="279479"/>
                </a:lnTo>
                <a:lnTo>
                  <a:pt x="1767482" y="279479"/>
                </a:lnTo>
                <a:lnTo>
                  <a:pt x="1763807" y="279479"/>
                </a:lnTo>
                <a:lnTo>
                  <a:pt x="1760133" y="279479"/>
                </a:lnTo>
                <a:lnTo>
                  <a:pt x="1756458" y="279479"/>
                </a:lnTo>
                <a:lnTo>
                  <a:pt x="1752783" y="279479"/>
                </a:lnTo>
                <a:lnTo>
                  <a:pt x="1749109" y="279479"/>
                </a:lnTo>
                <a:lnTo>
                  <a:pt x="1745434" y="279479"/>
                </a:lnTo>
                <a:lnTo>
                  <a:pt x="1741760" y="279479"/>
                </a:lnTo>
                <a:lnTo>
                  <a:pt x="1738085" y="279479"/>
                </a:lnTo>
                <a:lnTo>
                  <a:pt x="1734410" y="279479"/>
                </a:lnTo>
                <a:lnTo>
                  <a:pt x="1730736" y="279479"/>
                </a:lnTo>
                <a:lnTo>
                  <a:pt x="1727061" y="279479"/>
                </a:lnTo>
                <a:lnTo>
                  <a:pt x="1723387" y="279479"/>
                </a:lnTo>
                <a:lnTo>
                  <a:pt x="1719712" y="279479"/>
                </a:lnTo>
                <a:lnTo>
                  <a:pt x="1716037" y="279479"/>
                </a:lnTo>
                <a:lnTo>
                  <a:pt x="1712363" y="279479"/>
                </a:lnTo>
                <a:lnTo>
                  <a:pt x="1708688" y="279479"/>
                </a:lnTo>
                <a:lnTo>
                  <a:pt x="1705014" y="279479"/>
                </a:lnTo>
                <a:lnTo>
                  <a:pt x="1701339" y="279479"/>
                </a:lnTo>
                <a:lnTo>
                  <a:pt x="1697664" y="279479"/>
                </a:lnTo>
                <a:lnTo>
                  <a:pt x="1693990" y="279479"/>
                </a:lnTo>
                <a:lnTo>
                  <a:pt x="1690315" y="279479"/>
                </a:lnTo>
                <a:lnTo>
                  <a:pt x="1686641" y="279479"/>
                </a:lnTo>
                <a:lnTo>
                  <a:pt x="1682966" y="279479"/>
                </a:lnTo>
                <a:lnTo>
                  <a:pt x="1679291" y="279479"/>
                </a:lnTo>
                <a:lnTo>
                  <a:pt x="1675617" y="279479"/>
                </a:lnTo>
                <a:lnTo>
                  <a:pt x="1671942" y="279479"/>
                </a:lnTo>
                <a:lnTo>
                  <a:pt x="1668268" y="279479"/>
                </a:lnTo>
                <a:lnTo>
                  <a:pt x="1664593" y="279479"/>
                </a:lnTo>
                <a:lnTo>
                  <a:pt x="1660918" y="279479"/>
                </a:lnTo>
                <a:lnTo>
                  <a:pt x="1657244" y="279479"/>
                </a:lnTo>
                <a:lnTo>
                  <a:pt x="1653569" y="279479"/>
                </a:lnTo>
                <a:lnTo>
                  <a:pt x="1649895" y="279479"/>
                </a:lnTo>
                <a:lnTo>
                  <a:pt x="1646220" y="279479"/>
                </a:lnTo>
                <a:lnTo>
                  <a:pt x="1642545" y="279479"/>
                </a:lnTo>
                <a:lnTo>
                  <a:pt x="1638871" y="279479"/>
                </a:lnTo>
                <a:lnTo>
                  <a:pt x="1635196" y="279479"/>
                </a:lnTo>
                <a:lnTo>
                  <a:pt x="1631522" y="279479"/>
                </a:lnTo>
                <a:lnTo>
                  <a:pt x="1627847" y="279479"/>
                </a:lnTo>
                <a:lnTo>
                  <a:pt x="1624172" y="279479"/>
                </a:lnTo>
                <a:lnTo>
                  <a:pt x="1620498" y="279479"/>
                </a:lnTo>
                <a:lnTo>
                  <a:pt x="1616823" y="279479"/>
                </a:lnTo>
                <a:lnTo>
                  <a:pt x="1613149" y="279479"/>
                </a:lnTo>
                <a:lnTo>
                  <a:pt x="1609474" y="279479"/>
                </a:lnTo>
                <a:lnTo>
                  <a:pt x="1605799" y="279479"/>
                </a:lnTo>
                <a:lnTo>
                  <a:pt x="1602125" y="279479"/>
                </a:lnTo>
                <a:lnTo>
                  <a:pt x="1598450" y="279479"/>
                </a:lnTo>
                <a:lnTo>
                  <a:pt x="1594776" y="279479"/>
                </a:lnTo>
                <a:lnTo>
                  <a:pt x="1591101" y="279479"/>
                </a:lnTo>
                <a:lnTo>
                  <a:pt x="1587426" y="279479"/>
                </a:lnTo>
                <a:lnTo>
                  <a:pt x="1583752" y="279479"/>
                </a:lnTo>
                <a:lnTo>
                  <a:pt x="1580077" y="279479"/>
                </a:lnTo>
                <a:lnTo>
                  <a:pt x="1576403" y="279479"/>
                </a:lnTo>
                <a:lnTo>
                  <a:pt x="1572728" y="279479"/>
                </a:lnTo>
                <a:lnTo>
                  <a:pt x="1569053" y="279479"/>
                </a:lnTo>
                <a:lnTo>
                  <a:pt x="1565379" y="279479"/>
                </a:lnTo>
                <a:lnTo>
                  <a:pt x="1561704" y="279479"/>
                </a:lnTo>
                <a:lnTo>
                  <a:pt x="1558030" y="279479"/>
                </a:lnTo>
                <a:lnTo>
                  <a:pt x="1554355" y="279479"/>
                </a:lnTo>
                <a:lnTo>
                  <a:pt x="1550680" y="279479"/>
                </a:lnTo>
                <a:lnTo>
                  <a:pt x="1547006" y="279479"/>
                </a:lnTo>
                <a:lnTo>
                  <a:pt x="1543331" y="279479"/>
                </a:lnTo>
                <a:lnTo>
                  <a:pt x="1539657" y="279479"/>
                </a:lnTo>
                <a:lnTo>
                  <a:pt x="1535982" y="279479"/>
                </a:lnTo>
                <a:lnTo>
                  <a:pt x="1532307" y="279479"/>
                </a:lnTo>
                <a:lnTo>
                  <a:pt x="1528633" y="279479"/>
                </a:lnTo>
                <a:lnTo>
                  <a:pt x="1524958" y="279479"/>
                </a:lnTo>
                <a:lnTo>
                  <a:pt x="1521284" y="279479"/>
                </a:lnTo>
                <a:lnTo>
                  <a:pt x="1517609" y="279479"/>
                </a:lnTo>
                <a:lnTo>
                  <a:pt x="1513934" y="279479"/>
                </a:lnTo>
                <a:lnTo>
                  <a:pt x="1510260" y="279479"/>
                </a:lnTo>
                <a:lnTo>
                  <a:pt x="1506585" y="279479"/>
                </a:lnTo>
                <a:lnTo>
                  <a:pt x="1502911" y="279479"/>
                </a:lnTo>
                <a:lnTo>
                  <a:pt x="1499236" y="279479"/>
                </a:lnTo>
                <a:lnTo>
                  <a:pt x="1495561" y="279479"/>
                </a:lnTo>
                <a:lnTo>
                  <a:pt x="1491887" y="279479"/>
                </a:lnTo>
                <a:lnTo>
                  <a:pt x="1488212" y="279479"/>
                </a:lnTo>
                <a:lnTo>
                  <a:pt x="1484538" y="279479"/>
                </a:lnTo>
                <a:lnTo>
                  <a:pt x="1480863" y="279479"/>
                </a:lnTo>
                <a:lnTo>
                  <a:pt x="1477188" y="279479"/>
                </a:lnTo>
                <a:lnTo>
                  <a:pt x="1473514" y="279479"/>
                </a:lnTo>
                <a:lnTo>
                  <a:pt x="1469839" y="279479"/>
                </a:lnTo>
                <a:lnTo>
                  <a:pt x="1466165" y="279479"/>
                </a:lnTo>
                <a:lnTo>
                  <a:pt x="1462490" y="279479"/>
                </a:lnTo>
                <a:lnTo>
                  <a:pt x="1458815" y="279479"/>
                </a:lnTo>
                <a:lnTo>
                  <a:pt x="1455141" y="279479"/>
                </a:lnTo>
                <a:lnTo>
                  <a:pt x="1451466" y="279479"/>
                </a:lnTo>
                <a:lnTo>
                  <a:pt x="1447792" y="279479"/>
                </a:lnTo>
                <a:lnTo>
                  <a:pt x="1444117" y="279479"/>
                </a:lnTo>
                <a:lnTo>
                  <a:pt x="1440442" y="279479"/>
                </a:lnTo>
                <a:lnTo>
                  <a:pt x="1436768" y="279479"/>
                </a:lnTo>
                <a:lnTo>
                  <a:pt x="1433093" y="279479"/>
                </a:lnTo>
                <a:lnTo>
                  <a:pt x="1429419" y="279479"/>
                </a:lnTo>
                <a:lnTo>
                  <a:pt x="1425744" y="279479"/>
                </a:lnTo>
                <a:lnTo>
                  <a:pt x="1422069" y="279479"/>
                </a:lnTo>
                <a:lnTo>
                  <a:pt x="1418395" y="279479"/>
                </a:lnTo>
                <a:lnTo>
                  <a:pt x="1414720" y="279479"/>
                </a:lnTo>
                <a:lnTo>
                  <a:pt x="1411046" y="279479"/>
                </a:lnTo>
                <a:lnTo>
                  <a:pt x="1407371" y="279479"/>
                </a:lnTo>
                <a:lnTo>
                  <a:pt x="1403696" y="279479"/>
                </a:lnTo>
                <a:lnTo>
                  <a:pt x="1400022" y="279479"/>
                </a:lnTo>
                <a:lnTo>
                  <a:pt x="1396347" y="279479"/>
                </a:lnTo>
                <a:lnTo>
                  <a:pt x="1392673" y="279479"/>
                </a:lnTo>
                <a:lnTo>
                  <a:pt x="1388998" y="279479"/>
                </a:lnTo>
                <a:lnTo>
                  <a:pt x="1385323" y="279479"/>
                </a:lnTo>
                <a:lnTo>
                  <a:pt x="1381649" y="279479"/>
                </a:lnTo>
                <a:lnTo>
                  <a:pt x="1377974" y="279479"/>
                </a:lnTo>
                <a:lnTo>
                  <a:pt x="1374300" y="279479"/>
                </a:lnTo>
                <a:lnTo>
                  <a:pt x="1370625" y="279479"/>
                </a:lnTo>
                <a:lnTo>
                  <a:pt x="1366950" y="279479"/>
                </a:lnTo>
                <a:lnTo>
                  <a:pt x="1363276" y="279479"/>
                </a:lnTo>
                <a:lnTo>
                  <a:pt x="1359601" y="279479"/>
                </a:lnTo>
                <a:lnTo>
                  <a:pt x="1355927" y="279479"/>
                </a:lnTo>
                <a:lnTo>
                  <a:pt x="1352252" y="279479"/>
                </a:lnTo>
                <a:lnTo>
                  <a:pt x="1348577" y="279479"/>
                </a:lnTo>
                <a:lnTo>
                  <a:pt x="1344903" y="279479"/>
                </a:lnTo>
                <a:lnTo>
                  <a:pt x="1341228" y="279479"/>
                </a:lnTo>
                <a:lnTo>
                  <a:pt x="1337554" y="279479"/>
                </a:lnTo>
                <a:lnTo>
                  <a:pt x="1333879" y="279479"/>
                </a:lnTo>
                <a:lnTo>
                  <a:pt x="1330205" y="279479"/>
                </a:lnTo>
                <a:lnTo>
                  <a:pt x="1326530" y="279479"/>
                </a:lnTo>
                <a:lnTo>
                  <a:pt x="1322855" y="279479"/>
                </a:lnTo>
                <a:lnTo>
                  <a:pt x="1319181" y="279479"/>
                </a:lnTo>
                <a:lnTo>
                  <a:pt x="1315506" y="279479"/>
                </a:lnTo>
                <a:lnTo>
                  <a:pt x="1311832" y="279479"/>
                </a:lnTo>
                <a:lnTo>
                  <a:pt x="1308157" y="279479"/>
                </a:lnTo>
                <a:lnTo>
                  <a:pt x="1304482" y="279479"/>
                </a:lnTo>
                <a:lnTo>
                  <a:pt x="1300808" y="279479"/>
                </a:lnTo>
                <a:lnTo>
                  <a:pt x="1297133" y="279479"/>
                </a:lnTo>
                <a:lnTo>
                  <a:pt x="1293459" y="279479"/>
                </a:lnTo>
                <a:lnTo>
                  <a:pt x="1289784" y="279479"/>
                </a:lnTo>
                <a:lnTo>
                  <a:pt x="1286109" y="279479"/>
                </a:lnTo>
                <a:lnTo>
                  <a:pt x="1282435" y="279479"/>
                </a:lnTo>
                <a:lnTo>
                  <a:pt x="1278760" y="279479"/>
                </a:lnTo>
                <a:lnTo>
                  <a:pt x="1275086" y="279479"/>
                </a:lnTo>
                <a:lnTo>
                  <a:pt x="1271411" y="279479"/>
                </a:lnTo>
                <a:lnTo>
                  <a:pt x="1267736" y="279479"/>
                </a:lnTo>
                <a:lnTo>
                  <a:pt x="1264062" y="279479"/>
                </a:lnTo>
                <a:lnTo>
                  <a:pt x="1260387" y="279479"/>
                </a:lnTo>
                <a:lnTo>
                  <a:pt x="1256713" y="279479"/>
                </a:lnTo>
                <a:lnTo>
                  <a:pt x="1253038" y="279479"/>
                </a:lnTo>
                <a:lnTo>
                  <a:pt x="1249363" y="279479"/>
                </a:lnTo>
                <a:lnTo>
                  <a:pt x="1245689" y="279479"/>
                </a:lnTo>
                <a:lnTo>
                  <a:pt x="1242014" y="279479"/>
                </a:lnTo>
                <a:lnTo>
                  <a:pt x="1238340" y="279479"/>
                </a:lnTo>
                <a:lnTo>
                  <a:pt x="1234665" y="279479"/>
                </a:lnTo>
                <a:lnTo>
                  <a:pt x="1230990" y="279479"/>
                </a:lnTo>
                <a:lnTo>
                  <a:pt x="1227316" y="279479"/>
                </a:lnTo>
                <a:lnTo>
                  <a:pt x="1223641" y="279479"/>
                </a:lnTo>
                <a:lnTo>
                  <a:pt x="1219967" y="279479"/>
                </a:lnTo>
                <a:lnTo>
                  <a:pt x="1216292" y="279479"/>
                </a:lnTo>
                <a:lnTo>
                  <a:pt x="1212617" y="279479"/>
                </a:lnTo>
                <a:lnTo>
                  <a:pt x="1208943" y="279479"/>
                </a:lnTo>
                <a:lnTo>
                  <a:pt x="1205268" y="279479"/>
                </a:lnTo>
                <a:lnTo>
                  <a:pt x="1201594" y="279479"/>
                </a:lnTo>
                <a:lnTo>
                  <a:pt x="1197919" y="279479"/>
                </a:lnTo>
                <a:lnTo>
                  <a:pt x="1194244" y="279479"/>
                </a:lnTo>
                <a:lnTo>
                  <a:pt x="1190570" y="279479"/>
                </a:lnTo>
                <a:lnTo>
                  <a:pt x="1186895" y="279479"/>
                </a:lnTo>
                <a:lnTo>
                  <a:pt x="1183221" y="279479"/>
                </a:lnTo>
                <a:lnTo>
                  <a:pt x="1179546" y="279479"/>
                </a:lnTo>
                <a:lnTo>
                  <a:pt x="1175871" y="279479"/>
                </a:lnTo>
                <a:lnTo>
                  <a:pt x="1172197" y="279479"/>
                </a:lnTo>
                <a:lnTo>
                  <a:pt x="1168522" y="279479"/>
                </a:lnTo>
                <a:lnTo>
                  <a:pt x="1164848" y="279479"/>
                </a:lnTo>
                <a:lnTo>
                  <a:pt x="1161173" y="279479"/>
                </a:lnTo>
                <a:lnTo>
                  <a:pt x="1157498" y="279479"/>
                </a:lnTo>
                <a:lnTo>
                  <a:pt x="1153824" y="279479"/>
                </a:lnTo>
                <a:lnTo>
                  <a:pt x="1150149" y="279479"/>
                </a:lnTo>
                <a:lnTo>
                  <a:pt x="1146475" y="279479"/>
                </a:lnTo>
                <a:lnTo>
                  <a:pt x="1142800" y="279479"/>
                </a:lnTo>
                <a:lnTo>
                  <a:pt x="1139125" y="279479"/>
                </a:lnTo>
                <a:lnTo>
                  <a:pt x="1135451" y="279479"/>
                </a:lnTo>
                <a:lnTo>
                  <a:pt x="1131776" y="279479"/>
                </a:lnTo>
                <a:lnTo>
                  <a:pt x="1128102" y="279479"/>
                </a:lnTo>
                <a:lnTo>
                  <a:pt x="1124427" y="279479"/>
                </a:lnTo>
                <a:lnTo>
                  <a:pt x="1120752" y="279479"/>
                </a:lnTo>
                <a:lnTo>
                  <a:pt x="1117078" y="279479"/>
                </a:lnTo>
                <a:lnTo>
                  <a:pt x="1113403" y="279479"/>
                </a:lnTo>
                <a:lnTo>
                  <a:pt x="1109729" y="279479"/>
                </a:lnTo>
                <a:lnTo>
                  <a:pt x="1106054" y="279479"/>
                </a:lnTo>
                <a:lnTo>
                  <a:pt x="1102379" y="279479"/>
                </a:lnTo>
                <a:lnTo>
                  <a:pt x="1098705" y="279479"/>
                </a:lnTo>
                <a:lnTo>
                  <a:pt x="1095030" y="279479"/>
                </a:lnTo>
                <a:lnTo>
                  <a:pt x="1091356" y="279479"/>
                </a:lnTo>
                <a:lnTo>
                  <a:pt x="1087681" y="279479"/>
                </a:lnTo>
                <a:lnTo>
                  <a:pt x="1084006" y="279479"/>
                </a:lnTo>
                <a:lnTo>
                  <a:pt x="1080332" y="279479"/>
                </a:lnTo>
                <a:lnTo>
                  <a:pt x="1076657" y="279479"/>
                </a:lnTo>
                <a:lnTo>
                  <a:pt x="1072983" y="279479"/>
                </a:lnTo>
                <a:lnTo>
                  <a:pt x="1069308" y="279479"/>
                </a:lnTo>
                <a:lnTo>
                  <a:pt x="1065633" y="279479"/>
                </a:lnTo>
                <a:lnTo>
                  <a:pt x="1061959" y="279479"/>
                </a:lnTo>
                <a:lnTo>
                  <a:pt x="1058284" y="279479"/>
                </a:lnTo>
                <a:lnTo>
                  <a:pt x="1054610" y="279479"/>
                </a:lnTo>
                <a:lnTo>
                  <a:pt x="1050935" y="279479"/>
                </a:lnTo>
                <a:lnTo>
                  <a:pt x="1047260" y="279479"/>
                </a:lnTo>
                <a:lnTo>
                  <a:pt x="1043586" y="279479"/>
                </a:lnTo>
                <a:lnTo>
                  <a:pt x="1039911" y="279479"/>
                </a:lnTo>
                <a:lnTo>
                  <a:pt x="1036237" y="279479"/>
                </a:lnTo>
                <a:lnTo>
                  <a:pt x="1032562" y="279479"/>
                </a:lnTo>
                <a:lnTo>
                  <a:pt x="1028887" y="279479"/>
                </a:lnTo>
                <a:lnTo>
                  <a:pt x="1025213" y="279479"/>
                </a:lnTo>
                <a:lnTo>
                  <a:pt x="1021538" y="279479"/>
                </a:lnTo>
                <a:lnTo>
                  <a:pt x="1017864" y="279479"/>
                </a:lnTo>
                <a:lnTo>
                  <a:pt x="1014189" y="279479"/>
                </a:lnTo>
                <a:lnTo>
                  <a:pt x="1010514" y="279479"/>
                </a:lnTo>
                <a:lnTo>
                  <a:pt x="1006840" y="279479"/>
                </a:lnTo>
                <a:lnTo>
                  <a:pt x="1003165" y="279479"/>
                </a:lnTo>
                <a:lnTo>
                  <a:pt x="999491" y="279479"/>
                </a:lnTo>
                <a:lnTo>
                  <a:pt x="995816" y="279479"/>
                </a:lnTo>
                <a:lnTo>
                  <a:pt x="992141" y="279479"/>
                </a:lnTo>
                <a:lnTo>
                  <a:pt x="988467" y="279479"/>
                </a:lnTo>
                <a:lnTo>
                  <a:pt x="984792" y="279479"/>
                </a:lnTo>
                <a:lnTo>
                  <a:pt x="981118" y="279479"/>
                </a:lnTo>
                <a:lnTo>
                  <a:pt x="977443" y="279479"/>
                </a:lnTo>
                <a:lnTo>
                  <a:pt x="973768" y="279479"/>
                </a:lnTo>
                <a:lnTo>
                  <a:pt x="970094" y="279479"/>
                </a:lnTo>
                <a:lnTo>
                  <a:pt x="966419" y="279479"/>
                </a:lnTo>
                <a:lnTo>
                  <a:pt x="962745" y="279479"/>
                </a:lnTo>
                <a:lnTo>
                  <a:pt x="959070" y="279479"/>
                </a:lnTo>
                <a:lnTo>
                  <a:pt x="955395" y="279479"/>
                </a:lnTo>
                <a:lnTo>
                  <a:pt x="951721" y="279479"/>
                </a:lnTo>
                <a:lnTo>
                  <a:pt x="948046" y="279479"/>
                </a:lnTo>
                <a:lnTo>
                  <a:pt x="944372" y="279479"/>
                </a:lnTo>
                <a:lnTo>
                  <a:pt x="940697" y="279479"/>
                </a:lnTo>
                <a:lnTo>
                  <a:pt x="937022" y="279479"/>
                </a:lnTo>
                <a:lnTo>
                  <a:pt x="933348" y="279479"/>
                </a:lnTo>
                <a:lnTo>
                  <a:pt x="929673" y="279479"/>
                </a:lnTo>
                <a:lnTo>
                  <a:pt x="925999" y="279479"/>
                </a:lnTo>
                <a:lnTo>
                  <a:pt x="922324" y="279479"/>
                </a:lnTo>
                <a:lnTo>
                  <a:pt x="918649" y="279479"/>
                </a:lnTo>
                <a:lnTo>
                  <a:pt x="914975" y="279479"/>
                </a:lnTo>
                <a:lnTo>
                  <a:pt x="911300" y="279479"/>
                </a:lnTo>
                <a:lnTo>
                  <a:pt x="907626" y="279479"/>
                </a:lnTo>
                <a:lnTo>
                  <a:pt x="903951" y="279479"/>
                </a:lnTo>
                <a:lnTo>
                  <a:pt x="900276" y="279479"/>
                </a:lnTo>
                <a:lnTo>
                  <a:pt x="896602" y="279479"/>
                </a:lnTo>
                <a:lnTo>
                  <a:pt x="892927" y="279479"/>
                </a:lnTo>
                <a:lnTo>
                  <a:pt x="889253" y="279479"/>
                </a:lnTo>
                <a:lnTo>
                  <a:pt x="885578" y="279479"/>
                </a:lnTo>
                <a:lnTo>
                  <a:pt x="881903" y="279479"/>
                </a:lnTo>
                <a:lnTo>
                  <a:pt x="878229" y="279479"/>
                </a:lnTo>
                <a:lnTo>
                  <a:pt x="874554" y="279479"/>
                </a:lnTo>
                <a:lnTo>
                  <a:pt x="870880" y="279479"/>
                </a:lnTo>
                <a:lnTo>
                  <a:pt x="867205" y="279479"/>
                </a:lnTo>
                <a:lnTo>
                  <a:pt x="863530" y="279479"/>
                </a:lnTo>
                <a:lnTo>
                  <a:pt x="859856" y="279479"/>
                </a:lnTo>
                <a:lnTo>
                  <a:pt x="856181" y="279479"/>
                </a:lnTo>
                <a:lnTo>
                  <a:pt x="852507" y="279479"/>
                </a:lnTo>
                <a:lnTo>
                  <a:pt x="848832" y="279479"/>
                </a:lnTo>
                <a:lnTo>
                  <a:pt x="845157" y="279479"/>
                </a:lnTo>
                <a:lnTo>
                  <a:pt x="841483" y="279479"/>
                </a:lnTo>
                <a:lnTo>
                  <a:pt x="837808" y="279479"/>
                </a:lnTo>
                <a:lnTo>
                  <a:pt x="834134" y="279479"/>
                </a:lnTo>
                <a:lnTo>
                  <a:pt x="830459" y="279479"/>
                </a:lnTo>
                <a:lnTo>
                  <a:pt x="826784" y="279479"/>
                </a:lnTo>
                <a:lnTo>
                  <a:pt x="823110" y="279479"/>
                </a:lnTo>
                <a:lnTo>
                  <a:pt x="819435" y="279479"/>
                </a:lnTo>
                <a:lnTo>
                  <a:pt x="815761" y="279479"/>
                </a:lnTo>
                <a:lnTo>
                  <a:pt x="812086" y="279479"/>
                </a:lnTo>
                <a:lnTo>
                  <a:pt x="808411" y="279479"/>
                </a:lnTo>
                <a:lnTo>
                  <a:pt x="804737" y="279479"/>
                </a:lnTo>
                <a:lnTo>
                  <a:pt x="801062" y="279479"/>
                </a:lnTo>
                <a:lnTo>
                  <a:pt x="797388" y="279479"/>
                </a:lnTo>
                <a:lnTo>
                  <a:pt x="793713" y="279479"/>
                </a:lnTo>
                <a:lnTo>
                  <a:pt x="790038" y="279479"/>
                </a:lnTo>
                <a:lnTo>
                  <a:pt x="786364" y="279479"/>
                </a:lnTo>
                <a:lnTo>
                  <a:pt x="782689" y="279479"/>
                </a:lnTo>
                <a:lnTo>
                  <a:pt x="779015" y="279479"/>
                </a:lnTo>
                <a:lnTo>
                  <a:pt x="775340" y="279479"/>
                </a:lnTo>
                <a:lnTo>
                  <a:pt x="771665" y="279479"/>
                </a:lnTo>
                <a:lnTo>
                  <a:pt x="767991" y="279479"/>
                </a:lnTo>
                <a:lnTo>
                  <a:pt x="764316" y="279479"/>
                </a:lnTo>
                <a:lnTo>
                  <a:pt x="760642" y="279479"/>
                </a:lnTo>
                <a:lnTo>
                  <a:pt x="756967" y="279479"/>
                </a:lnTo>
                <a:lnTo>
                  <a:pt x="753292" y="279479"/>
                </a:lnTo>
                <a:lnTo>
                  <a:pt x="749618" y="279479"/>
                </a:lnTo>
                <a:lnTo>
                  <a:pt x="745943" y="279479"/>
                </a:lnTo>
                <a:lnTo>
                  <a:pt x="742269" y="279479"/>
                </a:lnTo>
                <a:lnTo>
                  <a:pt x="738594" y="279479"/>
                </a:lnTo>
                <a:lnTo>
                  <a:pt x="734919" y="279479"/>
                </a:lnTo>
                <a:lnTo>
                  <a:pt x="731245" y="279479"/>
                </a:lnTo>
                <a:lnTo>
                  <a:pt x="727570" y="279479"/>
                </a:lnTo>
                <a:lnTo>
                  <a:pt x="723896" y="279479"/>
                </a:lnTo>
                <a:lnTo>
                  <a:pt x="720221" y="279479"/>
                </a:lnTo>
                <a:lnTo>
                  <a:pt x="716546" y="279479"/>
                </a:lnTo>
                <a:lnTo>
                  <a:pt x="712872" y="279479"/>
                </a:lnTo>
                <a:lnTo>
                  <a:pt x="709197" y="279479"/>
                </a:lnTo>
                <a:lnTo>
                  <a:pt x="705523" y="279479"/>
                </a:lnTo>
                <a:lnTo>
                  <a:pt x="701848" y="279479"/>
                </a:lnTo>
                <a:lnTo>
                  <a:pt x="698173" y="279479"/>
                </a:lnTo>
                <a:lnTo>
                  <a:pt x="694499" y="279479"/>
                </a:lnTo>
                <a:lnTo>
                  <a:pt x="690824" y="279479"/>
                </a:lnTo>
                <a:lnTo>
                  <a:pt x="687150" y="279479"/>
                </a:lnTo>
                <a:lnTo>
                  <a:pt x="683475" y="279479"/>
                </a:lnTo>
                <a:lnTo>
                  <a:pt x="679800" y="279479"/>
                </a:lnTo>
                <a:lnTo>
                  <a:pt x="676126" y="279479"/>
                </a:lnTo>
                <a:lnTo>
                  <a:pt x="672451" y="279479"/>
                </a:lnTo>
                <a:lnTo>
                  <a:pt x="668777" y="279479"/>
                </a:lnTo>
                <a:lnTo>
                  <a:pt x="665102" y="279479"/>
                </a:lnTo>
                <a:lnTo>
                  <a:pt x="661427" y="279479"/>
                </a:lnTo>
                <a:lnTo>
                  <a:pt x="657753" y="279479"/>
                </a:lnTo>
                <a:lnTo>
                  <a:pt x="654078" y="279479"/>
                </a:lnTo>
                <a:lnTo>
                  <a:pt x="650404" y="279479"/>
                </a:lnTo>
                <a:lnTo>
                  <a:pt x="646729" y="279479"/>
                </a:lnTo>
                <a:lnTo>
                  <a:pt x="643054" y="279479"/>
                </a:lnTo>
                <a:lnTo>
                  <a:pt x="639380" y="279479"/>
                </a:lnTo>
                <a:lnTo>
                  <a:pt x="635705" y="279479"/>
                </a:lnTo>
                <a:lnTo>
                  <a:pt x="632031" y="279479"/>
                </a:lnTo>
                <a:lnTo>
                  <a:pt x="628356" y="279479"/>
                </a:lnTo>
                <a:lnTo>
                  <a:pt x="624681" y="279479"/>
                </a:lnTo>
                <a:lnTo>
                  <a:pt x="621007" y="279479"/>
                </a:lnTo>
                <a:lnTo>
                  <a:pt x="617332" y="279479"/>
                </a:lnTo>
                <a:lnTo>
                  <a:pt x="613658" y="279479"/>
                </a:lnTo>
                <a:lnTo>
                  <a:pt x="609983" y="279479"/>
                </a:lnTo>
                <a:lnTo>
                  <a:pt x="606308" y="279479"/>
                </a:lnTo>
                <a:lnTo>
                  <a:pt x="602634" y="279479"/>
                </a:lnTo>
                <a:lnTo>
                  <a:pt x="598959" y="279479"/>
                </a:lnTo>
                <a:lnTo>
                  <a:pt x="595285" y="279479"/>
                </a:lnTo>
                <a:lnTo>
                  <a:pt x="591610" y="279479"/>
                </a:lnTo>
                <a:lnTo>
                  <a:pt x="587935" y="279479"/>
                </a:lnTo>
                <a:lnTo>
                  <a:pt x="584261" y="279479"/>
                </a:lnTo>
                <a:lnTo>
                  <a:pt x="580586" y="279479"/>
                </a:lnTo>
                <a:lnTo>
                  <a:pt x="576912" y="279479"/>
                </a:lnTo>
                <a:lnTo>
                  <a:pt x="573237" y="279479"/>
                </a:lnTo>
                <a:lnTo>
                  <a:pt x="569562" y="279479"/>
                </a:lnTo>
                <a:lnTo>
                  <a:pt x="565888" y="279479"/>
                </a:lnTo>
                <a:lnTo>
                  <a:pt x="562213" y="279479"/>
                </a:lnTo>
                <a:lnTo>
                  <a:pt x="558539" y="279479"/>
                </a:lnTo>
                <a:lnTo>
                  <a:pt x="554864" y="279479"/>
                </a:lnTo>
                <a:lnTo>
                  <a:pt x="551189" y="279479"/>
                </a:lnTo>
                <a:lnTo>
                  <a:pt x="547515" y="279479"/>
                </a:lnTo>
                <a:lnTo>
                  <a:pt x="543840" y="279479"/>
                </a:lnTo>
                <a:lnTo>
                  <a:pt x="540166" y="279479"/>
                </a:lnTo>
                <a:lnTo>
                  <a:pt x="536491" y="279479"/>
                </a:lnTo>
                <a:lnTo>
                  <a:pt x="532816" y="279479"/>
                </a:lnTo>
                <a:lnTo>
                  <a:pt x="529142" y="279479"/>
                </a:lnTo>
                <a:lnTo>
                  <a:pt x="525467" y="279479"/>
                </a:lnTo>
                <a:lnTo>
                  <a:pt x="521793" y="279479"/>
                </a:lnTo>
                <a:lnTo>
                  <a:pt x="518118" y="279479"/>
                </a:lnTo>
                <a:lnTo>
                  <a:pt x="514443" y="279479"/>
                </a:lnTo>
                <a:lnTo>
                  <a:pt x="510769" y="279479"/>
                </a:lnTo>
                <a:lnTo>
                  <a:pt x="507094" y="279479"/>
                </a:lnTo>
                <a:lnTo>
                  <a:pt x="503420" y="279479"/>
                </a:lnTo>
                <a:lnTo>
                  <a:pt x="499745" y="279479"/>
                </a:lnTo>
                <a:lnTo>
                  <a:pt x="496070" y="279479"/>
                </a:lnTo>
                <a:lnTo>
                  <a:pt x="492396" y="279479"/>
                </a:lnTo>
                <a:lnTo>
                  <a:pt x="488721" y="279479"/>
                </a:lnTo>
                <a:lnTo>
                  <a:pt x="485047" y="279479"/>
                </a:lnTo>
                <a:lnTo>
                  <a:pt x="481372" y="279479"/>
                </a:lnTo>
                <a:lnTo>
                  <a:pt x="477697" y="279479"/>
                </a:lnTo>
                <a:lnTo>
                  <a:pt x="474023" y="279479"/>
                </a:lnTo>
                <a:lnTo>
                  <a:pt x="470348" y="279479"/>
                </a:lnTo>
                <a:lnTo>
                  <a:pt x="466674" y="279479"/>
                </a:lnTo>
                <a:lnTo>
                  <a:pt x="462999" y="279479"/>
                </a:lnTo>
                <a:lnTo>
                  <a:pt x="459324" y="279479"/>
                </a:lnTo>
                <a:lnTo>
                  <a:pt x="455650" y="279479"/>
                </a:lnTo>
                <a:lnTo>
                  <a:pt x="451975" y="279479"/>
                </a:lnTo>
                <a:lnTo>
                  <a:pt x="448301" y="279479"/>
                </a:lnTo>
                <a:lnTo>
                  <a:pt x="444626" y="279479"/>
                </a:lnTo>
                <a:lnTo>
                  <a:pt x="440951" y="279479"/>
                </a:lnTo>
                <a:lnTo>
                  <a:pt x="437277" y="279479"/>
                </a:lnTo>
                <a:lnTo>
                  <a:pt x="433602" y="279479"/>
                </a:lnTo>
                <a:lnTo>
                  <a:pt x="429928" y="279479"/>
                </a:lnTo>
                <a:lnTo>
                  <a:pt x="426253" y="279479"/>
                </a:lnTo>
                <a:lnTo>
                  <a:pt x="422578" y="279479"/>
                </a:lnTo>
                <a:lnTo>
                  <a:pt x="418904" y="279479"/>
                </a:lnTo>
                <a:lnTo>
                  <a:pt x="415229" y="279479"/>
                </a:lnTo>
                <a:lnTo>
                  <a:pt x="411555" y="279479"/>
                </a:lnTo>
                <a:lnTo>
                  <a:pt x="407880" y="279479"/>
                </a:lnTo>
                <a:lnTo>
                  <a:pt x="404205" y="279479"/>
                </a:lnTo>
                <a:lnTo>
                  <a:pt x="400531" y="279479"/>
                </a:lnTo>
                <a:lnTo>
                  <a:pt x="396856" y="279479"/>
                </a:lnTo>
                <a:lnTo>
                  <a:pt x="393182" y="279479"/>
                </a:lnTo>
                <a:lnTo>
                  <a:pt x="389507" y="279479"/>
                </a:lnTo>
                <a:lnTo>
                  <a:pt x="385832" y="279479"/>
                </a:lnTo>
                <a:lnTo>
                  <a:pt x="382158" y="279479"/>
                </a:lnTo>
                <a:lnTo>
                  <a:pt x="378483" y="279479"/>
                </a:lnTo>
                <a:lnTo>
                  <a:pt x="374809" y="279479"/>
                </a:lnTo>
                <a:lnTo>
                  <a:pt x="371134" y="279479"/>
                </a:lnTo>
                <a:lnTo>
                  <a:pt x="367459" y="279479"/>
                </a:lnTo>
                <a:lnTo>
                  <a:pt x="363785" y="279479"/>
                </a:lnTo>
                <a:lnTo>
                  <a:pt x="360110" y="279479"/>
                </a:lnTo>
                <a:lnTo>
                  <a:pt x="356436" y="279479"/>
                </a:lnTo>
                <a:lnTo>
                  <a:pt x="352761" y="279479"/>
                </a:lnTo>
                <a:lnTo>
                  <a:pt x="349086" y="279479"/>
                </a:lnTo>
                <a:lnTo>
                  <a:pt x="345412" y="279479"/>
                </a:lnTo>
                <a:lnTo>
                  <a:pt x="341737" y="279479"/>
                </a:lnTo>
                <a:lnTo>
                  <a:pt x="338063" y="279479"/>
                </a:lnTo>
                <a:lnTo>
                  <a:pt x="334388" y="279479"/>
                </a:lnTo>
                <a:lnTo>
                  <a:pt x="330713" y="279479"/>
                </a:lnTo>
                <a:lnTo>
                  <a:pt x="327039" y="279479"/>
                </a:lnTo>
                <a:lnTo>
                  <a:pt x="323364" y="279479"/>
                </a:lnTo>
                <a:lnTo>
                  <a:pt x="319690" y="279479"/>
                </a:lnTo>
                <a:lnTo>
                  <a:pt x="316015" y="279479"/>
                </a:lnTo>
                <a:lnTo>
                  <a:pt x="312340" y="279479"/>
                </a:lnTo>
                <a:lnTo>
                  <a:pt x="308666" y="279479"/>
                </a:lnTo>
                <a:lnTo>
                  <a:pt x="304991" y="279479"/>
                </a:lnTo>
                <a:lnTo>
                  <a:pt x="301317" y="279479"/>
                </a:lnTo>
                <a:lnTo>
                  <a:pt x="297642" y="279479"/>
                </a:lnTo>
                <a:lnTo>
                  <a:pt x="293967" y="279479"/>
                </a:lnTo>
                <a:lnTo>
                  <a:pt x="290293" y="279479"/>
                </a:lnTo>
                <a:lnTo>
                  <a:pt x="286618" y="279479"/>
                </a:lnTo>
                <a:lnTo>
                  <a:pt x="282944" y="279479"/>
                </a:lnTo>
                <a:lnTo>
                  <a:pt x="279269" y="279479"/>
                </a:lnTo>
                <a:lnTo>
                  <a:pt x="275594" y="279479"/>
                </a:lnTo>
                <a:lnTo>
                  <a:pt x="271920" y="279479"/>
                </a:lnTo>
                <a:lnTo>
                  <a:pt x="268245" y="279479"/>
                </a:lnTo>
                <a:lnTo>
                  <a:pt x="264571" y="279479"/>
                </a:lnTo>
                <a:lnTo>
                  <a:pt x="260896" y="279479"/>
                </a:lnTo>
                <a:lnTo>
                  <a:pt x="257221" y="279479"/>
                </a:lnTo>
                <a:lnTo>
                  <a:pt x="253547" y="279479"/>
                </a:lnTo>
                <a:lnTo>
                  <a:pt x="249872" y="279479"/>
                </a:lnTo>
                <a:lnTo>
                  <a:pt x="246198" y="279479"/>
                </a:lnTo>
                <a:lnTo>
                  <a:pt x="242523" y="279479"/>
                </a:lnTo>
                <a:lnTo>
                  <a:pt x="238848" y="279479"/>
                </a:lnTo>
                <a:lnTo>
                  <a:pt x="235174" y="279479"/>
                </a:lnTo>
                <a:lnTo>
                  <a:pt x="231499" y="279479"/>
                </a:lnTo>
                <a:lnTo>
                  <a:pt x="227825" y="279479"/>
                </a:lnTo>
                <a:lnTo>
                  <a:pt x="224150" y="279479"/>
                </a:lnTo>
                <a:lnTo>
                  <a:pt x="220475" y="279479"/>
                </a:lnTo>
                <a:lnTo>
                  <a:pt x="216801" y="279479"/>
                </a:lnTo>
                <a:lnTo>
                  <a:pt x="213126" y="279479"/>
                </a:lnTo>
                <a:lnTo>
                  <a:pt x="209452" y="279479"/>
                </a:lnTo>
                <a:lnTo>
                  <a:pt x="205777" y="279479"/>
                </a:lnTo>
                <a:lnTo>
                  <a:pt x="202102" y="279479"/>
                </a:lnTo>
                <a:lnTo>
                  <a:pt x="198428" y="279479"/>
                </a:lnTo>
                <a:lnTo>
                  <a:pt x="194753" y="279479"/>
                </a:lnTo>
                <a:lnTo>
                  <a:pt x="191079" y="279479"/>
                </a:lnTo>
                <a:lnTo>
                  <a:pt x="187404" y="279479"/>
                </a:lnTo>
                <a:lnTo>
                  <a:pt x="183729" y="279479"/>
                </a:lnTo>
                <a:lnTo>
                  <a:pt x="180055" y="279479"/>
                </a:lnTo>
                <a:lnTo>
                  <a:pt x="176380" y="279479"/>
                </a:lnTo>
                <a:lnTo>
                  <a:pt x="172706" y="279479"/>
                </a:lnTo>
                <a:lnTo>
                  <a:pt x="169031" y="279479"/>
                </a:lnTo>
                <a:lnTo>
                  <a:pt x="165356" y="279479"/>
                </a:lnTo>
                <a:lnTo>
                  <a:pt x="161682" y="279479"/>
                </a:lnTo>
                <a:lnTo>
                  <a:pt x="158007" y="279479"/>
                </a:lnTo>
                <a:lnTo>
                  <a:pt x="154333" y="279479"/>
                </a:lnTo>
                <a:lnTo>
                  <a:pt x="150658" y="279479"/>
                </a:lnTo>
                <a:lnTo>
                  <a:pt x="146983" y="279479"/>
                </a:lnTo>
                <a:lnTo>
                  <a:pt x="143309" y="279479"/>
                </a:lnTo>
                <a:lnTo>
                  <a:pt x="139634" y="279479"/>
                </a:lnTo>
                <a:lnTo>
                  <a:pt x="135960" y="279479"/>
                </a:lnTo>
                <a:lnTo>
                  <a:pt x="132285" y="279479"/>
                </a:lnTo>
                <a:lnTo>
                  <a:pt x="128610" y="279479"/>
                </a:lnTo>
                <a:lnTo>
                  <a:pt x="124936" y="279479"/>
                </a:lnTo>
                <a:lnTo>
                  <a:pt x="121261" y="279479"/>
                </a:lnTo>
                <a:lnTo>
                  <a:pt x="117587" y="279479"/>
                </a:lnTo>
                <a:lnTo>
                  <a:pt x="113912" y="279479"/>
                </a:lnTo>
                <a:lnTo>
                  <a:pt x="110237" y="279479"/>
                </a:lnTo>
                <a:lnTo>
                  <a:pt x="106563" y="279479"/>
                </a:lnTo>
                <a:lnTo>
                  <a:pt x="102888" y="279479"/>
                </a:lnTo>
                <a:lnTo>
                  <a:pt x="99214" y="279479"/>
                </a:lnTo>
                <a:lnTo>
                  <a:pt x="95539" y="279479"/>
                </a:lnTo>
                <a:lnTo>
                  <a:pt x="91864" y="279479"/>
                </a:lnTo>
                <a:lnTo>
                  <a:pt x="88190" y="279479"/>
                </a:lnTo>
                <a:lnTo>
                  <a:pt x="84515" y="279479"/>
                </a:lnTo>
                <a:lnTo>
                  <a:pt x="80841" y="279479"/>
                </a:lnTo>
                <a:lnTo>
                  <a:pt x="77166" y="279479"/>
                </a:lnTo>
                <a:lnTo>
                  <a:pt x="73491" y="279479"/>
                </a:lnTo>
                <a:lnTo>
                  <a:pt x="69817" y="279479"/>
                </a:lnTo>
                <a:lnTo>
                  <a:pt x="66142" y="279479"/>
                </a:lnTo>
                <a:lnTo>
                  <a:pt x="62468" y="279479"/>
                </a:lnTo>
                <a:lnTo>
                  <a:pt x="58793" y="279479"/>
                </a:lnTo>
                <a:lnTo>
                  <a:pt x="55118" y="279479"/>
                </a:lnTo>
                <a:lnTo>
                  <a:pt x="51444" y="279479"/>
                </a:lnTo>
                <a:lnTo>
                  <a:pt x="47769" y="279479"/>
                </a:lnTo>
                <a:lnTo>
                  <a:pt x="44095" y="279479"/>
                </a:lnTo>
                <a:lnTo>
                  <a:pt x="40420" y="279479"/>
                </a:lnTo>
                <a:lnTo>
                  <a:pt x="36745" y="279479"/>
                </a:lnTo>
                <a:lnTo>
                  <a:pt x="33071" y="279479"/>
                </a:lnTo>
                <a:lnTo>
                  <a:pt x="29396" y="279479"/>
                </a:lnTo>
                <a:lnTo>
                  <a:pt x="25722" y="279479"/>
                </a:lnTo>
                <a:lnTo>
                  <a:pt x="22047" y="279479"/>
                </a:lnTo>
                <a:lnTo>
                  <a:pt x="18372" y="279479"/>
                </a:lnTo>
                <a:lnTo>
                  <a:pt x="14698" y="279479"/>
                </a:lnTo>
                <a:lnTo>
                  <a:pt x="11023" y="279479"/>
                </a:lnTo>
                <a:lnTo>
                  <a:pt x="7349" y="279479"/>
                </a:lnTo>
                <a:lnTo>
                  <a:pt x="3674" y="279479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77" name="pl77"/>
          <p:cNvSpPr/>
          <p:nvPr/>
        </p:nvSpPr>
        <p:spPr>
          <a:xfrm>
            <a:off x="4548521" y="3945337"/>
            <a:ext cx="1877720" cy="279479"/>
          </a:xfrm>
          <a:custGeom>
            <a:avLst/>
            <a:gdLst/>
            <a:ahLst/>
            <a:cxnLst/>
            <a:rect l="0" t="0" r="0" b="0"/>
            <a:pathLst>
              <a:path w="1877720" h="279479">
                <a:moveTo>
                  <a:pt x="0" y="279479"/>
                </a:moveTo>
                <a:lnTo>
                  <a:pt x="3674" y="279479"/>
                </a:lnTo>
                <a:lnTo>
                  <a:pt x="7349" y="279479"/>
                </a:lnTo>
                <a:lnTo>
                  <a:pt x="11023" y="279479"/>
                </a:lnTo>
                <a:lnTo>
                  <a:pt x="14698" y="279479"/>
                </a:lnTo>
                <a:lnTo>
                  <a:pt x="18372" y="279479"/>
                </a:lnTo>
                <a:lnTo>
                  <a:pt x="22047" y="279479"/>
                </a:lnTo>
                <a:lnTo>
                  <a:pt x="25722" y="279479"/>
                </a:lnTo>
                <a:lnTo>
                  <a:pt x="29396" y="279479"/>
                </a:lnTo>
                <a:lnTo>
                  <a:pt x="33071" y="279479"/>
                </a:lnTo>
                <a:lnTo>
                  <a:pt x="36745" y="279479"/>
                </a:lnTo>
                <a:lnTo>
                  <a:pt x="40420" y="279479"/>
                </a:lnTo>
                <a:lnTo>
                  <a:pt x="44095" y="279479"/>
                </a:lnTo>
                <a:lnTo>
                  <a:pt x="47769" y="279479"/>
                </a:lnTo>
                <a:lnTo>
                  <a:pt x="51444" y="279479"/>
                </a:lnTo>
                <a:lnTo>
                  <a:pt x="55118" y="279479"/>
                </a:lnTo>
                <a:lnTo>
                  <a:pt x="58793" y="279479"/>
                </a:lnTo>
                <a:lnTo>
                  <a:pt x="62468" y="279479"/>
                </a:lnTo>
                <a:lnTo>
                  <a:pt x="66142" y="279479"/>
                </a:lnTo>
                <a:lnTo>
                  <a:pt x="69817" y="279479"/>
                </a:lnTo>
                <a:lnTo>
                  <a:pt x="73491" y="279479"/>
                </a:lnTo>
                <a:lnTo>
                  <a:pt x="77166" y="279479"/>
                </a:lnTo>
                <a:lnTo>
                  <a:pt x="80841" y="279479"/>
                </a:lnTo>
                <a:lnTo>
                  <a:pt x="84515" y="279479"/>
                </a:lnTo>
                <a:lnTo>
                  <a:pt x="88190" y="279479"/>
                </a:lnTo>
                <a:lnTo>
                  <a:pt x="91864" y="279479"/>
                </a:lnTo>
                <a:lnTo>
                  <a:pt x="95539" y="279479"/>
                </a:lnTo>
                <a:lnTo>
                  <a:pt x="99214" y="279479"/>
                </a:lnTo>
                <a:lnTo>
                  <a:pt x="102888" y="279479"/>
                </a:lnTo>
                <a:lnTo>
                  <a:pt x="106563" y="279479"/>
                </a:lnTo>
                <a:lnTo>
                  <a:pt x="110237" y="279479"/>
                </a:lnTo>
                <a:lnTo>
                  <a:pt x="113912" y="279479"/>
                </a:lnTo>
                <a:lnTo>
                  <a:pt x="117587" y="279479"/>
                </a:lnTo>
                <a:lnTo>
                  <a:pt x="121261" y="279479"/>
                </a:lnTo>
                <a:lnTo>
                  <a:pt x="124936" y="279479"/>
                </a:lnTo>
                <a:lnTo>
                  <a:pt x="128610" y="279479"/>
                </a:lnTo>
                <a:lnTo>
                  <a:pt x="132285" y="279479"/>
                </a:lnTo>
                <a:lnTo>
                  <a:pt x="135960" y="279479"/>
                </a:lnTo>
                <a:lnTo>
                  <a:pt x="139634" y="279479"/>
                </a:lnTo>
                <a:lnTo>
                  <a:pt x="143309" y="279479"/>
                </a:lnTo>
                <a:lnTo>
                  <a:pt x="146983" y="279479"/>
                </a:lnTo>
                <a:lnTo>
                  <a:pt x="150658" y="279479"/>
                </a:lnTo>
                <a:lnTo>
                  <a:pt x="154333" y="279479"/>
                </a:lnTo>
                <a:lnTo>
                  <a:pt x="158007" y="279479"/>
                </a:lnTo>
                <a:lnTo>
                  <a:pt x="161682" y="279479"/>
                </a:lnTo>
                <a:lnTo>
                  <a:pt x="165356" y="279479"/>
                </a:lnTo>
                <a:lnTo>
                  <a:pt x="169031" y="279479"/>
                </a:lnTo>
                <a:lnTo>
                  <a:pt x="172706" y="279479"/>
                </a:lnTo>
                <a:lnTo>
                  <a:pt x="176380" y="279479"/>
                </a:lnTo>
                <a:lnTo>
                  <a:pt x="180055" y="279479"/>
                </a:lnTo>
                <a:lnTo>
                  <a:pt x="183729" y="279479"/>
                </a:lnTo>
                <a:lnTo>
                  <a:pt x="187404" y="279479"/>
                </a:lnTo>
                <a:lnTo>
                  <a:pt x="191079" y="279479"/>
                </a:lnTo>
                <a:lnTo>
                  <a:pt x="194753" y="279479"/>
                </a:lnTo>
                <a:lnTo>
                  <a:pt x="198428" y="279479"/>
                </a:lnTo>
                <a:lnTo>
                  <a:pt x="202102" y="279479"/>
                </a:lnTo>
                <a:lnTo>
                  <a:pt x="205777" y="279479"/>
                </a:lnTo>
                <a:lnTo>
                  <a:pt x="209452" y="279479"/>
                </a:lnTo>
                <a:lnTo>
                  <a:pt x="213126" y="279479"/>
                </a:lnTo>
                <a:lnTo>
                  <a:pt x="216801" y="279479"/>
                </a:lnTo>
                <a:lnTo>
                  <a:pt x="220475" y="279479"/>
                </a:lnTo>
                <a:lnTo>
                  <a:pt x="224150" y="279479"/>
                </a:lnTo>
                <a:lnTo>
                  <a:pt x="227825" y="279479"/>
                </a:lnTo>
                <a:lnTo>
                  <a:pt x="231499" y="279479"/>
                </a:lnTo>
                <a:lnTo>
                  <a:pt x="235174" y="279479"/>
                </a:lnTo>
                <a:lnTo>
                  <a:pt x="238848" y="279479"/>
                </a:lnTo>
                <a:lnTo>
                  <a:pt x="242523" y="279479"/>
                </a:lnTo>
                <a:lnTo>
                  <a:pt x="246198" y="279479"/>
                </a:lnTo>
                <a:lnTo>
                  <a:pt x="249872" y="279479"/>
                </a:lnTo>
                <a:lnTo>
                  <a:pt x="253547" y="279479"/>
                </a:lnTo>
                <a:lnTo>
                  <a:pt x="257221" y="279479"/>
                </a:lnTo>
                <a:lnTo>
                  <a:pt x="260896" y="279479"/>
                </a:lnTo>
                <a:lnTo>
                  <a:pt x="264571" y="279479"/>
                </a:lnTo>
                <a:lnTo>
                  <a:pt x="268245" y="279479"/>
                </a:lnTo>
                <a:lnTo>
                  <a:pt x="271920" y="279479"/>
                </a:lnTo>
                <a:lnTo>
                  <a:pt x="275594" y="279479"/>
                </a:lnTo>
                <a:lnTo>
                  <a:pt x="279269" y="279479"/>
                </a:lnTo>
                <a:lnTo>
                  <a:pt x="282944" y="279479"/>
                </a:lnTo>
                <a:lnTo>
                  <a:pt x="286618" y="279479"/>
                </a:lnTo>
                <a:lnTo>
                  <a:pt x="290293" y="279479"/>
                </a:lnTo>
                <a:lnTo>
                  <a:pt x="293967" y="279479"/>
                </a:lnTo>
                <a:lnTo>
                  <a:pt x="297642" y="279479"/>
                </a:lnTo>
                <a:lnTo>
                  <a:pt x="301317" y="279479"/>
                </a:lnTo>
                <a:lnTo>
                  <a:pt x="304991" y="279479"/>
                </a:lnTo>
                <a:lnTo>
                  <a:pt x="308666" y="279479"/>
                </a:lnTo>
                <a:lnTo>
                  <a:pt x="312340" y="279479"/>
                </a:lnTo>
                <a:lnTo>
                  <a:pt x="316015" y="279479"/>
                </a:lnTo>
                <a:lnTo>
                  <a:pt x="319690" y="279479"/>
                </a:lnTo>
                <a:lnTo>
                  <a:pt x="323364" y="279479"/>
                </a:lnTo>
                <a:lnTo>
                  <a:pt x="327039" y="279479"/>
                </a:lnTo>
                <a:lnTo>
                  <a:pt x="330713" y="279479"/>
                </a:lnTo>
                <a:lnTo>
                  <a:pt x="334388" y="279479"/>
                </a:lnTo>
                <a:lnTo>
                  <a:pt x="338063" y="279479"/>
                </a:lnTo>
                <a:lnTo>
                  <a:pt x="341737" y="279479"/>
                </a:lnTo>
                <a:lnTo>
                  <a:pt x="345412" y="279479"/>
                </a:lnTo>
                <a:lnTo>
                  <a:pt x="349086" y="279479"/>
                </a:lnTo>
                <a:lnTo>
                  <a:pt x="352761" y="279479"/>
                </a:lnTo>
                <a:lnTo>
                  <a:pt x="356436" y="279479"/>
                </a:lnTo>
                <a:lnTo>
                  <a:pt x="360110" y="279479"/>
                </a:lnTo>
                <a:lnTo>
                  <a:pt x="363785" y="279479"/>
                </a:lnTo>
                <a:lnTo>
                  <a:pt x="367459" y="279479"/>
                </a:lnTo>
                <a:lnTo>
                  <a:pt x="371134" y="279479"/>
                </a:lnTo>
                <a:lnTo>
                  <a:pt x="374809" y="279479"/>
                </a:lnTo>
                <a:lnTo>
                  <a:pt x="378483" y="279479"/>
                </a:lnTo>
                <a:lnTo>
                  <a:pt x="382158" y="279479"/>
                </a:lnTo>
                <a:lnTo>
                  <a:pt x="385832" y="279479"/>
                </a:lnTo>
                <a:lnTo>
                  <a:pt x="389507" y="279479"/>
                </a:lnTo>
                <a:lnTo>
                  <a:pt x="393182" y="279479"/>
                </a:lnTo>
                <a:lnTo>
                  <a:pt x="396856" y="279479"/>
                </a:lnTo>
                <a:lnTo>
                  <a:pt x="400531" y="279479"/>
                </a:lnTo>
                <a:lnTo>
                  <a:pt x="404205" y="279479"/>
                </a:lnTo>
                <a:lnTo>
                  <a:pt x="407880" y="279479"/>
                </a:lnTo>
                <a:lnTo>
                  <a:pt x="411555" y="279479"/>
                </a:lnTo>
                <a:lnTo>
                  <a:pt x="415229" y="279479"/>
                </a:lnTo>
                <a:lnTo>
                  <a:pt x="418904" y="279479"/>
                </a:lnTo>
                <a:lnTo>
                  <a:pt x="422578" y="279479"/>
                </a:lnTo>
                <a:lnTo>
                  <a:pt x="426253" y="279479"/>
                </a:lnTo>
                <a:lnTo>
                  <a:pt x="429928" y="279479"/>
                </a:lnTo>
                <a:lnTo>
                  <a:pt x="433602" y="279479"/>
                </a:lnTo>
                <a:lnTo>
                  <a:pt x="437277" y="279479"/>
                </a:lnTo>
                <a:lnTo>
                  <a:pt x="440951" y="279479"/>
                </a:lnTo>
                <a:lnTo>
                  <a:pt x="444626" y="279479"/>
                </a:lnTo>
                <a:lnTo>
                  <a:pt x="448301" y="279479"/>
                </a:lnTo>
                <a:lnTo>
                  <a:pt x="451975" y="279478"/>
                </a:lnTo>
                <a:lnTo>
                  <a:pt x="455650" y="279478"/>
                </a:lnTo>
                <a:lnTo>
                  <a:pt x="459324" y="279477"/>
                </a:lnTo>
                <a:lnTo>
                  <a:pt x="462999" y="279476"/>
                </a:lnTo>
                <a:lnTo>
                  <a:pt x="466674" y="279474"/>
                </a:lnTo>
                <a:lnTo>
                  <a:pt x="470348" y="279471"/>
                </a:lnTo>
                <a:lnTo>
                  <a:pt x="474023" y="279466"/>
                </a:lnTo>
                <a:lnTo>
                  <a:pt x="477697" y="279459"/>
                </a:lnTo>
                <a:lnTo>
                  <a:pt x="481372" y="279449"/>
                </a:lnTo>
                <a:lnTo>
                  <a:pt x="485047" y="279435"/>
                </a:lnTo>
                <a:lnTo>
                  <a:pt x="488721" y="279415"/>
                </a:lnTo>
                <a:lnTo>
                  <a:pt x="492396" y="279390"/>
                </a:lnTo>
                <a:lnTo>
                  <a:pt x="496070" y="279357"/>
                </a:lnTo>
                <a:lnTo>
                  <a:pt x="499745" y="279315"/>
                </a:lnTo>
                <a:lnTo>
                  <a:pt x="503420" y="279262"/>
                </a:lnTo>
                <a:lnTo>
                  <a:pt x="507094" y="279198"/>
                </a:lnTo>
                <a:lnTo>
                  <a:pt x="510769" y="279121"/>
                </a:lnTo>
                <a:lnTo>
                  <a:pt x="514443" y="279029"/>
                </a:lnTo>
                <a:lnTo>
                  <a:pt x="518118" y="278921"/>
                </a:lnTo>
                <a:lnTo>
                  <a:pt x="521793" y="278795"/>
                </a:lnTo>
                <a:lnTo>
                  <a:pt x="525467" y="278649"/>
                </a:lnTo>
                <a:lnTo>
                  <a:pt x="529142" y="278481"/>
                </a:lnTo>
                <a:lnTo>
                  <a:pt x="532816" y="278288"/>
                </a:lnTo>
                <a:lnTo>
                  <a:pt x="536491" y="278067"/>
                </a:lnTo>
                <a:lnTo>
                  <a:pt x="540166" y="277816"/>
                </a:lnTo>
                <a:lnTo>
                  <a:pt x="543840" y="277530"/>
                </a:lnTo>
                <a:lnTo>
                  <a:pt x="547515" y="277202"/>
                </a:lnTo>
                <a:lnTo>
                  <a:pt x="551189" y="276831"/>
                </a:lnTo>
                <a:lnTo>
                  <a:pt x="554864" y="276411"/>
                </a:lnTo>
                <a:lnTo>
                  <a:pt x="558539" y="275935"/>
                </a:lnTo>
                <a:lnTo>
                  <a:pt x="562213" y="275395"/>
                </a:lnTo>
                <a:lnTo>
                  <a:pt x="565888" y="274784"/>
                </a:lnTo>
                <a:lnTo>
                  <a:pt x="569562" y="274093"/>
                </a:lnTo>
                <a:lnTo>
                  <a:pt x="573237" y="273311"/>
                </a:lnTo>
                <a:lnTo>
                  <a:pt x="576912" y="272431"/>
                </a:lnTo>
                <a:lnTo>
                  <a:pt x="580586" y="271442"/>
                </a:lnTo>
                <a:lnTo>
                  <a:pt x="584261" y="270339"/>
                </a:lnTo>
                <a:lnTo>
                  <a:pt x="587935" y="269107"/>
                </a:lnTo>
                <a:lnTo>
                  <a:pt x="591610" y="267737"/>
                </a:lnTo>
                <a:lnTo>
                  <a:pt x="595285" y="266230"/>
                </a:lnTo>
                <a:lnTo>
                  <a:pt x="598959" y="264582"/>
                </a:lnTo>
                <a:lnTo>
                  <a:pt x="602634" y="262788"/>
                </a:lnTo>
                <a:lnTo>
                  <a:pt x="606308" y="260845"/>
                </a:lnTo>
                <a:lnTo>
                  <a:pt x="609983" y="258751"/>
                </a:lnTo>
                <a:lnTo>
                  <a:pt x="613658" y="256509"/>
                </a:lnTo>
                <a:lnTo>
                  <a:pt x="617332" y="254119"/>
                </a:lnTo>
                <a:lnTo>
                  <a:pt x="621007" y="251589"/>
                </a:lnTo>
                <a:lnTo>
                  <a:pt x="624681" y="248926"/>
                </a:lnTo>
                <a:lnTo>
                  <a:pt x="628356" y="246142"/>
                </a:lnTo>
                <a:lnTo>
                  <a:pt x="632031" y="243246"/>
                </a:lnTo>
                <a:lnTo>
                  <a:pt x="635705" y="240251"/>
                </a:lnTo>
                <a:lnTo>
                  <a:pt x="639380" y="237177"/>
                </a:lnTo>
                <a:lnTo>
                  <a:pt x="643054" y="234033"/>
                </a:lnTo>
                <a:lnTo>
                  <a:pt x="646729" y="230826"/>
                </a:lnTo>
                <a:lnTo>
                  <a:pt x="650404" y="227559"/>
                </a:lnTo>
                <a:lnTo>
                  <a:pt x="654078" y="224229"/>
                </a:lnTo>
                <a:lnTo>
                  <a:pt x="657753" y="220832"/>
                </a:lnTo>
                <a:lnTo>
                  <a:pt x="661427" y="217355"/>
                </a:lnTo>
                <a:lnTo>
                  <a:pt x="665102" y="213786"/>
                </a:lnTo>
                <a:lnTo>
                  <a:pt x="668777" y="210109"/>
                </a:lnTo>
                <a:lnTo>
                  <a:pt x="672451" y="206303"/>
                </a:lnTo>
                <a:lnTo>
                  <a:pt x="676126" y="202342"/>
                </a:lnTo>
                <a:lnTo>
                  <a:pt x="679800" y="198193"/>
                </a:lnTo>
                <a:lnTo>
                  <a:pt x="683475" y="193840"/>
                </a:lnTo>
                <a:lnTo>
                  <a:pt x="687150" y="189258"/>
                </a:lnTo>
                <a:lnTo>
                  <a:pt x="690824" y="184425"/>
                </a:lnTo>
                <a:lnTo>
                  <a:pt x="694499" y="179322"/>
                </a:lnTo>
                <a:lnTo>
                  <a:pt x="698173" y="173941"/>
                </a:lnTo>
                <a:lnTo>
                  <a:pt x="701848" y="168283"/>
                </a:lnTo>
                <a:lnTo>
                  <a:pt x="705523" y="162366"/>
                </a:lnTo>
                <a:lnTo>
                  <a:pt x="709197" y="156221"/>
                </a:lnTo>
                <a:lnTo>
                  <a:pt x="712872" y="149895"/>
                </a:lnTo>
                <a:lnTo>
                  <a:pt x="716546" y="143445"/>
                </a:lnTo>
                <a:lnTo>
                  <a:pt x="720221" y="136936"/>
                </a:lnTo>
                <a:lnTo>
                  <a:pt x="723896" y="130440"/>
                </a:lnTo>
                <a:lnTo>
                  <a:pt x="727570" y="124014"/>
                </a:lnTo>
                <a:lnTo>
                  <a:pt x="731245" y="117698"/>
                </a:lnTo>
                <a:lnTo>
                  <a:pt x="734919" y="111518"/>
                </a:lnTo>
                <a:lnTo>
                  <a:pt x="738594" y="105483"/>
                </a:lnTo>
                <a:lnTo>
                  <a:pt x="742269" y="99596"/>
                </a:lnTo>
                <a:lnTo>
                  <a:pt x="745943" y="93853"/>
                </a:lnTo>
                <a:lnTo>
                  <a:pt x="749618" y="88248"/>
                </a:lnTo>
                <a:lnTo>
                  <a:pt x="753292" y="82783"/>
                </a:lnTo>
                <a:lnTo>
                  <a:pt x="756967" y="77467"/>
                </a:lnTo>
                <a:lnTo>
                  <a:pt x="760642" y="72318"/>
                </a:lnTo>
                <a:lnTo>
                  <a:pt x="764316" y="67370"/>
                </a:lnTo>
                <a:lnTo>
                  <a:pt x="767991" y="62656"/>
                </a:lnTo>
                <a:lnTo>
                  <a:pt x="771665" y="58189"/>
                </a:lnTo>
                <a:lnTo>
                  <a:pt x="775340" y="53976"/>
                </a:lnTo>
                <a:lnTo>
                  <a:pt x="779015" y="50014"/>
                </a:lnTo>
                <a:lnTo>
                  <a:pt x="782689" y="46281"/>
                </a:lnTo>
                <a:lnTo>
                  <a:pt x="786364" y="42741"/>
                </a:lnTo>
                <a:lnTo>
                  <a:pt x="790038" y="39348"/>
                </a:lnTo>
                <a:lnTo>
                  <a:pt x="793713" y="36051"/>
                </a:lnTo>
                <a:lnTo>
                  <a:pt x="797388" y="32803"/>
                </a:lnTo>
                <a:lnTo>
                  <a:pt x="801062" y="29570"/>
                </a:lnTo>
                <a:lnTo>
                  <a:pt x="804737" y="26334"/>
                </a:lnTo>
                <a:lnTo>
                  <a:pt x="808411" y="23100"/>
                </a:lnTo>
                <a:lnTo>
                  <a:pt x="812086" y="19905"/>
                </a:lnTo>
                <a:lnTo>
                  <a:pt x="815761" y="16799"/>
                </a:lnTo>
                <a:lnTo>
                  <a:pt x="819435" y="13844"/>
                </a:lnTo>
                <a:lnTo>
                  <a:pt x="823110" y="11101"/>
                </a:lnTo>
                <a:lnTo>
                  <a:pt x="826784" y="8623"/>
                </a:lnTo>
                <a:lnTo>
                  <a:pt x="830459" y="6449"/>
                </a:lnTo>
                <a:lnTo>
                  <a:pt x="834134" y="4601"/>
                </a:lnTo>
                <a:lnTo>
                  <a:pt x="837808" y="3083"/>
                </a:lnTo>
                <a:lnTo>
                  <a:pt x="841483" y="1886"/>
                </a:lnTo>
                <a:lnTo>
                  <a:pt x="845157" y="992"/>
                </a:lnTo>
                <a:lnTo>
                  <a:pt x="848832" y="382"/>
                </a:lnTo>
                <a:lnTo>
                  <a:pt x="852507" y="53"/>
                </a:lnTo>
                <a:lnTo>
                  <a:pt x="856181" y="0"/>
                </a:lnTo>
                <a:lnTo>
                  <a:pt x="859856" y="214"/>
                </a:lnTo>
                <a:lnTo>
                  <a:pt x="863530" y="707"/>
                </a:lnTo>
                <a:lnTo>
                  <a:pt x="867205" y="1488"/>
                </a:lnTo>
                <a:lnTo>
                  <a:pt x="870880" y="2560"/>
                </a:lnTo>
                <a:lnTo>
                  <a:pt x="874554" y="3916"/>
                </a:lnTo>
                <a:lnTo>
                  <a:pt x="878229" y="5534"/>
                </a:lnTo>
                <a:lnTo>
                  <a:pt x="881903" y="7377"/>
                </a:lnTo>
                <a:lnTo>
                  <a:pt x="885578" y="9400"/>
                </a:lnTo>
                <a:lnTo>
                  <a:pt x="889253" y="11554"/>
                </a:lnTo>
                <a:lnTo>
                  <a:pt x="892927" y="13795"/>
                </a:lnTo>
                <a:lnTo>
                  <a:pt x="896602" y="16095"/>
                </a:lnTo>
                <a:lnTo>
                  <a:pt x="900276" y="18449"/>
                </a:lnTo>
                <a:lnTo>
                  <a:pt x="903951" y="20876"/>
                </a:lnTo>
                <a:lnTo>
                  <a:pt x="907626" y="23420"/>
                </a:lnTo>
                <a:lnTo>
                  <a:pt x="911300" y="26140"/>
                </a:lnTo>
                <a:lnTo>
                  <a:pt x="914975" y="29093"/>
                </a:lnTo>
                <a:lnTo>
                  <a:pt x="918649" y="32328"/>
                </a:lnTo>
                <a:lnTo>
                  <a:pt x="922324" y="35872"/>
                </a:lnTo>
                <a:lnTo>
                  <a:pt x="925999" y="39724"/>
                </a:lnTo>
                <a:lnTo>
                  <a:pt x="929673" y="43850"/>
                </a:lnTo>
                <a:lnTo>
                  <a:pt x="933348" y="48180"/>
                </a:lnTo>
                <a:lnTo>
                  <a:pt x="937022" y="52624"/>
                </a:lnTo>
                <a:lnTo>
                  <a:pt x="940697" y="57066"/>
                </a:lnTo>
                <a:lnTo>
                  <a:pt x="944372" y="61383"/>
                </a:lnTo>
                <a:lnTo>
                  <a:pt x="948046" y="65490"/>
                </a:lnTo>
                <a:lnTo>
                  <a:pt x="951721" y="69334"/>
                </a:lnTo>
                <a:lnTo>
                  <a:pt x="955395" y="72897"/>
                </a:lnTo>
                <a:lnTo>
                  <a:pt x="959070" y="76201"/>
                </a:lnTo>
                <a:lnTo>
                  <a:pt x="962745" y="79301"/>
                </a:lnTo>
                <a:lnTo>
                  <a:pt x="966419" y="82281"/>
                </a:lnTo>
                <a:lnTo>
                  <a:pt x="970094" y="85240"/>
                </a:lnTo>
                <a:lnTo>
                  <a:pt x="973768" y="88282"/>
                </a:lnTo>
                <a:lnTo>
                  <a:pt x="977443" y="91509"/>
                </a:lnTo>
                <a:lnTo>
                  <a:pt x="981118" y="95002"/>
                </a:lnTo>
                <a:lnTo>
                  <a:pt x="984792" y="98839"/>
                </a:lnTo>
                <a:lnTo>
                  <a:pt x="988467" y="103047"/>
                </a:lnTo>
                <a:lnTo>
                  <a:pt x="992141" y="107598"/>
                </a:lnTo>
                <a:lnTo>
                  <a:pt x="995816" y="112451"/>
                </a:lnTo>
                <a:lnTo>
                  <a:pt x="999491" y="117542"/>
                </a:lnTo>
                <a:lnTo>
                  <a:pt x="1003165" y="122788"/>
                </a:lnTo>
                <a:lnTo>
                  <a:pt x="1006840" y="128098"/>
                </a:lnTo>
                <a:lnTo>
                  <a:pt x="1010514" y="133377"/>
                </a:lnTo>
                <a:lnTo>
                  <a:pt x="1014189" y="138536"/>
                </a:lnTo>
                <a:lnTo>
                  <a:pt x="1017864" y="143498"/>
                </a:lnTo>
                <a:lnTo>
                  <a:pt x="1021538" y="148205"/>
                </a:lnTo>
                <a:lnTo>
                  <a:pt x="1025213" y="152619"/>
                </a:lnTo>
                <a:lnTo>
                  <a:pt x="1028887" y="156712"/>
                </a:lnTo>
                <a:lnTo>
                  <a:pt x="1032562" y="160500"/>
                </a:lnTo>
                <a:lnTo>
                  <a:pt x="1036237" y="164030"/>
                </a:lnTo>
                <a:lnTo>
                  <a:pt x="1039911" y="167347"/>
                </a:lnTo>
                <a:lnTo>
                  <a:pt x="1043586" y="170500"/>
                </a:lnTo>
                <a:lnTo>
                  <a:pt x="1047260" y="173538"/>
                </a:lnTo>
                <a:lnTo>
                  <a:pt x="1050935" y="176506"/>
                </a:lnTo>
                <a:lnTo>
                  <a:pt x="1054610" y="179439"/>
                </a:lnTo>
                <a:lnTo>
                  <a:pt x="1058284" y="182361"/>
                </a:lnTo>
                <a:lnTo>
                  <a:pt x="1061959" y="185287"/>
                </a:lnTo>
                <a:lnTo>
                  <a:pt x="1065633" y="188222"/>
                </a:lnTo>
                <a:lnTo>
                  <a:pt x="1069308" y="191162"/>
                </a:lnTo>
                <a:lnTo>
                  <a:pt x="1072983" y="194096"/>
                </a:lnTo>
                <a:lnTo>
                  <a:pt x="1076657" y="197007"/>
                </a:lnTo>
                <a:lnTo>
                  <a:pt x="1080332" y="199881"/>
                </a:lnTo>
                <a:lnTo>
                  <a:pt x="1084006" y="202704"/>
                </a:lnTo>
                <a:lnTo>
                  <a:pt x="1087681" y="205463"/>
                </a:lnTo>
                <a:lnTo>
                  <a:pt x="1091356" y="208148"/>
                </a:lnTo>
                <a:lnTo>
                  <a:pt x="1095030" y="210754"/>
                </a:lnTo>
                <a:lnTo>
                  <a:pt x="1098705" y="213279"/>
                </a:lnTo>
                <a:lnTo>
                  <a:pt x="1102379" y="215725"/>
                </a:lnTo>
                <a:lnTo>
                  <a:pt x="1106054" y="218093"/>
                </a:lnTo>
                <a:lnTo>
                  <a:pt x="1109729" y="220389"/>
                </a:lnTo>
                <a:lnTo>
                  <a:pt x="1113403" y="222615"/>
                </a:lnTo>
                <a:lnTo>
                  <a:pt x="1117078" y="224769"/>
                </a:lnTo>
                <a:lnTo>
                  <a:pt x="1120752" y="226848"/>
                </a:lnTo>
                <a:lnTo>
                  <a:pt x="1124427" y="228847"/>
                </a:lnTo>
                <a:lnTo>
                  <a:pt x="1128102" y="230757"/>
                </a:lnTo>
                <a:lnTo>
                  <a:pt x="1131776" y="232566"/>
                </a:lnTo>
                <a:lnTo>
                  <a:pt x="1135451" y="234266"/>
                </a:lnTo>
                <a:lnTo>
                  <a:pt x="1139125" y="235847"/>
                </a:lnTo>
                <a:lnTo>
                  <a:pt x="1142800" y="237310"/>
                </a:lnTo>
                <a:lnTo>
                  <a:pt x="1146475" y="238656"/>
                </a:lnTo>
                <a:lnTo>
                  <a:pt x="1150149" y="239895"/>
                </a:lnTo>
                <a:lnTo>
                  <a:pt x="1153824" y="241041"/>
                </a:lnTo>
                <a:lnTo>
                  <a:pt x="1157498" y="242113"/>
                </a:lnTo>
                <a:lnTo>
                  <a:pt x="1161173" y="243130"/>
                </a:lnTo>
                <a:lnTo>
                  <a:pt x="1164848" y="244119"/>
                </a:lnTo>
                <a:lnTo>
                  <a:pt x="1168522" y="245100"/>
                </a:lnTo>
                <a:lnTo>
                  <a:pt x="1172197" y="246087"/>
                </a:lnTo>
                <a:lnTo>
                  <a:pt x="1175871" y="247092"/>
                </a:lnTo>
                <a:lnTo>
                  <a:pt x="1179546" y="248120"/>
                </a:lnTo>
                <a:lnTo>
                  <a:pt x="1183221" y="249173"/>
                </a:lnTo>
                <a:lnTo>
                  <a:pt x="1186895" y="250250"/>
                </a:lnTo>
                <a:lnTo>
                  <a:pt x="1190570" y="251348"/>
                </a:lnTo>
                <a:lnTo>
                  <a:pt x="1194244" y="252462"/>
                </a:lnTo>
                <a:lnTo>
                  <a:pt x="1197919" y="253585"/>
                </a:lnTo>
                <a:lnTo>
                  <a:pt x="1201594" y="254713"/>
                </a:lnTo>
                <a:lnTo>
                  <a:pt x="1205268" y="255839"/>
                </a:lnTo>
                <a:lnTo>
                  <a:pt x="1208943" y="256958"/>
                </a:lnTo>
                <a:lnTo>
                  <a:pt x="1212617" y="258064"/>
                </a:lnTo>
                <a:lnTo>
                  <a:pt x="1216292" y="259151"/>
                </a:lnTo>
                <a:lnTo>
                  <a:pt x="1219967" y="260212"/>
                </a:lnTo>
                <a:lnTo>
                  <a:pt x="1223641" y="261241"/>
                </a:lnTo>
                <a:lnTo>
                  <a:pt x="1227316" y="262233"/>
                </a:lnTo>
                <a:lnTo>
                  <a:pt x="1230990" y="263182"/>
                </a:lnTo>
                <a:lnTo>
                  <a:pt x="1234665" y="264085"/>
                </a:lnTo>
                <a:lnTo>
                  <a:pt x="1238340" y="264940"/>
                </a:lnTo>
                <a:lnTo>
                  <a:pt x="1242014" y="265748"/>
                </a:lnTo>
                <a:lnTo>
                  <a:pt x="1245689" y="266511"/>
                </a:lnTo>
                <a:lnTo>
                  <a:pt x="1249363" y="267233"/>
                </a:lnTo>
                <a:lnTo>
                  <a:pt x="1253038" y="267921"/>
                </a:lnTo>
                <a:lnTo>
                  <a:pt x="1256713" y="268583"/>
                </a:lnTo>
                <a:lnTo>
                  <a:pt x="1260387" y="269225"/>
                </a:lnTo>
                <a:lnTo>
                  <a:pt x="1264062" y="269852"/>
                </a:lnTo>
                <a:lnTo>
                  <a:pt x="1267736" y="270467"/>
                </a:lnTo>
                <a:lnTo>
                  <a:pt x="1271411" y="271072"/>
                </a:lnTo>
                <a:lnTo>
                  <a:pt x="1275086" y="271668"/>
                </a:lnTo>
                <a:lnTo>
                  <a:pt x="1278760" y="272253"/>
                </a:lnTo>
                <a:lnTo>
                  <a:pt x="1282435" y="272825"/>
                </a:lnTo>
                <a:lnTo>
                  <a:pt x="1286109" y="273378"/>
                </a:lnTo>
                <a:lnTo>
                  <a:pt x="1289784" y="273908"/>
                </a:lnTo>
                <a:lnTo>
                  <a:pt x="1293459" y="274406"/>
                </a:lnTo>
                <a:lnTo>
                  <a:pt x="1297133" y="274865"/>
                </a:lnTo>
                <a:lnTo>
                  <a:pt x="1300808" y="275281"/>
                </a:lnTo>
                <a:lnTo>
                  <a:pt x="1304482" y="275652"/>
                </a:lnTo>
                <a:lnTo>
                  <a:pt x="1308157" y="275975"/>
                </a:lnTo>
                <a:lnTo>
                  <a:pt x="1311832" y="276253"/>
                </a:lnTo>
                <a:lnTo>
                  <a:pt x="1315506" y="276489"/>
                </a:lnTo>
                <a:lnTo>
                  <a:pt x="1319181" y="276690"/>
                </a:lnTo>
                <a:lnTo>
                  <a:pt x="1322855" y="276865"/>
                </a:lnTo>
                <a:lnTo>
                  <a:pt x="1326530" y="277021"/>
                </a:lnTo>
                <a:lnTo>
                  <a:pt x="1330205" y="277166"/>
                </a:lnTo>
                <a:lnTo>
                  <a:pt x="1333879" y="277308"/>
                </a:lnTo>
                <a:lnTo>
                  <a:pt x="1337554" y="277451"/>
                </a:lnTo>
                <a:lnTo>
                  <a:pt x="1341228" y="277594"/>
                </a:lnTo>
                <a:lnTo>
                  <a:pt x="1344903" y="277736"/>
                </a:lnTo>
                <a:lnTo>
                  <a:pt x="1348577" y="277871"/>
                </a:lnTo>
                <a:lnTo>
                  <a:pt x="1352252" y="277994"/>
                </a:lnTo>
                <a:lnTo>
                  <a:pt x="1355927" y="278099"/>
                </a:lnTo>
                <a:lnTo>
                  <a:pt x="1359601" y="278180"/>
                </a:lnTo>
                <a:lnTo>
                  <a:pt x="1363276" y="278234"/>
                </a:lnTo>
                <a:lnTo>
                  <a:pt x="1366950" y="278261"/>
                </a:lnTo>
                <a:lnTo>
                  <a:pt x="1370625" y="278261"/>
                </a:lnTo>
                <a:lnTo>
                  <a:pt x="1374300" y="278239"/>
                </a:lnTo>
                <a:lnTo>
                  <a:pt x="1377974" y="278199"/>
                </a:lnTo>
                <a:lnTo>
                  <a:pt x="1381649" y="278149"/>
                </a:lnTo>
                <a:lnTo>
                  <a:pt x="1385323" y="278100"/>
                </a:lnTo>
                <a:lnTo>
                  <a:pt x="1388998" y="278057"/>
                </a:lnTo>
                <a:lnTo>
                  <a:pt x="1392673" y="278030"/>
                </a:lnTo>
                <a:lnTo>
                  <a:pt x="1396347" y="278021"/>
                </a:lnTo>
                <a:lnTo>
                  <a:pt x="1400022" y="278037"/>
                </a:lnTo>
                <a:lnTo>
                  <a:pt x="1403696" y="278077"/>
                </a:lnTo>
                <a:lnTo>
                  <a:pt x="1407371" y="278141"/>
                </a:lnTo>
                <a:lnTo>
                  <a:pt x="1411046" y="278229"/>
                </a:lnTo>
                <a:lnTo>
                  <a:pt x="1414720" y="278334"/>
                </a:lnTo>
                <a:lnTo>
                  <a:pt x="1418395" y="278454"/>
                </a:lnTo>
                <a:lnTo>
                  <a:pt x="1422069" y="278582"/>
                </a:lnTo>
                <a:lnTo>
                  <a:pt x="1425744" y="278712"/>
                </a:lnTo>
                <a:lnTo>
                  <a:pt x="1429419" y="278838"/>
                </a:lnTo>
                <a:lnTo>
                  <a:pt x="1433093" y="278956"/>
                </a:lnTo>
                <a:lnTo>
                  <a:pt x="1436768" y="279062"/>
                </a:lnTo>
                <a:lnTo>
                  <a:pt x="1440442" y="279155"/>
                </a:lnTo>
                <a:lnTo>
                  <a:pt x="1444117" y="279233"/>
                </a:lnTo>
                <a:lnTo>
                  <a:pt x="1447792" y="279297"/>
                </a:lnTo>
                <a:lnTo>
                  <a:pt x="1451466" y="279348"/>
                </a:lnTo>
                <a:lnTo>
                  <a:pt x="1455141" y="279388"/>
                </a:lnTo>
                <a:lnTo>
                  <a:pt x="1458815" y="279417"/>
                </a:lnTo>
                <a:lnTo>
                  <a:pt x="1462490" y="279438"/>
                </a:lnTo>
                <a:lnTo>
                  <a:pt x="1466165" y="279452"/>
                </a:lnTo>
                <a:lnTo>
                  <a:pt x="1469839" y="279462"/>
                </a:lnTo>
                <a:lnTo>
                  <a:pt x="1473514" y="279469"/>
                </a:lnTo>
                <a:lnTo>
                  <a:pt x="1477188" y="279473"/>
                </a:lnTo>
                <a:lnTo>
                  <a:pt x="1480863" y="279475"/>
                </a:lnTo>
                <a:lnTo>
                  <a:pt x="1484538" y="279477"/>
                </a:lnTo>
                <a:lnTo>
                  <a:pt x="1488212" y="279478"/>
                </a:lnTo>
                <a:lnTo>
                  <a:pt x="1491887" y="279478"/>
                </a:lnTo>
                <a:lnTo>
                  <a:pt x="1495561" y="279478"/>
                </a:lnTo>
                <a:lnTo>
                  <a:pt x="1499236" y="279478"/>
                </a:lnTo>
                <a:lnTo>
                  <a:pt x="1502911" y="279477"/>
                </a:lnTo>
                <a:lnTo>
                  <a:pt x="1506585" y="279477"/>
                </a:lnTo>
                <a:lnTo>
                  <a:pt x="1510260" y="279475"/>
                </a:lnTo>
                <a:lnTo>
                  <a:pt x="1513934" y="279473"/>
                </a:lnTo>
                <a:lnTo>
                  <a:pt x="1517609" y="279469"/>
                </a:lnTo>
                <a:lnTo>
                  <a:pt x="1521284" y="279463"/>
                </a:lnTo>
                <a:lnTo>
                  <a:pt x="1524958" y="279455"/>
                </a:lnTo>
                <a:lnTo>
                  <a:pt x="1528633" y="279444"/>
                </a:lnTo>
                <a:lnTo>
                  <a:pt x="1532307" y="279430"/>
                </a:lnTo>
                <a:lnTo>
                  <a:pt x="1535982" y="279411"/>
                </a:lnTo>
                <a:lnTo>
                  <a:pt x="1539657" y="279389"/>
                </a:lnTo>
                <a:lnTo>
                  <a:pt x="1543331" y="279362"/>
                </a:lnTo>
                <a:lnTo>
                  <a:pt x="1547006" y="279331"/>
                </a:lnTo>
                <a:lnTo>
                  <a:pt x="1550680" y="279298"/>
                </a:lnTo>
                <a:lnTo>
                  <a:pt x="1554355" y="279263"/>
                </a:lnTo>
                <a:lnTo>
                  <a:pt x="1558030" y="279229"/>
                </a:lnTo>
                <a:lnTo>
                  <a:pt x="1561704" y="279199"/>
                </a:lnTo>
                <a:lnTo>
                  <a:pt x="1565379" y="279174"/>
                </a:lnTo>
                <a:lnTo>
                  <a:pt x="1569053" y="279156"/>
                </a:lnTo>
                <a:lnTo>
                  <a:pt x="1572728" y="279147"/>
                </a:lnTo>
                <a:lnTo>
                  <a:pt x="1576403" y="279148"/>
                </a:lnTo>
                <a:lnTo>
                  <a:pt x="1580077" y="279158"/>
                </a:lnTo>
                <a:lnTo>
                  <a:pt x="1583752" y="279177"/>
                </a:lnTo>
                <a:lnTo>
                  <a:pt x="1587426" y="279203"/>
                </a:lnTo>
                <a:lnTo>
                  <a:pt x="1591101" y="279234"/>
                </a:lnTo>
                <a:lnTo>
                  <a:pt x="1594776" y="279267"/>
                </a:lnTo>
                <a:lnTo>
                  <a:pt x="1598450" y="279302"/>
                </a:lnTo>
                <a:lnTo>
                  <a:pt x="1602125" y="279335"/>
                </a:lnTo>
                <a:lnTo>
                  <a:pt x="1605799" y="279366"/>
                </a:lnTo>
                <a:lnTo>
                  <a:pt x="1609474" y="279392"/>
                </a:lnTo>
                <a:lnTo>
                  <a:pt x="1613149" y="279414"/>
                </a:lnTo>
                <a:lnTo>
                  <a:pt x="1616823" y="279432"/>
                </a:lnTo>
                <a:lnTo>
                  <a:pt x="1620498" y="279446"/>
                </a:lnTo>
                <a:lnTo>
                  <a:pt x="1624172" y="279456"/>
                </a:lnTo>
                <a:lnTo>
                  <a:pt x="1627847" y="279464"/>
                </a:lnTo>
                <a:lnTo>
                  <a:pt x="1631522" y="279469"/>
                </a:lnTo>
                <a:lnTo>
                  <a:pt x="1635196" y="279473"/>
                </a:lnTo>
                <a:lnTo>
                  <a:pt x="1638871" y="279475"/>
                </a:lnTo>
                <a:lnTo>
                  <a:pt x="1642545" y="279477"/>
                </a:lnTo>
                <a:lnTo>
                  <a:pt x="1646220" y="279478"/>
                </a:lnTo>
                <a:lnTo>
                  <a:pt x="1649895" y="279478"/>
                </a:lnTo>
                <a:lnTo>
                  <a:pt x="1653569" y="279478"/>
                </a:lnTo>
                <a:lnTo>
                  <a:pt x="1657244" y="279479"/>
                </a:lnTo>
                <a:lnTo>
                  <a:pt x="1660918" y="279479"/>
                </a:lnTo>
                <a:lnTo>
                  <a:pt x="1664593" y="279479"/>
                </a:lnTo>
                <a:lnTo>
                  <a:pt x="1668268" y="279479"/>
                </a:lnTo>
                <a:lnTo>
                  <a:pt x="1671942" y="279479"/>
                </a:lnTo>
                <a:lnTo>
                  <a:pt x="1675617" y="279479"/>
                </a:lnTo>
                <a:lnTo>
                  <a:pt x="1679291" y="279479"/>
                </a:lnTo>
                <a:lnTo>
                  <a:pt x="1682966" y="279479"/>
                </a:lnTo>
                <a:lnTo>
                  <a:pt x="1686641" y="279479"/>
                </a:lnTo>
                <a:lnTo>
                  <a:pt x="1690315" y="279479"/>
                </a:lnTo>
                <a:lnTo>
                  <a:pt x="1693990" y="279479"/>
                </a:lnTo>
                <a:lnTo>
                  <a:pt x="1697664" y="279479"/>
                </a:lnTo>
                <a:lnTo>
                  <a:pt x="1701339" y="279479"/>
                </a:lnTo>
                <a:lnTo>
                  <a:pt x="1705014" y="279479"/>
                </a:lnTo>
                <a:lnTo>
                  <a:pt x="1708688" y="279479"/>
                </a:lnTo>
                <a:lnTo>
                  <a:pt x="1712363" y="279479"/>
                </a:lnTo>
                <a:lnTo>
                  <a:pt x="1716037" y="279479"/>
                </a:lnTo>
                <a:lnTo>
                  <a:pt x="1719712" y="279479"/>
                </a:lnTo>
                <a:lnTo>
                  <a:pt x="1723387" y="279479"/>
                </a:lnTo>
                <a:lnTo>
                  <a:pt x="1727061" y="279479"/>
                </a:lnTo>
                <a:lnTo>
                  <a:pt x="1730736" y="279479"/>
                </a:lnTo>
                <a:lnTo>
                  <a:pt x="1734410" y="279479"/>
                </a:lnTo>
                <a:lnTo>
                  <a:pt x="1738085" y="279479"/>
                </a:lnTo>
                <a:lnTo>
                  <a:pt x="1741760" y="279479"/>
                </a:lnTo>
                <a:lnTo>
                  <a:pt x="1745434" y="279479"/>
                </a:lnTo>
                <a:lnTo>
                  <a:pt x="1749109" y="279479"/>
                </a:lnTo>
                <a:lnTo>
                  <a:pt x="1752783" y="279479"/>
                </a:lnTo>
                <a:lnTo>
                  <a:pt x="1756458" y="279479"/>
                </a:lnTo>
                <a:lnTo>
                  <a:pt x="1760133" y="279479"/>
                </a:lnTo>
                <a:lnTo>
                  <a:pt x="1763807" y="279479"/>
                </a:lnTo>
                <a:lnTo>
                  <a:pt x="1767482" y="279479"/>
                </a:lnTo>
                <a:lnTo>
                  <a:pt x="1771156" y="279479"/>
                </a:lnTo>
                <a:lnTo>
                  <a:pt x="1774831" y="279479"/>
                </a:lnTo>
                <a:lnTo>
                  <a:pt x="1778506" y="279479"/>
                </a:lnTo>
                <a:lnTo>
                  <a:pt x="1782180" y="279479"/>
                </a:lnTo>
                <a:lnTo>
                  <a:pt x="1785855" y="279479"/>
                </a:lnTo>
                <a:lnTo>
                  <a:pt x="1789529" y="279479"/>
                </a:lnTo>
                <a:lnTo>
                  <a:pt x="1793204" y="279479"/>
                </a:lnTo>
                <a:lnTo>
                  <a:pt x="1796879" y="279479"/>
                </a:lnTo>
                <a:lnTo>
                  <a:pt x="1800553" y="279479"/>
                </a:lnTo>
                <a:lnTo>
                  <a:pt x="1804228" y="279479"/>
                </a:lnTo>
                <a:lnTo>
                  <a:pt x="1807902" y="279479"/>
                </a:lnTo>
                <a:lnTo>
                  <a:pt x="1811577" y="279479"/>
                </a:lnTo>
                <a:lnTo>
                  <a:pt x="1815252" y="279479"/>
                </a:lnTo>
                <a:lnTo>
                  <a:pt x="1818926" y="279479"/>
                </a:lnTo>
                <a:lnTo>
                  <a:pt x="1822601" y="279479"/>
                </a:lnTo>
                <a:lnTo>
                  <a:pt x="1826275" y="279479"/>
                </a:lnTo>
                <a:lnTo>
                  <a:pt x="1829950" y="279479"/>
                </a:lnTo>
                <a:lnTo>
                  <a:pt x="1833625" y="279479"/>
                </a:lnTo>
                <a:lnTo>
                  <a:pt x="1837299" y="279479"/>
                </a:lnTo>
                <a:lnTo>
                  <a:pt x="1840974" y="279479"/>
                </a:lnTo>
                <a:lnTo>
                  <a:pt x="1844648" y="279479"/>
                </a:lnTo>
                <a:lnTo>
                  <a:pt x="1848323" y="279479"/>
                </a:lnTo>
                <a:lnTo>
                  <a:pt x="1851998" y="279479"/>
                </a:lnTo>
                <a:lnTo>
                  <a:pt x="1855672" y="279479"/>
                </a:lnTo>
                <a:lnTo>
                  <a:pt x="1859347" y="279479"/>
                </a:lnTo>
                <a:lnTo>
                  <a:pt x="1863021" y="279479"/>
                </a:lnTo>
                <a:lnTo>
                  <a:pt x="1866696" y="279479"/>
                </a:lnTo>
                <a:lnTo>
                  <a:pt x="1870371" y="279479"/>
                </a:lnTo>
                <a:lnTo>
                  <a:pt x="1874045" y="279479"/>
                </a:lnTo>
                <a:lnTo>
                  <a:pt x="1877720" y="279479"/>
                </a:lnTo>
              </a:path>
            </a:pathLst>
          </a:custGeom>
          <a:ln w="27101" cap="flat">
            <a:solidFill>
              <a:srgbClr val="7CAE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8" name="pg78"/>
          <p:cNvSpPr/>
          <p:nvPr/>
        </p:nvSpPr>
        <p:spPr>
          <a:xfrm>
            <a:off x="4548521" y="4038043"/>
            <a:ext cx="1877720" cy="186772"/>
          </a:xfrm>
          <a:custGeom>
            <a:avLst/>
            <a:gdLst/>
            <a:ahLst/>
            <a:cxnLst/>
            <a:rect l="0" t="0" r="0" b="0"/>
            <a:pathLst>
              <a:path w="1877720" h="186772">
                <a:moveTo>
                  <a:pt x="0" y="186772"/>
                </a:moveTo>
                <a:lnTo>
                  <a:pt x="3674" y="186772"/>
                </a:lnTo>
                <a:lnTo>
                  <a:pt x="7349" y="186772"/>
                </a:lnTo>
                <a:lnTo>
                  <a:pt x="11023" y="186772"/>
                </a:lnTo>
                <a:lnTo>
                  <a:pt x="14698" y="186772"/>
                </a:lnTo>
                <a:lnTo>
                  <a:pt x="18372" y="186772"/>
                </a:lnTo>
                <a:lnTo>
                  <a:pt x="22047" y="186772"/>
                </a:lnTo>
                <a:lnTo>
                  <a:pt x="25722" y="186772"/>
                </a:lnTo>
                <a:lnTo>
                  <a:pt x="29396" y="186772"/>
                </a:lnTo>
                <a:lnTo>
                  <a:pt x="33071" y="186772"/>
                </a:lnTo>
                <a:lnTo>
                  <a:pt x="36745" y="186772"/>
                </a:lnTo>
                <a:lnTo>
                  <a:pt x="40420" y="186772"/>
                </a:lnTo>
                <a:lnTo>
                  <a:pt x="44095" y="186772"/>
                </a:lnTo>
                <a:lnTo>
                  <a:pt x="47769" y="186772"/>
                </a:lnTo>
                <a:lnTo>
                  <a:pt x="51444" y="186772"/>
                </a:lnTo>
                <a:lnTo>
                  <a:pt x="55118" y="186772"/>
                </a:lnTo>
                <a:lnTo>
                  <a:pt x="58793" y="186772"/>
                </a:lnTo>
                <a:lnTo>
                  <a:pt x="62468" y="186772"/>
                </a:lnTo>
                <a:lnTo>
                  <a:pt x="66142" y="186772"/>
                </a:lnTo>
                <a:lnTo>
                  <a:pt x="69817" y="186772"/>
                </a:lnTo>
                <a:lnTo>
                  <a:pt x="73491" y="186772"/>
                </a:lnTo>
                <a:lnTo>
                  <a:pt x="77166" y="186772"/>
                </a:lnTo>
                <a:lnTo>
                  <a:pt x="80841" y="186772"/>
                </a:lnTo>
                <a:lnTo>
                  <a:pt x="84515" y="186772"/>
                </a:lnTo>
                <a:lnTo>
                  <a:pt x="88190" y="186772"/>
                </a:lnTo>
                <a:lnTo>
                  <a:pt x="91864" y="186772"/>
                </a:lnTo>
                <a:lnTo>
                  <a:pt x="95539" y="186772"/>
                </a:lnTo>
                <a:lnTo>
                  <a:pt x="99214" y="186772"/>
                </a:lnTo>
                <a:lnTo>
                  <a:pt x="102888" y="186772"/>
                </a:lnTo>
                <a:lnTo>
                  <a:pt x="106563" y="186772"/>
                </a:lnTo>
                <a:lnTo>
                  <a:pt x="110237" y="186772"/>
                </a:lnTo>
                <a:lnTo>
                  <a:pt x="113912" y="186772"/>
                </a:lnTo>
                <a:lnTo>
                  <a:pt x="117587" y="186772"/>
                </a:lnTo>
                <a:lnTo>
                  <a:pt x="121261" y="186772"/>
                </a:lnTo>
                <a:lnTo>
                  <a:pt x="124936" y="186772"/>
                </a:lnTo>
                <a:lnTo>
                  <a:pt x="128610" y="186772"/>
                </a:lnTo>
                <a:lnTo>
                  <a:pt x="132285" y="186772"/>
                </a:lnTo>
                <a:lnTo>
                  <a:pt x="135960" y="186772"/>
                </a:lnTo>
                <a:lnTo>
                  <a:pt x="139634" y="186772"/>
                </a:lnTo>
                <a:lnTo>
                  <a:pt x="143309" y="186772"/>
                </a:lnTo>
                <a:lnTo>
                  <a:pt x="146983" y="186772"/>
                </a:lnTo>
                <a:lnTo>
                  <a:pt x="150658" y="186772"/>
                </a:lnTo>
                <a:lnTo>
                  <a:pt x="154333" y="186772"/>
                </a:lnTo>
                <a:lnTo>
                  <a:pt x="158007" y="186772"/>
                </a:lnTo>
                <a:lnTo>
                  <a:pt x="161682" y="186772"/>
                </a:lnTo>
                <a:lnTo>
                  <a:pt x="165356" y="186772"/>
                </a:lnTo>
                <a:lnTo>
                  <a:pt x="169031" y="186772"/>
                </a:lnTo>
                <a:lnTo>
                  <a:pt x="172706" y="186772"/>
                </a:lnTo>
                <a:lnTo>
                  <a:pt x="176380" y="186772"/>
                </a:lnTo>
                <a:lnTo>
                  <a:pt x="180055" y="186772"/>
                </a:lnTo>
                <a:lnTo>
                  <a:pt x="183729" y="186772"/>
                </a:lnTo>
                <a:lnTo>
                  <a:pt x="187404" y="186772"/>
                </a:lnTo>
                <a:lnTo>
                  <a:pt x="191079" y="186772"/>
                </a:lnTo>
                <a:lnTo>
                  <a:pt x="194753" y="186772"/>
                </a:lnTo>
                <a:lnTo>
                  <a:pt x="198428" y="186772"/>
                </a:lnTo>
                <a:lnTo>
                  <a:pt x="202102" y="186772"/>
                </a:lnTo>
                <a:lnTo>
                  <a:pt x="205777" y="186772"/>
                </a:lnTo>
                <a:lnTo>
                  <a:pt x="209452" y="186772"/>
                </a:lnTo>
                <a:lnTo>
                  <a:pt x="213126" y="186772"/>
                </a:lnTo>
                <a:lnTo>
                  <a:pt x="216801" y="186772"/>
                </a:lnTo>
                <a:lnTo>
                  <a:pt x="220475" y="186772"/>
                </a:lnTo>
                <a:lnTo>
                  <a:pt x="224150" y="186772"/>
                </a:lnTo>
                <a:lnTo>
                  <a:pt x="227825" y="186772"/>
                </a:lnTo>
                <a:lnTo>
                  <a:pt x="231499" y="186772"/>
                </a:lnTo>
                <a:lnTo>
                  <a:pt x="235174" y="186771"/>
                </a:lnTo>
                <a:lnTo>
                  <a:pt x="238848" y="186771"/>
                </a:lnTo>
                <a:lnTo>
                  <a:pt x="242523" y="186771"/>
                </a:lnTo>
                <a:lnTo>
                  <a:pt x="246198" y="186770"/>
                </a:lnTo>
                <a:lnTo>
                  <a:pt x="249872" y="186770"/>
                </a:lnTo>
                <a:lnTo>
                  <a:pt x="253547" y="186769"/>
                </a:lnTo>
                <a:lnTo>
                  <a:pt x="257221" y="186767"/>
                </a:lnTo>
                <a:lnTo>
                  <a:pt x="260896" y="186766"/>
                </a:lnTo>
                <a:lnTo>
                  <a:pt x="264571" y="186764"/>
                </a:lnTo>
                <a:lnTo>
                  <a:pt x="268245" y="186761"/>
                </a:lnTo>
                <a:lnTo>
                  <a:pt x="271920" y="186757"/>
                </a:lnTo>
                <a:lnTo>
                  <a:pt x="275594" y="186753"/>
                </a:lnTo>
                <a:lnTo>
                  <a:pt x="279269" y="186747"/>
                </a:lnTo>
                <a:lnTo>
                  <a:pt x="282944" y="186741"/>
                </a:lnTo>
                <a:lnTo>
                  <a:pt x="286618" y="186733"/>
                </a:lnTo>
                <a:lnTo>
                  <a:pt x="290293" y="186724"/>
                </a:lnTo>
                <a:lnTo>
                  <a:pt x="293967" y="186713"/>
                </a:lnTo>
                <a:lnTo>
                  <a:pt x="297642" y="186701"/>
                </a:lnTo>
                <a:lnTo>
                  <a:pt x="301317" y="186687"/>
                </a:lnTo>
                <a:lnTo>
                  <a:pt x="304991" y="186673"/>
                </a:lnTo>
                <a:lnTo>
                  <a:pt x="308666" y="186657"/>
                </a:lnTo>
                <a:lnTo>
                  <a:pt x="312340" y="186640"/>
                </a:lnTo>
                <a:lnTo>
                  <a:pt x="316015" y="186622"/>
                </a:lnTo>
                <a:lnTo>
                  <a:pt x="319690" y="186604"/>
                </a:lnTo>
                <a:lnTo>
                  <a:pt x="323364" y="186585"/>
                </a:lnTo>
                <a:lnTo>
                  <a:pt x="327039" y="186567"/>
                </a:lnTo>
                <a:lnTo>
                  <a:pt x="330713" y="186548"/>
                </a:lnTo>
                <a:lnTo>
                  <a:pt x="334388" y="186530"/>
                </a:lnTo>
                <a:lnTo>
                  <a:pt x="338063" y="186512"/>
                </a:lnTo>
                <a:lnTo>
                  <a:pt x="341737" y="186494"/>
                </a:lnTo>
                <a:lnTo>
                  <a:pt x="345412" y="186477"/>
                </a:lnTo>
                <a:lnTo>
                  <a:pt x="349086" y="186459"/>
                </a:lnTo>
                <a:lnTo>
                  <a:pt x="352761" y="186441"/>
                </a:lnTo>
                <a:lnTo>
                  <a:pt x="356436" y="186421"/>
                </a:lnTo>
                <a:lnTo>
                  <a:pt x="360110" y="186399"/>
                </a:lnTo>
                <a:lnTo>
                  <a:pt x="363785" y="186376"/>
                </a:lnTo>
                <a:lnTo>
                  <a:pt x="367459" y="186349"/>
                </a:lnTo>
                <a:lnTo>
                  <a:pt x="371134" y="186319"/>
                </a:lnTo>
                <a:lnTo>
                  <a:pt x="374809" y="186285"/>
                </a:lnTo>
                <a:lnTo>
                  <a:pt x="378483" y="186247"/>
                </a:lnTo>
                <a:lnTo>
                  <a:pt x="382158" y="186204"/>
                </a:lnTo>
                <a:lnTo>
                  <a:pt x="385832" y="186156"/>
                </a:lnTo>
                <a:lnTo>
                  <a:pt x="389507" y="186102"/>
                </a:lnTo>
                <a:lnTo>
                  <a:pt x="393182" y="186042"/>
                </a:lnTo>
                <a:lnTo>
                  <a:pt x="396856" y="185977"/>
                </a:lnTo>
                <a:lnTo>
                  <a:pt x="400531" y="185905"/>
                </a:lnTo>
                <a:lnTo>
                  <a:pt x="404205" y="185826"/>
                </a:lnTo>
                <a:lnTo>
                  <a:pt x="407880" y="185741"/>
                </a:lnTo>
                <a:lnTo>
                  <a:pt x="411555" y="185647"/>
                </a:lnTo>
                <a:lnTo>
                  <a:pt x="415229" y="185544"/>
                </a:lnTo>
                <a:lnTo>
                  <a:pt x="418904" y="185431"/>
                </a:lnTo>
                <a:lnTo>
                  <a:pt x="422578" y="185307"/>
                </a:lnTo>
                <a:lnTo>
                  <a:pt x="426253" y="185172"/>
                </a:lnTo>
                <a:lnTo>
                  <a:pt x="429928" y="185024"/>
                </a:lnTo>
                <a:lnTo>
                  <a:pt x="433602" y="184864"/>
                </a:lnTo>
                <a:lnTo>
                  <a:pt x="437277" y="184692"/>
                </a:lnTo>
                <a:lnTo>
                  <a:pt x="440951" y="184507"/>
                </a:lnTo>
                <a:lnTo>
                  <a:pt x="444626" y="184310"/>
                </a:lnTo>
                <a:lnTo>
                  <a:pt x="448301" y="184101"/>
                </a:lnTo>
                <a:lnTo>
                  <a:pt x="451975" y="183882"/>
                </a:lnTo>
                <a:lnTo>
                  <a:pt x="455650" y="183656"/>
                </a:lnTo>
                <a:lnTo>
                  <a:pt x="459324" y="183423"/>
                </a:lnTo>
                <a:lnTo>
                  <a:pt x="462999" y="183187"/>
                </a:lnTo>
                <a:lnTo>
                  <a:pt x="466674" y="182948"/>
                </a:lnTo>
                <a:lnTo>
                  <a:pt x="470348" y="182708"/>
                </a:lnTo>
                <a:lnTo>
                  <a:pt x="474023" y="182467"/>
                </a:lnTo>
                <a:lnTo>
                  <a:pt x="477697" y="182227"/>
                </a:lnTo>
                <a:lnTo>
                  <a:pt x="481372" y="181986"/>
                </a:lnTo>
                <a:lnTo>
                  <a:pt x="485047" y="181742"/>
                </a:lnTo>
                <a:lnTo>
                  <a:pt x="488721" y="181494"/>
                </a:lnTo>
                <a:lnTo>
                  <a:pt x="492396" y="181237"/>
                </a:lnTo>
                <a:lnTo>
                  <a:pt x="496070" y="180967"/>
                </a:lnTo>
                <a:lnTo>
                  <a:pt x="499745" y="180681"/>
                </a:lnTo>
                <a:lnTo>
                  <a:pt x="503420" y="180372"/>
                </a:lnTo>
                <a:lnTo>
                  <a:pt x="507094" y="180034"/>
                </a:lnTo>
                <a:lnTo>
                  <a:pt x="510769" y="179657"/>
                </a:lnTo>
                <a:lnTo>
                  <a:pt x="514443" y="179239"/>
                </a:lnTo>
                <a:lnTo>
                  <a:pt x="518118" y="178775"/>
                </a:lnTo>
                <a:lnTo>
                  <a:pt x="521793" y="178261"/>
                </a:lnTo>
                <a:lnTo>
                  <a:pt x="525467" y="177691"/>
                </a:lnTo>
                <a:lnTo>
                  <a:pt x="529142" y="177064"/>
                </a:lnTo>
                <a:lnTo>
                  <a:pt x="532816" y="176377"/>
                </a:lnTo>
                <a:lnTo>
                  <a:pt x="536491" y="175627"/>
                </a:lnTo>
                <a:lnTo>
                  <a:pt x="540166" y="174806"/>
                </a:lnTo>
                <a:lnTo>
                  <a:pt x="543840" y="173919"/>
                </a:lnTo>
                <a:lnTo>
                  <a:pt x="547515" y="172970"/>
                </a:lnTo>
                <a:lnTo>
                  <a:pt x="551189" y="171959"/>
                </a:lnTo>
                <a:lnTo>
                  <a:pt x="554864" y="170888"/>
                </a:lnTo>
                <a:lnTo>
                  <a:pt x="558539" y="169758"/>
                </a:lnTo>
                <a:lnTo>
                  <a:pt x="562213" y="168572"/>
                </a:lnTo>
                <a:lnTo>
                  <a:pt x="565888" y="167332"/>
                </a:lnTo>
                <a:lnTo>
                  <a:pt x="569562" y="166037"/>
                </a:lnTo>
                <a:lnTo>
                  <a:pt x="573237" y="164687"/>
                </a:lnTo>
                <a:lnTo>
                  <a:pt x="576912" y="163289"/>
                </a:lnTo>
                <a:lnTo>
                  <a:pt x="580586" y="161846"/>
                </a:lnTo>
                <a:lnTo>
                  <a:pt x="584261" y="160358"/>
                </a:lnTo>
                <a:lnTo>
                  <a:pt x="587935" y="158828"/>
                </a:lnTo>
                <a:lnTo>
                  <a:pt x="591610" y="157257"/>
                </a:lnTo>
                <a:lnTo>
                  <a:pt x="595285" y="155646"/>
                </a:lnTo>
                <a:lnTo>
                  <a:pt x="598959" y="153996"/>
                </a:lnTo>
                <a:lnTo>
                  <a:pt x="602634" y="152302"/>
                </a:lnTo>
                <a:lnTo>
                  <a:pt x="606308" y="150569"/>
                </a:lnTo>
                <a:lnTo>
                  <a:pt x="609983" y="148799"/>
                </a:lnTo>
                <a:lnTo>
                  <a:pt x="613658" y="146990"/>
                </a:lnTo>
                <a:lnTo>
                  <a:pt x="617332" y="145142"/>
                </a:lnTo>
                <a:lnTo>
                  <a:pt x="621007" y="143253"/>
                </a:lnTo>
                <a:lnTo>
                  <a:pt x="624681" y="141322"/>
                </a:lnTo>
                <a:lnTo>
                  <a:pt x="628356" y="139347"/>
                </a:lnTo>
                <a:lnTo>
                  <a:pt x="632031" y="137321"/>
                </a:lnTo>
                <a:lnTo>
                  <a:pt x="635705" y="135242"/>
                </a:lnTo>
                <a:lnTo>
                  <a:pt x="639380" y="133110"/>
                </a:lnTo>
                <a:lnTo>
                  <a:pt x="643054" y="130924"/>
                </a:lnTo>
                <a:lnTo>
                  <a:pt x="646729" y="128682"/>
                </a:lnTo>
                <a:lnTo>
                  <a:pt x="650404" y="126383"/>
                </a:lnTo>
                <a:lnTo>
                  <a:pt x="654078" y="124029"/>
                </a:lnTo>
                <a:lnTo>
                  <a:pt x="657753" y="121621"/>
                </a:lnTo>
                <a:lnTo>
                  <a:pt x="661427" y="119160"/>
                </a:lnTo>
                <a:lnTo>
                  <a:pt x="665102" y="116648"/>
                </a:lnTo>
                <a:lnTo>
                  <a:pt x="668777" y="114099"/>
                </a:lnTo>
                <a:lnTo>
                  <a:pt x="672451" y="111522"/>
                </a:lnTo>
                <a:lnTo>
                  <a:pt x="676126" y="108924"/>
                </a:lnTo>
                <a:lnTo>
                  <a:pt x="679800" y="106315"/>
                </a:lnTo>
                <a:lnTo>
                  <a:pt x="683475" y="103706"/>
                </a:lnTo>
                <a:lnTo>
                  <a:pt x="687150" y="101106"/>
                </a:lnTo>
                <a:lnTo>
                  <a:pt x="690824" y="98522"/>
                </a:lnTo>
                <a:lnTo>
                  <a:pt x="694499" y="95964"/>
                </a:lnTo>
                <a:lnTo>
                  <a:pt x="698173" y="93438"/>
                </a:lnTo>
                <a:lnTo>
                  <a:pt x="701848" y="90942"/>
                </a:lnTo>
                <a:lnTo>
                  <a:pt x="705523" y="88477"/>
                </a:lnTo>
                <a:lnTo>
                  <a:pt x="709197" y="86038"/>
                </a:lnTo>
                <a:lnTo>
                  <a:pt x="712872" y="83622"/>
                </a:lnTo>
                <a:lnTo>
                  <a:pt x="716546" y="81220"/>
                </a:lnTo>
                <a:lnTo>
                  <a:pt x="720221" y="78826"/>
                </a:lnTo>
                <a:lnTo>
                  <a:pt x="723896" y="76429"/>
                </a:lnTo>
                <a:lnTo>
                  <a:pt x="727570" y="74020"/>
                </a:lnTo>
                <a:lnTo>
                  <a:pt x="731245" y="71592"/>
                </a:lnTo>
                <a:lnTo>
                  <a:pt x="734919" y="69141"/>
                </a:lnTo>
                <a:lnTo>
                  <a:pt x="738594" y="66665"/>
                </a:lnTo>
                <a:lnTo>
                  <a:pt x="742269" y="64164"/>
                </a:lnTo>
                <a:lnTo>
                  <a:pt x="745943" y="61644"/>
                </a:lnTo>
                <a:lnTo>
                  <a:pt x="749618" y="59112"/>
                </a:lnTo>
                <a:lnTo>
                  <a:pt x="753292" y="56579"/>
                </a:lnTo>
                <a:lnTo>
                  <a:pt x="756967" y="54063"/>
                </a:lnTo>
                <a:lnTo>
                  <a:pt x="760642" y="51581"/>
                </a:lnTo>
                <a:lnTo>
                  <a:pt x="764316" y="49150"/>
                </a:lnTo>
                <a:lnTo>
                  <a:pt x="767991" y="46789"/>
                </a:lnTo>
                <a:lnTo>
                  <a:pt x="771665" y="44512"/>
                </a:lnTo>
                <a:lnTo>
                  <a:pt x="775340" y="42334"/>
                </a:lnTo>
                <a:lnTo>
                  <a:pt x="779015" y="40265"/>
                </a:lnTo>
                <a:lnTo>
                  <a:pt x="782689" y="38314"/>
                </a:lnTo>
                <a:lnTo>
                  <a:pt x="786364" y="36492"/>
                </a:lnTo>
                <a:lnTo>
                  <a:pt x="790038" y="34795"/>
                </a:lnTo>
                <a:lnTo>
                  <a:pt x="793713" y="33204"/>
                </a:lnTo>
                <a:lnTo>
                  <a:pt x="797388" y="31705"/>
                </a:lnTo>
                <a:lnTo>
                  <a:pt x="801062" y="30280"/>
                </a:lnTo>
                <a:lnTo>
                  <a:pt x="804737" y="28908"/>
                </a:lnTo>
                <a:lnTo>
                  <a:pt x="808411" y="27569"/>
                </a:lnTo>
                <a:lnTo>
                  <a:pt x="812086" y="26238"/>
                </a:lnTo>
                <a:lnTo>
                  <a:pt x="815761" y="24894"/>
                </a:lnTo>
                <a:lnTo>
                  <a:pt x="819435" y="23509"/>
                </a:lnTo>
                <a:lnTo>
                  <a:pt x="823110" y="22074"/>
                </a:lnTo>
                <a:lnTo>
                  <a:pt x="826784" y="20579"/>
                </a:lnTo>
                <a:lnTo>
                  <a:pt x="830459" y="19024"/>
                </a:lnTo>
                <a:lnTo>
                  <a:pt x="834134" y="17412"/>
                </a:lnTo>
                <a:lnTo>
                  <a:pt x="837808" y="15753"/>
                </a:lnTo>
                <a:lnTo>
                  <a:pt x="841483" y="14064"/>
                </a:lnTo>
                <a:lnTo>
                  <a:pt x="845157" y="12364"/>
                </a:lnTo>
                <a:lnTo>
                  <a:pt x="848832" y="10684"/>
                </a:lnTo>
                <a:lnTo>
                  <a:pt x="852507" y="9055"/>
                </a:lnTo>
                <a:lnTo>
                  <a:pt x="856181" y="7505"/>
                </a:lnTo>
                <a:lnTo>
                  <a:pt x="859856" y="6059"/>
                </a:lnTo>
                <a:lnTo>
                  <a:pt x="863530" y="4740"/>
                </a:lnTo>
                <a:lnTo>
                  <a:pt x="867205" y="3567"/>
                </a:lnTo>
                <a:lnTo>
                  <a:pt x="870880" y="2554"/>
                </a:lnTo>
                <a:lnTo>
                  <a:pt x="874554" y="1710"/>
                </a:lnTo>
                <a:lnTo>
                  <a:pt x="878229" y="1047"/>
                </a:lnTo>
                <a:lnTo>
                  <a:pt x="881903" y="569"/>
                </a:lnTo>
                <a:lnTo>
                  <a:pt x="885578" y="246"/>
                </a:lnTo>
                <a:lnTo>
                  <a:pt x="889253" y="63"/>
                </a:lnTo>
                <a:lnTo>
                  <a:pt x="892927" y="0"/>
                </a:lnTo>
                <a:lnTo>
                  <a:pt x="896602" y="36"/>
                </a:lnTo>
                <a:lnTo>
                  <a:pt x="900276" y="148"/>
                </a:lnTo>
                <a:lnTo>
                  <a:pt x="903951" y="315"/>
                </a:lnTo>
                <a:lnTo>
                  <a:pt x="907626" y="515"/>
                </a:lnTo>
                <a:lnTo>
                  <a:pt x="911300" y="727"/>
                </a:lnTo>
                <a:lnTo>
                  <a:pt x="914975" y="933"/>
                </a:lnTo>
                <a:lnTo>
                  <a:pt x="918649" y="1123"/>
                </a:lnTo>
                <a:lnTo>
                  <a:pt x="922324" y="1293"/>
                </a:lnTo>
                <a:lnTo>
                  <a:pt x="925999" y="1443"/>
                </a:lnTo>
                <a:lnTo>
                  <a:pt x="929673" y="1576"/>
                </a:lnTo>
                <a:lnTo>
                  <a:pt x="933348" y="1701"/>
                </a:lnTo>
                <a:lnTo>
                  <a:pt x="937022" y="1827"/>
                </a:lnTo>
                <a:lnTo>
                  <a:pt x="940697" y="1973"/>
                </a:lnTo>
                <a:lnTo>
                  <a:pt x="944372" y="2155"/>
                </a:lnTo>
                <a:lnTo>
                  <a:pt x="948046" y="2389"/>
                </a:lnTo>
                <a:lnTo>
                  <a:pt x="951721" y="2687"/>
                </a:lnTo>
                <a:lnTo>
                  <a:pt x="955395" y="3063"/>
                </a:lnTo>
                <a:lnTo>
                  <a:pt x="959070" y="3528"/>
                </a:lnTo>
                <a:lnTo>
                  <a:pt x="962745" y="4088"/>
                </a:lnTo>
                <a:lnTo>
                  <a:pt x="966419" y="4752"/>
                </a:lnTo>
                <a:lnTo>
                  <a:pt x="970094" y="5526"/>
                </a:lnTo>
                <a:lnTo>
                  <a:pt x="973768" y="6426"/>
                </a:lnTo>
                <a:lnTo>
                  <a:pt x="977443" y="7440"/>
                </a:lnTo>
                <a:lnTo>
                  <a:pt x="981118" y="8569"/>
                </a:lnTo>
                <a:lnTo>
                  <a:pt x="984792" y="9814"/>
                </a:lnTo>
                <a:lnTo>
                  <a:pt x="988467" y="11177"/>
                </a:lnTo>
                <a:lnTo>
                  <a:pt x="992141" y="12659"/>
                </a:lnTo>
                <a:lnTo>
                  <a:pt x="995816" y="14263"/>
                </a:lnTo>
                <a:lnTo>
                  <a:pt x="999491" y="15989"/>
                </a:lnTo>
                <a:lnTo>
                  <a:pt x="1003165" y="17854"/>
                </a:lnTo>
                <a:lnTo>
                  <a:pt x="1006840" y="19848"/>
                </a:lnTo>
                <a:lnTo>
                  <a:pt x="1010514" y="21963"/>
                </a:lnTo>
                <a:lnTo>
                  <a:pt x="1014189" y="24193"/>
                </a:lnTo>
                <a:lnTo>
                  <a:pt x="1017864" y="26530"/>
                </a:lnTo>
                <a:lnTo>
                  <a:pt x="1021538" y="28963"/>
                </a:lnTo>
                <a:lnTo>
                  <a:pt x="1025213" y="31479"/>
                </a:lnTo>
                <a:lnTo>
                  <a:pt x="1028887" y="34060"/>
                </a:lnTo>
                <a:lnTo>
                  <a:pt x="1032562" y="36689"/>
                </a:lnTo>
                <a:lnTo>
                  <a:pt x="1036237" y="39341"/>
                </a:lnTo>
                <a:lnTo>
                  <a:pt x="1039911" y="41990"/>
                </a:lnTo>
                <a:lnTo>
                  <a:pt x="1043586" y="44616"/>
                </a:lnTo>
                <a:lnTo>
                  <a:pt x="1047260" y="47199"/>
                </a:lnTo>
                <a:lnTo>
                  <a:pt x="1050935" y="49723"/>
                </a:lnTo>
                <a:lnTo>
                  <a:pt x="1054610" y="52175"/>
                </a:lnTo>
                <a:lnTo>
                  <a:pt x="1058284" y="54544"/>
                </a:lnTo>
                <a:lnTo>
                  <a:pt x="1061959" y="56824"/>
                </a:lnTo>
                <a:lnTo>
                  <a:pt x="1065633" y="59001"/>
                </a:lnTo>
                <a:lnTo>
                  <a:pt x="1069308" y="61090"/>
                </a:lnTo>
                <a:lnTo>
                  <a:pt x="1072983" y="63100"/>
                </a:lnTo>
                <a:lnTo>
                  <a:pt x="1076657" y="65040"/>
                </a:lnTo>
                <a:lnTo>
                  <a:pt x="1080332" y="66923"/>
                </a:lnTo>
                <a:lnTo>
                  <a:pt x="1084006" y="68760"/>
                </a:lnTo>
                <a:lnTo>
                  <a:pt x="1087681" y="70565"/>
                </a:lnTo>
                <a:lnTo>
                  <a:pt x="1091356" y="72350"/>
                </a:lnTo>
                <a:lnTo>
                  <a:pt x="1095030" y="74126"/>
                </a:lnTo>
                <a:lnTo>
                  <a:pt x="1098705" y="75904"/>
                </a:lnTo>
                <a:lnTo>
                  <a:pt x="1102379" y="77688"/>
                </a:lnTo>
                <a:lnTo>
                  <a:pt x="1106054" y="79480"/>
                </a:lnTo>
                <a:lnTo>
                  <a:pt x="1109729" y="81279"/>
                </a:lnTo>
                <a:lnTo>
                  <a:pt x="1113403" y="83080"/>
                </a:lnTo>
                <a:lnTo>
                  <a:pt x="1117078" y="84876"/>
                </a:lnTo>
                <a:lnTo>
                  <a:pt x="1120752" y="86659"/>
                </a:lnTo>
                <a:lnTo>
                  <a:pt x="1124427" y="88417"/>
                </a:lnTo>
                <a:lnTo>
                  <a:pt x="1128102" y="90133"/>
                </a:lnTo>
                <a:lnTo>
                  <a:pt x="1131776" y="91798"/>
                </a:lnTo>
                <a:lnTo>
                  <a:pt x="1135451" y="93403"/>
                </a:lnTo>
                <a:lnTo>
                  <a:pt x="1139125" y="94940"/>
                </a:lnTo>
                <a:lnTo>
                  <a:pt x="1142800" y="96402"/>
                </a:lnTo>
                <a:lnTo>
                  <a:pt x="1146475" y="97786"/>
                </a:lnTo>
                <a:lnTo>
                  <a:pt x="1150149" y="99092"/>
                </a:lnTo>
                <a:lnTo>
                  <a:pt x="1153824" y="100320"/>
                </a:lnTo>
                <a:lnTo>
                  <a:pt x="1157498" y="101468"/>
                </a:lnTo>
                <a:lnTo>
                  <a:pt x="1161173" y="102548"/>
                </a:lnTo>
                <a:lnTo>
                  <a:pt x="1164848" y="103575"/>
                </a:lnTo>
                <a:lnTo>
                  <a:pt x="1168522" y="104557"/>
                </a:lnTo>
                <a:lnTo>
                  <a:pt x="1172197" y="105506"/>
                </a:lnTo>
                <a:lnTo>
                  <a:pt x="1175871" y="106433"/>
                </a:lnTo>
                <a:lnTo>
                  <a:pt x="1179546" y="107348"/>
                </a:lnTo>
                <a:lnTo>
                  <a:pt x="1183221" y="108261"/>
                </a:lnTo>
                <a:lnTo>
                  <a:pt x="1186895" y="109183"/>
                </a:lnTo>
                <a:lnTo>
                  <a:pt x="1190570" y="110124"/>
                </a:lnTo>
                <a:lnTo>
                  <a:pt x="1194244" y="111090"/>
                </a:lnTo>
                <a:lnTo>
                  <a:pt x="1197919" y="112085"/>
                </a:lnTo>
                <a:lnTo>
                  <a:pt x="1201594" y="113113"/>
                </a:lnTo>
                <a:lnTo>
                  <a:pt x="1205268" y="114177"/>
                </a:lnTo>
                <a:lnTo>
                  <a:pt x="1208943" y="115279"/>
                </a:lnTo>
                <a:lnTo>
                  <a:pt x="1212617" y="116419"/>
                </a:lnTo>
                <a:lnTo>
                  <a:pt x="1216292" y="117597"/>
                </a:lnTo>
                <a:lnTo>
                  <a:pt x="1219967" y="118818"/>
                </a:lnTo>
                <a:lnTo>
                  <a:pt x="1223641" y="120076"/>
                </a:lnTo>
                <a:lnTo>
                  <a:pt x="1227316" y="121366"/>
                </a:lnTo>
                <a:lnTo>
                  <a:pt x="1230990" y="122686"/>
                </a:lnTo>
                <a:lnTo>
                  <a:pt x="1234665" y="124032"/>
                </a:lnTo>
                <a:lnTo>
                  <a:pt x="1238340" y="125400"/>
                </a:lnTo>
                <a:lnTo>
                  <a:pt x="1242014" y="126786"/>
                </a:lnTo>
                <a:lnTo>
                  <a:pt x="1245689" y="128186"/>
                </a:lnTo>
                <a:lnTo>
                  <a:pt x="1249363" y="129594"/>
                </a:lnTo>
                <a:lnTo>
                  <a:pt x="1253038" y="131006"/>
                </a:lnTo>
                <a:lnTo>
                  <a:pt x="1256713" y="132416"/>
                </a:lnTo>
                <a:lnTo>
                  <a:pt x="1260387" y="133822"/>
                </a:lnTo>
                <a:lnTo>
                  <a:pt x="1264062" y="135221"/>
                </a:lnTo>
                <a:lnTo>
                  <a:pt x="1267736" y="136610"/>
                </a:lnTo>
                <a:lnTo>
                  <a:pt x="1271411" y="137990"/>
                </a:lnTo>
                <a:lnTo>
                  <a:pt x="1275086" y="139358"/>
                </a:lnTo>
                <a:lnTo>
                  <a:pt x="1278760" y="140717"/>
                </a:lnTo>
                <a:lnTo>
                  <a:pt x="1282435" y="142065"/>
                </a:lnTo>
                <a:lnTo>
                  <a:pt x="1286109" y="143405"/>
                </a:lnTo>
                <a:lnTo>
                  <a:pt x="1289784" y="144737"/>
                </a:lnTo>
                <a:lnTo>
                  <a:pt x="1293459" y="146064"/>
                </a:lnTo>
                <a:lnTo>
                  <a:pt x="1297133" y="147383"/>
                </a:lnTo>
                <a:lnTo>
                  <a:pt x="1300808" y="148694"/>
                </a:lnTo>
                <a:lnTo>
                  <a:pt x="1304482" y="149996"/>
                </a:lnTo>
                <a:lnTo>
                  <a:pt x="1308157" y="151283"/>
                </a:lnTo>
                <a:lnTo>
                  <a:pt x="1311832" y="152551"/>
                </a:lnTo>
                <a:lnTo>
                  <a:pt x="1315506" y="153792"/>
                </a:lnTo>
                <a:lnTo>
                  <a:pt x="1319181" y="155000"/>
                </a:lnTo>
                <a:lnTo>
                  <a:pt x="1322855" y="156168"/>
                </a:lnTo>
                <a:lnTo>
                  <a:pt x="1326530" y="157290"/>
                </a:lnTo>
                <a:lnTo>
                  <a:pt x="1330205" y="158358"/>
                </a:lnTo>
                <a:lnTo>
                  <a:pt x="1333879" y="159368"/>
                </a:lnTo>
                <a:lnTo>
                  <a:pt x="1337554" y="160314"/>
                </a:lnTo>
                <a:lnTo>
                  <a:pt x="1341228" y="161191"/>
                </a:lnTo>
                <a:lnTo>
                  <a:pt x="1344903" y="161994"/>
                </a:lnTo>
                <a:lnTo>
                  <a:pt x="1348577" y="162732"/>
                </a:lnTo>
                <a:lnTo>
                  <a:pt x="1352252" y="163410"/>
                </a:lnTo>
                <a:lnTo>
                  <a:pt x="1355927" y="164033"/>
                </a:lnTo>
                <a:lnTo>
                  <a:pt x="1359601" y="164608"/>
                </a:lnTo>
                <a:lnTo>
                  <a:pt x="1363276" y="165144"/>
                </a:lnTo>
                <a:lnTo>
                  <a:pt x="1366950" y="165650"/>
                </a:lnTo>
                <a:lnTo>
                  <a:pt x="1370625" y="166133"/>
                </a:lnTo>
                <a:lnTo>
                  <a:pt x="1374300" y="166602"/>
                </a:lnTo>
                <a:lnTo>
                  <a:pt x="1377974" y="167066"/>
                </a:lnTo>
                <a:lnTo>
                  <a:pt x="1381649" y="167531"/>
                </a:lnTo>
                <a:lnTo>
                  <a:pt x="1385323" y="168001"/>
                </a:lnTo>
                <a:lnTo>
                  <a:pt x="1388998" y="168478"/>
                </a:lnTo>
                <a:lnTo>
                  <a:pt x="1392673" y="168964"/>
                </a:lnTo>
                <a:lnTo>
                  <a:pt x="1396347" y="169456"/>
                </a:lnTo>
                <a:lnTo>
                  <a:pt x="1400022" y="169955"/>
                </a:lnTo>
                <a:lnTo>
                  <a:pt x="1403696" y="170457"/>
                </a:lnTo>
                <a:lnTo>
                  <a:pt x="1407371" y="170960"/>
                </a:lnTo>
                <a:lnTo>
                  <a:pt x="1411046" y="171460"/>
                </a:lnTo>
                <a:lnTo>
                  <a:pt x="1414720" y="171955"/>
                </a:lnTo>
                <a:lnTo>
                  <a:pt x="1418395" y="172443"/>
                </a:lnTo>
                <a:lnTo>
                  <a:pt x="1422069" y="172922"/>
                </a:lnTo>
                <a:lnTo>
                  <a:pt x="1425744" y="173391"/>
                </a:lnTo>
                <a:lnTo>
                  <a:pt x="1429419" y="173849"/>
                </a:lnTo>
                <a:lnTo>
                  <a:pt x="1433093" y="174296"/>
                </a:lnTo>
                <a:lnTo>
                  <a:pt x="1436768" y="174729"/>
                </a:lnTo>
                <a:lnTo>
                  <a:pt x="1440442" y="175151"/>
                </a:lnTo>
                <a:lnTo>
                  <a:pt x="1444117" y="175560"/>
                </a:lnTo>
                <a:lnTo>
                  <a:pt x="1447792" y="175957"/>
                </a:lnTo>
                <a:lnTo>
                  <a:pt x="1451466" y="176340"/>
                </a:lnTo>
                <a:lnTo>
                  <a:pt x="1455141" y="176708"/>
                </a:lnTo>
                <a:lnTo>
                  <a:pt x="1458815" y="177062"/>
                </a:lnTo>
                <a:lnTo>
                  <a:pt x="1462490" y="177400"/>
                </a:lnTo>
                <a:lnTo>
                  <a:pt x="1466165" y="177719"/>
                </a:lnTo>
                <a:lnTo>
                  <a:pt x="1469839" y="178020"/>
                </a:lnTo>
                <a:lnTo>
                  <a:pt x="1473514" y="178304"/>
                </a:lnTo>
                <a:lnTo>
                  <a:pt x="1477188" y="178572"/>
                </a:lnTo>
                <a:lnTo>
                  <a:pt x="1480863" y="178824"/>
                </a:lnTo>
                <a:lnTo>
                  <a:pt x="1484538" y="179061"/>
                </a:lnTo>
                <a:lnTo>
                  <a:pt x="1488212" y="179285"/>
                </a:lnTo>
                <a:lnTo>
                  <a:pt x="1491887" y="179498"/>
                </a:lnTo>
                <a:lnTo>
                  <a:pt x="1495561" y="179700"/>
                </a:lnTo>
                <a:lnTo>
                  <a:pt x="1499236" y="179893"/>
                </a:lnTo>
                <a:lnTo>
                  <a:pt x="1502911" y="180079"/>
                </a:lnTo>
                <a:lnTo>
                  <a:pt x="1506585" y="180258"/>
                </a:lnTo>
                <a:lnTo>
                  <a:pt x="1510260" y="180432"/>
                </a:lnTo>
                <a:lnTo>
                  <a:pt x="1513934" y="180600"/>
                </a:lnTo>
                <a:lnTo>
                  <a:pt x="1517609" y="180763"/>
                </a:lnTo>
                <a:lnTo>
                  <a:pt x="1521284" y="180920"/>
                </a:lnTo>
                <a:lnTo>
                  <a:pt x="1524958" y="181071"/>
                </a:lnTo>
                <a:lnTo>
                  <a:pt x="1528633" y="181215"/>
                </a:lnTo>
                <a:lnTo>
                  <a:pt x="1532307" y="181352"/>
                </a:lnTo>
                <a:lnTo>
                  <a:pt x="1535982" y="181484"/>
                </a:lnTo>
                <a:lnTo>
                  <a:pt x="1539657" y="181609"/>
                </a:lnTo>
                <a:lnTo>
                  <a:pt x="1543331" y="181729"/>
                </a:lnTo>
                <a:lnTo>
                  <a:pt x="1547006" y="181845"/>
                </a:lnTo>
                <a:lnTo>
                  <a:pt x="1550680" y="181957"/>
                </a:lnTo>
                <a:lnTo>
                  <a:pt x="1554355" y="182067"/>
                </a:lnTo>
                <a:lnTo>
                  <a:pt x="1558030" y="182176"/>
                </a:lnTo>
                <a:lnTo>
                  <a:pt x="1561704" y="182286"/>
                </a:lnTo>
                <a:lnTo>
                  <a:pt x="1565379" y="182398"/>
                </a:lnTo>
                <a:lnTo>
                  <a:pt x="1569053" y="182513"/>
                </a:lnTo>
                <a:lnTo>
                  <a:pt x="1572728" y="182631"/>
                </a:lnTo>
                <a:lnTo>
                  <a:pt x="1576403" y="182754"/>
                </a:lnTo>
                <a:lnTo>
                  <a:pt x="1580077" y="182881"/>
                </a:lnTo>
                <a:lnTo>
                  <a:pt x="1583752" y="183013"/>
                </a:lnTo>
                <a:lnTo>
                  <a:pt x="1587426" y="183151"/>
                </a:lnTo>
                <a:lnTo>
                  <a:pt x="1591101" y="183293"/>
                </a:lnTo>
                <a:lnTo>
                  <a:pt x="1594776" y="183440"/>
                </a:lnTo>
                <a:lnTo>
                  <a:pt x="1598450" y="183590"/>
                </a:lnTo>
                <a:lnTo>
                  <a:pt x="1602125" y="183744"/>
                </a:lnTo>
                <a:lnTo>
                  <a:pt x="1605799" y="183900"/>
                </a:lnTo>
                <a:lnTo>
                  <a:pt x="1609474" y="184058"/>
                </a:lnTo>
                <a:lnTo>
                  <a:pt x="1613149" y="184218"/>
                </a:lnTo>
                <a:lnTo>
                  <a:pt x="1616823" y="184378"/>
                </a:lnTo>
                <a:lnTo>
                  <a:pt x="1620498" y="184537"/>
                </a:lnTo>
                <a:lnTo>
                  <a:pt x="1624172" y="184694"/>
                </a:lnTo>
                <a:lnTo>
                  <a:pt x="1627847" y="184847"/>
                </a:lnTo>
                <a:lnTo>
                  <a:pt x="1631522" y="184996"/>
                </a:lnTo>
                <a:lnTo>
                  <a:pt x="1635196" y="185140"/>
                </a:lnTo>
                <a:lnTo>
                  <a:pt x="1638871" y="185275"/>
                </a:lnTo>
                <a:lnTo>
                  <a:pt x="1642545" y="185403"/>
                </a:lnTo>
                <a:lnTo>
                  <a:pt x="1646220" y="185520"/>
                </a:lnTo>
                <a:lnTo>
                  <a:pt x="1649895" y="185625"/>
                </a:lnTo>
                <a:lnTo>
                  <a:pt x="1653569" y="185716"/>
                </a:lnTo>
                <a:lnTo>
                  <a:pt x="1657244" y="185794"/>
                </a:lnTo>
                <a:lnTo>
                  <a:pt x="1660918" y="185858"/>
                </a:lnTo>
                <a:lnTo>
                  <a:pt x="1664593" y="185909"/>
                </a:lnTo>
                <a:lnTo>
                  <a:pt x="1668268" y="185946"/>
                </a:lnTo>
                <a:lnTo>
                  <a:pt x="1671942" y="185970"/>
                </a:lnTo>
                <a:lnTo>
                  <a:pt x="1675617" y="185984"/>
                </a:lnTo>
                <a:lnTo>
                  <a:pt x="1679291" y="185987"/>
                </a:lnTo>
                <a:lnTo>
                  <a:pt x="1682966" y="185980"/>
                </a:lnTo>
                <a:lnTo>
                  <a:pt x="1686641" y="185968"/>
                </a:lnTo>
                <a:lnTo>
                  <a:pt x="1690315" y="185952"/>
                </a:lnTo>
                <a:lnTo>
                  <a:pt x="1693990" y="185935"/>
                </a:lnTo>
                <a:lnTo>
                  <a:pt x="1697664" y="185917"/>
                </a:lnTo>
                <a:lnTo>
                  <a:pt x="1701339" y="185902"/>
                </a:lnTo>
                <a:lnTo>
                  <a:pt x="1705014" y="185891"/>
                </a:lnTo>
                <a:lnTo>
                  <a:pt x="1708688" y="185884"/>
                </a:lnTo>
                <a:lnTo>
                  <a:pt x="1712363" y="185884"/>
                </a:lnTo>
                <a:lnTo>
                  <a:pt x="1716037" y="185892"/>
                </a:lnTo>
                <a:lnTo>
                  <a:pt x="1719712" y="185906"/>
                </a:lnTo>
                <a:lnTo>
                  <a:pt x="1723387" y="185926"/>
                </a:lnTo>
                <a:lnTo>
                  <a:pt x="1727061" y="185953"/>
                </a:lnTo>
                <a:lnTo>
                  <a:pt x="1730736" y="185985"/>
                </a:lnTo>
                <a:lnTo>
                  <a:pt x="1734410" y="186020"/>
                </a:lnTo>
                <a:lnTo>
                  <a:pt x="1738085" y="186059"/>
                </a:lnTo>
                <a:lnTo>
                  <a:pt x="1741760" y="186100"/>
                </a:lnTo>
                <a:lnTo>
                  <a:pt x="1745434" y="186141"/>
                </a:lnTo>
                <a:lnTo>
                  <a:pt x="1749109" y="186182"/>
                </a:lnTo>
                <a:lnTo>
                  <a:pt x="1752783" y="186221"/>
                </a:lnTo>
                <a:lnTo>
                  <a:pt x="1756458" y="186258"/>
                </a:lnTo>
                <a:lnTo>
                  <a:pt x="1760133" y="186293"/>
                </a:lnTo>
                <a:lnTo>
                  <a:pt x="1763807" y="186325"/>
                </a:lnTo>
                <a:lnTo>
                  <a:pt x="1767482" y="186355"/>
                </a:lnTo>
                <a:lnTo>
                  <a:pt x="1771156" y="186382"/>
                </a:lnTo>
                <a:lnTo>
                  <a:pt x="1774831" y="186407"/>
                </a:lnTo>
                <a:lnTo>
                  <a:pt x="1778506" y="186430"/>
                </a:lnTo>
                <a:lnTo>
                  <a:pt x="1782180" y="186452"/>
                </a:lnTo>
                <a:lnTo>
                  <a:pt x="1785855" y="186473"/>
                </a:lnTo>
                <a:lnTo>
                  <a:pt x="1789529" y="186493"/>
                </a:lnTo>
                <a:lnTo>
                  <a:pt x="1793204" y="186513"/>
                </a:lnTo>
                <a:lnTo>
                  <a:pt x="1796879" y="186533"/>
                </a:lnTo>
                <a:lnTo>
                  <a:pt x="1800553" y="186553"/>
                </a:lnTo>
                <a:lnTo>
                  <a:pt x="1804228" y="186573"/>
                </a:lnTo>
                <a:lnTo>
                  <a:pt x="1807902" y="186593"/>
                </a:lnTo>
                <a:lnTo>
                  <a:pt x="1811577" y="186612"/>
                </a:lnTo>
                <a:lnTo>
                  <a:pt x="1815252" y="186630"/>
                </a:lnTo>
                <a:lnTo>
                  <a:pt x="1818926" y="186648"/>
                </a:lnTo>
                <a:lnTo>
                  <a:pt x="1822601" y="186665"/>
                </a:lnTo>
                <a:lnTo>
                  <a:pt x="1826275" y="186680"/>
                </a:lnTo>
                <a:lnTo>
                  <a:pt x="1829950" y="186695"/>
                </a:lnTo>
                <a:lnTo>
                  <a:pt x="1833625" y="186708"/>
                </a:lnTo>
                <a:lnTo>
                  <a:pt x="1837299" y="186719"/>
                </a:lnTo>
                <a:lnTo>
                  <a:pt x="1840974" y="186729"/>
                </a:lnTo>
                <a:lnTo>
                  <a:pt x="1844648" y="186737"/>
                </a:lnTo>
                <a:lnTo>
                  <a:pt x="1848323" y="186744"/>
                </a:lnTo>
                <a:lnTo>
                  <a:pt x="1851998" y="186750"/>
                </a:lnTo>
                <a:lnTo>
                  <a:pt x="1855672" y="186755"/>
                </a:lnTo>
                <a:lnTo>
                  <a:pt x="1859347" y="186759"/>
                </a:lnTo>
                <a:lnTo>
                  <a:pt x="1863021" y="186762"/>
                </a:lnTo>
                <a:lnTo>
                  <a:pt x="1866696" y="186765"/>
                </a:lnTo>
                <a:lnTo>
                  <a:pt x="1870371" y="186767"/>
                </a:lnTo>
                <a:lnTo>
                  <a:pt x="1874045" y="186768"/>
                </a:lnTo>
                <a:lnTo>
                  <a:pt x="1877720" y="186772"/>
                </a:lnTo>
                <a:lnTo>
                  <a:pt x="1874045" y="186772"/>
                </a:lnTo>
                <a:lnTo>
                  <a:pt x="1870371" y="186772"/>
                </a:lnTo>
                <a:lnTo>
                  <a:pt x="1866696" y="186772"/>
                </a:lnTo>
                <a:lnTo>
                  <a:pt x="1863021" y="186772"/>
                </a:lnTo>
                <a:lnTo>
                  <a:pt x="1859347" y="186772"/>
                </a:lnTo>
                <a:lnTo>
                  <a:pt x="1855672" y="186772"/>
                </a:lnTo>
                <a:lnTo>
                  <a:pt x="1851998" y="186772"/>
                </a:lnTo>
                <a:lnTo>
                  <a:pt x="1848323" y="186772"/>
                </a:lnTo>
                <a:lnTo>
                  <a:pt x="1844648" y="186772"/>
                </a:lnTo>
                <a:lnTo>
                  <a:pt x="1840974" y="186772"/>
                </a:lnTo>
                <a:lnTo>
                  <a:pt x="1837299" y="186772"/>
                </a:lnTo>
                <a:lnTo>
                  <a:pt x="1833625" y="186772"/>
                </a:lnTo>
                <a:lnTo>
                  <a:pt x="1829950" y="186772"/>
                </a:lnTo>
                <a:lnTo>
                  <a:pt x="1826275" y="186772"/>
                </a:lnTo>
                <a:lnTo>
                  <a:pt x="1822601" y="186772"/>
                </a:lnTo>
                <a:lnTo>
                  <a:pt x="1818926" y="186772"/>
                </a:lnTo>
                <a:lnTo>
                  <a:pt x="1815252" y="186772"/>
                </a:lnTo>
                <a:lnTo>
                  <a:pt x="1811577" y="186772"/>
                </a:lnTo>
                <a:lnTo>
                  <a:pt x="1807902" y="186772"/>
                </a:lnTo>
                <a:lnTo>
                  <a:pt x="1804228" y="186772"/>
                </a:lnTo>
                <a:lnTo>
                  <a:pt x="1800553" y="186772"/>
                </a:lnTo>
                <a:lnTo>
                  <a:pt x="1796879" y="186772"/>
                </a:lnTo>
                <a:lnTo>
                  <a:pt x="1793204" y="186772"/>
                </a:lnTo>
                <a:lnTo>
                  <a:pt x="1789529" y="186772"/>
                </a:lnTo>
                <a:lnTo>
                  <a:pt x="1785855" y="186772"/>
                </a:lnTo>
                <a:lnTo>
                  <a:pt x="1782180" y="186772"/>
                </a:lnTo>
                <a:lnTo>
                  <a:pt x="1778506" y="186772"/>
                </a:lnTo>
                <a:lnTo>
                  <a:pt x="1774831" y="186772"/>
                </a:lnTo>
                <a:lnTo>
                  <a:pt x="1771156" y="186772"/>
                </a:lnTo>
                <a:lnTo>
                  <a:pt x="1767482" y="186772"/>
                </a:lnTo>
                <a:lnTo>
                  <a:pt x="1763807" y="186772"/>
                </a:lnTo>
                <a:lnTo>
                  <a:pt x="1760133" y="186772"/>
                </a:lnTo>
                <a:lnTo>
                  <a:pt x="1756458" y="186772"/>
                </a:lnTo>
                <a:lnTo>
                  <a:pt x="1752783" y="186772"/>
                </a:lnTo>
                <a:lnTo>
                  <a:pt x="1749109" y="186772"/>
                </a:lnTo>
                <a:lnTo>
                  <a:pt x="1745434" y="186772"/>
                </a:lnTo>
                <a:lnTo>
                  <a:pt x="1741760" y="186772"/>
                </a:lnTo>
                <a:lnTo>
                  <a:pt x="1738085" y="186772"/>
                </a:lnTo>
                <a:lnTo>
                  <a:pt x="1734410" y="186772"/>
                </a:lnTo>
                <a:lnTo>
                  <a:pt x="1730736" y="186772"/>
                </a:lnTo>
                <a:lnTo>
                  <a:pt x="1727061" y="186772"/>
                </a:lnTo>
                <a:lnTo>
                  <a:pt x="1723387" y="186772"/>
                </a:lnTo>
                <a:lnTo>
                  <a:pt x="1719712" y="186772"/>
                </a:lnTo>
                <a:lnTo>
                  <a:pt x="1716037" y="186772"/>
                </a:lnTo>
                <a:lnTo>
                  <a:pt x="1712363" y="186772"/>
                </a:lnTo>
                <a:lnTo>
                  <a:pt x="1708688" y="186772"/>
                </a:lnTo>
                <a:lnTo>
                  <a:pt x="1705014" y="186772"/>
                </a:lnTo>
                <a:lnTo>
                  <a:pt x="1701339" y="186772"/>
                </a:lnTo>
                <a:lnTo>
                  <a:pt x="1697664" y="186772"/>
                </a:lnTo>
                <a:lnTo>
                  <a:pt x="1693990" y="186772"/>
                </a:lnTo>
                <a:lnTo>
                  <a:pt x="1690315" y="186772"/>
                </a:lnTo>
                <a:lnTo>
                  <a:pt x="1686641" y="186772"/>
                </a:lnTo>
                <a:lnTo>
                  <a:pt x="1682966" y="186772"/>
                </a:lnTo>
                <a:lnTo>
                  <a:pt x="1679291" y="186772"/>
                </a:lnTo>
                <a:lnTo>
                  <a:pt x="1675617" y="186772"/>
                </a:lnTo>
                <a:lnTo>
                  <a:pt x="1671942" y="186772"/>
                </a:lnTo>
                <a:lnTo>
                  <a:pt x="1668268" y="186772"/>
                </a:lnTo>
                <a:lnTo>
                  <a:pt x="1664593" y="186772"/>
                </a:lnTo>
                <a:lnTo>
                  <a:pt x="1660918" y="186772"/>
                </a:lnTo>
                <a:lnTo>
                  <a:pt x="1657244" y="186772"/>
                </a:lnTo>
                <a:lnTo>
                  <a:pt x="1653569" y="186772"/>
                </a:lnTo>
                <a:lnTo>
                  <a:pt x="1649895" y="186772"/>
                </a:lnTo>
                <a:lnTo>
                  <a:pt x="1646220" y="186772"/>
                </a:lnTo>
                <a:lnTo>
                  <a:pt x="1642545" y="186772"/>
                </a:lnTo>
                <a:lnTo>
                  <a:pt x="1638871" y="186772"/>
                </a:lnTo>
                <a:lnTo>
                  <a:pt x="1635196" y="186772"/>
                </a:lnTo>
                <a:lnTo>
                  <a:pt x="1631522" y="186772"/>
                </a:lnTo>
                <a:lnTo>
                  <a:pt x="1627847" y="186772"/>
                </a:lnTo>
                <a:lnTo>
                  <a:pt x="1624172" y="186772"/>
                </a:lnTo>
                <a:lnTo>
                  <a:pt x="1620498" y="186772"/>
                </a:lnTo>
                <a:lnTo>
                  <a:pt x="1616823" y="186772"/>
                </a:lnTo>
                <a:lnTo>
                  <a:pt x="1613149" y="186772"/>
                </a:lnTo>
                <a:lnTo>
                  <a:pt x="1609474" y="186772"/>
                </a:lnTo>
                <a:lnTo>
                  <a:pt x="1605799" y="186772"/>
                </a:lnTo>
                <a:lnTo>
                  <a:pt x="1602125" y="186772"/>
                </a:lnTo>
                <a:lnTo>
                  <a:pt x="1598450" y="186772"/>
                </a:lnTo>
                <a:lnTo>
                  <a:pt x="1594776" y="186772"/>
                </a:lnTo>
                <a:lnTo>
                  <a:pt x="1591101" y="186772"/>
                </a:lnTo>
                <a:lnTo>
                  <a:pt x="1587426" y="186772"/>
                </a:lnTo>
                <a:lnTo>
                  <a:pt x="1583752" y="186772"/>
                </a:lnTo>
                <a:lnTo>
                  <a:pt x="1580077" y="186772"/>
                </a:lnTo>
                <a:lnTo>
                  <a:pt x="1576403" y="186772"/>
                </a:lnTo>
                <a:lnTo>
                  <a:pt x="1572728" y="186772"/>
                </a:lnTo>
                <a:lnTo>
                  <a:pt x="1569053" y="186772"/>
                </a:lnTo>
                <a:lnTo>
                  <a:pt x="1565379" y="186772"/>
                </a:lnTo>
                <a:lnTo>
                  <a:pt x="1561704" y="186772"/>
                </a:lnTo>
                <a:lnTo>
                  <a:pt x="1558030" y="186772"/>
                </a:lnTo>
                <a:lnTo>
                  <a:pt x="1554355" y="186772"/>
                </a:lnTo>
                <a:lnTo>
                  <a:pt x="1550680" y="186772"/>
                </a:lnTo>
                <a:lnTo>
                  <a:pt x="1547006" y="186772"/>
                </a:lnTo>
                <a:lnTo>
                  <a:pt x="1543331" y="186772"/>
                </a:lnTo>
                <a:lnTo>
                  <a:pt x="1539657" y="186772"/>
                </a:lnTo>
                <a:lnTo>
                  <a:pt x="1535982" y="186772"/>
                </a:lnTo>
                <a:lnTo>
                  <a:pt x="1532307" y="186772"/>
                </a:lnTo>
                <a:lnTo>
                  <a:pt x="1528633" y="186772"/>
                </a:lnTo>
                <a:lnTo>
                  <a:pt x="1524958" y="186772"/>
                </a:lnTo>
                <a:lnTo>
                  <a:pt x="1521284" y="186772"/>
                </a:lnTo>
                <a:lnTo>
                  <a:pt x="1517609" y="186772"/>
                </a:lnTo>
                <a:lnTo>
                  <a:pt x="1513934" y="186772"/>
                </a:lnTo>
                <a:lnTo>
                  <a:pt x="1510260" y="186772"/>
                </a:lnTo>
                <a:lnTo>
                  <a:pt x="1506585" y="186772"/>
                </a:lnTo>
                <a:lnTo>
                  <a:pt x="1502911" y="186772"/>
                </a:lnTo>
                <a:lnTo>
                  <a:pt x="1499236" y="186772"/>
                </a:lnTo>
                <a:lnTo>
                  <a:pt x="1495561" y="186772"/>
                </a:lnTo>
                <a:lnTo>
                  <a:pt x="1491887" y="186772"/>
                </a:lnTo>
                <a:lnTo>
                  <a:pt x="1488212" y="186772"/>
                </a:lnTo>
                <a:lnTo>
                  <a:pt x="1484538" y="186772"/>
                </a:lnTo>
                <a:lnTo>
                  <a:pt x="1480863" y="186772"/>
                </a:lnTo>
                <a:lnTo>
                  <a:pt x="1477188" y="186772"/>
                </a:lnTo>
                <a:lnTo>
                  <a:pt x="1473514" y="186772"/>
                </a:lnTo>
                <a:lnTo>
                  <a:pt x="1469839" y="186772"/>
                </a:lnTo>
                <a:lnTo>
                  <a:pt x="1466165" y="186772"/>
                </a:lnTo>
                <a:lnTo>
                  <a:pt x="1462490" y="186772"/>
                </a:lnTo>
                <a:lnTo>
                  <a:pt x="1458815" y="186772"/>
                </a:lnTo>
                <a:lnTo>
                  <a:pt x="1455141" y="186772"/>
                </a:lnTo>
                <a:lnTo>
                  <a:pt x="1451466" y="186772"/>
                </a:lnTo>
                <a:lnTo>
                  <a:pt x="1447792" y="186772"/>
                </a:lnTo>
                <a:lnTo>
                  <a:pt x="1444117" y="186772"/>
                </a:lnTo>
                <a:lnTo>
                  <a:pt x="1440442" y="186772"/>
                </a:lnTo>
                <a:lnTo>
                  <a:pt x="1436768" y="186772"/>
                </a:lnTo>
                <a:lnTo>
                  <a:pt x="1433093" y="186772"/>
                </a:lnTo>
                <a:lnTo>
                  <a:pt x="1429419" y="186772"/>
                </a:lnTo>
                <a:lnTo>
                  <a:pt x="1425744" y="186772"/>
                </a:lnTo>
                <a:lnTo>
                  <a:pt x="1422069" y="186772"/>
                </a:lnTo>
                <a:lnTo>
                  <a:pt x="1418395" y="186772"/>
                </a:lnTo>
                <a:lnTo>
                  <a:pt x="1414720" y="186772"/>
                </a:lnTo>
                <a:lnTo>
                  <a:pt x="1411046" y="186772"/>
                </a:lnTo>
                <a:lnTo>
                  <a:pt x="1407371" y="186772"/>
                </a:lnTo>
                <a:lnTo>
                  <a:pt x="1403696" y="186772"/>
                </a:lnTo>
                <a:lnTo>
                  <a:pt x="1400022" y="186772"/>
                </a:lnTo>
                <a:lnTo>
                  <a:pt x="1396347" y="186772"/>
                </a:lnTo>
                <a:lnTo>
                  <a:pt x="1392673" y="186772"/>
                </a:lnTo>
                <a:lnTo>
                  <a:pt x="1388998" y="186772"/>
                </a:lnTo>
                <a:lnTo>
                  <a:pt x="1385323" y="186772"/>
                </a:lnTo>
                <a:lnTo>
                  <a:pt x="1381649" y="186772"/>
                </a:lnTo>
                <a:lnTo>
                  <a:pt x="1377974" y="186772"/>
                </a:lnTo>
                <a:lnTo>
                  <a:pt x="1374300" y="186772"/>
                </a:lnTo>
                <a:lnTo>
                  <a:pt x="1370625" y="186772"/>
                </a:lnTo>
                <a:lnTo>
                  <a:pt x="1366950" y="186772"/>
                </a:lnTo>
                <a:lnTo>
                  <a:pt x="1363276" y="186772"/>
                </a:lnTo>
                <a:lnTo>
                  <a:pt x="1359601" y="186772"/>
                </a:lnTo>
                <a:lnTo>
                  <a:pt x="1355927" y="186772"/>
                </a:lnTo>
                <a:lnTo>
                  <a:pt x="1352252" y="186772"/>
                </a:lnTo>
                <a:lnTo>
                  <a:pt x="1348577" y="186772"/>
                </a:lnTo>
                <a:lnTo>
                  <a:pt x="1344903" y="186772"/>
                </a:lnTo>
                <a:lnTo>
                  <a:pt x="1341228" y="186772"/>
                </a:lnTo>
                <a:lnTo>
                  <a:pt x="1337554" y="186772"/>
                </a:lnTo>
                <a:lnTo>
                  <a:pt x="1333879" y="186772"/>
                </a:lnTo>
                <a:lnTo>
                  <a:pt x="1330205" y="186772"/>
                </a:lnTo>
                <a:lnTo>
                  <a:pt x="1326530" y="186772"/>
                </a:lnTo>
                <a:lnTo>
                  <a:pt x="1322855" y="186772"/>
                </a:lnTo>
                <a:lnTo>
                  <a:pt x="1319181" y="186772"/>
                </a:lnTo>
                <a:lnTo>
                  <a:pt x="1315506" y="186772"/>
                </a:lnTo>
                <a:lnTo>
                  <a:pt x="1311832" y="186772"/>
                </a:lnTo>
                <a:lnTo>
                  <a:pt x="1308157" y="186772"/>
                </a:lnTo>
                <a:lnTo>
                  <a:pt x="1304482" y="186772"/>
                </a:lnTo>
                <a:lnTo>
                  <a:pt x="1300808" y="186772"/>
                </a:lnTo>
                <a:lnTo>
                  <a:pt x="1297133" y="186772"/>
                </a:lnTo>
                <a:lnTo>
                  <a:pt x="1293459" y="186772"/>
                </a:lnTo>
                <a:lnTo>
                  <a:pt x="1289784" y="186772"/>
                </a:lnTo>
                <a:lnTo>
                  <a:pt x="1286109" y="186772"/>
                </a:lnTo>
                <a:lnTo>
                  <a:pt x="1282435" y="186772"/>
                </a:lnTo>
                <a:lnTo>
                  <a:pt x="1278760" y="186772"/>
                </a:lnTo>
                <a:lnTo>
                  <a:pt x="1275086" y="186772"/>
                </a:lnTo>
                <a:lnTo>
                  <a:pt x="1271411" y="186772"/>
                </a:lnTo>
                <a:lnTo>
                  <a:pt x="1267736" y="186772"/>
                </a:lnTo>
                <a:lnTo>
                  <a:pt x="1264062" y="186772"/>
                </a:lnTo>
                <a:lnTo>
                  <a:pt x="1260387" y="186772"/>
                </a:lnTo>
                <a:lnTo>
                  <a:pt x="1256713" y="186772"/>
                </a:lnTo>
                <a:lnTo>
                  <a:pt x="1253038" y="186772"/>
                </a:lnTo>
                <a:lnTo>
                  <a:pt x="1249363" y="186772"/>
                </a:lnTo>
                <a:lnTo>
                  <a:pt x="1245689" y="186772"/>
                </a:lnTo>
                <a:lnTo>
                  <a:pt x="1242014" y="186772"/>
                </a:lnTo>
                <a:lnTo>
                  <a:pt x="1238340" y="186772"/>
                </a:lnTo>
                <a:lnTo>
                  <a:pt x="1234665" y="186772"/>
                </a:lnTo>
                <a:lnTo>
                  <a:pt x="1230990" y="186772"/>
                </a:lnTo>
                <a:lnTo>
                  <a:pt x="1227316" y="186772"/>
                </a:lnTo>
                <a:lnTo>
                  <a:pt x="1223641" y="186772"/>
                </a:lnTo>
                <a:lnTo>
                  <a:pt x="1219967" y="186772"/>
                </a:lnTo>
                <a:lnTo>
                  <a:pt x="1216292" y="186772"/>
                </a:lnTo>
                <a:lnTo>
                  <a:pt x="1212617" y="186772"/>
                </a:lnTo>
                <a:lnTo>
                  <a:pt x="1208943" y="186772"/>
                </a:lnTo>
                <a:lnTo>
                  <a:pt x="1205268" y="186772"/>
                </a:lnTo>
                <a:lnTo>
                  <a:pt x="1201594" y="186772"/>
                </a:lnTo>
                <a:lnTo>
                  <a:pt x="1197919" y="186772"/>
                </a:lnTo>
                <a:lnTo>
                  <a:pt x="1194244" y="186772"/>
                </a:lnTo>
                <a:lnTo>
                  <a:pt x="1190570" y="186772"/>
                </a:lnTo>
                <a:lnTo>
                  <a:pt x="1186895" y="186772"/>
                </a:lnTo>
                <a:lnTo>
                  <a:pt x="1183221" y="186772"/>
                </a:lnTo>
                <a:lnTo>
                  <a:pt x="1179546" y="186772"/>
                </a:lnTo>
                <a:lnTo>
                  <a:pt x="1175871" y="186772"/>
                </a:lnTo>
                <a:lnTo>
                  <a:pt x="1172197" y="186772"/>
                </a:lnTo>
                <a:lnTo>
                  <a:pt x="1168522" y="186772"/>
                </a:lnTo>
                <a:lnTo>
                  <a:pt x="1164848" y="186772"/>
                </a:lnTo>
                <a:lnTo>
                  <a:pt x="1161173" y="186772"/>
                </a:lnTo>
                <a:lnTo>
                  <a:pt x="1157498" y="186772"/>
                </a:lnTo>
                <a:lnTo>
                  <a:pt x="1153824" y="186772"/>
                </a:lnTo>
                <a:lnTo>
                  <a:pt x="1150149" y="186772"/>
                </a:lnTo>
                <a:lnTo>
                  <a:pt x="1146475" y="186772"/>
                </a:lnTo>
                <a:lnTo>
                  <a:pt x="1142800" y="186772"/>
                </a:lnTo>
                <a:lnTo>
                  <a:pt x="1139125" y="186772"/>
                </a:lnTo>
                <a:lnTo>
                  <a:pt x="1135451" y="186772"/>
                </a:lnTo>
                <a:lnTo>
                  <a:pt x="1131776" y="186772"/>
                </a:lnTo>
                <a:lnTo>
                  <a:pt x="1128102" y="186772"/>
                </a:lnTo>
                <a:lnTo>
                  <a:pt x="1124427" y="186772"/>
                </a:lnTo>
                <a:lnTo>
                  <a:pt x="1120752" y="186772"/>
                </a:lnTo>
                <a:lnTo>
                  <a:pt x="1117078" y="186772"/>
                </a:lnTo>
                <a:lnTo>
                  <a:pt x="1113403" y="186772"/>
                </a:lnTo>
                <a:lnTo>
                  <a:pt x="1109729" y="186772"/>
                </a:lnTo>
                <a:lnTo>
                  <a:pt x="1106054" y="186772"/>
                </a:lnTo>
                <a:lnTo>
                  <a:pt x="1102379" y="186772"/>
                </a:lnTo>
                <a:lnTo>
                  <a:pt x="1098705" y="186772"/>
                </a:lnTo>
                <a:lnTo>
                  <a:pt x="1095030" y="186772"/>
                </a:lnTo>
                <a:lnTo>
                  <a:pt x="1091356" y="186772"/>
                </a:lnTo>
                <a:lnTo>
                  <a:pt x="1087681" y="186772"/>
                </a:lnTo>
                <a:lnTo>
                  <a:pt x="1084006" y="186772"/>
                </a:lnTo>
                <a:lnTo>
                  <a:pt x="1080332" y="186772"/>
                </a:lnTo>
                <a:lnTo>
                  <a:pt x="1076657" y="186772"/>
                </a:lnTo>
                <a:lnTo>
                  <a:pt x="1072983" y="186772"/>
                </a:lnTo>
                <a:lnTo>
                  <a:pt x="1069308" y="186772"/>
                </a:lnTo>
                <a:lnTo>
                  <a:pt x="1065633" y="186772"/>
                </a:lnTo>
                <a:lnTo>
                  <a:pt x="1061959" y="186772"/>
                </a:lnTo>
                <a:lnTo>
                  <a:pt x="1058284" y="186772"/>
                </a:lnTo>
                <a:lnTo>
                  <a:pt x="1054610" y="186772"/>
                </a:lnTo>
                <a:lnTo>
                  <a:pt x="1050935" y="186772"/>
                </a:lnTo>
                <a:lnTo>
                  <a:pt x="1047260" y="186772"/>
                </a:lnTo>
                <a:lnTo>
                  <a:pt x="1043586" y="186772"/>
                </a:lnTo>
                <a:lnTo>
                  <a:pt x="1039911" y="186772"/>
                </a:lnTo>
                <a:lnTo>
                  <a:pt x="1036237" y="186772"/>
                </a:lnTo>
                <a:lnTo>
                  <a:pt x="1032562" y="186772"/>
                </a:lnTo>
                <a:lnTo>
                  <a:pt x="1028887" y="186772"/>
                </a:lnTo>
                <a:lnTo>
                  <a:pt x="1025213" y="186772"/>
                </a:lnTo>
                <a:lnTo>
                  <a:pt x="1021538" y="186772"/>
                </a:lnTo>
                <a:lnTo>
                  <a:pt x="1017864" y="186772"/>
                </a:lnTo>
                <a:lnTo>
                  <a:pt x="1014189" y="186772"/>
                </a:lnTo>
                <a:lnTo>
                  <a:pt x="1010514" y="186772"/>
                </a:lnTo>
                <a:lnTo>
                  <a:pt x="1006840" y="186772"/>
                </a:lnTo>
                <a:lnTo>
                  <a:pt x="1003165" y="186772"/>
                </a:lnTo>
                <a:lnTo>
                  <a:pt x="999491" y="186772"/>
                </a:lnTo>
                <a:lnTo>
                  <a:pt x="995816" y="186772"/>
                </a:lnTo>
                <a:lnTo>
                  <a:pt x="992141" y="186772"/>
                </a:lnTo>
                <a:lnTo>
                  <a:pt x="988467" y="186772"/>
                </a:lnTo>
                <a:lnTo>
                  <a:pt x="984792" y="186772"/>
                </a:lnTo>
                <a:lnTo>
                  <a:pt x="981118" y="186772"/>
                </a:lnTo>
                <a:lnTo>
                  <a:pt x="977443" y="186772"/>
                </a:lnTo>
                <a:lnTo>
                  <a:pt x="973768" y="186772"/>
                </a:lnTo>
                <a:lnTo>
                  <a:pt x="970094" y="186772"/>
                </a:lnTo>
                <a:lnTo>
                  <a:pt x="966419" y="186772"/>
                </a:lnTo>
                <a:lnTo>
                  <a:pt x="962745" y="186772"/>
                </a:lnTo>
                <a:lnTo>
                  <a:pt x="959070" y="186772"/>
                </a:lnTo>
                <a:lnTo>
                  <a:pt x="955395" y="186772"/>
                </a:lnTo>
                <a:lnTo>
                  <a:pt x="951721" y="186772"/>
                </a:lnTo>
                <a:lnTo>
                  <a:pt x="948046" y="186772"/>
                </a:lnTo>
                <a:lnTo>
                  <a:pt x="944372" y="186772"/>
                </a:lnTo>
                <a:lnTo>
                  <a:pt x="940697" y="186772"/>
                </a:lnTo>
                <a:lnTo>
                  <a:pt x="937022" y="186772"/>
                </a:lnTo>
                <a:lnTo>
                  <a:pt x="933348" y="186772"/>
                </a:lnTo>
                <a:lnTo>
                  <a:pt x="929673" y="186772"/>
                </a:lnTo>
                <a:lnTo>
                  <a:pt x="925999" y="186772"/>
                </a:lnTo>
                <a:lnTo>
                  <a:pt x="922324" y="186772"/>
                </a:lnTo>
                <a:lnTo>
                  <a:pt x="918649" y="186772"/>
                </a:lnTo>
                <a:lnTo>
                  <a:pt x="914975" y="186772"/>
                </a:lnTo>
                <a:lnTo>
                  <a:pt x="911300" y="186772"/>
                </a:lnTo>
                <a:lnTo>
                  <a:pt x="907626" y="186772"/>
                </a:lnTo>
                <a:lnTo>
                  <a:pt x="903951" y="186772"/>
                </a:lnTo>
                <a:lnTo>
                  <a:pt x="900276" y="186772"/>
                </a:lnTo>
                <a:lnTo>
                  <a:pt x="896602" y="186772"/>
                </a:lnTo>
                <a:lnTo>
                  <a:pt x="892927" y="186772"/>
                </a:lnTo>
                <a:lnTo>
                  <a:pt x="889253" y="186772"/>
                </a:lnTo>
                <a:lnTo>
                  <a:pt x="885578" y="186772"/>
                </a:lnTo>
                <a:lnTo>
                  <a:pt x="881903" y="186772"/>
                </a:lnTo>
                <a:lnTo>
                  <a:pt x="878229" y="186772"/>
                </a:lnTo>
                <a:lnTo>
                  <a:pt x="874554" y="186772"/>
                </a:lnTo>
                <a:lnTo>
                  <a:pt x="870880" y="186772"/>
                </a:lnTo>
                <a:lnTo>
                  <a:pt x="867205" y="186772"/>
                </a:lnTo>
                <a:lnTo>
                  <a:pt x="863530" y="186772"/>
                </a:lnTo>
                <a:lnTo>
                  <a:pt x="859856" y="186772"/>
                </a:lnTo>
                <a:lnTo>
                  <a:pt x="856181" y="186772"/>
                </a:lnTo>
                <a:lnTo>
                  <a:pt x="852507" y="186772"/>
                </a:lnTo>
                <a:lnTo>
                  <a:pt x="848832" y="186772"/>
                </a:lnTo>
                <a:lnTo>
                  <a:pt x="845157" y="186772"/>
                </a:lnTo>
                <a:lnTo>
                  <a:pt x="841483" y="186772"/>
                </a:lnTo>
                <a:lnTo>
                  <a:pt x="837808" y="186772"/>
                </a:lnTo>
                <a:lnTo>
                  <a:pt x="834134" y="186772"/>
                </a:lnTo>
                <a:lnTo>
                  <a:pt x="830459" y="186772"/>
                </a:lnTo>
                <a:lnTo>
                  <a:pt x="826784" y="186772"/>
                </a:lnTo>
                <a:lnTo>
                  <a:pt x="823110" y="186772"/>
                </a:lnTo>
                <a:lnTo>
                  <a:pt x="819435" y="186772"/>
                </a:lnTo>
                <a:lnTo>
                  <a:pt x="815761" y="186772"/>
                </a:lnTo>
                <a:lnTo>
                  <a:pt x="812086" y="186772"/>
                </a:lnTo>
                <a:lnTo>
                  <a:pt x="808411" y="186772"/>
                </a:lnTo>
                <a:lnTo>
                  <a:pt x="804737" y="186772"/>
                </a:lnTo>
                <a:lnTo>
                  <a:pt x="801062" y="186772"/>
                </a:lnTo>
                <a:lnTo>
                  <a:pt x="797388" y="186772"/>
                </a:lnTo>
                <a:lnTo>
                  <a:pt x="793713" y="186772"/>
                </a:lnTo>
                <a:lnTo>
                  <a:pt x="790038" y="186772"/>
                </a:lnTo>
                <a:lnTo>
                  <a:pt x="786364" y="186772"/>
                </a:lnTo>
                <a:lnTo>
                  <a:pt x="782689" y="186772"/>
                </a:lnTo>
                <a:lnTo>
                  <a:pt x="779015" y="186772"/>
                </a:lnTo>
                <a:lnTo>
                  <a:pt x="775340" y="186772"/>
                </a:lnTo>
                <a:lnTo>
                  <a:pt x="771665" y="186772"/>
                </a:lnTo>
                <a:lnTo>
                  <a:pt x="767991" y="186772"/>
                </a:lnTo>
                <a:lnTo>
                  <a:pt x="764316" y="186772"/>
                </a:lnTo>
                <a:lnTo>
                  <a:pt x="760642" y="186772"/>
                </a:lnTo>
                <a:lnTo>
                  <a:pt x="756967" y="186772"/>
                </a:lnTo>
                <a:lnTo>
                  <a:pt x="753292" y="186772"/>
                </a:lnTo>
                <a:lnTo>
                  <a:pt x="749618" y="186772"/>
                </a:lnTo>
                <a:lnTo>
                  <a:pt x="745943" y="186772"/>
                </a:lnTo>
                <a:lnTo>
                  <a:pt x="742269" y="186772"/>
                </a:lnTo>
                <a:lnTo>
                  <a:pt x="738594" y="186772"/>
                </a:lnTo>
                <a:lnTo>
                  <a:pt x="734919" y="186772"/>
                </a:lnTo>
                <a:lnTo>
                  <a:pt x="731245" y="186772"/>
                </a:lnTo>
                <a:lnTo>
                  <a:pt x="727570" y="186772"/>
                </a:lnTo>
                <a:lnTo>
                  <a:pt x="723896" y="186772"/>
                </a:lnTo>
                <a:lnTo>
                  <a:pt x="720221" y="186772"/>
                </a:lnTo>
                <a:lnTo>
                  <a:pt x="716546" y="186772"/>
                </a:lnTo>
                <a:lnTo>
                  <a:pt x="712872" y="186772"/>
                </a:lnTo>
                <a:lnTo>
                  <a:pt x="709197" y="186772"/>
                </a:lnTo>
                <a:lnTo>
                  <a:pt x="705523" y="186772"/>
                </a:lnTo>
                <a:lnTo>
                  <a:pt x="701848" y="186772"/>
                </a:lnTo>
                <a:lnTo>
                  <a:pt x="698173" y="186772"/>
                </a:lnTo>
                <a:lnTo>
                  <a:pt x="694499" y="186772"/>
                </a:lnTo>
                <a:lnTo>
                  <a:pt x="690824" y="186772"/>
                </a:lnTo>
                <a:lnTo>
                  <a:pt x="687150" y="186772"/>
                </a:lnTo>
                <a:lnTo>
                  <a:pt x="683475" y="186772"/>
                </a:lnTo>
                <a:lnTo>
                  <a:pt x="679800" y="186772"/>
                </a:lnTo>
                <a:lnTo>
                  <a:pt x="676126" y="186772"/>
                </a:lnTo>
                <a:lnTo>
                  <a:pt x="672451" y="186772"/>
                </a:lnTo>
                <a:lnTo>
                  <a:pt x="668777" y="186772"/>
                </a:lnTo>
                <a:lnTo>
                  <a:pt x="665102" y="186772"/>
                </a:lnTo>
                <a:lnTo>
                  <a:pt x="661427" y="186772"/>
                </a:lnTo>
                <a:lnTo>
                  <a:pt x="657753" y="186772"/>
                </a:lnTo>
                <a:lnTo>
                  <a:pt x="654078" y="186772"/>
                </a:lnTo>
                <a:lnTo>
                  <a:pt x="650404" y="186772"/>
                </a:lnTo>
                <a:lnTo>
                  <a:pt x="646729" y="186772"/>
                </a:lnTo>
                <a:lnTo>
                  <a:pt x="643054" y="186772"/>
                </a:lnTo>
                <a:lnTo>
                  <a:pt x="639380" y="186772"/>
                </a:lnTo>
                <a:lnTo>
                  <a:pt x="635705" y="186772"/>
                </a:lnTo>
                <a:lnTo>
                  <a:pt x="632031" y="186772"/>
                </a:lnTo>
                <a:lnTo>
                  <a:pt x="628356" y="186772"/>
                </a:lnTo>
                <a:lnTo>
                  <a:pt x="624681" y="186772"/>
                </a:lnTo>
                <a:lnTo>
                  <a:pt x="621007" y="186772"/>
                </a:lnTo>
                <a:lnTo>
                  <a:pt x="617332" y="186772"/>
                </a:lnTo>
                <a:lnTo>
                  <a:pt x="613658" y="186772"/>
                </a:lnTo>
                <a:lnTo>
                  <a:pt x="609983" y="186772"/>
                </a:lnTo>
                <a:lnTo>
                  <a:pt x="606308" y="186772"/>
                </a:lnTo>
                <a:lnTo>
                  <a:pt x="602634" y="186772"/>
                </a:lnTo>
                <a:lnTo>
                  <a:pt x="598959" y="186772"/>
                </a:lnTo>
                <a:lnTo>
                  <a:pt x="595285" y="186772"/>
                </a:lnTo>
                <a:lnTo>
                  <a:pt x="591610" y="186772"/>
                </a:lnTo>
                <a:lnTo>
                  <a:pt x="587935" y="186772"/>
                </a:lnTo>
                <a:lnTo>
                  <a:pt x="584261" y="186772"/>
                </a:lnTo>
                <a:lnTo>
                  <a:pt x="580586" y="186772"/>
                </a:lnTo>
                <a:lnTo>
                  <a:pt x="576912" y="186772"/>
                </a:lnTo>
                <a:lnTo>
                  <a:pt x="573237" y="186772"/>
                </a:lnTo>
                <a:lnTo>
                  <a:pt x="569562" y="186772"/>
                </a:lnTo>
                <a:lnTo>
                  <a:pt x="565888" y="186772"/>
                </a:lnTo>
                <a:lnTo>
                  <a:pt x="562213" y="186772"/>
                </a:lnTo>
                <a:lnTo>
                  <a:pt x="558539" y="186772"/>
                </a:lnTo>
                <a:lnTo>
                  <a:pt x="554864" y="186772"/>
                </a:lnTo>
                <a:lnTo>
                  <a:pt x="551189" y="186772"/>
                </a:lnTo>
                <a:lnTo>
                  <a:pt x="547515" y="186772"/>
                </a:lnTo>
                <a:lnTo>
                  <a:pt x="543840" y="186772"/>
                </a:lnTo>
                <a:lnTo>
                  <a:pt x="540166" y="186772"/>
                </a:lnTo>
                <a:lnTo>
                  <a:pt x="536491" y="186772"/>
                </a:lnTo>
                <a:lnTo>
                  <a:pt x="532816" y="186772"/>
                </a:lnTo>
                <a:lnTo>
                  <a:pt x="529142" y="186772"/>
                </a:lnTo>
                <a:lnTo>
                  <a:pt x="525467" y="186772"/>
                </a:lnTo>
                <a:lnTo>
                  <a:pt x="521793" y="186772"/>
                </a:lnTo>
                <a:lnTo>
                  <a:pt x="518118" y="186772"/>
                </a:lnTo>
                <a:lnTo>
                  <a:pt x="514443" y="186772"/>
                </a:lnTo>
                <a:lnTo>
                  <a:pt x="510769" y="186772"/>
                </a:lnTo>
                <a:lnTo>
                  <a:pt x="507094" y="186772"/>
                </a:lnTo>
                <a:lnTo>
                  <a:pt x="503420" y="186772"/>
                </a:lnTo>
                <a:lnTo>
                  <a:pt x="499745" y="186772"/>
                </a:lnTo>
                <a:lnTo>
                  <a:pt x="496070" y="186772"/>
                </a:lnTo>
                <a:lnTo>
                  <a:pt x="492396" y="186772"/>
                </a:lnTo>
                <a:lnTo>
                  <a:pt x="488721" y="186772"/>
                </a:lnTo>
                <a:lnTo>
                  <a:pt x="485047" y="186772"/>
                </a:lnTo>
                <a:lnTo>
                  <a:pt x="481372" y="186772"/>
                </a:lnTo>
                <a:lnTo>
                  <a:pt x="477697" y="186772"/>
                </a:lnTo>
                <a:lnTo>
                  <a:pt x="474023" y="186772"/>
                </a:lnTo>
                <a:lnTo>
                  <a:pt x="470348" y="186772"/>
                </a:lnTo>
                <a:lnTo>
                  <a:pt x="466674" y="186772"/>
                </a:lnTo>
                <a:lnTo>
                  <a:pt x="462999" y="186772"/>
                </a:lnTo>
                <a:lnTo>
                  <a:pt x="459324" y="186772"/>
                </a:lnTo>
                <a:lnTo>
                  <a:pt x="455650" y="186772"/>
                </a:lnTo>
                <a:lnTo>
                  <a:pt x="451975" y="186772"/>
                </a:lnTo>
                <a:lnTo>
                  <a:pt x="448301" y="186772"/>
                </a:lnTo>
                <a:lnTo>
                  <a:pt x="444626" y="186772"/>
                </a:lnTo>
                <a:lnTo>
                  <a:pt x="440951" y="186772"/>
                </a:lnTo>
                <a:lnTo>
                  <a:pt x="437277" y="186772"/>
                </a:lnTo>
                <a:lnTo>
                  <a:pt x="433602" y="186772"/>
                </a:lnTo>
                <a:lnTo>
                  <a:pt x="429928" y="186772"/>
                </a:lnTo>
                <a:lnTo>
                  <a:pt x="426253" y="186772"/>
                </a:lnTo>
                <a:lnTo>
                  <a:pt x="422578" y="186772"/>
                </a:lnTo>
                <a:lnTo>
                  <a:pt x="418904" y="186772"/>
                </a:lnTo>
                <a:lnTo>
                  <a:pt x="415229" y="186772"/>
                </a:lnTo>
                <a:lnTo>
                  <a:pt x="411555" y="186772"/>
                </a:lnTo>
                <a:lnTo>
                  <a:pt x="407880" y="186772"/>
                </a:lnTo>
                <a:lnTo>
                  <a:pt x="404205" y="186772"/>
                </a:lnTo>
                <a:lnTo>
                  <a:pt x="400531" y="186772"/>
                </a:lnTo>
                <a:lnTo>
                  <a:pt x="396856" y="186772"/>
                </a:lnTo>
                <a:lnTo>
                  <a:pt x="393182" y="186772"/>
                </a:lnTo>
                <a:lnTo>
                  <a:pt x="389507" y="186772"/>
                </a:lnTo>
                <a:lnTo>
                  <a:pt x="385832" y="186772"/>
                </a:lnTo>
                <a:lnTo>
                  <a:pt x="382158" y="186772"/>
                </a:lnTo>
                <a:lnTo>
                  <a:pt x="378483" y="186772"/>
                </a:lnTo>
                <a:lnTo>
                  <a:pt x="374809" y="186772"/>
                </a:lnTo>
                <a:lnTo>
                  <a:pt x="371134" y="186772"/>
                </a:lnTo>
                <a:lnTo>
                  <a:pt x="367459" y="186772"/>
                </a:lnTo>
                <a:lnTo>
                  <a:pt x="363785" y="186772"/>
                </a:lnTo>
                <a:lnTo>
                  <a:pt x="360110" y="186772"/>
                </a:lnTo>
                <a:lnTo>
                  <a:pt x="356436" y="186772"/>
                </a:lnTo>
                <a:lnTo>
                  <a:pt x="352761" y="186772"/>
                </a:lnTo>
                <a:lnTo>
                  <a:pt x="349086" y="186772"/>
                </a:lnTo>
                <a:lnTo>
                  <a:pt x="345412" y="186772"/>
                </a:lnTo>
                <a:lnTo>
                  <a:pt x="341737" y="186772"/>
                </a:lnTo>
                <a:lnTo>
                  <a:pt x="338063" y="186772"/>
                </a:lnTo>
                <a:lnTo>
                  <a:pt x="334388" y="186772"/>
                </a:lnTo>
                <a:lnTo>
                  <a:pt x="330713" y="186772"/>
                </a:lnTo>
                <a:lnTo>
                  <a:pt x="327039" y="186772"/>
                </a:lnTo>
                <a:lnTo>
                  <a:pt x="323364" y="186772"/>
                </a:lnTo>
                <a:lnTo>
                  <a:pt x="319690" y="186772"/>
                </a:lnTo>
                <a:lnTo>
                  <a:pt x="316015" y="186772"/>
                </a:lnTo>
                <a:lnTo>
                  <a:pt x="312340" y="186772"/>
                </a:lnTo>
                <a:lnTo>
                  <a:pt x="308666" y="186772"/>
                </a:lnTo>
                <a:lnTo>
                  <a:pt x="304991" y="186772"/>
                </a:lnTo>
                <a:lnTo>
                  <a:pt x="301317" y="186772"/>
                </a:lnTo>
                <a:lnTo>
                  <a:pt x="297642" y="186772"/>
                </a:lnTo>
                <a:lnTo>
                  <a:pt x="293967" y="186772"/>
                </a:lnTo>
                <a:lnTo>
                  <a:pt x="290293" y="186772"/>
                </a:lnTo>
                <a:lnTo>
                  <a:pt x="286618" y="186772"/>
                </a:lnTo>
                <a:lnTo>
                  <a:pt x="282944" y="186772"/>
                </a:lnTo>
                <a:lnTo>
                  <a:pt x="279269" y="186772"/>
                </a:lnTo>
                <a:lnTo>
                  <a:pt x="275594" y="186772"/>
                </a:lnTo>
                <a:lnTo>
                  <a:pt x="271920" y="186772"/>
                </a:lnTo>
                <a:lnTo>
                  <a:pt x="268245" y="186772"/>
                </a:lnTo>
                <a:lnTo>
                  <a:pt x="264571" y="186772"/>
                </a:lnTo>
                <a:lnTo>
                  <a:pt x="260896" y="186772"/>
                </a:lnTo>
                <a:lnTo>
                  <a:pt x="257221" y="186772"/>
                </a:lnTo>
                <a:lnTo>
                  <a:pt x="253547" y="186772"/>
                </a:lnTo>
                <a:lnTo>
                  <a:pt x="249872" y="186772"/>
                </a:lnTo>
                <a:lnTo>
                  <a:pt x="246198" y="186772"/>
                </a:lnTo>
                <a:lnTo>
                  <a:pt x="242523" y="186772"/>
                </a:lnTo>
                <a:lnTo>
                  <a:pt x="238848" y="186772"/>
                </a:lnTo>
                <a:lnTo>
                  <a:pt x="235174" y="186772"/>
                </a:lnTo>
                <a:lnTo>
                  <a:pt x="231499" y="186772"/>
                </a:lnTo>
                <a:lnTo>
                  <a:pt x="227825" y="186772"/>
                </a:lnTo>
                <a:lnTo>
                  <a:pt x="224150" y="186772"/>
                </a:lnTo>
                <a:lnTo>
                  <a:pt x="220475" y="186772"/>
                </a:lnTo>
                <a:lnTo>
                  <a:pt x="216801" y="186772"/>
                </a:lnTo>
                <a:lnTo>
                  <a:pt x="213126" y="186772"/>
                </a:lnTo>
                <a:lnTo>
                  <a:pt x="209452" y="186772"/>
                </a:lnTo>
                <a:lnTo>
                  <a:pt x="205777" y="186772"/>
                </a:lnTo>
                <a:lnTo>
                  <a:pt x="202102" y="186772"/>
                </a:lnTo>
                <a:lnTo>
                  <a:pt x="198428" y="186772"/>
                </a:lnTo>
                <a:lnTo>
                  <a:pt x="194753" y="186772"/>
                </a:lnTo>
                <a:lnTo>
                  <a:pt x="191079" y="186772"/>
                </a:lnTo>
                <a:lnTo>
                  <a:pt x="187404" y="186772"/>
                </a:lnTo>
                <a:lnTo>
                  <a:pt x="183729" y="186772"/>
                </a:lnTo>
                <a:lnTo>
                  <a:pt x="180055" y="186772"/>
                </a:lnTo>
                <a:lnTo>
                  <a:pt x="176380" y="186772"/>
                </a:lnTo>
                <a:lnTo>
                  <a:pt x="172706" y="186772"/>
                </a:lnTo>
                <a:lnTo>
                  <a:pt x="169031" y="186772"/>
                </a:lnTo>
                <a:lnTo>
                  <a:pt x="165356" y="186772"/>
                </a:lnTo>
                <a:lnTo>
                  <a:pt x="161682" y="186772"/>
                </a:lnTo>
                <a:lnTo>
                  <a:pt x="158007" y="186772"/>
                </a:lnTo>
                <a:lnTo>
                  <a:pt x="154333" y="186772"/>
                </a:lnTo>
                <a:lnTo>
                  <a:pt x="150658" y="186772"/>
                </a:lnTo>
                <a:lnTo>
                  <a:pt x="146983" y="186772"/>
                </a:lnTo>
                <a:lnTo>
                  <a:pt x="143309" y="186772"/>
                </a:lnTo>
                <a:lnTo>
                  <a:pt x="139634" y="186772"/>
                </a:lnTo>
                <a:lnTo>
                  <a:pt x="135960" y="186772"/>
                </a:lnTo>
                <a:lnTo>
                  <a:pt x="132285" y="186772"/>
                </a:lnTo>
                <a:lnTo>
                  <a:pt x="128610" y="186772"/>
                </a:lnTo>
                <a:lnTo>
                  <a:pt x="124936" y="186772"/>
                </a:lnTo>
                <a:lnTo>
                  <a:pt x="121261" y="186772"/>
                </a:lnTo>
                <a:lnTo>
                  <a:pt x="117587" y="186772"/>
                </a:lnTo>
                <a:lnTo>
                  <a:pt x="113912" y="186772"/>
                </a:lnTo>
                <a:lnTo>
                  <a:pt x="110237" y="186772"/>
                </a:lnTo>
                <a:lnTo>
                  <a:pt x="106563" y="186772"/>
                </a:lnTo>
                <a:lnTo>
                  <a:pt x="102888" y="186772"/>
                </a:lnTo>
                <a:lnTo>
                  <a:pt x="99214" y="186772"/>
                </a:lnTo>
                <a:lnTo>
                  <a:pt x="95539" y="186772"/>
                </a:lnTo>
                <a:lnTo>
                  <a:pt x="91864" y="186772"/>
                </a:lnTo>
                <a:lnTo>
                  <a:pt x="88190" y="186772"/>
                </a:lnTo>
                <a:lnTo>
                  <a:pt x="84515" y="186772"/>
                </a:lnTo>
                <a:lnTo>
                  <a:pt x="80841" y="186772"/>
                </a:lnTo>
                <a:lnTo>
                  <a:pt x="77166" y="186772"/>
                </a:lnTo>
                <a:lnTo>
                  <a:pt x="73491" y="186772"/>
                </a:lnTo>
                <a:lnTo>
                  <a:pt x="69817" y="186772"/>
                </a:lnTo>
                <a:lnTo>
                  <a:pt x="66142" y="186772"/>
                </a:lnTo>
                <a:lnTo>
                  <a:pt x="62468" y="186772"/>
                </a:lnTo>
                <a:lnTo>
                  <a:pt x="58793" y="186772"/>
                </a:lnTo>
                <a:lnTo>
                  <a:pt x="55118" y="186772"/>
                </a:lnTo>
                <a:lnTo>
                  <a:pt x="51444" y="186772"/>
                </a:lnTo>
                <a:lnTo>
                  <a:pt x="47769" y="186772"/>
                </a:lnTo>
                <a:lnTo>
                  <a:pt x="44095" y="186772"/>
                </a:lnTo>
                <a:lnTo>
                  <a:pt x="40420" y="186772"/>
                </a:lnTo>
                <a:lnTo>
                  <a:pt x="36745" y="186772"/>
                </a:lnTo>
                <a:lnTo>
                  <a:pt x="33071" y="186772"/>
                </a:lnTo>
                <a:lnTo>
                  <a:pt x="29396" y="186772"/>
                </a:lnTo>
                <a:lnTo>
                  <a:pt x="25722" y="186772"/>
                </a:lnTo>
                <a:lnTo>
                  <a:pt x="22047" y="186772"/>
                </a:lnTo>
                <a:lnTo>
                  <a:pt x="18372" y="186772"/>
                </a:lnTo>
                <a:lnTo>
                  <a:pt x="14698" y="186772"/>
                </a:lnTo>
                <a:lnTo>
                  <a:pt x="11023" y="186772"/>
                </a:lnTo>
                <a:lnTo>
                  <a:pt x="7349" y="186772"/>
                </a:lnTo>
                <a:lnTo>
                  <a:pt x="3674" y="186772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79" name="pl79"/>
          <p:cNvSpPr/>
          <p:nvPr/>
        </p:nvSpPr>
        <p:spPr>
          <a:xfrm>
            <a:off x="4548521" y="4038043"/>
            <a:ext cx="1877720" cy="186772"/>
          </a:xfrm>
          <a:custGeom>
            <a:avLst/>
            <a:gdLst/>
            <a:ahLst/>
            <a:cxnLst/>
            <a:rect l="0" t="0" r="0" b="0"/>
            <a:pathLst>
              <a:path w="1877720" h="186772">
                <a:moveTo>
                  <a:pt x="0" y="186772"/>
                </a:moveTo>
                <a:lnTo>
                  <a:pt x="3674" y="186772"/>
                </a:lnTo>
                <a:lnTo>
                  <a:pt x="7349" y="186772"/>
                </a:lnTo>
                <a:lnTo>
                  <a:pt x="11023" y="186772"/>
                </a:lnTo>
                <a:lnTo>
                  <a:pt x="14698" y="186772"/>
                </a:lnTo>
                <a:lnTo>
                  <a:pt x="18372" y="186772"/>
                </a:lnTo>
                <a:lnTo>
                  <a:pt x="22047" y="186772"/>
                </a:lnTo>
                <a:lnTo>
                  <a:pt x="25722" y="186772"/>
                </a:lnTo>
                <a:lnTo>
                  <a:pt x="29396" y="186772"/>
                </a:lnTo>
                <a:lnTo>
                  <a:pt x="33071" y="186772"/>
                </a:lnTo>
                <a:lnTo>
                  <a:pt x="36745" y="186772"/>
                </a:lnTo>
                <a:lnTo>
                  <a:pt x="40420" y="186772"/>
                </a:lnTo>
                <a:lnTo>
                  <a:pt x="44095" y="186772"/>
                </a:lnTo>
                <a:lnTo>
                  <a:pt x="47769" y="186772"/>
                </a:lnTo>
                <a:lnTo>
                  <a:pt x="51444" y="186772"/>
                </a:lnTo>
                <a:lnTo>
                  <a:pt x="55118" y="186772"/>
                </a:lnTo>
                <a:lnTo>
                  <a:pt x="58793" y="186772"/>
                </a:lnTo>
                <a:lnTo>
                  <a:pt x="62468" y="186772"/>
                </a:lnTo>
                <a:lnTo>
                  <a:pt x="66142" y="186772"/>
                </a:lnTo>
                <a:lnTo>
                  <a:pt x="69817" y="186772"/>
                </a:lnTo>
                <a:lnTo>
                  <a:pt x="73491" y="186772"/>
                </a:lnTo>
                <a:lnTo>
                  <a:pt x="77166" y="186772"/>
                </a:lnTo>
                <a:lnTo>
                  <a:pt x="80841" y="186772"/>
                </a:lnTo>
                <a:lnTo>
                  <a:pt x="84515" y="186772"/>
                </a:lnTo>
                <a:lnTo>
                  <a:pt x="88190" y="186772"/>
                </a:lnTo>
                <a:lnTo>
                  <a:pt x="91864" y="186772"/>
                </a:lnTo>
                <a:lnTo>
                  <a:pt x="95539" y="186772"/>
                </a:lnTo>
                <a:lnTo>
                  <a:pt x="99214" y="186772"/>
                </a:lnTo>
                <a:lnTo>
                  <a:pt x="102888" y="186772"/>
                </a:lnTo>
                <a:lnTo>
                  <a:pt x="106563" y="186772"/>
                </a:lnTo>
                <a:lnTo>
                  <a:pt x="110237" y="186772"/>
                </a:lnTo>
                <a:lnTo>
                  <a:pt x="113912" y="186772"/>
                </a:lnTo>
                <a:lnTo>
                  <a:pt x="117587" y="186772"/>
                </a:lnTo>
                <a:lnTo>
                  <a:pt x="121261" y="186772"/>
                </a:lnTo>
                <a:lnTo>
                  <a:pt x="124936" y="186772"/>
                </a:lnTo>
                <a:lnTo>
                  <a:pt x="128610" y="186772"/>
                </a:lnTo>
                <a:lnTo>
                  <a:pt x="132285" y="186772"/>
                </a:lnTo>
                <a:lnTo>
                  <a:pt x="135960" y="186772"/>
                </a:lnTo>
                <a:lnTo>
                  <a:pt x="139634" y="186772"/>
                </a:lnTo>
                <a:lnTo>
                  <a:pt x="143309" y="186772"/>
                </a:lnTo>
                <a:lnTo>
                  <a:pt x="146983" y="186772"/>
                </a:lnTo>
                <a:lnTo>
                  <a:pt x="150658" y="186772"/>
                </a:lnTo>
                <a:lnTo>
                  <a:pt x="154333" y="186772"/>
                </a:lnTo>
                <a:lnTo>
                  <a:pt x="158007" y="186772"/>
                </a:lnTo>
                <a:lnTo>
                  <a:pt x="161682" y="186772"/>
                </a:lnTo>
                <a:lnTo>
                  <a:pt x="165356" y="186772"/>
                </a:lnTo>
                <a:lnTo>
                  <a:pt x="169031" y="186772"/>
                </a:lnTo>
                <a:lnTo>
                  <a:pt x="172706" y="186772"/>
                </a:lnTo>
                <a:lnTo>
                  <a:pt x="176380" y="186772"/>
                </a:lnTo>
                <a:lnTo>
                  <a:pt x="180055" y="186772"/>
                </a:lnTo>
                <a:lnTo>
                  <a:pt x="183729" y="186772"/>
                </a:lnTo>
                <a:lnTo>
                  <a:pt x="187404" y="186772"/>
                </a:lnTo>
                <a:lnTo>
                  <a:pt x="191079" y="186772"/>
                </a:lnTo>
                <a:lnTo>
                  <a:pt x="194753" y="186772"/>
                </a:lnTo>
                <a:lnTo>
                  <a:pt x="198428" y="186772"/>
                </a:lnTo>
                <a:lnTo>
                  <a:pt x="202102" y="186772"/>
                </a:lnTo>
                <a:lnTo>
                  <a:pt x="205777" y="186772"/>
                </a:lnTo>
                <a:lnTo>
                  <a:pt x="209452" y="186772"/>
                </a:lnTo>
                <a:lnTo>
                  <a:pt x="213126" y="186772"/>
                </a:lnTo>
                <a:lnTo>
                  <a:pt x="216801" y="186772"/>
                </a:lnTo>
                <a:lnTo>
                  <a:pt x="220475" y="186772"/>
                </a:lnTo>
                <a:lnTo>
                  <a:pt x="224150" y="186772"/>
                </a:lnTo>
                <a:lnTo>
                  <a:pt x="227825" y="186772"/>
                </a:lnTo>
                <a:lnTo>
                  <a:pt x="231499" y="186772"/>
                </a:lnTo>
                <a:lnTo>
                  <a:pt x="235174" y="186771"/>
                </a:lnTo>
                <a:lnTo>
                  <a:pt x="238848" y="186771"/>
                </a:lnTo>
                <a:lnTo>
                  <a:pt x="242523" y="186771"/>
                </a:lnTo>
                <a:lnTo>
                  <a:pt x="246198" y="186770"/>
                </a:lnTo>
                <a:lnTo>
                  <a:pt x="249872" y="186770"/>
                </a:lnTo>
                <a:lnTo>
                  <a:pt x="253547" y="186769"/>
                </a:lnTo>
                <a:lnTo>
                  <a:pt x="257221" y="186767"/>
                </a:lnTo>
                <a:lnTo>
                  <a:pt x="260896" y="186766"/>
                </a:lnTo>
                <a:lnTo>
                  <a:pt x="264571" y="186764"/>
                </a:lnTo>
                <a:lnTo>
                  <a:pt x="268245" y="186761"/>
                </a:lnTo>
                <a:lnTo>
                  <a:pt x="271920" y="186757"/>
                </a:lnTo>
                <a:lnTo>
                  <a:pt x="275594" y="186753"/>
                </a:lnTo>
                <a:lnTo>
                  <a:pt x="279269" y="186747"/>
                </a:lnTo>
                <a:lnTo>
                  <a:pt x="282944" y="186741"/>
                </a:lnTo>
                <a:lnTo>
                  <a:pt x="286618" y="186733"/>
                </a:lnTo>
                <a:lnTo>
                  <a:pt x="290293" y="186724"/>
                </a:lnTo>
                <a:lnTo>
                  <a:pt x="293967" y="186713"/>
                </a:lnTo>
                <a:lnTo>
                  <a:pt x="297642" y="186701"/>
                </a:lnTo>
                <a:lnTo>
                  <a:pt x="301317" y="186687"/>
                </a:lnTo>
                <a:lnTo>
                  <a:pt x="304991" y="186673"/>
                </a:lnTo>
                <a:lnTo>
                  <a:pt x="308666" y="186657"/>
                </a:lnTo>
                <a:lnTo>
                  <a:pt x="312340" y="186640"/>
                </a:lnTo>
                <a:lnTo>
                  <a:pt x="316015" y="186622"/>
                </a:lnTo>
                <a:lnTo>
                  <a:pt x="319690" y="186604"/>
                </a:lnTo>
                <a:lnTo>
                  <a:pt x="323364" y="186585"/>
                </a:lnTo>
                <a:lnTo>
                  <a:pt x="327039" y="186567"/>
                </a:lnTo>
                <a:lnTo>
                  <a:pt x="330713" y="186548"/>
                </a:lnTo>
                <a:lnTo>
                  <a:pt x="334388" y="186530"/>
                </a:lnTo>
                <a:lnTo>
                  <a:pt x="338063" y="186512"/>
                </a:lnTo>
                <a:lnTo>
                  <a:pt x="341737" y="186494"/>
                </a:lnTo>
                <a:lnTo>
                  <a:pt x="345412" y="186477"/>
                </a:lnTo>
                <a:lnTo>
                  <a:pt x="349086" y="186459"/>
                </a:lnTo>
                <a:lnTo>
                  <a:pt x="352761" y="186441"/>
                </a:lnTo>
                <a:lnTo>
                  <a:pt x="356436" y="186421"/>
                </a:lnTo>
                <a:lnTo>
                  <a:pt x="360110" y="186399"/>
                </a:lnTo>
                <a:lnTo>
                  <a:pt x="363785" y="186376"/>
                </a:lnTo>
                <a:lnTo>
                  <a:pt x="367459" y="186349"/>
                </a:lnTo>
                <a:lnTo>
                  <a:pt x="371134" y="186319"/>
                </a:lnTo>
                <a:lnTo>
                  <a:pt x="374809" y="186285"/>
                </a:lnTo>
                <a:lnTo>
                  <a:pt x="378483" y="186247"/>
                </a:lnTo>
                <a:lnTo>
                  <a:pt x="382158" y="186204"/>
                </a:lnTo>
                <a:lnTo>
                  <a:pt x="385832" y="186156"/>
                </a:lnTo>
                <a:lnTo>
                  <a:pt x="389507" y="186102"/>
                </a:lnTo>
                <a:lnTo>
                  <a:pt x="393182" y="186042"/>
                </a:lnTo>
                <a:lnTo>
                  <a:pt x="396856" y="185977"/>
                </a:lnTo>
                <a:lnTo>
                  <a:pt x="400531" y="185905"/>
                </a:lnTo>
                <a:lnTo>
                  <a:pt x="404205" y="185826"/>
                </a:lnTo>
                <a:lnTo>
                  <a:pt x="407880" y="185741"/>
                </a:lnTo>
                <a:lnTo>
                  <a:pt x="411555" y="185647"/>
                </a:lnTo>
                <a:lnTo>
                  <a:pt x="415229" y="185544"/>
                </a:lnTo>
                <a:lnTo>
                  <a:pt x="418904" y="185431"/>
                </a:lnTo>
                <a:lnTo>
                  <a:pt x="422578" y="185307"/>
                </a:lnTo>
                <a:lnTo>
                  <a:pt x="426253" y="185172"/>
                </a:lnTo>
                <a:lnTo>
                  <a:pt x="429928" y="185024"/>
                </a:lnTo>
                <a:lnTo>
                  <a:pt x="433602" y="184864"/>
                </a:lnTo>
                <a:lnTo>
                  <a:pt x="437277" y="184692"/>
                </a:lnTo>
                <a:lnTo>
                  <a:pt x="440951" y="184507"/>
                </a:lnTo>
                <a:lnTo>
                  <a:pt x="444626" y="184310"/>
                </a:lnTo>
                <a:lnTo>
                  <a:pt x="448301" y="184101"/>
                </a:lnTo>
                <a:lnTo>
                  <a:pt x="451975" y="183882"/>
                </a:lnTo>
                <a:lnTo>
                  <a:pt x="455650" y="183656"/>
                </a:lnTo>
                <a:lnTo>
                  <a:pt x="459324" y="183423"/>
                </a:lnTo>
                <a:lnTo>
                  <a:pt x="462999" y="183187"/>
                </a:lnTo>
                <a:lnTo>
                  <a:pt x="466674" y="182948"/>
                </a:lnTo>
                <a:lnTo>
                  <a:pt x="470348" y="182708"/>
                </a:lnTo>
                <a:lnTo>
                  <a:pt x="474023" y="182467"/>
                </a:lnTo>
                <a:lnTo>
                  <a:pt x="477697" y="182227"/>
                </a:lnTo>
                <a:lnTo>
                  <a:pt x="481372" y="181986"/>
                </a:lnTo>
                <a:lnTo>
                  <a:pt x="485047" y="181742"/>
                </a:lnTo>
                <a:lnTo>
                  <a:pt x="488721" y="181494"/>
                </a:lnTo>
                <a:lnTo>
                  <a:pt x="492396" y="181237"/>
                </a:lnTo>
                <a:lnTo>
                  <a:pt x="496070" y="180967"/>
                </a:lnTo>
                <a:lnTo>
                  <a:pt x="499745" y="180681"/>
                </a:lnTo>
                <a:lnTo>
                  <a:pt x="503420" y="180372"/>
                </a:lnTo>
                <a:lnTo>
                  <a:pt x="507094" y="180034"/>
                </a:lnTo>
                <a:lnTo>
                  <a:pt x="510769" y="179657"/>
                </a:lnTo>
                <a:lnTo>
                  <a:pt x="514443" y="179239"/>
                </a:lnTo>
                <a:lnTo>
                  <a:pt x="518118" y="178775"/>
                </a:lnTo>
                <a:lnTo>
                  <a:pt x="521793" y="178261"/>
                </a:lnTo>
                <a:lnTo>
                  <a:pt x="525467" y="177691"/>
                </a:lnTo>
                <a:lnTo>
                  <a:pt x="529142" y="177064"/>
                </a:lnTo>
                <a:lnTo>
                  <a:pt x="532816" y="176377"/>
                </a:lnTo>
                <a:lnTo>
                  <a:pt x="536491" y="175627"/>
                </a:lnTo>
                <a:lnTo>
                  <a:pt x="540166" y="174806"/>
                </a:lnTo>
                <a:lnTo>
                  <a:pt x="543840" y="173919"/>
                </a:lnTo>
                <a:lnTo>
                  <a:pt x="547515" y="172970"/>
                </a:lnTo>
                <a:lnTo>
                  <a:pt x="551189" y="171959"/>
                </a:lnTo>
                <a:lnTo>
                  <a:pt x="554864" y="170888"/>
                </a:lnTo>
                <a:lnTo>
                  <a:pt x="558539" y="169758"/>
                </a:lnTo>
                <a:lnTo>
                  <a:pt x="562213" y="168572"/>
                </a:lnTo>
                <a:lnTo>
                  <a:pt x="565888" y="167332"/>
                </a:lnTo>
                <a:lnTo>
                  <a:pt x="569562" y="166037"/>
                </a:lnTo>
                <a:lnTo>
                  <a:pt x="573237" y="164687"/>
                </a:lnTo>
                <a:lnTo>
                  <a:pt x="576912" y="163289"/>
                </a:lnTo>
                <a:lnTo>
                  <a:pt x="580586" y="161846"/>
                </a:lnTo>
                <a:lnTo>
                  <a:pt x="584261" y="160358"/>
                </a:lnTo>
                <a:lnTo>
                  <a:pt x="587935" y="158828"/>
                </a:lnTo>
                <a:lnTo>
                  <a:pt x="591610" y="157257"/>
                </a:lnTo>
                <a:lnTo>
                  <a:pt x="595285" y="155646"/>
                </a:lnTo>
                <a:lnTo>
                  <a:pt x="598959" y="153996"/>
                </a:lnTo>
                <a:lnTo>
                  <a:pt x="602634" y="152302"/>
                </a:lnTo>
                <a:lnTo>
                  <a:pt x="606308" y="150569"/>
                </a:lnTo>
                <a:lnTo>
                  <a:pt x="609983" y="148799"/>
                </a:lnTo>
                <a:lnTo>
                  <a:pt x="613658" y="146990"/>
                </a:lnTo>
                <a:lnTo>
                  <a:pt x="617332" y="145142"/>
                </a:lnTo>
                <a:lnTo>
                  <a:pt x="621007" y="143253"/>
                </a:lnTo>
                <a:lnTo>
                  <a:pt x="624681" y="141322"/>
                </a:lnTo>
                <a:lnTo>
                  <a:pt x="628356" y="139347"/>
                </a:lnTo>
                <a:lnTo>
                  <a:pt x="632031" y="137321"/>
                </a:lnTo>
                <a:lnTo>
                  <a:pt x="635705" y="135242"/>
                </a:lnTo>
                <a:lnTo>
                  <a:pt x="639380" y="133110"/>
                </a:lnTo>
                <a:lnTo>
                  <a:pt x="643054" y="130924"/>
                </a:lnTo>
                <a:lnTo>
                  <a:pt x="646729" y="128682"/>
                </a:lnTo>
                <a:lnTo>
                  <a:pt x="650404" y="126383"/>
                </a:lnTo>
                <a:lnTo>
                  <a:pt x="654078" y="124029"/>
                </a:lnTo>
                <a:lnTo>
                  <a:pt x="657753" y="121621"/>
                </a:lnTo>
                <a:lnTo>
                  <a:pt x="661427" y="119160"/>
                </a:lnTo>
                <a:lnTo>
                  <a:pt x="665102" y="116648"/>
                </a:lnTo>
                <a:lnTo>
                  <a:pt x="668777" y="114099"/>
                </a:lnTo>
                <a:lnTo>
                  <a:pt x="672451" y="111522"/>
                </a:lnTo>
                <a:lnTo>
                  <a:pt x="676126" y="108924"/>
                </a:lnTo>
                <a:lnTo>
                  <a:pt x="679800" y="106315"/>
                </a:lnTo>
                <a:lnTo>
                  <a:pt x="683475" y="103706"/>
                </a:lnTo>
                <a:lnTo>
                  <a:pt x="687150" y="101106"/>
                </a:lnTo>
                <a:lnTo>
                  <a:pt x="690824" y="98522"/>
                </a:lnTo>
                <a:lnTo>
                  <a:pt x="694499" y="95964"/>
                </a:lnTo>
                <a:lnTo>
                  <a:pt x="698173" y="93438"/>
                </a:lnTo>
                <a:lnTo>
                  <a:pt x="701848" y="90942"/>
                </a:lnTo>
                <a:lnTo>
                  <a:pt x="705523" y="88477"/>
                </a:lnTo>
                <a:lnTo>
                  <a:pt x="709197" y="86038"/>
                </a:lnTo>
                <a:lnTo>
                  <a:pt x="712872" y="83622"/>
                </a:lnTo>
                <a:lnTo>
                  <a:pt x="716546" y="81220"/>
                </a:lnTo>
                <a:lnTo>
                  <a:pt x="720221" y="78826"/>
                </a:lnTo>
                <a:lnTo>
                  <a:pt x="723896" y="76429"/>
                </a:lnTo>
                <a:lnTo>
                  <a:pt x="727570" y="74020"/>
                </a:lnTo>
                <a:lnTo>
                  <a:pt x="731245" y="71592"/>
                </a:lnTo>
                <a:lnTo>
                  <a:pt x="734919" y="69141"/>
                </a:lnTo>
                <a:lnTo>
                  <a:pt x="738594" y="66665"/>
                </a:lnTo>
                <a:lnTo>
                  <a:pt x="742269" y="64164"/>
                </a:lnTo>
                <a:lnTo>
                  <a:pt x="745943" y="61644"/>
                </a:lnTo>
                <a:lnTo>
                  <a:pt x="749618" y="59112"/>
                </a:lnTo>
                <a:lnTo>
                  <a:pt x="753292" y="56579"/>
                </a:lnTo>
                <a:lnTo>
                  <a:pt x="756967" y="54063"/>
                </a:lnTo>
                <a:lnTo>
                  <a:pt x="760642" y="51581"/>
                </a:lnTo>
                <a:lnTo>
                  <a:pt x="764316" y="49150"/>
                </a:lnTo>
                <a:lnTo>
                  <a:pt x="767991" y="46789"/>
                </a:lnTo>
                <a:lnTo>
                  <a:pt x="771665" y="44512"/>
                </a:lnTo>
                <a:lnTo>
                  <a:pt x="775340" y="42334"/>
                </a:lnTo>
                <a:lnTo>
                  <a:pt x="779015" y="40265"/>
                </a:lnTo>
                <a:lnTo>
                  <a:pt x="782689" y="38314"/>
                </a:lnTo>
                <a:lnTo>
                  <a:pt x="786364" y="36492"/>
                </a:lnTo>
                <a:lnTo>
                  <a:pt x="790038" y="34795"/>
                </a:lnTo>
                <a:lnTo>
                  <a:pt x="793713" y="33204"/>
                </a:lnTo>
                <a:lnTo>
                  <a:pt x="797388" y="31705"/>
                </a:lnTo>
                <a:lnTo>
                  <a:pt x="801062" y="30280"/>
                </a:lnTo>
                <a:lnTo>
                  <a:pt x="804737" y="28908"/>
                </a:lnTo>
                <a:lnTo>
                  <a:pt x="808411" y="27569"/>
                </a:lnTo>
                <a:lnTo>
                  <a:pt x="812086" y="26238"/>
                </a:lnTo>
                <a:lnTo>
                  <a:pt x="815761" y="24894"/>
                </a:lnTo>
                <a:lnTo>
                  <a:pt x="819435" y="23509"/>
                </a:lnTo>
                <a:lnTo>
                  <a:pt x="823110" y="22074"/>
                </a:lnTo>
                <a:lnTo>
                  <a:pt x="826784" y="20579"/>
                </a:lnTo>
                <a:lnTo>
                  <a:pt x="830459" y="19024"/>
                </a:lnTo>
                <a:lnTo>
                  <a:pt x="834134" y="17412"/>
                </a:lnTo>
                <a:lnTo>
                  <a:pt x="837808" y="15753"/>
                </a:lnTo>
                <a:lnTo>
                  <a:pt x="841483" y="14064"/>
                </a:lnTo>
                <a:lnTo>
                  <a:pt x="845157" y="12364"/>
                </a:lnTo>
                <a:lnTo>
                  <a:pt x="848832" y="10684"/>
                </a:lnTo>
                <a:lnTo>
                  <a:pt x="852507" y="9055"/>
                </a:lnTo>
                <a:lnTo>
                  <a:pt x="856181" y="7505"/>
                </a:lnTo>
                <a:lnTo>
                  <a:pt x="859856" y="6059"/>
                </a:lnTo>
                <a:lnTo>
                  <a:pt x="863530" y="4740"/>
                </a:lnTo>
                <a:lnTo>
                  <a:pt x="867205" y="3567"/>
                </a:lnTo>
                <a:lnTo>
                  <a:pt x="870880" y="2554"/>
                </a:lnTo>
                <a:lnTo>
                  <a:pt x="874554" y="1710"/>
                </a:lnTo>
                <a:lnTo>
                  <a:pt x="878229" y="1047"/>
                </a:lnTo>
                <a:lnTo>
                  <a:pt x="881903" y="569"/>
                </a:lnTo>
                <a:lnTo>
                  <a:pt x="885578" y="246"/>
                </a:lnTo>
                <a:lnTo>
                  <a:pt x="889253" y="63"/>
                </a:lnTo>
                <a:lnTo>
                  <a:pt x="892927" y="0"/>
                </a:lnTo>
                <a:lnTo>
                  <a:pt x="896602" y="36"/>
                </a:lnTo>
                <a:lnTo>
                  <a:pt x="900276" y="148"/>
                </a:lnTo>
                <a:lnTo>
                  <a:pt x="903951" y="315"/>
                </a:lnTo>
                <a:lnTo>
                  <a:pt x="907626" y="515"/>
                </a:lnTo>
                <a:lnTo>
                  <a:pt x="911300" y="727"/>
                </a:lnTo>
                <a:lnTo>
                  <a:pt x="914975" y="933"/>
                </a:lnTo>
                <a:lnTo>
                  <a:pt x="918649" y="1123"/>
                </a:lnTo>
                <a:lnTo>
                  <a:pt x="922324" y="1293"/>
                </a:lnTo>
                <a:lnTo>
                  <a:pt x="925999" y="1443"/>
                </a:lnTo>
                <a:lnTo>
                  <a:pt x="929673" y="1576"/>
                </a:lnTo>
                <a:lnTo>
                  <a:pt x="933348" y="1701"/>
                </a:lnTo>
                <a:lnTo>
                  <a:pt x="937022" y="1827"/>
                </a:lnTo>
                <a:lnTo>
                  <a:pt x="940697" y="1973"/>
                </a:lnTo>
                <a:lnTo>
                  <a:pt x="944372" y="2155"/>
                </a:lnTo>
                <a:lnTo>
                  <a:pt x="948046" y="2389"/>
                </a:lnTo>
                <a:lnTo>
                  <a:pt x="951721" y="2687"/>
                </a:lnTo>
                <a:lnTo>
                  <a:pt x="955395" y="3063"/>
                </a:lnTo>
                <a:lnTo>
                  <a:pt x="959070" y="3528"/>
                </a:lnTo>
                <a:lnTo>
                  <a:pt x="962745" y="4088"/>
                </a:lnTo>
                <a:lnTo>
                  <a:pt x="966419" y="4752"/>
                </a:lnTo>
                <a:lnTo>
                  <a:pt x="970094" y="5526"/>
                </a:lnTo>
                <a:lnTo>
                  <a:pt x="973768" y="6426"/>
                </a:lnTo>
                <a:lnTo>
                  <a:pt x="977443" y="7440"/>
                </a:lnTo>
                <a:lnTo>
                  <a:pt x="981118" y="8569"/>
                </a:lnTo>
                <a:lnTo>
                  <a:pt x="984792" y="9814"/>
                </a:lnTo>
                <a:lnTo>
                  <a:pt x="988467" y="11177"/>
                </a:lnTo>
                <a:lnTo>
                  <a:pt x="992141" y="12659"/>
                </a:lnTo>
                <a:lnTo>
                  <a:pt x="995816" y="14263"/>
                </a:lnTo>
                <a:lnTo>
                  <a:pt x="999491" y="15989"/>
                </a:lnTo>
                <a:lnTo>
                  <a:pt x="1003165" y="17854"/>
                </a:lnTo>
                <a:lnTo>
                  <a:pt x="1006840" y="19848"/>
                </a:lnTo>
                <a:lnTo>
                  <a:pt x="1010514" y="21963"/>
                </a:lnTo>
                <a:lnTo>
                  <a:pt x="1014189" y="24193"/>
                </a:lnTo>
                <a:lnTo>
                  <a:pt x="1017864" y="26530"/>
                </a:lnTo>
                <a:lnTo>
                  <a:pt x="1021538" y="28963"/>
                </a:lnTo>
                <a:lnTo>
                  <a:pt x="1025213" y="31479"/>
                </a:lnTo>
                <a:lnTo>
                  <a:pt x="1028887" y="34060"/>
                </a:lnTo>
                <a:lnTo>
                  <a:pt x="1032562" y="36689"/>
                </a:lnTo>
                <a:lnTo>
                  <a:pt x="1036237" y="39341"/>
                </a:lnTo>
                <a:lnTo>
                  <a:pt x="1039911" y="41990"/>
                </a:lnTo>
                <a:lnTo>
                  <a:pt x="1043586" y="44616"/>
                </a:lnTo>
                <a:lnTo>
                  <a:pt x="1047260" y="47199"/>
                </a:lnTo>
                <a:lnTo>
                  <a:pt x="1050935" y="49723"/>
                </a:lnTo>
                <a:lnTo>
                  <a:pt x="1054610" y="52175"/>
                </a:lnTo>
                <a:lnTo>
                  <a:pt x="1058284" y="54544"/>
                </a:lnTo>
                <a:lnTo>
                  <a:pt x="1061959" y="56824"/>
                </a:lnTo>
                <a:lnTo>
                  <a:pt x="1065633" y="59001"/>
                </a:lnTo>
                <a:lnTo>
                  <a:pt x="1069308" y="61090"/>
                </a:lnTo>
                <a:lnTo>
                  <a:pt x="1072983" y="63100"/>
                </a:lnTo>
                <a:lnTo>
                  <a:pt x="1076657" y="65040"/>
                </a:lnTo>
                <a:lnTo>
                  <a:pt x="1080332" y="66923"/>
                </a:lnTo>
                <a:lnTo>
                  <a:pt x="1084006" y="68760"/>
                </a:lnTo>
                <a:lnTo>
                  <a:pt x="1087681" y="70565"/>
                </a:lnTo>
                <a:lnTo>
                  <a:pt x="1091356" y="72350"/>
                </a:lnTo>
                <a:lnTo>
                  <a:pt x="1095030" y="74126"/>
                </a:lnTo>
                <a:lnTo>
                  <a:pt x="1098705" y="75904"/>
                </a:lnTo>
                <a:lnTo>
                  <a:pt x="1102379" y="77688"/>
                </a:lnTo>
                <a:lnTo>
                  <a:pt x="1106054" y="79480"/>
                </a:lnTo>
                <a:lnTo>
                  <a:pt x="1109729" y="81279"/>
                </a:lnTo>
                <a:lnTo>
                  <a:pt x="1113403" y="83080"/>
                </a:lnTo>
                <a:lnTo>
                  <a:pt x="1117078" y="84876"/>
                </a:lnTo>
                <a:lnTo>
                  <a:pt x="1120752" y="86659"/>
                </a:lnTo>
                <a:lnTo>
                  <a:pt x="1124427" y="88417"/>
                </a:lnTo>
                <a:lnTo>
                  <a:pt x="1128102" y="90133"/>
                </a:lnTo>
                <a:lnTo>
                  <a:pt x="1131776" y="91798"/>
                </a:lnTo>
                <a:lnTo>
                  <a:pt x="1135451" y="93403"/>
                </a:lnTo>
                <a:lnTo>
                  <a:pt x="1139125" y="94940"/>
                </a:lnTo>
                <a:lnTo>
                  <a:pt x="1142800" y="96402"/>
                </a:lnTo>
                <a:lnTo>
                  <a:pt x="1146475" y="97786"/>
                </a:lnTo>
                <a:lnTo>
                  <a:pt x="1150149" y="99092"/>
                </a:lnTo>
                <a:lnTo>
                  <a:pt x="1153824" y="100320"/>
                </a:lnTo>
                <a:lnTo>
                  <a:pt x="1157498" y="101468"/>
                </a:lnTo>
                <a:lnTo>
                  <a:pt x="1161173" y="102548"/>
                </a:lnTo>
                <a:lnTo>
                  <a:pt x="1164848" y="103575"/>
                </a:lnTo>
                <a:lnTo>
                  <a:pt x="1168522" y="104557"/>
                </a:lnTo>
                <a:lnTo>
                  <a:pt x="1172197" y="105506"/>
                </a:lnTo>
                <a:lnTo>
                  <a:pt x="1175871" y="106433"/>
                </a:lnTo>
                <a:lnTo>
                  <a:pt x="1179546" y="107348"/>
                </a:lnTo>
                <a:lnTo>
                  <a:pt x="1183221" y="108261"/>
                </a:lnTo>
                <a:lnTo>
                  <a:pt x="1186895" y="109183"/>
                </a:lnTo>
                <a:lnTo>
                  <a:pt x="1190570" y="110124"/>
                </a:lnTo>
                <a:lnTo>
                  <a:pt x="1194244" y="111090"/>
                </a:lnTo>
                <a:lnTo>
                  <a:pt x="1197919" y="112085"/>
                </a:lnTo>
                <a:lnTo>
                  <a:pt x="1201594" y="113113"/>
                </a:lnTo>
                <a:lnTo>
                  <a:pt x="1205268" y="114177"/>
                </a:lnTo>
                <a:lnTo>
                  <a:pt x="1208943" y="115279"/>
                </a:lnTo>
                <a:lnTo>
                  <a:pt x="1212617" y="116419"/>
                </a:lnTo>
                <a:lnTo>
                  <a:pt x="1216292" y="117597"/>
                </a:lnTo>
                <a:lnTo>
                  <a:pt x="1219967" y="118818"/>
                </a:lnTo>
                <a:lnTo>
                  <a:pt x="1223641" y="120076"/>
                </a:lnTo>
                <a:lnTo>
                  <a:pt x="1227316" y="121366"/>
                </a:lnTo>
                <a:lnTo>
                  <a:pt x="1230990" y="122686"/>
                </a:lnTo>
                <a:lnTo>
                  <a:pt x="1234665" y="124032"/>
                </a:lnTo>
                <a:lnTo>
                  <a:pt x="1238340" y="125400"/>
                </a:lnTo>
                <a:lnTo>
                  <a:pt x="1242014" y="126786"/>
                </a:lnTo>
                <a:lnTo>
                  <a:pt x="1245689" y="128186"/>
                </a:lnTo>
                <a:lnTo>
                  <a:pt x="1249363" y="129594"/>
                </a:lnTo>
                <a:lnTo>
                  <a:pt x="1253038" y="131006"/>
                </a:lnTo>
                <a:lnTo>
                  <a:pt x="1256713" y="132416"/>
                </a:lnTo>
                <a:lnTo>
                  <a:pt x="1260387" y="133822"/>
                </a:lnTo>
                <a:lnTo>
                  <a:pt x="1264062" y="135221"/>
                </a:lnTo>
                <a:lnTo>
                  <a:pt x="1267736" y="136610"/>
                </a:lnTo>
                <a:lnTo>
                  <a:pt x="1271411" y="137990"/>
                </a:lnTo>
                <a:lnTo>
                  <a:pt x="1275086" y="139358"/>
                </a:lnTo>
                <a:lnTo>
                  <a:pt x="1278760" y="140717"/>
                </a:lnTo>
                <a:lnTo>
                  <a:pt x="1282435" y="142065"/>
                </a:lnTo>
                <a:lnTo>
                  <a:pt x="1286109" y="143405"/>
                </a:lnTo>
                <a:lnTo>
                  <a:pt x="1289784" y="144737"/>
                </a:lnTo>
                <a:lnTo>
                  <a:pt x="1293459" y="146064"/>
                </a:lnTo>
                <a:lnTo>
                  <a:pt x="1297133" y="147383"/>
                </a:lnTo>
                <a:lnTo>
                  <a:pt x="1300808" y="148694"/>
                </a:lnTo>
                <a:lnTo>
                  <a:pt x="1304482" y="149996"/>
                </a:lnTo>
                <a:lnTo>
                  <a:pt x="1308157" y="151283"/>
                </a:lnTo>
                <a:lnTo>
                  <a:pt x="1311832" y="152551"/>
                </a:lnTo>
                <a:lnTo>
                  <a:pt x="1315506" y="153792"/>
                </a:lnTo>
                <a:lnTo>
                  <a:pt x="1319181" y="155000"/>
                </a:lnTo>
                <a:lnTo>
                  <a:pt x="1322855" y="156168"/>
                </a:lnTo>
                <a:lnTo>
                  <a:pt x="1326530" y="157290"/>
                </a:lnTo>
                <a:lnTo>
                  <a:pt x="1330205" y="158358"/>
                </a:lnTo>
                <a:lnTo>
                  <a:pt x="1333879" y="159368"/>
                </a:lnTo>
                <a:lnTo>
                  <a:pt x="1337554" y="160314"/>
                </a:lnTo>
                <a:lnTo>
                  <a:pt x="1341228" y="161191"/>
                </a:lnTo>
                <a:lnTo>
                  <a:pt x="1344903" y="161994"/>
                </a:lnTo>
                <a:lnTo>
                  <a:pt x="1348577" y="162732"/>
                </a:lnTo>
                <a:lnTo>
                  <a:pt x="1352252" y="163410"/>
                </a:lnTo>
                <a:lnTo>
                  <a:pt x="1355927" y="164033"/>
                </a:lnTo>
                <a:lnTo>
                  <a:pt x="1359601" y="164608"/>
                </a:lnTo>
                <a:lnTo>
                  <a:pt x="1363276" y="165144"/>
                </a:lnTo>
                <a:lnTo>
                  <a:pt x="1366950" y="165650"/>
                </a:lnTo>
                <a:lnTo>
                  <a:pt x="1370625" y="166133"/>
                </a:lnTo>
                <a:lnTo>
                  <a:pt x="1374300" y="166602"/>
                </a:lnTo>
                <a:lnTo>
                  <a:pt x="1377974" y="167066"/>
                </a:lnTo>
                <a:lnTo>
                  <a:pt x="1381649" y="167531"/>
                </a:lnTo>
                <a:lnTo>
                  <a:pt x="1385323" y="168001"/>
                </a:lnTo>
                <a:lnTo>
                  <a:pt x="1388998" y="168478"/>
                </a:lnTo>
                <a:lnTo>
                  <a:pt x="1392673" y="168964"/>
                </a:lnTo>
                <a:lnTo>
                  <a:pt x="1396347" y="169456"/>
                </a:lnTo>
                <a:lnTo>
                  <a:pt x="1400022" y="169955"/>
                </a:lnTo>
                <a:lnTo>
                  <a:pt x="1403696" y="170457"/>
                </a:lnTo>
                <a:lnTo>
                  <a:pt x="1407371" y="170960"/>
                </a:lnTo>
                <a:lnTo>
                  <a:pt x="1411046" y="171460"/>
                </a:lnTo>
                <a:lnTo>
                  <a:pt x="1414720" y="171955"/>
                </a:lnTo>
                <a:lnTo>
                  <a:pt x="1418395" y="172443"/>
                </a:lnTo>
                <a:lnTo>
                  <a:pt x="1422069" y="172922"/>
                </a:lnTo>
                <a:lnTo>
                  <a:pt x="1425744" y="173391"/>
                </a:lnTo>
                <a:lnTo>
                  <a:pt x="1429419" y="173849"/>
                </a:lnTo>
                <a:lnTo>
                  <a:pt x="1433093" y="174296"/>
                </a:lnTo>
                <a:lnTo>
                  <a:pt x="1436768" y="174729"/>
                </a:lnTo>
                <a:lnTo>
                  <a:pt x="1440442" y="175151"/>
                </a:lnTo>
                <a:lnTo>
                  <a:pt x="1444117" y="175560"/>
                </a:lnTo>
                <a:lnTo>
                  <a:pt x="1447792" y="175957"/>
                </a:lnTo>
                <a:lnTo>
                  <a:pt x="1451466" y="176340"/>
                </a:lnTo>
                <a:lnTo>
                  <a:pt x="1455141" y="176708"/>
                </a:lnTo>
                <a:lnTo>
                  <a:pt x="1458815" y="177062"/>
                </a:lnTo>
                <a:lnTo>
                  <a:pt x="1462490" y="177400"/>
                </a:lnTo>
                <a:lnTo>
                  <a:pt x="1466165" y="177719"/>
                </a:lnTo>
                <a:lnTo>
                  <a:pt x="1469839" y="178020"/>
                </a:lnTo>
                <a:lnTo>
                  <a:pt x="1473514" y="178304"/>
                </a:lnTo>
                <a:lnTo>
                  <a:pt x="1477188" y="178572"/>
                </a:lnTo>
                <a:lnTo>
                  <a:pt x="1480863" y="178824"/>
                </a:lnTo>
                <a:lnTo>
                  <a:pt x="1484538" y="179061"/>
                </a:lnTo>
                <a:lnTo>
                  <a:pt x="1488212" y="179285"/>
                </a:lnTo>
                <a:lnTo>
                  <a:pt x="1491887" y="179498"/>
                </a:lnTo>
                <a:lnTo>
                  <a:pt x="1495561" y="179700"/>
                </a:lnTo>
                <a:lnTo>
                  <a:pt x="1499236" y="179893"/>
                </a:lnTo>
                <a:lnTo>
                  <a:pt x="1502911" y="180079"/>
                </a:lnTo>
                <a:lnTo>
                  <a:pt x="1506585" y="180258"/>
                </a:lnTo>
                <a:lnTo>
                  <a:pt x="1510260" y="180432"/>
                </a:lnTo>
                <a:lnTo>
                  <a:pt x="1513934" y="180600"/>
                </a:lnTo>
                <a:lnTo>
                  <a:pt x="1517609" y="180763"/>
                </a:lnTo>
                <a:lnTo>
                  <a:pt x="1521284" y="180920"/>
                </a:lnTo>
                <a:lnTo>
                  <a:pt x="1524958" y="181071"/>
                </a:lnTo>
                <a:lnTo>
                  <a:pt x="1528633" y="181215"/>
                </a:lnTo>
                <a:lnTo>
                  <a:pt x="1532307" y="181352"/>
                </a:lnTo>
                <a:lnTo>
                  <a:pt x="1535982" y="181484"/>
                </a:lnTo>
                <a:lnTo>
                  <a:pt x="1539657" y="181609"/>
                </a:lnTo>
                <a:lnTo>
                  <a:pt x="1543331" y="181729"/>
                </a:lnTo>
                <a:lnTo>
                  <a:pt x="1547006" y="181845"/>
                </a:lnTo>
                <a:lnTo>
                  <a:pt x="1550680" y="181957"/>
                </a:lnTo>
                <a:lnTo>
                  <a:pt x="1554355" y="182067"/>
                </a:lnTo>
                <a:lnTo>
                  <a:pt x="1558030" y="182176"/>
                </a:lnTo>
                <a:lnTo>
                  <a:pt x="1561704" y="182286"/>
                </a:lnTo>
                <a:lnTo>
                  <a:pt x="1565379" y="182398"/>
                </a:lnTo>
                <a:lnTo>
                  <a:pt x="1569053" y="182513"/>
                </a:lnTo>
                <a:lnTo>
                  <a:pt x="1572728" y="182631"/>
                </a:lnTo>
                <a:lnTo>
                  <a:pt x="1576403" y="182754"/>
                </a:lnTo>
                <a:lnTo>
                  <a:pt x="1580077" y="182881"/>
                </a:lnTo>
                <a:lnTo>
                  <a:pt x="1583752" y="183013"/>
                </a:lnTo>
                <a:lnTo>
                  <a:pt x="1587426" y="183151"/>
                </a:lnTo>
                <a:lnTo>
                  <a:pt x="1591101" y="183293"/>
                </a:lnTo>
                <a:lnTo>
                  <a:pt x="1594776" y="183440"/>
                </a:lnTo>
                <a:lnTo>
                  <a:pt x="1598450" y="183590"/>
                </a:lnTo>
                <a:lnTo>
                  <a:pt x="1602125" y="183744"/>
                </a:lnTo>
                <a:lnTo>
                  <a:pt x="1605799" y="183900"/>
                </a:lnTo>
                <a:lnTo>
                  <a:pt x="1609474" y="184058"/>
                </a:lnTo>
                <a:lnTo>
                  <a:pt x="1613149" y="184218"/>
                </a:lnTo>
                <a:lnTo>
                  <a:pt x="1616823" y="184378"/>
                </a:lnTo>
                <a:lnTo>
                  <a:pt x="1620498" y="184537"/>
                </a:lnTo>
                <a:lnTo>
                  <a:pt x="1624172" y="184694"/>
                </a:lnTo>
                <a:lnTo>
                  <a:pt x="1627847" y="184847"/>
                </a:lnTo>
                <a:lnTo>
                  <a:pt x="1631522" y="184996"/>
                </a:lnTo>
                <a:lnTo>
                  <a:pt x="1635196" y="185140"/>
                </a:lnTo>
                <a:lnTo>
                  <a:pt x="1638871" y="185275"/>
                </a:lnTo>
                <a:lnTo>
                  <a:pt x="1642545" y="185403"/>
                </a:lnTo>
                <a:lnTo>
                  <a:pt x="1646220" y="185520"/>
                </a:lnTo>
                <a:lnTo>
                  <a:pt x="1649895" y="185625"/>
                </a:lnTo>
                <a:lnTo>
                  <a:pt x="1653569" y="185716"/>
                </a:lnTo>
                <a:lnTo>
                  <a:pt x="1657244" y="185794"/>
                </a:lnTo>
                <a:lnTo>
                  <a:pt x="1660918" y="185858"/>
                </a:lnTo>
                <a:lnTo>
                  <a:pt x="1664593" y="185909"/>
                </a:lnTo>
                <a:lnTo>
                  <a:pt x="1668268" y="185946"/>
                </a:lnTo>
                <a:lnTo>
                  <a:pt x="1671942" y="185970"/>
                </a:lnTo>
                <a:lnTo>
                  <a:pt x="1675617" y="185984"/>
                </a:lnTo>
                <a:lnTo>
                  <a:pt x="1679291" y="185987"/>
                </a:lnTo>
                <a:lnTo>
                  <a:pt x="1682966" y="185980"/>
                </a:lnTo>
                <a:lnTo>
                  <a:pt x="1686641" y="185968"/>
                </a:lnTo>
                <a:lnTo>
                  <a:pt x="1690315" y="185952"/>
                </a:lnTo>
                <a:lnTo>
                  <a:pt x="1693990" y="185935"/>
                </a:lnTo>
                <a:lnTo>
                  <a:pt x="1697664" y="185917"/>
                </a:lnTo>
                <a:lnTo>
                  <a:pt x="1701339" y="185902"/>
                </a:lnTo>
                <a:lnTo>
                  <a:pt x="1705014" y="185891"/>
                </a:lnTo>
                <a:lnTo>
                  <a:pt x="1708688" y="185884"/>
                </a:lnTo>
                <a:lnTo>
                  <a:pt x="1712363" y="185884"/>
                </a:lnTo>
                <a:lnTo>
                  <a:pt x="1716037" y="185892"/>
                </a:lnTo>
                <a:lnTo>
                  <a:pt x="1719712" y="185906"/>
                </a:lnTo>
                <a:lnTo>
                  <a:pt x="1723387" y="185926"/>
                </a:lnTo>
                <a:lnTo>
                  <a:pt x="1727061" y="185953"/>
                </a:lnTo>
                <a:lnTo>
                  <a:pt x="1730736" y="185985"/>
                </a:lnTo>
                <a:lnTo>
                  <a:pt x="1734410" y="186020"/>
                </a:lnTo>
                <a:lnTo>
                  <a:pt x="1738085" y="186059"/>
                </a:lnTo>
                <a:lnTo>
                  <a:pt x="1741760" y="186100"/>
                </a:lnTo>
                <a:lnTo>
                  <a:pt x="1745434" y="186141"/>
                </a:lnTo>
                <a:lnTo>
                  <a:pt x="1749109" y="186182"/>
                </a:lnTo>
                <a:lnTo>
                  <a:pt x="1752783" y="186221"/>
                </a:lnTo>
                <a:lnTo>
                  <a:pt x="1756458" y="186258"/>
                </a:lnTo>
                <a:lnTo>
                  <a:pt x="1760133" y="186293"/>
                </a:lnTo>
                <a:lnTo>
                  <a:pt x="1763807" y="186325"/>
                </a:lnTo>
                <a:lnTo>
                  <a:pt x="1767482" y="186355"/>
                </a:lnTo>
                <a:lnTo>
                  <a:pt x="1771156" y="186382"/>
                </a:lnTo>
                <a:lnTo>
                  <a:pt x="1774831" y="186407"/>
                </a:lnTo>
                <a:lnTo>
                  <a:pt x="1778506" y="186430"/>
                </a:lnTo>
                <a:lnTo>
                  <a:pt x="1782180" y="186452"/>
                </a:lnTo>
                <a:lnTo>
                  <a:pt x="1785855" y="186473"/>
                </a:lnTo>
                <a:lnTo>
                  <a:pt x="1789529" y="186493"/>
                </a:lnTo>
                <a:lnTo>
                  <a:pt x="1793204" y="186513"/>
                </a:lnTo>
                <a:lnTo>
                  <a:pt x="1796879" y="186533"/>
                </a:lnTo>
                <a:lnTo>
                  <a:pt x="1800553" y="186553"/>
                </a:lnTo>
                <a:lnTo>
                  <a:pt x="1804228" y="186573"/>
                </a:lnTo>
                <a:lnTo>
                  <a:pt x="1807902" y="186593"/>
                </a:lnTo>
                <a:lnTo>
                  <a:pt x="1811577" y="186612"/>
                </a:lnTo>
                <a:lnTo>
                  <a:pt x="1815252" y="186630"/>
                </a:lnTo>
                <a:lnTo>
                  <a:pt x="1818926" y="186648"/>
                </a:lnTo>
                <a:lnTo>
                  <a:pt x="1822601" y="186665"/>
                </a:lnTo>
                <a:lnTo>
                  <a:pt x="1826275" y="186680"/>
                </a:lnTo>
                <a:lnTo>
                  <a:pt x="1829950" y="186695"/>
                </a:lnTo>
                <a:lnTo>
                  <a:pt x="1833625" y="186708"/>
                </a:lnTo>
                <a:lnTo>
                  <a:pt x="1837299" y="186719"/>
                </a:lnTo>
                <a:lnTo>
                  <a:pt x="1840974" y="186729"/>
                </a:lnTo>
                <a:lnTo>
                  <a:pt x="1844648" y="186737"/>
                </a:lnTo>
                <a:lnTo>
                  <a:pt x="1848323" y="186744"/>
                </a:lnTo>
                <a:lnTo>
                  <a:pt x="1851998" y="186750"/>
                </a:lnTo>
                <a:lnTo>
                  <a:pt x="1855672" y="186755"/>
                </a:lnTo>
                <a:lnTo>
                  <a:pt x="1859347" y="186759"/>
                </a:lnTo>
                <a:lnTo>
                  <a:pt x="1863021" y="186762"/>
                </a:lnTo>
                <a:lnTo>
                  <a:pt x="1866696" y="186765"/>
                </a:lnTo>
                <a:lnTo>
                  <a:pt x="1870371" y="186767"/>
                </a:lnTo>
                <a:lnTo>
                  <a:pt x="1874045" y="186768"/>
                </a:lnTo>
                <a:lnTo>
                  <a:pt x="1877720" y="186769"/>
                </a:lnTo>
              </a:path>
            </a:pathLst>
          </a:custGeom>
          <a:ln w="27101" cap="flat">
            <a:solidFill>
              <a:srgbClr val="00BFC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0" name="pg80"/>
          <p:cNvSpPr/>
          <p:nvPr/>
        </p:nvSpPr>
        <p:spPr>
          <a:xfrm>
            <a:off x="4548521" y="4085367"/>
            <a:ext cx="1877720" cy="139448"/>
          </a:xfrm>
          <a:custGeom>
            <a:avLst/>
            <a:gdLst/>
            <a:ahLst/>
            <a:cxnLst/>
            <a:rect l="0" t="0" r="0" b="0"/>
            <a:pathLst>
              <a:path w="1877720" h="139448">
                <a:moveTo>
                  <a:pt x="0" y="139448"/>
                </a:moveTo>
                <a:lnTo>
                  <a:pt x="3674" y="139448"/>
                </a:lnTo>
                <a:lnTo>
                  <a:pt x="7349" y="139448"/>
                </a:lnTo>
                <a:lnTo>
                  <a:pt x="11023" y="139448"/>
                </a:lnTo>
                <a:lnTo>
                  <a:pt x="14698" y="139448"/>
                </a:lnTo>
                <a:lnTo>
                  <a:pt x="18372" y="139448"/>
                </a:lnTo>
                <a:lnTo>
                  <a:pt x="22047" y="139448"/>
                </a:lnTo>
                <a:lnTo>
                  <a:pt x="25722" y="139448"/>
                </a:lnTo>
                <a:lnTo>
                  <a:pt x="29396" y="139448"/>
                </a:lnTo>
                <a:lnTo>
                  <a:pt x="33071" y="139448"/>
                </a:lnTo>
                <a:lnTo>
                  <a:pt x="36745" y="139448"/>
                </a:lnTo>
                <a:lnTo>
                  <a:pt x="40420" y="139448"/>
                </a:lnTo>
                <a:lnTo>
                  <a:pt x="44095" y="139448"/>
                </a:lnTo>
                <a:lnTo>
                  <a:pt x="47769" y="139448"/>
                </a:lnTo>
                <a:lnTo>
                  <a:pt x="51444" y="139448"/>
                </a:lnTo>
                <a:lnTo>
                  <a:pt x="55118" y="139448"/>
                </a:lnTo>
                <a:lnTo>
                  <a:pt x="58793" y="139448"/>
                </a:lnTo>
                <a:lnTo>
                  <a:pt x="62468" y="139448"/>
                </a:lnTo>
                <a:lnTo>
                  <a:pt x="66142" y="139448"/>
                </a:lnTo>
                <a:lnTo>
                  <a:pt x="69817" y="139448"/>
                </a:lnTo>
                <a:lnTo>
                  <a:pt x="73491" y="139447"/>
                </a:lnTo>
                <a:lnTo>
                  <a:pt x="77166" y="139447"/>
                </a:lnTo>
                <a:lnTo>
                  <a:pt x="80841" y="139447"/>
                </a:lnTo>
                <a:lnTo>
                  <a:pt x="84515" y="139447"/>
                </a:lnTo>
                <a:lnTo>
                  <a:pt x="88190" y="139446"/>
                </a:lnTo>
                <a:lnTo>
                  <a:pt x="91864" y="139446"/>
                </a:lnTo>
                <a:lnTo>
                  <a:pt x="95539" y="139445"/>
                </a:lnTo>
                <a:lnTo>
                  <a:pt x="99214" y="139445"/>
                </a:lnTo>
                <a:lnTo>
                  <a:pt x="102888" y="139444"/>
                </a:lnTo>
                <a:lnTo>
                  <a:pt x="106563" y="139443"/>
                </a:lnTo>
                <a:lnTo>
                  <a:pt x="110237" y="139441"/>
                </a:lnTo>
                <a:lnTo>
                  <a:pt x="113912" y="139440"/>
                </a:lnTo>
                <a:lnTo>
                  <a:pt x="117587" y="139438"/>
                </a:lnTo>
                <a:lnTo>
                  <a:pt x="121261" y="139435"/>
                </a:lnTo>
                <a:lnTo>
                  <a:pt x="124936" y="139433"/>
                </a:lnTo>
                <a:lnTo>
                  <a:pt x="128610" y="139429"/>
                </a:lnTo>
                <a:lnTo>
                  <a:pt x="132285" y="139426"/>
                </a:lnTo>
                <a:lnTo>
                  <a:pt x="135960" y="139421"/>
                </a:lnTo>
                <a:lnTo>
                  <a:pt x="139634" y="139416"/>
                </a:lnTo>
                <a:lnTo>
                  <a:pt x="143309" y="139411"/>
                </a:lnTo>
                <a:lnTo>
                  <a:pt x="146983" y="139405"/>
                </a:lnTo>
                <a:lnTo>
                  <a:pt x="150658" y="139398"/>
                </a:lnTo>
                <a:lnTo>
                  <a:pt x="154333" y="139390"/>
                </a:lnTo>
                <a:lnTo>
                  <a:pt x="158007" y="139381"/>
                </a:lnTo>
                <a:lnTo>
                  <a:pt x="161682" y="139372"/>
                </a:lnTo>
                <a:lnTo>
                  <a:pt x="165356" y="139362"/>
                </a:lnTo>
                <a:lnTo>
                  <a:pt x="169031" y="139352"/>
                </a:lnTo>
                <a:lnTo>
                  <a:pt x="172706" y="139340"/>
                </a:lnTo>
                <a:lnTo>
                  <a:pt x="176380" y="139328"/>
                </a:lnTo>
                <a:lnTo>
                  <a:pt x="180055" y="139316"/>
                </a:lnTo>
                <a:lnTo>
                  <a:pt x="183729" y="139303"/>
                </a:lnTo>
                <a:lnTo>
                  <a:pt x="187404" y="139290"/>
                </a:lnTo>
                <a:lnTo>
                  <a:pt x="191079" y="139276"/>
                </a:lnTo>
                <a:lnTo>
                  <a:pt x="194753" y="139262"/>
                </a:lnTo>
                <a:lnTo>
                  <a:pt x="198428" y="139247"/>
                </a:lnTo>
                <a:lnTo>
                  <a:pt x="202102" y="139232"/>
                </a:lnTo>
                <a:lnTo>
                  <a:pt x="205777" y="139217"/>
                </a:lnTo>
                <a:lnTo>
                  <a:pt x="209452" y="139202"/>
                </a:lnTo>
                <a:lnTo>
                  <a:pt x="213126" y="139186"/>
                </a:lnTo>
                <a:lnTo>
                  <a:pt x="216801" y="139170"/>
                </a:lnTo>
                <a:lnTo>
                  <a:pt x="220475" y="139154"/>
                </a:lnTo>
                <a:lnTo>
                  <a:pt x="224150" y="139137"/>
                </a:lnTo>
                <a:lnTo>
                  <a:pt x="227825" y="139120"/>
                </a:lnTo>
                <a:lnTo>
                  <a:pt x="231499" y="139102"/>
                </a:lnTo>
                <a:lnTo>
                  <a:pt x="235174" y="139083"/>
                </a:lnTo>
                <a:lnTo>
                  <a:pt x="238848" y="139064"/>
                </a:lnTo>
                <a:lnTo>
                  <a:pt x="242523" y="139043"/>
                </a:lnTo>
                <a:lnTo>
                  <a:pt x="246198" y="139022"/>
                </a:lnTo>
                <a:lnTo>
                  <a:pt x="249872" y="138999"/>
                </a:lnTo>
                <a:lnTo>
                  <a:pt x="253547" y="138974"/>
                </a:lnTo>
                <a:lnTo>
                  <a:pt x="257221" y="138949"/>
                </a:lnTo>
                <a:lnTo>
                  <a:pt x="260896" y="138921"/>
                </a:lnTo>
                <a:lnTo>
                  <a:pt x="264571" y="138892"/>
                </a:lnTo>
                <a:lnTo>
                  <a:pt x="268245" y="138861"/>
                </a:lnTo>
                <a:lnTo>
                  <a:pt x="271920" y="138828"/>
                </a:lnTo>
                <a:lnTo>
                  <a:pt x="275594" y="138793"/>
                </a:lnTo>
                <a:lnTo>
                  <a:pt x="279269" y="138757"/>
                </a:lnTo>
                <a:lnTo>
                  <a:pt x="282944" y="138718"/>
                </a:lnTo>
                <a:lnTo>
                  <a:pt x="286618" y="138678"/>
                </a:lnTo>
                <a:lnTo>
                  <a:pt x="290293" y="138635"/>
                </a:lnTo>
                <a:lnTo>
                  <a:pt x="293967" y="138590"/>
                </a:lnTo>
                <a:lnTo>
                  <a:pt x="297642" y="138544"/>
                </a:lnTo>
                <a:lnTo>
                  <a:pt x="301317" y="138495"/>
                </a:lnTo>
                <a:lnTo>
                  <a:pt x="304991" y="138445"/>
                </a:lnTo>
                <a:lnTo>
                  <a:pt x="308666" y="138393"/>
                </a:lnTo>
                <a:lnTo>
                  <a:pt x="312340" y="138339"/>
                </a:lnTo>
                <a:lnTo>
                  <a:pt x="316015" y="138283"/>
                </a:lnTo>
                <a:lnTo>
                  <a:pt x="319690" y="138226"/>
                </a:lnTo>
                <a:lnTo>
                  <a:pt x="323364" y="138167"/>
                </a:lnTo>
                <a:lnTo>
                  <a:pt x="327039" y="138107"/>
                </a:lnTo>
                <a:lnTo>
                  <a:pt x="330713" y="138044"/>
                </a:lnTo>
                <a:lnTo>
                  <a:pt x="334388" y="137981"/>
                </a:lnTo>
                <a:lnTo>
                  <a:pt x="338063" y="137914"/>
                </a:lnTo>
                <a:lnTo>
                  <a:pt x="341737" y="137846"/>
                </a:lnTo>
                <a:lnTo>
                  <a:pt x="345412" y="137775"/>
                </a:lnTo>
                <a:lnTo>
                  <a:pt x="349086" y="137700"/>
                </a:lnTo>
                <a:lnTo>
                  <a:pt x="352761" y="137623"/>
                </a:lnTo>
                <a:lnTo>
                  <a:pt x="356436" y="137541"/>
                </a:lnTo>
                <a:lnTo>
                  <a:pt x="360110" y="137454"/>
                </a:lnTo>
                <a:lnTo>
                  <a:pt x="363785" y="137361"/>
                </a:lnTo>
                <a:lnTo>
                  <a:pt x="367459" y="137261"/>
                </a:lnTo>
                <a:lnTo>
                  <a:pt x="371134" y="137154"/>
                </a:lnTo>
                <a:lnTo>
                  <a:pt x="374809" y="137038"/>
                </a:lnTo>
                <a:lnTo>
                  <a:pt x="378483" y="136914"/>
                </a:lnTo>
                <a:lnTo>
                  <a:pt x="382158" y="136779"/>
                </a:lnTo>
                <a:lnTo>
                  <a:pt x="385832" y="136631"/>
                </a:lnTo>
                <a:lnTo>
                  <a:pt x="389507" y="136471"/>
                </a:lnTo>
                <a:lnTo>
                  <a:pt x="393182" y="136298"/>
                </a:lnTo>
                <a:lnTo>
                  <a:pt x="396856" y="136112"/>
                </a:lnTo>
                <a:lnTo>
                  <a:pt x="400531" y="135913"/>
                </a:lnTo>
                <a:lnTo>
                  <a:pt x="404205" y="135699"/>
                </a:lnTo>
                <a:lnTo>
                  <a:pt x="407880" y="135471"/>
                </a:lnTo>
                <a:lnTo>
                  <a:pt x="411555" y="135226"/>
                </a:lnTo>
                <a:lnTo>
                  <a:pt x="415229" y="134968"/>
                </a:lnTo>
                <a:lnTo>
                  <a:pt x="418904" y="134696"/>
                </a:lnTo>
                <a:lnTo>
                  <a:pt x="422578" y="134411"/>
                </a:lnTo>
                <a:lnTo>
                  <a:pt x="426253" y="134113"/>
                </a:lnTo>
                <a:lnTo>
                  <a:pt x="429928" y="133803"/>
                </a:lnTo>
                <a:lnTo>
                  <a:pt x="433602" y="133480"/>
                </a:lnTo>
                <a:lnTo>
                  <a:pt x="437277" y="133146"/>
                </a:lnTo>
                <a:lnTo>
                  <a:pt x="440951" y="132801"/>
                </a:lnTo>
                <a:lnTo>
                  <a:pt x="444626" y="132446"/>
                </a:lnTo>
                <a:lnTo>
                  <a:pt x="448301" y="132081"/>
                </a:lnTo>
                <a:lnTo>
                  <a:pt x="451975" y="131706"/>
                </a:lnTo>
                <a:lnTo>
                  <a:pt x="455650" y="131321"/>
                </a:lnTo>
                <a:lnTo>
                  <a:pt x="459324" y="130923"/>
                </a:lnTo>
                <a:lnTo>
                  <a:pt x="462999" y="130514"/>
                </a:lnTo>
                <a:lnTo>
                  <a:pt x="466674" y="130093"/>
                </a:lnTo>
                <a:lnTo>
                  <a:pt x="470348" y="129658"/>
                </a:lnTo>
                <a:lnTo>
                  <a:pt x="474023" y="129210"/>
                </a:lnTo>
                <a:lnTo>
                  <a:pt x="477697" y="128746"/>
                </a:lnTo>
                <a:lnTo>
                  <a:pt x="481372" y="128262"/>
                </a:lnTo>
                <a:lnTo>
                  <a:pt x="485047" y="127759"/>
                </a:lnTo>
                <a:lnTo>
                  <a:pt x="488721" y="127234"/>
                </a:lnTo>
                <a:lnTo>
                  <a:pt x="492396" y="126688"/>
                </a:lnTo>
                <a:lnTo>
                  <a:pt x="496070" y="126119"/>
                </a:lnTo>
                <a:lnTo>
                  <a:pt x="499745" y="125526"/>
                </a:lnTo>
                <a:lnTo>
                  <a:pt x="503420" y="124907"/>
                </a:lnTo>
                <a:lnTo>
                  <a:pt x="507094" y="124256"/>
                </a:lnTo>
                <a:lnTo>
                  <a:pt x="510769" y="123578"/>
                </a:lnTo>
                <a:lnTo>
                  <a:pt x="514443" y="122871"/>
                </a:lnTo>
                <a:lnTo>
                  <a:pt x="518118" y="122136"/>
                </a:lnTo>
                <a:lnTo>
                  <a:pt x="521793" y="121373"/>
                </a:lnTo>
                <a:lnTo>
                  <a:pt x="525467" y="120581"/>
                </a:lnTo>
                <a:lnTo>
                  <a:pt x="529142" y="119759"/>
                </a:lnTo>
                <a:lnTo>
                  <a:pt x="532816" y="118907"/>
                </a:lnTo>
                <a:lnTo>
                  <a:pt x="536491" y="118029"/>
                </a:lnTo>
                <a:lnTo>
                  <a:pt x="540166" y="117125"/>
                </a:lnTo>
                <a:lnTo>
                  <a:pt x="543840" y="116198"/>
                </a:lnTo>
                <a:lnTo>
                  <a:pt x="547515" y="115248"/>
                </a:lnTo>
                <a:lnTo>
                  <a:pt x="551189" y="114277"/>
                </a:lnTo>
                <a:lnTo>
                  <a:pt x="554864" y="113283"/>
                </a:lnTo>
                <a:lnTo>
                  <a:pt x="558539" y="112271"/>
                </a:lnTo>
                <a:lnTo>
                  <a:pt x="562213" y="111243"/>
                </a:lnTo>
                <a:lnTo>
                  <a:pt x="565888" y="110201"/>
                </a:lnTo>
                <a:lnTo>
                  <a:pt x="569562" y="109145"/>
                </a:lnTo>
                <a:lnTo>
                  <a:pt x="573237" y="108077"/>
                </a:lnTo>
                <a:lnTo>
                  <a:pt x="576912" y="106998"/>
                </a:lnTo>
                <a:lnTo>
                  <a:pt x="580586" y="105906"/>
                </a:lnTo>
                <a:lnTo>
                  <a:pt x="584261" y="104805"/>
                </a:lnTo>
                <a:lnTo>
                  <a:pt x="587935" y="103695"/>
                </a:lnTo>
                <a:lnTo>
                  <a:pt x="591610" y="102576"/>
                </a:lnTo>
                <a:lnTo>
                  <a:pt x="595285" y="101446"/>
                </a:lnTo>
                <a:lnTo>
                  <a:pt x="598959" y="100307"/>
                </a:lnTo>
                <a:lnTo>
                  <a:pt x="602634" y="99155"/>
                </a:lnTo>
                <a:lnTo>
                  <a:pt x="606308" y="97990"/>
                </a:lnTo>
                <a:lnTo>
                  <a:pt x="609983" y="96810"/>
                </a:lnTo>
                <a:lnTo>
                  <a:pt x="613658" y="95616"/>
                </a:lnTo>
                <a:lnTo>
                  <a:pt x="617332" y="94405"/>
                </a:lnTo>
                <a:lnTo>
                  <a:pt x="621007" y="93176"/>
                </a:lnTo>
                <a:lnTo>
                  <a:pt x="624681" y="91928"/>
                </a:lnTo>
                <a:lnTo>
                  <a:pt x="628356" y="90653"/>
                </a:lnTo>
                <a:lnTo>
                  <a:pt x="632031" y="89355"/>
                </a:lnTo>
                <a:lnTo>
                  <a:pt x="635705" y="88034"/>
                </a:lnTo>
                <a:lnTo>
                  <a:pt x="639380" y="86687"/>
                </a:lnTo>
                <a:lnTo>
                  <a:pt x="643054" y="85315"/>
                </a:lnTo>
                <a:lnTo>
                  <a:pt x="646729" y="83918"/>
                </a:lnTo>
                <a:lnTo>
                  <a:pt x="650404" y="82493"/>
                </a:lnTo>
                <a:lnTo>
                  <a:pt x="654078" y="81040"/>
                </a:lnTo>
                <a:lnTo>
                  <a:pt x="657753" y="79564"/>
                </a:lnTo>
                <a:lnTo>
                  <a:pt x="661427" y="78066"/>
                </a:lnTo>
                <a:lnTo>
                  <a:pt x="665102" y="76548"/>
                </a:lnTo>
                <a:lnTo>
                  <a:pt x="668777" y="75012"/>
                </a:lnTo>
                <a:lnTo>
                  <a:pt x="672451" y="73462"/>
                </a:lnTo>
                <a:lnTo>
                  <a:pt x="676126" y="71897"/>
                </a:lnTo>
                <a:lnTo>
                  <a:pt x="679800" y="70325"/>
                </a:lnTo>
                <a:lnTo>
                  <a:pt x="683475" y="68748"/>
                </a:lnTo>
                <a:lnTo>
                  <a:pt x="687150" y="67170"/>
                </a:lnTo>
                <a:lnTo>
                  <a:pt x="690824" y="65594"/>
                </a:lnTo>
                <a:lnTo>
                  <a:pt x="694499" y="64024"/>
                </a:lnTo>
                <a:lnTo>
                  <a:pt x="698173" y="62464"/>
                </a:lnTo>
                <a:lnTo>
                  <a:pt x="701848" y="60918"/>
                </a:lnTo>
                <a:lnTo>
                  <a:pt x="705523" y="59387"/>
                </a:lnTo>
                <a:lnTo>
                  <a:pt x="709197" y="57875"/>
                </a:lnTo>
                <a:lnTo>
                  <a:pt x="712872" y="56383"/>
                </a:lnTo>
                <a:lnTo>
                  <a:pt x="716546" y="54913"/>
                </a:lnTo>
                <a:lnTo>
                  <a:pt x="720221" y="53465"/>
                </a:lnTo>
                <a:lnTo>
                  <a:pt x="723896" y="52047"/>
                </a:lnTo>
                <a:lnTo>
                  <a:pt x="727570" y="50655"/>
                </a:lnTo>
                <a:lnTo>
                  <a:pt x="731245" y="49289"/>
                </a:lnTo>
                <a:lnTo>
                  <a:pt x="734919" y="47949"/>
                </a:lnTo>
                <a:lnTo>
                  <a:pt x="738594" y="46634"/>
                </a:lnTo>
                <a:lnTo>
                  <a:pt x="742269" y="45345"/>
                </a:lnTo>
                <a:lnTo>
                  <a:pt x="745943" y="44081"/>
                </a:lnTo>
                <a:lnTo>
                  <a:pt x="749618" y="42844"/>
                </a:lnTo>
                <a:lnTo>
                  <a:pt x="753292" y="41629"/>
                </a:lnTo>
                <a:lnTo>
                  <a:pt x="756967" y="40434"/>
                </a:lnTo>
                <a:lnTo>
                  <a:pt x="760642" y="39258"/>
                </a:lnTo>
                <a:lnTo>
                  <a:pt x="764316" y="38099"/>
                </a:lnTo>
                <a:lnTo>
                  <a:pt x="767991" y="36954"/>
                </a:lnTo>
                <a:lnTo>
                  <a:pt x="771665" y="35824"/>
                </a:lnTo>
                <a:lnTo>
                  <a:pt x="775340" y="34703"/>
                </a:lnTo>
                <a:lnTo>
                  <a:pt x="779015" y="33590"/>
                </a:lnTo>
                <a:lnTo>
                  <a:pt x="782689" y="32482"/>
                </a:lnTo>
                <a:lnTo>
                  <a:pt x="786364" y="31377"/>
                </a:lnTo>
                <a:lnTo>
                  <a:pt x="790038" y="30272"/>
                </a:lnTo>
                <a:lnTo>
                  <a:pt x="793713" y="29166"/>
                </a:lnTo>
                <a:lnTo>
                  <a:pt x="797388" y="28056"/>
                </a:lnTo>
                <a:lnTo>
                  <a:pt x="801062" y="26941"/>
                </a:lnTo>
                <a:lnTo>
                  <a:pt x="804737" y="25821"/>
                </a:lnTo>
                <a:lnTo>
                  <a:pt x="808411" y="24695"/>
                </a:lnTo>
                <a:lnTo>
                  <a:pt x="812086" y="23565"/>
                </a:lnTo>
                <a:lnTo>
                  <a:pt x="815761" y="22430"/>
                </a:lnTo>
                <a:lnTo>
                  <a:pt x="819435" y="21291"/>
                </a:lnTo>
                <a:lnTo>
                  <a:pt x="823110" y="20152"/>
                </a:lnTo>
                <a:lnTo>
                  <a:pt x="826784" y="19015"/>
                </a:lnTo>
                <a:lnTo>
                  <a:pt x="830459" y="17884"/>
                </a:lnTo>
                <a:lnTo>
                  <a:pt x="834134" y="16761"/>
                </a:lnTo>
                <a:lnTo>
                  <a:pt x="837808" y="15649"/>
                </a:lnTo>
                <a:lnTo>
                  <a:pt x="841483" y="14553"/>
                </a:lnTo>
                <a:lnTo>
                  <a:pt x="845157" y="13480"/>
                </a:lnTo>
                <a:lnTo>
                  <a:pt x="848832" y="12434"/>
                </a:lnTo>
                <a:lnTo>
                  <a:pt x="852507" y="11415"/>
                </a:lnTo>
                <a:lnTo>
                  <a:pt x="856181" y="10428"/>
                </a:lnTo>
                <a:lnTo>
                  <a:pt x="859856" y="9476"/>
                </a:lnTo>
                <a:lnTo>
                  <a:pt x="863530" y="8562"/>
                </a:lnTo>
                <a:lnTo>
                  <a:pt x="867205" y="7691"/>
                </a:lnTo>
                <a:lnTo>
                  <a:pt x="870880" y="6871"/>
                </a:lnTo>
                <a:lnTo>
                  <a:pt x="874554" y="6096"/>
                </a:lnTo>
                <a:lnTo>
                  <a:pt x="878229" y="5369"/>
                </a:lnTo>
                <a:lnTo>
                  <a:pt x="881903" y="4689"/>
                </a:lnTo>
                <a:lnTo>
                  <a:pt x="885578" y="4058"/>
                </a:lnTo>
                <a:lnTo>
                  <a:pt x="889253" y="3476"/>
                </a:lnTo>
                <a:lnTo>
                  <a:pt x="892927" y="2949"/>
                </a:lnTo>
                <a:lnTo>
                  <a:pt x="896602" y="2474"/>
                </a:lnTo>
                <a:lnTo>
                  <a:pt x="900276" y="2046"/>
                </a:lnTo>
                <a:lnTo>
                  <a:pt x="903951" y="1664"/>
                </a:lnTo>
                <a:lnTo>
                  <a:pt x="907626" y="1326"/>
                </a:lnTo>
                <a:lnTo>
                  <a:pt x="911300" y="1030"/>
                </a:lnTo>
                <a:lnTo>
                  <a:pt x="914975" y="776"/>
                </a:lnTo>
                <a:lnTo>
                  <a:pt x="918649" y="568"/>
                </a:lnTo>
                <a:lnTo>
                  <a:pt x="922324" y="396"/>
                </a:lnTo>
                <a:lnTo>
                  <a:pt x="925999" y="257"/>
                </a:lnTo>
                <a:lnTo>
                  <a:pt x="929673" y="149"/>
                </a:lnTo>
                <a:lnTo>
                  <a:pt x="933348" y="71"/>
                </a:lnTo>
                <a:lnTo>
                  <a:pt x="937022" y="21"/>
                </a:lnTo>
                <a:lnTo>
                  <a:pt x="940697" y="0"/>
                </a:lnTo>
                <a:lnTo>
                  <a:pt x="944372" y="6"/>
                </a:lnTo>
                <a:lnTo>
                  <a:pt x="948046" y="36"/>
                </a:lnTo>
                <a:lnTo>
                  <a:pt x="951721" y="89"/>
                </a:lnTo>
                <a:lnTo>
                  <a:pt x="955395" y="165"/>
                </a:lnTo>
                <a:lnTo>
                  <a:pt x="959070" y="265"/>
                </a:lnTo>
                <a:lnTo>
                  <a:pt x="962745" y="388"/>
                </a:lnTo>
                <a:lnTo>
                  <a:pt x="966419" y="541"/>
                </a:lnTo>
                <a:lnTo>
                  <a:pt x="970094" y="719"/>
                </a:lnTo>
                <a:lnTo>
                  <a:pt x="973768" y="923"/>
                </a:lnTo>
                <a:lnTo>
                  <a:pt x="977443" y="1154"/>
                </a:lnTo>
                <a:lnTo>
                  <a:pt x="981118" y="1412"/>
                </a:lnTo>
                <a:lnTo>
                  <a:pt x="984792" y="1697"/>
                </a:lnTo>
                <a:lnTo>
                  <a:pt x="988467" y="2012"/>
                </a:lnTo>
                <a:lnTo>
                  <a:pt x="992141" y="2359"/>
                </a:lnTo>
                <a:lnTo>
                  <a:pt x="995816" y="2732"/>
                </a:lnTo>
                <a:lnTo>
                  <a:pt x="999491" y="3131"/>
                </a:lnTo>
                <a:lnTo>
                  <a:pt x="1003165" y="3555"/>
                </a:lnTo>
                <a:lnTo>
                  <a:pt x="1006840" y="4002"/>
                </a:lnTo>
                <a:lnTo>
                  <a:pt x="1010514" y="4470"/>
                </a:lnTo>
                <a:lnTo>
                  <a:pt x="1014189" y="4962"/>
                </a:lnTo>
                <a:lnTo>
                  <a:pt x="1017864" y="5471"/>
                </a:lnTo>
                <a:lnTo>
                  <a:pt x="1021538" y="5997"/>
                </a:lnTo>
                <a:lnTo>
                  <a:pt x="1025213" y="6538"/>
                </a:lnTo>
                <a:lnTo>
                  <a:pt x="1028887" y="7094"/>
                </a:lnTo>
                <a:lnTo>
                  <a:pt x="1032562" y="7663"/>
                </a:lnTo>
                <a:lnTo>
                  <a:pt x="1036237" y="8247"/>
                </a:lnTo>
                <a:lnTo>
                  <a:pt x="1039911" y="8849"/>
                </a:lnTo>
                <a:lnTo>
                  <a:pt x="1043586" y="9467"/>
                </a:lnTo>
                <a:lnTo>
                  <a:pt x="1047260" y="10104"/>
                </a:lnTo>
                <a:lnTo>
                  <a:pt x="1050935" y="10761"/>
                </a:lnTo>
                <a:lnTo>
                  <a:pt x="1054610" y="11441"/>
                </a:lnTo>
                <a:lnTo>
                  <a:pt x="1058284" y="12145"/>
                </a:lnTo>
                <a:lnTo>
                  <a:pt x="1061959" y="12880"/>
                </a:lnTo>
                <a:lnTo>
                  <a:pt x="1065633" y="13647"/>
                </a:lnTo>
                <a:lnTo>
                  <a:pt x="1069308" y="14445"/>
                </a:lnTo>
                <a:lnTo>
                  <a:pt x="1072983" y="15273"/>
                </a:lnTo>
                <a:lnTo>
                  <a:pt x="1076657" y="16133"/>
                </a:lnTo>
                <a:lnTo>
                  <a:pt x="1080332" y="17023"/>
                </a:lnTo>
                <a:lnTo>
                  <a:pt x="1084006" y="17941"/>
                </a:lnTo>
                <a:lnTo>
                  <a:pt x="1087681" y="18889"/>
                </a:lnTo>
                <a:lnTo>
                  <a:pt x="1091356" y="19858"/>
                </a:lnTo>
                <a:lnTo>
                  <a:pt x="1095030" y="20842"/>
                </a:lnTo>
                <a:lnTo>
                  <a:pt x="1098705" y="21837"/>
                </a:lnTo>
                <a:lnTo>
                  <a:pt x="1102379" y="22838"/>
                </a:lnTo>
                <a:lnTo>
                  <a:pt x="1106054" y="23838"/>
                </a:lnTo>
                <a:lnTo>
                  <a:pt x="1109729" y="24832"/>
                </a:lnTo>
                <a:lnTo>
                  <a:pt x="1113403" y="25812"/>
                </a:lnTo>
                <a:lnTo>
                  <a:pt x="1117078" y="26774"/>
                </a:lnTo>
                <a:lnTo>
                  <a:pt x="1120752" y="27715"/>
                </a:lnTo>
                <a:lnTo>
                  <a:pt x="1124427" y="28630"/>
                </a:lnTo>
                <a:lnTo>
                  <a:pt x="1128102" y="29519"/>
                </a:lnTo>
                <a:lnTo>
                  <a:pt x="1131776" y="30379"/>
                </a:lnTo>
                <a:lnTo>
                  <a:pt x="1135451" y="31205"/>
                </a:lnTo>
                <a:lnTo>
                  <a:pt x="1139125" y="32002"/>
                </a:lnTo>
                <a:lnTo>
                  <a:pt x="1142800" y="32773"/>
                </a:lnTo>
                <a:lnTo>
                  <a:pt x="1146475" y="33520"/>
                </a:lnTo>
                <a:lnTo>
                  <a:pt x="1150149" y="34246"/>
                </a:lnTo>
                <a:lnTo>
                  <a:pt x="1153824" y="34955"/>
                </a:lnTo>
                <a:lnTo>
                  <a:pt x="1157498" y="35649"/>
                </a:lnTo>
                <a:lnTo>
                  <a:pt x="1161173" y="36332"/>
                </a:lnTo>
                <a:lnTo>
                  <a:pt x="1164848" y="37010"/>
                </a:lnTo>
                <a:lnTo>
                  <a:pt x="1168522" y="37687"/>
                </a:lnTo>
                <a:lnTo>
                  <a:pt x="1172197" y="38365"/>
                </a:lnTo>
                <a:lnTo>
                  <a:pt x="1175871" y="39047"/>
                </a:lnTo>
                <a:lnTo>
                  <a:pt x="1179546" y="39736"/>
                </a:lnTo>
                <a:lnTo>
                  <a:pt x="1183221" y="40434"/>
                </a:lnTo>
                <a:lnTo>
                  <a:pt x="1186895" y="41144"/>
                </a:lnTo>
                <a:lnTo>
                  <a:pt x="1190570" y="41866"/>
                </a:lnTo>
                <a:lnTo>
                  <a:pt x="1194244" y="42601"/>
                </a:lnTo>
                <a:lnTo>
                  <a:pt x="1197919" y="43350"/>
                </a:lnTo>
                <a:lnTo>
                  <a:pt x="1201594" y="44113"/>
                </a:lnTo>
                <a:lnTo>
                  <a:pt x="1205268" y="44891"/>
                </a:lnTo>
                <a:lnTo>
                  <a:pt x="1208943" y="45688"/>
                </a:lnTo>
                <a:lnTo>
                  <a:pt x="1212617" y="46503"/>
                </a:lnTo>
                <a:lnTo>
                  <a:pt x="1216292" y="47335"/>
                </a:lnTo>
                <a:lnTo>
                  <a:pt x="1219967" y="48187"/>
                </a:lnTo>
                <a:lnTo>
                  <a:pt x="1223641" y="49059"/>
                </a:lnTo>
                <a:lnTo>
                  <a:pt x="1227316" y="49952"/>
                </a:lnTo>
                <a:lnTo>
                  <a:pt x="1230990" y="50871"/>
                </a:lnTo>
                <a:lnTo>
                  <a:pt x="1234665" y="51816"/>
                </a:lnTo>
                <a:lnTo>
                  <a:pt x="1238340" y="52787"/>
                </a:lnTo>
                <a:lnTo>
                  <a:pt x="1242014" y="53783"/>
                </a:lnTo>
                <a:lnTo>
                  <a:pt x="1245689" y="54806"/>
                </a:lnTo>
                <a:lnTo>
                  <a:pt x="1249363" y="55854"/>
                </a:lnTo>
                <a:lnTo>
                  <a:pt x="1253038" y="56929"/>
                </a:lnTo>
                <a:lnTo>
                  <a:pt x="1256713" y="58033"/>
                </a:lnTo>
                <a:lnTo>
                  <a:pt x="1260387" y="59162"/>
                </a:lnTo>
                <a:lnTo>
                  <a:pt x="1264062" y="60311"/>
                </a:lnTo>
                <a:lnTo>
                  <a:pt x="1267736" y="61480"/>
                </a:lnTo>
                <a:lnTo>
                  <a:pt x="1271411" y="62666"/>
                </a:lnTo>
                <a:lnTo>
                  <a:pt x="1275086" y="63866"/>
                </a:lnTo>
                <a:lnTo>
                  <a:pt x="1278760" y="65077"/>
                </a:lnTo>
                <a:lnTo>
                  <a:pt x="1282435" y="66296"/>
                </a:lnTo>
                <a:lnTo>
                  <a:pt x="1286109" y="67517"/>
                </a:lnTo>
                <a:lnTo>
                  <a:pt x="1289784" y="68738"/>
                </a:lnTo>
                <a:lnTo>
                  <a:pt x="1293459" y="69955"/>
                </a:lnTo>
                <a:lnTo>
                  <a:pt x="1297133" y="71166"/>
                </a:lnTo>
                <a:lnTo>
                  <a:pt x="1300808" y="72366"/>
                </a:lnTo>
                <a:lnTo>
                  <a:pt x="1304482" y="73553"/>
                </a:lnTo>
                <a:lnTo>
                  <a:pt x="1308157" y="74723"/>
                </a:lnTo>
                <a:lnTo>
                  <a:pt x="1311832" y="75876"/>
                </a:lnTo>
                <a:lnTo>
                  <a:pt x="1315506" y="77010"/>
                </a:lnTo>
                <a:lnTo>
                  <a:pt x="1319181" y="78126"/>
                </a:lnTo>
                <a:lnTo>
                  <a:pt x="1322855" y="79221"/>
                </a:lnTo>
                <a:lnTo>
                  <a:pt x="1326530" y="80295"/>
                </a:lnTo>
                <a:lnTo>
                  <a:pt x="1330205" y="81346"/>
                </a:lnTo>
                <a:lnTo>
                  <a:pt x="1333879" y="82378"/>
                </a:lnTo>
                <a:lnTo>
                  <a:pt x="1337554" y="83391"/>
                </a:lnTo>
                <a:lnTo>
                  <a:pt x="1341228" y="84386"/>
                </a:lnTo>
                <a:lnTo>
                  <a:pt x="1344903" y="85366"/>
                </a:lnTo>
                <a:lnTo>
                  <a:pt x="1348577" y="86330"/>
                </a:lnTo>
                <a:lnTo>
                  <a:pt x="1352252" y="87278"/>
                </a:lnTo>
                <a:lnTo>
                  <a:pt x="1355927" y="88213"/>
                </a:lnTo>
                <a:lnTo>
                  <a:pt x="1359601" y="89137"/>
                </a:lnTo>
                <a:lnTo>
                  <a:pt x="1363276" y="90052"/>
                </a:lnTo>
                <a:lnTo>
                  <a:pt x="1366950" y="90957"/>
                </a:lnTo>
                <a:lnTo>
                  <a:pt x="1370625" y="91854"/>
                </a:lnTo>
                <a:lnTo>
                  <a:pt x="1374300" y="92742"/>
                </a:lnTo>
                <a:lnTo>
                  <a:pt x="1377974" y="93621"/>
                </a:lnTo>
                <a:lnTo>
                  <a:pt x="1381649" y="94493"/>
                </a:lnTo>
                <a:lnTo>
                  <a:pt x="1385323" y="95356"/>
                </a:lnTo>
                <a:lnTo>
                  <a:pt x="1388998" y="96209"/>
                </a:lnTo>
                <a:lnTo>
                  <a:pt x="1392673" y="97054"/>
                </a:lnTo>
                <a:lnTo>
                  <a:pt x="1396347" y="97887"/>
                </a:lnTo>
                <a:lnTo>
                  <a:pt x="1400022" y="98708"/>
                </a:lnTo>
                <a:lnTo>
                  <a:pt x="1403696" y="99514"/>
                </a:lnTo>
                <a:lnTo>
                  <a:pt x="1407371" y="100306"/>
                </a:lnTo>
                <a:lnTo>
                  <a:pt x="1411046" y="101082"/>
                </a:lnTo>
                <a:lnTo>
                  <a:pt x="1414720" y="101842"/>
                </a:lnTo>
                <a:lnTo>
                  <a:pt x="1418395" y="102584"/>
                </a:lnTo>
                <a:lnTo>
                  <a:pt x="1422069" y="103307"/>
                </a:lnTo>
                <a:lnTo>
                  <a:pt x="1425744" y="104008"/>
                </a:lnTo>
                <a:lnTo>
                  <a:pt x="1429419" y="104689"/>
                </a:lnTo>
                <a:lnTo>
                  <a:pt x="1433093" y="105349"/>
                </a:lnTo>
                <a:lnTo>
                  <a:pt x="1436768" y="105990"/>
                </a:lnTo>
                <a:lnTo>
                  <a:pt x="1440442" y="106611"/>
                </a:lnTo>
                <a:lnTo>
                  <a:pt x="1444117" y="107213"/>
                </a:lnTo>
                <a:lnTo>
                  <a:pt x="1447792" y="107794"/>
                </a:lnTo>
                <a:lnTo>
                  <a:pt x="1451466" y="108356"/>
                </a:lnTo>
                <a:lnTo>
                  <a:pt x="1455141" y="108900"/>
                </a:lnTo>
                <a:lnTo>
                  <a:pt x="1458815" y="109429"/>
                </a:lnTo>
                <a:lnTo>
                  <a:pt x="1462490" y="109943"/>
                </a:lnTo>
                <a:lnTo>
                  <a:pt x="1466165" y="110443"/>
                </a:lnTo>
                <a:lnTo>
                  <a:pt x="1469839" y="110930"/>
                </a:lnTo>
                <a:lnTo>
                  <a:pt x="1473514" y="111403"/>
                </a:lnTo>
                <a:lnTo>
                  <a:pt x="1477188" y="111865"/>
                </a:lnTo>
                <a:lnTo>
                  <a:pt x="1480863" y="112317"/>
                </a:lnTo>
                <a:lnTo>
                  <a:pt x="1484538" y="112760"/>
                </a:lnTo>
                <a:lnTo>
                  <a:pt x="1488212" y="113195"/>
                </a:lnTo>
                <a:lnTo>
                  <a:pt x="1491887" y="113622"/>
                </a:lnTo>
                <a:lnTo>
                  <a:pt x="1495561" y="114042"/>
                </a:lnTo>
                <a:lnTo>
                  <a:pt x="1499236" y="114455"/>
                </a:lnTo>
                <a:lnTo>
                  <a:pt x="1502911" y="114863"/>
                </a:lnTo>
                <a:lnTo>
                  <a:pt x="1506585" y="115266"/>
                </a:lnTo>
                <a:lnTo>
                  <a:pt x="1510260" y="115665"/>
                </a:lnTo>
                <a:lnTo>
                  <a:pt x="1513934" y="116062"/>
                </a:lnTo>
                <a:lnTo>
                  <a:pt x="1517609" y="116456"/>
                </a:lnTo>
                <a:lnTo>
                  <a:pt x="1521284" y="116849"/>
                </a:lnTo>
                <a:lnTo>
                  <a:pt x="1524958" y="117242"/>
                </a:lnTo>
                <a:lnTo>
                  <a:pt x="1528633" y="117636"/>
                </a:lnTo>
                <a:lnTo>
                  <a:pt x="1532307" y="118033"/>
                </a:lnTo>
                <a:lnTo>
                  <a:pt x="1535982" y="118432"/>
                </a:lnTo>
                <a:lnTo>
                  <a:pt x="1539657" y="118834"/>
                </a:lnTo>
                <a:lnTo>
                  <a:pt x="1543331" y="119241"/>
                </a:lnTo>
                <a:lnTo>
                  <a:pt x="1547006" y="119653"/>
                </a:lnTo>
                <a:lnTo>
                  <a:pt x="1550680" y="120070"/>
                </a:lnTo>
                <a:lnTo>
                  <a:pt x="1554355" y="120491"/>
                </a:lnTo>
                <a:lnTo>
                  <a:pt x="1558030" y="120916"/>
                </a:lnTo>
                <a:lnTo>
                  <a:pt x="1561704" y="121345"/>
                </a:lnTo>
                <a:lnTo>
                  <a:pt x="1565379" y="121776"/>
                </a:lnTo>
                <a:lnTo>
                  <a:pt x="1569053" y="122209"/>
                </a:lnTo>
                <a:lnTo>
                  <a:pt x="1572728" y="122641"/>
                </a:lnTo>
                <a:lnTo>
                  <a:pt x="1576403" y="123071"/>
                </a:lnTo>
                <a:lnTo>
                  <a:pt x="1580077" y="123497"/>
                </a:lnTo>
                <a:lnTo>
                  <a:pt x="1583752" y="123919"/>
                </a:lnTo>
                <a:lnTo>
                  <a:pt x="1587426" y="124333"/>
                </a:lnTo>
                <a:lnTo>
                  <a:pt x="1591101" y="124738"/>
                </a:lnTo>
                <a:lnTo>
                  <a:pt x="1594776" y="125132"/>
                </a:lnTo>
                <a:lnTo>
                  <a:pt x="1598450" y="125514"/>
                </a:lnTo>
                <a:lnTo>
                  <a:pt x="1602125" y="125883"/>
                </a:lnTo>
                <a:lnTo>
                  <a:pt x="1605799" y="126238"/>
                </a:lnTo>
                <a:lnTo>
                  <a:pt x="1609474" y="126580"/>
                </a:lnTo>
                <a:lnTo>
                  <a:pt x="1613149" y="126908"/>
                </a:lnTo>
                <a:lnTo>
                  <a:pt x="1616823" y="127221"/>
                </a:lnTo>
                <a:lnTo>
                  <a:pt x="1620498" y="127519"/>
                </a:lnTo>
                <a:lnTo>
                  <a:pt x="1624172" y="127804"/>
                </a:lnTo>
                <a:lnTo>
                  <a:pt x="1627847" y="128077"/>
                </a:lnTo>
                <a:lnTo>
                  <a:pt x="1631522" y="128339"/>
                </a:lnTo>
                <a:lnTo>
                  <a:pt x="1635196" y="128591"/>
                </a:lnTo>
                <a:lnTo>
                  <a:pt x="1638871" y="128835"/>
                </a:lnTo>
                <a:lnTo>
                  <a:pt x="1642545" y="129070"/>
                </a:lnTo>
                <a:lnTo>
                  <a:pt x="1646220" y="129298"/>
                </a:lnTo>
                <a:lnTo>
                  <a:pt x="1649895" y="129520"/>
                </a:lnTo>
                <a:lnTo>
                  <a:pt x="1653569" y="129739"/>
                </a:lnTo>
                <a:lnTo>
                  <a:pt x="1657244" y="129953"/>
                </a:lnTo>
                <a:lnTo>
                  <a:pt x="1660918" y="130163"/>
                </a:lnTo>
                <a:lnTo>
                  <a:pt x="1664593" y="130370"/>
                </a:lnTo>
                <a:lnTo>
                  <a:pt x="1668268" y="130574"/>
                </a:lnTo>
                <a:lnTo>
                  <a:pt x="1671942" y="130774"/>
                </a:lnTo>
                <a:lnTo>
                  <a:pt x="1675617" y="130971"/>
                </a:lnTo>
                <a:lnTo>
                  <a:pt x="1679291" y="131164"/>
                </a:lnTo>
                <a:lnTo>
                  <a:pt x="1682966" y="131353"/>
                </a:lnTo>
                <a:lnTo>
                  <a:pt x="1686641" y="131538"/>
                </a:lnTo>
                <a:lnTo>
                  <a:pt x="1690315" y="131718"/>
                </a:lnTo>
                <a:lnTo>
                  <a:pt x="1693990" y="131892"/>
                </a:lnTo>
                <a:lnTo>
                  <a:pt x="1697664" y="132060"/>
                </a:lnTo>
                <a:lnTo>
                  <a:pt x="1701339" y="132222"/>
                </a:lnTo>
                <a:lnTo>
                  <a:pt x="1705014" y="132378"/>
                </a:lnTo>
                <a:lnTo>
                  <a:pt x="1708688" y="132527"/>
                </a:lnTo>
                <a:lnTo>
                  <a:pt x="1712363" y="132671"/>
                </a:lnTo>
                <a:lnTo>
                  <a:pt x="1716037" y="132807"/>
                </a:lnTo>
                <a:lnTo>
                  <a:pt x="1719712" y="132936"/>
                </a:lnTo>
                <a:lnTo>
                  <a:pt x="1723387" y="133060"/>
                </a:lnTo>
                <a:lnTo>
                  <a:pt x="1727061" y="133178"/>
                </a:lnTo>
                <a:lnTo>
                  <a:pt x="1730736" y="133291"/>
                </a:lnTo>
                <a:lnTo>
                  <a:pt x="1734410" y="133399"/>
                </a:lnTo>
                <a:lnTo>
                  <a:pt x="1738085" y="133502"/>
                </a:lnTo>
                <a:lnTo>
                  <a:pt x="1741760" y="133600"/>
                </a:lnTo>
                <a:lnTo>
                  <a:pt x="1745434" y="133694"/>
                </a:lnTo>
                <a:lnTo>
                  <a:pt x="1749109" y="133786"/>
                </a:lnTo>
                <a:lnTo>
                  <a:pt x="1752783" y="133874"/>
                </a:lnTo>
                <a:lnTo>
                  <a:pt x="1756458" y="133960"/>
                </a:lnTo>
                <a:lnTo>
                  <a:pt x="1760133" y="134043"/>
                </a:lnTo>
                <a:lnTo>
                  <a:pt x="1763807" y="134125"/>
                </a:lnTo>
                <a:lnTo>
                  <a:pt x="1767482" y="134206"/>
                </a:lnTo>
                <a:lnTo>
                  <a:pt x="1771156" y="134286"/>
                </a:lnTo>
                <a:lnTo>
                  <a:pt x="1774831" y="134365"/>
                </a:lnTo>
                <a:lnTo>
                  <a:pt x="1778506" y="134445"/>
                </a:lnTo>
                <a:lnTo>
                  <a:pt x="1782180" y="134526"/>
                </a:lnTo>
                <a:lnTo>
                  <a:pt x="1785855" y="134608"/>
                </a:lnTo>
                <a:lnTo>
                  <a:pt x="1789529" y="134692"/>
                </a:lnTo>
                <a:lnTo>
                  <a:pt x="1793204" y="134779"/>
                </a:lnTo>
                <a:lnTo>
                  <a:pt x="1796879" y="134868"/>
                </a:lnTo>
                <a:lnTo>
                  <a:pt x="1800553" y="134961"/>
                </a:lnTo>
                <a:lnTo>
                  <a:pt x="1804228" y="135058"/>
                </a:lnTo>
                <a:lnTo>
                  <a:pt x="1807902" y="135158"/>
                </a:lnTo>
                <a:lnTo>
                  <a:pt x="1811577" y="135264"/>
                </a:lnTo>
                <a:lnTo>
                  <a:pt x="1815252" y="135374"/>
                </a:lnTo>
                <a:lnTo>
                  <a:pt x="1818926" y="135490"/>
                </a:lnTo>
                <a:lnTo>
                  <a:pt x="1822601" y="135610"/>
                </a:lnTo>
                <a:lnTo>
                  <a:pt x="1826275" y="135736"/>
                </a:lnTo>
                <a:lnTo>
                  <a:pt x="1829950" y="135866"/>
                </a:lnTo>
                <a:lnTo>
                  <a:pt x="1833625" y="136000"/>
                </a:lnTo>
                <a:lnTo>
                  <a:pt x="1837299" y="136140"/>
                </a:lnTo>
                <a:lnTo>
                  <a:pt x="1840974" y="136284"/>
                </a:lnTo>
                <a:lnTo>
                  <a:pt x="1844648" y="136430"/>
                </a:lnTo>
                <a:lnTo>
                  <a:pt x="1848323" y="136580"/>
                </a:lnTo>
                <a:lnTo>
                  <a:pt x="1851998" y="136732"/>
                </a:lnTo>
                <a:lnTo>
                  <a:pt x="1855672" y="136885"/>
                </a:lnTo>
                <a:lnTo>
                  <a:pt x="1859347" y="137039"/>
                </a:lnTo>
                <a:lnTo>
                  <a:pt x="1863021" y="137193"/>
                </a:lnTo>
                <a:lnTo>
                  <a:pt x="1866696" y="137346"/>
                </a:lnTo>
                <a:lnTo>
                  <a:pt x="1870371" y="137497"/>
                </a:lnTo>
                <a:lnTo>
                  <a:pt x="1874045" y="137645"/>
                </a:lnTo>
                <a:lnTo>
                  <a:pt x="1877720" y="137790"/>
                </a:lnTo>
                <a:lnTo>
                  <a:pt x="1877720" y="139448"/>
                </a:lnTo>
                <a:lnTo>
                  <a:pt x="1874045" y="139448"/>
                </a:lnTo>
                <a:lnTo>
                  <a:pt x="1870371" y="139448"/>
                </a:lnTo>
                <a:lnTo>
                  <a:pt x="1866696" y="139448"/>
                </a:lnTo>
                <a:lnTo>
                  <a:pt x="1863021" y="139448"/>
                </a:lnTo>
                <a:lnTo>
                  <a:pt x="1859347" y="139448"/>
                </a:lnTo>
                <a:lnTo>
                  <a:pt x="1855672" y="139448"/>
                </a:lnTo>
                <a:lnTo>
                  <a:pt x="1851998" y="139448"/>
                </a:lnTo>
                <a:lnTo>
                  <a:pt x="1848323" y="139448"/>
                </a:lnTo>
                <a:lnTo>
                  <a:pt x="1844648" y="139448"/>
                </a:lnTo>
                <a:lnTo>
                  <a:pt x="1840974" y="139448"/>
                </a:lnTo>
                <a:lnTo>
                  <a:pt x="1837299" y="139448"/>
                </a:lnTo>
                <a:lnTo>
                  <a:pt x="1833625" y="139448"/>
                </a:lnTo>
                <a:lnTo>
                  <a:pt x="1829950" y="139448"/>
                </a:lnTo>
                <a:lnTo>
                  <a:pt x="1826275" y="139448"/>
                </a:lnTo>
                <a:lnTo>
                  <a:pt x="1822601" y="139448"/>
                </a:lnTo>
                <a:lnTo>
                  <a:pt x="1818926" y="139448"/>
                </a:lnTo>
                <a:lnTo>
                  <a:pt x="1815252" y="139448"/>
                </a:lnTo>
                <a:lnTo>
                  <a:pt x="1811577" y="139448"/>
                </a:lnTo>
                <a:lnTo>
                  <a:pt x="1807902" y="139448"/>
                </a:lnTo>
                <a:lnTo>
                  <a:pt x="1804228" y="139448"/>
                </a:lnTo>
                <a:lnTo>
                  <a:pt x="1800553" y="139448"/>
                </a:lnTo>
                <a:lnTo>
                  <a:pt x="1796879" y="139448"/>
                </a:lnTo>
                <a:lnTo>
                  <a:pt x="1793204" y="139448"/>
                </a:lnTo>
                <a:lnTo>
                  <a:pt x="1789529" y="139448"/>
                </a:lnTo>
                <a:lnTo>
                  <a:pt x="1785855" y="139448"/>
                </a:lnTo>
                <a:lnTo>
                  <a:pt x="1782180" y="139448"/>
                </a:lnTo>
                <a:lnTo>
                  <a:pt x="1778506" y="139448"/>
                </a:lnTo>
                <a:lnTo>
                  <a:pt x="1774831" y="139448"/>
                </a:lnTo>
                <a:lnTo>
                  <a:pt x="1771156" y="139448"/>
                </a:lnTo>
                <a:lnTo>
                  <a:pt x="1767482" y="139448"/>
                </a:lnTo>
                <a:lnTo>
                  <a:pt x="1763807" y="139448"/>
                </a:lnTo>
                <a:lnTo>
                  <a:pt x="1760133" y="139448"/>
                </a:lnTo>
                <a:lnTo>
                  <a:pt x="1756458" y="139448"/>
                </a:lnTo>
                <a:lnTo>
                  <a:pt x="1752783" y="139448"/>
                </a:lnTo>
                <a:lnTo>
                  <a:pt x="1749109" y="139448"/>
                </a:lnTo>
                <a:lnTo>
                  <a:pt x="1745434" y="139448"/>
                </a:lnTo>
                <a:lnTo>
                  <a:pt x="1741760" y="139448"/>
                </a:lnTo>
                <a:lnTo>
                  <a:pt x="1738085" y="139448"/>
                </a:lnTo>
                <a:lnTo>
                  <a:pt x="1734410" y="139448"/>
                </a:lnTo>
                <a:lnTo>
                  <a:pt x="1730736" y="139448"/>
                </a:lnTo>
                <a:lnTo>
                  <a:pt x="1727061" y="139448"/>
                </a:lnTo>
                <a:lnTo>
                  <a:pt x="1723387" y="139448"/>
                </a:lnTo>
                <a:lnTo>
                  <a:pt x="1719712" y="139448"/>
                </a:lnTo>
                <a:lnTo>
                  <a:pt x="1716037" y="139448"/>
                </a:lnTo>
                <a:lnTo>
                  <a:pt x="1712363" y="139448"/>
                </a:lnTo>
                <a:lnTo>
                  <a:pt x="1708688" y="139448"/>
                </a:lnTo>
                <a:lnTo>
                  <a:pt x="1705014" y="139448"/>
                </a:lnTo>
                <a:lnTo>
                  <a:pt x="1701339" y="139448"/>
                </a:lnTo>
                <a:lnTo>
                  <a:pt x="1697664" y="139448"/>
                </a:lnTo>
                <a:lnTo>
                  <a:pt x="1693990" y="139448"/>
                </a:lnTo>
                <a:lnTo>
                  <a:pt x="1690315" y="139448"/>
                </a:lnTo>
                <a:lnTo>
                  <a:pt x="1686641" y="139448"/>
                </a:lnTo>
                <a:lnTo>
                  <a:pt x="1682966" y="139448"/>
                </a:lnTo>
                <a:lnTo>
                  <a:pt x="1679291" y="139448"/>
                </a:lnTo>
                <a:lnTo>
                  <a:pt x="1675617" y="139448"/>
                </a:lnTo>
                <a:lnTo>
                  <a:pt x="1671942" y="139448"/>
                </a:lnTo>
                <a:lnTo>
                  <a:pt x="1668268" y="139448"/>
                </a:lnTo>
                <a:lnTo>
                  <a:pt x="1664593" y="139448"/>
                </a:lnTo>
                <a:lnTo>
                  <a:pt x="1660918" y="139448"/>
                </a:lnTo>
                <a:lnTo>
                  <a:pt x="1657244" y="139448"/>
                </a:lnTo>
                <a:lnTo>
                  <a:pt x="1653569" y="139448"/>
                </a:lnTo>
                <a:lnTo>
                  <a:pt x="1649895" y="139448"/>
                </a:lnTo>
                <a:lnTo>
                  <a:pt x="1646220" y="139448"/>
                </a:lnTo>
                <a:lnTo>
                  <a:pt x="1642545" y="139448"/>
                </a:lnTo>
                <a:lnTo>
                  <a:pt x="1638871" y="139448"/>
                </a:lnTo>
                <a:lnTo>
                  <a:pt x="1635196" y="139448"/>
                </a:lnTo>
                <a:lnTo>
                  <a:pt x="1631522" y="139448"/>
                </a:lnTo>
                <a:lnTo>
                  <a:pt x="1627847" y="139448"/>
                </a:lnTo>
                <a:lnTo>
                  <a:pt x="1624172" y="139448"/>
                </a:lnTo>
                <a:lnTo>
                  <a:pt x="1620498" y="139448"/>
                </a:lnTo>
                <a:lnTo>
                  <a:pt x="1616823" y="139448"/>
                </a:lnTo>
                <a:lnTo>
                  <a:pt x="1613149" y="139448"/>
                </a:lnTo>
                <a:lnTo>
                  <a:pt x="1609474" y="139448"/>
                </a:lnTo>
                <a:lnTo>
                  <a:pt x="1605799" y="139448"/>
                </a:lnTo>
                <a:lnTo>
                  <a:pt x="1602125" y="139448"/>
                </a:lnTo>
                <a:lnTo>
                  <a:pt x="1598450" y="139448"/>
                </a:lnTo>
                <a:lnTo>
                  <a:pt x="1594776" y="139448"/>
                </a:lnTo>
                <a:lnTo>
                  <a:pt x="1591101" y="139448"/>
                </a:lnTo>
                <a:lnTo>
                  <a:pt x="1587426" y="139448"/>
                </a:lnTo>
                <a:lnTo>
                  <a:pt x="1583752" y="139448"/>
                </a:lnTo>
                <a:lnTo>
                  <a:pt x="1580077" y="139448"/>
                </a:lnTo>
                <a:lnTo>
                  <a:pt x="1576403" y="139448"/>
                </a:lnTo>
                <a:lnTo>
                  <a:pt x="1572728" y="139448"/>
                </a:lnTo>
                <a:lnTo>
                  <a:pt x="1569053" y="139448"/>
                </a:lnTo>
                <a:lnTo>
                  <a:pt x="1565379" y="139448"/>
                </a:lnTo>
                <a:lnTo>
                  <a:pt x="1561704" y="139448"/>
                </a:lnTo>
                <a:lnTo>
                  <a:pt x="1558030" y="139448"/>
                </a:lnTo>
                <a:lnTo>
                  <a:pt x="1554355" y="139448"/>
                </a:lnTo>
                <a:lnTo>
                  <a:pt x="1550680" y="139448"/>
                </a:lnTo>
                <a:lnTo>
                  <a:pt x="1547006" y="139448"/>
                </a:lnTo>
                <a:lnTo>
                  <a:pt x="1543331" y="139448"/>
                </a:lnTo>
                <a:lnTo>
                  <a:pt x="1539657" y="139448"/>
                </a:lnTo>
                <a:lnTo>
                  <a:pt x="1535982" y="139448"/>
                </a:lnTo>
                <a:lnTo>
                  <a:pt x="1532307" y="139448"/>
                </a:lnTo>
                <a:lnTo>
                  <a:pt x="1528633" y="139448"/>
                </a:lnTo>
                <a:lnTo>
                  <a:pt x="1524958" y="139448"/>
                </a:lnTo>
                <a:lnTo>
                  <a:pt x="1521284" y="139448"/>
                </a:lnTo>
                <a:lnTo>
                  <a:pt x="1517609" y="139448"/>
                </a:lnTo>
                <a:lnTo>
                  <a:pt x="1513934" y="139448"/>
                </a:lnTo>
                <a:lnTo>
                  <a:pt x="1510260" y="139448"/>
                </a:lnTo>
                <a:lnTo>
                  <a:pt x="1506585" y="139448"/>
                </a:lnTo>
                <a:lnTo>
                  <a:pt x="1502911" y="139448"/>
                </a:lnTo>
                <a:lnTo>
                  <a:pt x="1499236" y="139448"/>
                </a:lnTo>
                <a:lnTo>
                  <a:pt x="1495561" y="139448"/>
                </a:lnTo>
                <a:lnTo>
                  <a:pt x="1491887" y="139448"/>
                </a:lnTo>
                <a:lnTo>
                  <a:pt x="1488212" y="139448"/>
                </a:lnTo>
                <a:lnTo>
                  <a:pt x="1484538" y="139448"/>
                </a:lnTo>
                <a:lnTo>
                  <a:pt x="1480863" y="139448"/>
                </a:lnTo>
                <a:lnTo>
                  <a:pt x="1477188" y="139448"/>
                </a:lnTo>
                <a:lnTo>
                  <a:pt x="1473514" y="139448"/>
                </a:lnTo>
                <a:lnTo>
                  <a:pt x="1469839" y="139448"/>
                </a:lnTo>
                <a:lnTo>
                  <a:pt x="1466165" y="139448"/>
                </a:lnTo>
                <a:lnTo>
                  <a:pt x="1462490" y="139448"/>
                </a:lnTo>
                <a:lnTo>
                  <a:pt x="1458815" y="139448"/>
                </a:lnTo>
                <a:lnTo>
                  <a:pt x="1455141" y="139448"/>
                </a:lnTo>
                <a:lnTo>
                  <a:pt x="1451466" y="139448"/>
                </a:lnTo>
                <a:lnTo>
                  <a:pt x="1447792" y="139448"/>
                </a:lnTo>
                <a:lnTo>
                  <a:pt x="1444117" y="139448"/>
                </a:lnTo>
                <a:lnTo>
                  <a:pt x="1440442" y="139448"/>
                </a:lnTo>
                <a:lnTo>
                  <a:pt x="1436768" y="139448"/>
                </a:lnTo>
                <a:lnTo>
                  <a:pt x="1433093" y="139448"/>
                </a:lnTo>
                <a:lnTo>
                  <a:pt x="1429419" y="139448"/>
                </a:lnTo>
                <a:lnTo>
                  <a:pt x="1425744" y="139448"/>
                </a:lnTo>
                <a:lnTo>
                  <a:pt x="1422069" y="139448"/>
                </a:lnTo>
                <a:lnTo>
                  <a:pt x="1418395" y="139448"/>
                </a:lnTo>
                <a:lnTo>
                  <a:pt x="1414720" y="139448"/>
                </a:lnTo>
                <a:lnTo>
                  <a:pt x="1411046" y="139448"/>
                </a:lnTo>
                <a:lnTo>
                  <a:pt x="1407371" y="139448"/>
                </a:lnTo>
                <a:lnTo>
                  <a:pt x="1403696" y="139448"/>
                </a:lnTo>
                <a:lnTo>
                  <a:pt x="1400022" y="139448"/>
                </a:lnTo>
                <a:lnTo>
                  <a:pt x="1396347" y="139448"/>
                </a:lnTo>
                <a:lnTo>
                  <a:pt x="1392673" y="139448"/>
                </a:lnTo>
                <a:lnTo>
                  <a:pt x="1388998" y="139448"/>
                </a:lnTo>
                <a:lnTo>
                  <a:pt x="1385323" y="139448"/>
                </a:lnTo>
                <a:lnTo>
                  <a:pt x="1381649" y="139448"/>
                </a:lnTo>
                <a:lnTo>
                  <a:pt x="1377974" y="139448"/>
                </a:lnTo>
                <a:lnTo>
                  <a:pt x="1374300" y="139448"/>
                </a:lnTo>
                <a:lnTo>
                  <a:pt x="1370625" y="139448"/>
                </a:lnTo>
                <a:lnTo>
                  <a:pt x="1366950" y="139448"/>
                </a:lnTo>
                <a:lnTo>
                  <a:pt x="1363276" y="139448"/>
                </a:lnTo>
                <a:lnTo>
                  <a:pt x="1359601" y="139448"/>
                </a:lnTo>
                <a:lnTo>
                  <a:pt x="1355927" y="139448"/>
                </a:lnTo>
                <a:lnTo>
                  <a:pt x="1352252" y="139448"/>
                </a:lnTo>
                <a:lnTo>
                  <a:pt x="1348577" y="139448"/>
                </a:lnTo>
                <a:lnTo>
                  <a:pt x="1344903" y="139448"/>
                </a:lnTo>
                <a:lnTo>
                  <a:pt x="1341228" y="139448"/>
                </a:lnTo>
                <a:lnTo>
                  <a:pt x="1337554" y="139448"/>
                </a:lnTo>
                <a:lnTo>
                  <a:pt x="1333879" y="139448"/>
                </a:lnTo>
                <a:lnTo>
                  <a:pt x="1330205" y="139448"/>
                </a:lnTo>
                <a:lnTo>
                  <a:pt x="1326530" y="139448"/>
                </a:lnTo>
                <a:lnTo>
                  <a:pt x="1322855" y="139448"/>
                </a:lnTo>
                <a:lnTo>
                  <a:pt x="1319181" y="139448"/>
                </a:lnTo>
                <a:lnTo>
                  <a:pt x="1315506" y="139448"/>
                </a:lnTo>
                <a:lnTo>
                  <a:pt x="1311832" y="139448"/>
                </a:lnTo>
                <a:lnTo>
                  <a:pt x="1308157" y="139448"/>
                </a:lnTo>
                <a:lnTo>
                  <a:pt x="1304482" y="139448"/>
                </a:lnTo>
                <a:lnTo>
                  <a:pt x="1300808" y="139448"/>
                </a:lnTo>
                <a:lnTo>
                  <a:pt x="1297133" y="139448"/>
                </a:lnTo>
                <a:lnTo>
                  <a:pt x="1293459" y="139448"/>
                </a:lnTo>
                <a:lnTo>
                  <a:pt x="1289784" y="139448"/>
                </a:lnTo>
                <a:lnTo>
                  <a:pt x="1286109" y="139448"/>
                </a:lnTo>
                <a:lnTo>
                  <a:pt x="1282435" y="139448"/>
                </a:lnTo>
                <a:lnTo>
                  <a:pt x="1278760" y="139448"/>
                </a:lnTo>
                <a:lnTo>
                  <a:pt x="1275086" y="139448"/>
                </a:lnTo>
                <a:lnTo>
                  <a:pt x="1271411" y="139448"/>
                </a:lnTo>
                <a:lnTo>
                  <a:pt x="1267736" y="139448"/>
                </a:lnTo>
                <a:lnTo>
                  <a:pt x="1264062" y="139448"/>
                </a:lnTo>
                <a:lnTo>
                  <a:pt x="1260387" y="139448"/>
                </a:lnTo>
                <a:lnTo>
                  <a:pt x="1256713" y="139448"/>
                </a:lnTo>
                <a:lnTo>
                  <a:pt x="1253038" y="139448"/>
                </a:lnTo>
                <a:lnTo>
                  <a:pt x="1249363" y="139448"/>
                </a:lnTo>
                <a:lnTo>
                  <a:pt x="1245689" y="139448"/>
                </a:lnTo>
                <a:lnTo>
                  <a:pt x="1242014" y="139448"/>
                </a:lnTo>
                <a:lnTo>
                  <a:pt x="1238340" y="139448"/>
                </a:lnTo>
                <a:lnTo>
                  <a:pt x="1234665" y="139448"/>
                </a:lnTo>
                <a:lnTo>
                  <a:pt x="1230990" y="139448"/>
                </a:lnTo>
                <a:lnTo>
                  <a:pt x="1227316" y="139448"/>
                </a:lnTo>
                <a:lnTo>
                  <a:pt x="1223641" y="139448"/>
                </a:lnTo>
                <a:lnTo>
                  <a:pt x="1219967" y="139448"/>
                </a:lnTo>
                <a:lnTo>
                  <a:pt x="1216292" y="139448"/>
                </a:lnTo>
                <a:lnTo>
                  <a:pt x="1212617" y="139448"/>
                </a:lnTo>
                <a:lnTo>
                  <a:pt x="1208943" y="139448"/>
                </a:lnTo>
                <a:lnTo>
                  <a:pt x="1205268" y="139448"/>
                </a:lnTo>
                <a:lnTo>
                  <a:pt x="1201594" y="139448"/>
                </a:lnTo>
                <a:lnTo>
                  <a:pt x="1197919" y="139448"/>
                </a:lnTo>
                <a:lnTo>
                  <a:pt x="1194244" y="139448"/>
                </a:lnTo>
                <a:lnTo>
                  <a:pt x="1190570" y="139448"/>
                </a:lnTo>
                <a:lnTo>
                  <a:pt x="1186895" y="139448"/>
                </a:lnTo>
                <a:lnTo>
                  <a:pt x="1183221" y="139448"/>
                </a:lnTo>
                <a:lnTo>
                  <a:pt x="1179546" y="139448"/>
                </a:lnTo>
                <a:lnTo>
                  <a:pt x="1175871" y="139448"/>
                </a:lnTo>
                <a:lnTo>
                  <a:pt x="1172197" y="139448"/>
                </a:lnTo>
                <a:lnTo>
                  <a:pt x="1168522" y="139448"/>
                </a:lnTo>
                <a:lnTo>
                  <a:pt x="1164848" y="139448"/>
                </a:lnTo>
                <a:lnTo>
                  <a:pt x="1161173" y="139448"/>
                </a:lnTo>
                <a:lnTo>
                  <a:pt x="1157498" y="139448"/>
                </a:lnTo>
                <a:lnTo>
                  <a:pt x="1153824" y="139448"/>
                </a:lnTo>
                <a:lnTo>
                  <a:pt x="1150149" y="139448"/>
                </a:lnTo>
                <a:lnTo>
                  <a:pt x="1146475" y="139448"/>
                </a:lnTo>
                <a:lnTo>
                  <a:pt x="1142800" y="139448"/>
                </a:lnTo>
                <a:lnTo>
                  <a:pt x="1139125" y="139448"/>
                </a:lnTo>
                <a:lnTo>
                  <a:pt x="1135451" y="139448"/>
                </a:lnTo>
                <a:lnTo>
                  <a:pt x="1131776" y="139448"/>
                </a:lnTo>
                <a:lnTo>
                  <a:pt x="1128102" y="139448"/>
                </a:lnTo>
                <a:lnTo>
                  <a:pt x="1124427" y="139448"/>
                </a:lnTo>
                <a:lnTo>
                  <a:pt x="1120752" y="139448"/>
                </a:lnTo>
                <a:lnTo>
                  <a:pt x="1117078" y="139448"/>
                </a:lnTo>
                <a:lnTo>
                  <a:pt x="1113403" y="139448"/>
                </a:lnTo>
                <a:lnTo>
                  <a:pt x="1109729" y="139448"/>
                </a:lnTo>
                <a:lnTo>
                  <a:pt x="1106054" y="139448"/>
                </a:lnTo>
                <a:lnTo>
                  <a:pt x="1102379" y="139448"/>
                </a:lnTo>
                <a:lnTo>
                  <a:pt x="1098705" y="139448"/>
                </a:lnTo>
                <a:lnTo>
                  <a:pt x="1095030" y="139448"/>
                </a:lnTo>
                <a:lnTo>
                  <a:pt x="1091356" y="139448"/>
                </a:lnTo>
                <a:lnTo>
                  <a:pt x="1087681" y="139448"/>
                </a:lnTo>
                <a:lnTo>
                  <a:pt x="1084006" y="139448"/>
                </a:lnTo>
                <a:lnTo>
                  <a:pt x="1080332" y="139448"/>
                </a:lnTo>
                <a:lnTo>
                  <a:pt x="1076657" y="139448"/>
                </a:lnTo>
                <a:lnTo>
                  <a:pt x="1072983" y="139448"/>
                </a:lnTo>
                <a:lnTo>
                  <a:pt x="1069308" y="139448"/>
                </a:lnTo>
                <a:lnTo>
                  <a:pt x="1065633" y="139448"/>
                </a:lnTo>
                <a:lnTo>
                  <a:pt x="1061959" y="139448"/>
                </a:lnTo>
                <a:lnTo>
                  <a:pt x="1058284" y="139448"/>
                </a:lnTo>
                <a:lnTo>
                  <a:pt x="1054610" y="139448"/>
                </a:lnTo>
                <a:lnTo>
                  <a:pt x="1050935" y="139448"/>
                </a:lnTo>
                <a:lnTo>
                  <a:pt x="1047260" y="139448"/>
                </a:lnTo>
                <a:lnTo>
                  <a:pt x="1043586" y="139448"/>
                </a:lnTo>
                <a:lnTo>
                  <a:pt x="1039911" y="139448"/>
                </a:lnTo>
                <a:lnTo>
                  <a:pt x="1036237" y="139448"/>
                </a:lnTo>
                <a:lnTo>
                  <a:pt x="1032562" y="139448"/>
                </a:lnTo>
                <a:lnTo>
                  <a:pt x="1028887" y="139448"/>
                </a:lnTo>
                <a:lnTo>
                  <a:pt x="1025213" y="139448"/>
                </a:lnTo>
                <a:lnTo>
                  <a:pt x="1021538" y="139448"/>
                </a:lnTo>
                <a:lnTo>
                  <a:pt x="1017864" y="139448"/>
                </a:lnTo>
                <a:lnTo>
                  <a:pt x="1014189" y="139448"/>
                </a:lnTo>
                <a:lnTo>
                  <a:pt x="1010514" y="139448"/>
                </a:lnTo>
                <a:lnTo>
                  <a:pt x="1006840" y="139448"/>
                </a:lnTo>
                <a:lnTo>
                  <a:pt x="1003165" y="139448"/>
                </a:lnTo>
                <a:lnTo>
                  <a:pt x="999491" y="139448"/>
                </a:lnTo>
                <a:lnTo>
                  <a:pt x="995816" y="139448"/>
                </a:lnTo>
                <a:lnTo>
                  <a:pt x="992141" y="139448"/>
                </a:lnTo>
                <a:lnTo>
                  <a:pt x="988467" y="139448"/>
                </a:lnTo>
                <a:lnTo>
                  <a:pt x="984792" y="139448"/>
                </a:lnTo>
                <a:lnTo>
                  <a:pt x="981118" y="139448"/>
                </a:lnTo>
                <a:lnTo>
                  <a:pt x="977443" y="139448"/>
                </a:lnTo>
                <a:lnTo>
                  <a:pt x="973768" y="139448"/>
                </a:lnTo>
                <a:lnTo>
                  <a:pt x="970094" y="139448"/>
                </a:lnTo>
                <a:lnTo>
                  <a:pt x="966419" y="139448"/>
                </a:lnTo>
                <a:lnTo>
                  <a:pt x="962745" y="139448"/>
                </a:lnTo>
                <a:lnTo>
                  <a:pt x="959070" y="139448"/>
                </a:lnTo>
                <a:lnTo>
                  <a:pt x="955395" y="139448"/>
                </a:lnTo>
                <a:lnTo>
                  <a:pt x="951721" y="139448"/>
                </a:lnTo>
                <a:lnTo>
                  <a:pt x="948046" y="139448"/>
                </a:lnTo>
                <a:lnTo>
                  <a:pt x="944372" y="139448"/>
                </a:lnTo>
                <a:lnTo>
                  <a:pt x="940697" y="139448"/>
                </a:lnTo>
                <a:lnTo>
                  <a:pt x="937022" y="139448"/>
                </a:lnTo>
                <a:lnTo>
                  <a:pt x="933348" y="139448"/>
                </a:lnTo>
                <a:lnTo>
                  <a:pt x="929673" y="139448"/>
                </a:lnTo>
                <a:lnTo>
                  <a:pt x="925999" y="139448"/>
                </a:lnTo>
                <a:lnTo>
                  <a:pt x="922324" y="139448"/>
                </a:lnTo>
                <a:lnTo>
                  <a:pt x="918649" y="139448"/>
                </a:lnTo>
                <a:lnTo>
                  <a:pt x="914975" y="139448"/>
                </a:lnTo>
                <a:lnTo>
                  <a:pt x="911300" y="139448"/>
                </a:lnTo>
                <a:lnTo>
                  <a:pt x="907626" y="139448"/>
                </a:lnTo>
                <a:lnTo>
                  <a:pt x="903951" y="139448"/>
                </a:lnTo>
                <a:lnTo>
                  <a:pt x="900276" y="139448"/>
                </a:lnTo>
                <a:lnTo>
                  <a:pt x="896602" y="139448"/>
                </a:lnTo>
                <a:lnTo>
                  <a:pt x="892927" y="139448"/>
                </a:lnTo>
                <a:lnTo>
                  <a:pt x="889253" y="139448"/>
                </a:lnTo>
                <a:lnTo>
                  <a:pt x="885578" y="139448"/>
                </a:lnTo>
                <a:lnTo>
                  <a:pt x="881903" y="139448"/>
                </a:lnTo>
                <a:lnTo>
                  <a:pt x="878229" y="139448"/>
                </a:lnTo>
                <a:lnTo>
                  <a:pt x="874554" y="139448"/>
                </a:lnTo>
                <a:lnTo>
                  <a:pt x="870880" y="139448"/>
                </a:lnTo>
                <a:lnTo>
                  <a:pt x="867205" y="139448"/>
                </a:lnTo>
                <a:lnTo>
                  <a:pt x="863530" y="139448"/>
                </a:lnTo>
                <a:lnTo>
                  <a:pt x="859856" y="139448"/>
                </a:lnTo>
                <a:lnTo>
                  <a:pt x="856181" y="139448"/>
                </a:lnTo>
                <a:lnTo>
                  <a:pt x="852507" y="139448"/>
                </a:lnTo>
                <a:lnTo>
                  <a:pt x="848832" y="139448"/>
                </a:lnTo>
                <a:lnTo>
                  <a:pt x="845157" y="139448"/>
                </a:lnTo>
                <a:lnTo>
                  <a:pt x="841483" y="139448"/>
                </a:lnTo>
                <a:lnTo>
                  <a:pt x="837808" y="139448"/>
                </a:lnTo>
                <a:lnTo>
                  <a:pt x="834134" y="139448"/>
                </a:lnTo>
                <a:lnTo>
                  <a:pt x="830459" y="139448"/>
                </a:lnTo>
                <a:lnTo>
                  <a:pt x="826784" y="139448"/>
                </a:lnTo>
                <a:lnTo>
                  <a:pt x="823110" y="139448"/>
                </a:lnTo>
                <a:lnTo>
                  <a:pt x="819435" y="139448"/>
                </a:lnTo>
                <a:lnTo>
                  <a:pt x="815761" y="139448"/>
                </a:lnTo>
                <a:lnTo>
                  <a:pt x="812086" y="139448"/>
                </a:lnTo>
                <a:lnTo>
                  <a:pt x="808411" y="139448"/>
                </a:lnTo>
                <a:lnTo>
                  <a:pt x="804737" y="139448"/>
                </a:lnTo>
                <a:lnTo>
                  <a:pt x="801062" y="139448"/>
                </a:lnTo>
                <a:lnTo>
                  <a:pt x="797388" y="139448"/>
                </a:lnTo>
                <a:lnTo>
                  <a:pt x="793713" y="139448"/>
                </a:lnTo>
                <a:lnTo>
                  <a:pt x="790038" y="139448"/>
                </a:lnTo>
                <a:lnTo>
                  <a:pt x="786364" y="139448"/>
                </a:lnTo>
                <a:lnTo>
                  <a:pt x="782689" y="139448"/>
                </a:lnTo>
                <a:lnTo>
                  <a:pt x="779015" y="139448"/>
                </a:lnTo>
                <a:lnTo>
                  <a:pt x="775340" y="139448"/>
                </a:lnTo>
                <a:lnTo>
                  <a:pt x="771665" y="139448"/>
                </a:lnTo>
                <a:lnTo>
                  <a:pt x="767991" y="139448"/>
                </a:lnTo>
                <a:lnTo>
                  <a:pt x="764316" y="139448"/>
                </a:lnTo>
                <a:lnTo>
                  <a:pt x="760642" y="139448"/>
                </a:lnTo>
                <a:lnTo>
                  <a:pt x="756967" y="139448"/>
                </a:lnTo>
                <a:lnTo>
                  <a:pt x="753292" y="139448"/>
                </a:lnTo>
                <a:lnTo>
                  <a:pt x="749618" y="139448"/>
                </a:lnTo>
                <a:lnTo>
                  <a:pt x="745943" y="139448"/>
                </a:lnTo>
                <a:lnTo>
                  <a:pt x="742269" y="139448"/>
                </a:lnTo>
                <a:lnTo>
                  <a:pt x="738594" y="139448"/>
                </a:lnTo>
                <a:lnTo>
                  <a:pt x="734919" y="139448"/>
                </a:lnTo>
                <a:lnTo>
                  <a:pt x="731245" y="139448"/>
                </a:lnTo>
                <a:lnTo>
                  <a:pt x="727570" y="139448"/>
                </a:lnTo>
                <a:lnTo>
                  <a:pt x="723896" y="139448"/>
                </a:lnTo>
                <a:lnTo>
                  <a:pt x="720221" y="139448"/>
                </a:lnTo>
                <a:lnTo>
                  <a:pt x="716546" y="139448"/>
                </a:lnTo>
                <a:lnTo>
                  <a:pt x="712872" y="139448"/>
                </a:lnTo>
                <a:lnTo>
                  <a:pt x="709197" y="139448"/>
                </a:lnTo>
                <a:lnTo>
                  <a:pt x="705523" y="139448"/>
                </a:lnTo>
                <a:lnTo>
                  <a:pt x="701848" y="139448"/>
                </a:lnTo>
                <a:lnTo>
                  <a:pt x="698173" y="139448"/>
                </a:lnTo>
                <a:lnTo>
                  <a:pt x="694499" y="139448"/>
                </a:lnTo>
                <a:lnTo>
                  <a:pt x="690824" y="139448"/>
                </a:lnTo>
                <a:lnTo>
                  <a:pt x="687150" y="139448"/>
                </a:lnTo>
                <a:lnTo>
                  <a:pt x="683475" y="139448"/>
                </a:lnTo>
                <a:lnTo>
                  <a:pt x="679800" y="139448"/>
                </a:lnTo>
                <a:lnTo>
                  <a:pt x="676126" y="139448"/>
                </a:lnTo>
                <a:lnTo>
                  <a:pt x="672451" y="139448"/>
                </a:lnTo>
                <a:lnTo>
                  <a:pt x="668777" y="139448"/>
                </a:lnTo>
                <a:lnTo>
                  <a:pt x="665102" y="139448"/>
                </a:lnTo>
                <a:lnTo>
                  <a:pt x="661427" y="139448"/>
                </a:lnTo>
                <a:lnTo>
                  <a:pt x="657753" y="139448"/>
                </a:lnTo>
                <a:lnTo>
                  <a:pt x="654078" y="139448"/>
                </a:lnTo>
                <a:lnTo>
                  <a:pt x="650404" y="139448"/>
                </a:lnTo>
                <a:lnTo>
                  <a:pt x="646729" y="139448"/>
                </a:lnTo>
                <a:lnTo>
                  <a:pt x="643054" y="139448"/>
                </a:lnTo>
                <a:lnTo>
                  <a:pt x="639380" y="139448"/>
                </a:lnTo>
                <a:lnTo>
                  <a:pt x="635705" y="139448"/>
                </a:lnTo>
                <a:lnTo>
                  <a:pt x="632031" y="139448"/>
                </a:lnTo>
                <a:lnTo>
                  <a:pt x="628356" y="139448"/>
                </a:lnTo>
                <a:lnTo>
                  <a:pt x="624681" y="139448"/>
                </a:lnTo>
                <a:lnTo>
                  <a:pt x="621007" y="139448"/>
                </a:lnTo>
                <a:lnTo>
                  <a:pt x="617332" y="139448"/>
                </a:lnTo>
                <a:lnTo>
                  <a:pt x="613658" y="139448"/>
                </a:lnTo>
                <a:lnTo>
                  <a:pt x="609983" y="139448"/>
                </a:lnTo>
                <a:lnTo>
                  <a:pt x="606308" y="139448"/>
                </a:lnTo>
                <a:lnTo>
                  <a:pt x="602634" y="139448"/>
                </a:lnTo>
                <a:lnTo>
                  <a:pt x="598959" y="139448"/>
                </a:lnTo>
                <a:lnTo>
                  <a:pt x="595285" y="139448"/>
                </a:lnTo>
                <a:lnTo>
                  <a:pt x="591610" y="139448"/>
                </a:lnTo>
                <a:lnTo>
                  <a:pt x="587935" y="139448"/>
                </a:lnTo>
                <a:lnTo>
                  <a:pt x="584261" y="139448"/>
                </a:lnTo>
                <a:lnTo>
                  <a:pt x="580586" y="139448"/>
                </a:lnTo>
                <a:lnTo>
                  <a:pt x="576912" y="139448"/>
                </a:lnTo>
                <a:lnTo>
                  <a:pt x="573237" y="139448"/>
                </a:lnTo>
                <a:lnTo>
                  <a:pt x="569562" y="139448"/>
                </a:lnTo>
                <a:lnTo>
                  <a:pt x="565888" y="139448"/>
                </a:lnTo>
                <a:lnTo>
                  <a:pt x="562213" y="139448"/>
                </a:lnTo>
                <a:lnTo>
                  <a:pt x="558539" y="139448"/>
                </a:lnTo>
                <a:lnTo>
                  <a:pt x="554864" y="139448"/>
                </a:lnTo>
                <a:lnTo>
                  <a:pt x="551189" y="139448"/>
                </a:lnTo>
                <a:lnTo>
                  <a:pt x="547515" y="139448"/>
                </a:lnTo>
                <a:lnTo>
                  <a:pt x="543840" y="139448"/>
                </a:lnTo>
                <a:lnTo>
                  <a:pt x="540166" y="139448"/>
                </a:lnTo>
                <a:lnTo>
                  <a:pt x="536491" y="139448"/>
                </a:lnTo>
                <a:lnTo>
                  <a:pt x="532816" y="139448"/>
                </a:lnTo>
                <a:lnTo>
                  <a:pt x="529142" y="139448"/>
                </a:lnTo>
                <a:lnTo>
                  <a:pt x="525467" y="139448"/>
                </a:lnTo>
                <a:lnTo>
                  <a:pt x="521793" y="139448"/>
                </a:lnTo>
                <a:lnTo>
                  <a:pt x="518118" y="139448"/>
                </a:lnTo>
                <a:lnTo>
                  <a:pt x="514443" y="139448"/>
                </a:lnTo>
                <a:lnTo>
                  <a:pt x="510769" y="139448"/>
                </a:lnTo>
                <a:lnTo>
                  <a:pt x="507094" y="139448"/>
                </a:lnTo>
                <a:lnTo>
                  <a:pt x="503420" y="139448"/>
                </a:lnTo>
                <a:lnTo>
                  <a:pt x="499745" y="139448"/>
                </a:lnTo>
                <a:lnTo>
                  <a:pt x="496070" y="139448"/>
                </a:lnTo>
                <a:lnTo>
                  <a:pt x="492396" y="139448"/>
                </a:lnTo>
                <a:lnTo>
                  <a:pt x="488721" y="139448"/>
                </a:lnTo>
                <a:lnTo>
                  <a:pt x="485047" y="139448"/>
                </a:lnTo>
                <a:lnTo>
                  <a:pt x="481372" y="139448"/>
                </a:lnTo>
                <a:lnTo>
                  <a:pt x="477697" y="139448"/>
                </a:lnTo>
                <a:lnTo>
                  <a:pt x="474023" y="139448"/>
                </a:lnTo>
                <a:lnTo>
                  <a:pt x="470348" y="139448"/>
                </a:lnTo>
                <a:lnTo>
                  <a:pt x="466674" y="139448"/>
                </a:lnTo>
                <a:lnTo>
                  <a:pt x="462999" y="139448"/>
                </a:lnTo>
                <a:lnTo>
                  <a:pt x="459324" y="139448"/>
                </a:lnTo>
                <a:lnTo>
                  <a:pt x="455650" y="139448"/>
                </a:lnTo>
                <a:lnTo>
                  <a:pt x="451975" y="139448"/>
                </a:lnTo>
                <a:lnTo>
                  <a:pt x="448301" y="139448"/>
                </a:lnTo>
                <a:lnTo>
                  <a:pt x="444626" y="139448"/>
                </a:lnTo>
                <a:lnTo>
                  <a:pt x="440951" y="139448"/>
                </a:lnTo>
                <a:lnTo>
                  <a:pt x="437277" y="139448"/>
                </a:lnTo>
                <a:lnTo>
                  <a:pt x="433602" y="139448"/>
                </a:lnTo>
                <a:lnTo>
                  <a:pt x="429928" y="139448"/>
                </a:lnTo>
                <a:lnTo>
                  <a:pt x="426253" y="139448"/>
                </a:lnTo>
                <a:lnTo>
                  <a:pt x="422578" y="139448"/>
                </a:lnTo>
                <a:lnTo>
                  <a:pt x="418904" y="139448"/>
                </a:lnTo>
                <a:lnTo>
                  <a:pt x="415229" y="139448"/>
                </a:lnTo>
                <a:lnTo>
                  <a:pt x="411555" y="139448"/>
                </a:lnTo>
                <a:lnTo>
                  <a:pt x="407880" y="139448"/>
                </a:lnTo>
                <a:lnTo>
                  <a:pt x="404205" y="139448"/>
                </a:lnTo>
                <a:lnTo>
                  <a:pt x="400531" y="139448"/>
                </a:lnTo>
                <a:lnTo>
                  <a:pt x="396856" y="139448"/>
                </a:lnTo>
                <a:lnTo>
                  <a:pt x="393182" y="139448"/>
                </a:lnTo>
                <a:lnTo>
                  <a:pt x="389507" y="139448"/>
                </a:lnTo>
                <a:lnTo>
                  <a:pt x="385832" y="139448"/>
                </a:lnTo>
                <a:lnTo>
                  <a:pt x="382158" y="139448"/>
                </a:lnTo>
                <a:lnTo>
                  <a:pt x="378483" y="139448"/>
                </a:lnTo>
                <a:lnTo>
                  <a:pt x="374809" y="139448"/>
                </a:lnTo>
                <a:lnTo>
                  <a:pt x="371134" y="139448"/>
                </a:lnTo>
                <a:lnTo>
                  <a:pt x="367459" y="139448"/>
                </a:lnTo>
                <a:lnTo>
                  <a:pt x="363785" y="139448"/>
                </a:lnTo>
                <a:lnTo>
                  <a:pt x="360110" y="139448"/>
                </a:lnTo>
                <a:lnTo>
                  <a:pt x="356436" y="139448"/>
                </a:lnTo>
                <a:lnTo>
                  <a:pt x="352761" y="139448"/>
                </a:lnTo>
                <a:lnTo>
                  <a:pt x="349086" y="139448"/>
                </a:lnTo>
                <a:lnTo>
                  <a:pt x="345412" y="139448"/>
                </a:lnTo>
                <a:lnTo>
                  <a:pt x="341737" y="139448"/>
                </a:lnTo>
                <a:lnTo>
                  <a:pt x="338063" y="139448"/>
                </a:lnTo>
                <a:lnTo>
                  <a:pt x="334388" y="139448"/>
                </a:lnTo>
                <a:lnTo>
                  <a:pt x="330713" y="139448"/>
                </a:lnTo>
                <a:lnTo>
                  <a:pt x="327039" y="139448"/>
                </a:lnTo>
                <a:lnTo>
                  <a:pt x="323364" y="139448"/>
                </a:lnTo>
                <a:lnTo>
                  <a:pt x="319690" y="139448"/>
                </a:lnTo>
                <a:lnTo>
                  <a:pt x="316015" y="139448"/>
                </a:lnTo>
                <a:lnTo>
                  <a:pt x="312340" y="139448"/>
                </a:lnTo>
                <a:lnTo>
                  <a:pt x="308666" y="139448"/>
                </a:lnTo>
                <a:lnTo>
                  <a:pt x="304991" y="139448"/>
                </a:lnTo>
                <a:lnTo>
                  <a:pt x="301317" y="139448"/>
                </a:lnTo>
                <a:lnTo>
                  <a:pt x="297642" y="139448"/>
                </a:lnTo>
                <a:lnTo>
                  <a:pt x="293967" y="139448"/>
                </a:lnTo>
                <a:lnTo>
                  <a:pt x="290293" y="139448"/>
                </a:lnTo>
                <a:lnTo>
                  <a:pt x="286618" y="139448"/>
                </a:lnTo>
                <a:lnTo>
                  <a:pt x="282944" y="139448"/>
                </a:lnTo>
                <a:lnTo>
                  <a:pt x="279269" y="139448"/>
                </a:lnTo>
                <a:lnTo>
                  <a:pt x="275594" y="139448"/>
                </a:lnTo>
                <a:lnTo>
                  <a:pt x="271920" y="139448"/>
                </a:lnTo>
                <a:lnTo>
                  <a:pt x="268245" y="139448"/>
                </a:lnTo>
                <a:lnTo>
                  <a:pt x="264571" y="139448"/>
                </a:lnTo>
                <a:lnTo>
                  <a:pt x="260896" y="139448"/>
                </a:lnTo>
                <a:lnTo>
                  <a:pt x="257221" y="139448"/>
                </a:lnTo>
                <a:lnTo>
                  <a:pt x="253547" y="139448"/>
                </a:lnTo>
                <a:lnTo>
                  <a:pt x="249872" y="139448"/>
                </a:lnTo>
                <a:lnTo>
                  <a:pt x="246198" y="139448"/>
                </a:lnTo>
                <a:lnTo>
                  <a:pt x="242523" y="139448"/>
                </a:lnTo>
                <a:lnTo>
                  <a:pt x="238848" y="139448"/>
                </a:lnTo>
                <a:lnTo>
                  <a:pt x="235174" y="139448"/>
                </a:lnTo>
                <a:lnTo>
                  <a:pt x="231499" y="139448"/>
                </a:lnTo>
                <a:lnTo>
                  <a:pt x="227825" y="139448"/>
                </a:lnTo>
                <a:lnTo>
                  <a:pt x="224150" y="139448"/>
                </a:lnTo>
                <a:lnTo>
                  <a:pt x="220475" y="139448"/>
                </a:lnTo>
                <a:lnTo>
                  <a:pt x="216801" y="139448"/>
                </a:lnTo>
                <a:lnTo>
                  <a:pt x="213126" y="139448"/>
                </a:lnTo>
                <a:lnTo>
                  <a:pt x="209452" y="139448"/>
                </a:lnTo>
                <a:lnTo>
                  <a:pt x="205777" y="139448"/>
                </a:lnTo>
                <a:lnTo>
                  <a:pt x="202102" y="139448"/>
                </a:lnTo>
                <a:lnTo>
                  <a:pt x="198428" y="139448"/>
                </a:lnTo>
                <a:lnTo>
                  <a:pt x="194753" y="139448"/>
                </a:lnTo>
                <a:lnTo>
                  <a:pt x="191079" y="139448"/>
                </a:lnTo>
                <a:lnTo>
                  <a:pt x="187404" y="139448"/>
                </a:lnTo>
                <a:lnTo>
                  <a:pt x="183729" y="139448"/>
                </a:lnTo>
                <a:lnTo>
                  <a:pt x="180055" y="139448"/>
                </a:lnTo>
                <a:lnTo>
                  <a:pt x="176380" y="139448"/>
                </a:lnTo>
                <a:lnTo>
                  <a:pt x="172706" y="139448"/>
                </a:lnTo>
                <a:lnTo>
                  <a:pt x="169031" y="139448"/>
                </a:lnTo>
                <a:lnTo>
                  <a:pt x="165356" y="139448"/>
                </a:lnTo>
                <a:lnTo>
                  <a:pt x="161682" y="139448"/>
                </a:lnTo>
                <a:lnTo>
                  <a:pt x="158007" y="139448"/>
                </a:lnTo>
                <a:lnTo>
                  <a:pt x="154333" y="139448"/>
                </a:lnTo>
                <a:lnTo>
                  <a:pt x="150658" y="139448"/>
                </a:lnTo>
                <a:lnTo>
                  <a:pt x="146983" y="139448"/>
                </a:lnTo>
                <a:lnTo>
                  <a:pt x="143309" y="139448"/>
                </a:lnTo>
                <a:lnTo>
                  <a:pt x="139634" y="139448"/>
                </a:lnTo>
                <a:lnTo>
                  <a:pt x="135960" y="139448"/>
                </a:lnTo>
                <a:lnTo>
                  <a:pt x="132285" y="139448"/>
                </a:lnTo>
                <a:lnTo>
                  <a:pt x="128610" y="139448"/>
                </a:lnTo>
                <a:lnTo>
                  <a:pt x="124936" y="139448"/>
                </a:lnTo>
                <a:lnTo>
                  <a:pt x="121261" y="139448"/>
                </a:lnTo>
                <a:lnTo>
                  <a:pt x="117587" y="139448"/>
                </a:lnTo>
                <a:lnTo>
                  <a:pt x="113912" y="139448"/>
                </a:lnTo>
                <a:lnTo>
                  <a:pt x="110237" y="139448"/>
                </a:lnTo>
                <a:lnTo>
                  <a:pt x="106563" y="139448"/>
                </a:lnTo>
                <a:lnTo>
                  <a:pt x="102888" y="139448"/>
                </a:lnTo>
                <a:lnTo>
                  <a:pt x="99214" y="139448"/>
                </a:lnTo>
                <a:lnTo>
                  <a:pt x="95539" y="139448"/>
                </a:lnTo>
                <a:lnTo>
                  <a:pt x="91864" y="139448"/>
                </a:lnTo>
                <a:lnTo>
                  <a:pt x="88190" y="139448"/>
                </a:lnTo>
                <a:lnTo>
                  <a:pt x="84515" y="139448"/>
                </a:lnTo>
                <a:lnTo>
                  <a:pt x="80841" y="139448"/>
                </a:lnTo>
                <a:lnTo>
                  <a:pt x="77166" y="139448"/>
                </a:lnTo>
                <a:lnTo>
                  <a:pt x="73491" y="139448"/>
                </a:lnTo>
                <a:lnTo>
                  <a:pt x="69817" y="139448"/>
                </a:lnTo>
                <a:lnTo>
                  <a:pt x="66142" y="139448"/>
                </a:lnTo>
                <a:lnTo>
                  <a:pt x="62468" y="139448"/>
                </a:lnTo>
                <a:lnTo>
                  <a:pt x="58793" y="139448"/>
                </a:lnTo>
                <a:lnTo>
                  <a:pt x="55118" y="139448"/>
                </a:lnTo>
                <a:lnTo>
                  <a:pt x="51444" y="139448"/>
                </a:lnTo>
                <a:lnTo>
                  <a:pt x="47769" y="139448"/>
                </a:lnTo>
                <a:lnTo>
                  <a:pt x="44095" y="139448"/>
                </a:lnTo>
                <a:lnTo>
                  <a:pt x="40420" y="139448"/>
                </a:lnTo>
                <a:lnTo>
                  <a:pt x="36745" y="139448"/>
                </a:lnTo>
                <a:lnTo>
                  <a:pt x="33071" y="139448"/>
                </a:lnTo>
                <a:lnTo>
                  <a:pt x="29396" y="139448"/>
                </a:lnTo>
                <a:lnTo>
                  <a:pt x="25722" y="139448"/>
                </a:lnTo>
                <a:lnTo>
                  <a:pt x="22047" y="139448"/>
                </a:lnTo>
                <a:lnTo>
                  <a:pt x="18372" y="139448"/>
                </a:lnTo>
                <a:lnTo>
                  <a:pt x="14698" y="139448"/>
                </a:lnTo>
                <a:lnTo>
                  <a:pt x="11023" y="139448"/>
                </a:lnTo>
                <a:lnTo>
                  <a:pt x="7349" y="139448"/>
                </a:lnTo>
                <a:lnTo>
                  <a:pt x="3674" y="139448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81" name="pl81"/>
          <p:cNvSpPr/>
          <p:nvPr/>
        </p:nvSpPr>
        <p:spPr>
          <a:xfrm>
            <a:off x="4548521" y="4085367"/>
            <a:ext cx="1877720" cy="139448"/>
          </a:xfrm>
          <a:custGeom>
            <a:avLst/>
            <a:gdLst/>
            <a:ahLst/>
            <a:cxnLst/>
            <a:rect l="0" t="0" r="0" b="0"/>
            <a:pathLst>
              <a:path w="1877720" h="139448">
                <a:moveTo>
                  <a:pt x="0" y="139448"/>
                </a:moveTo>
                <a:lnTo>
                  <a:pt x="3674" y="139448"/>
                </a:lnTo>
                <a:lnTo>
                  <a:pt x="7349" y="139448"/>
                </a:lnTo>
                <a:lnTo>
                  <a:pt x="11023" y="139448"/>
                </a:lnTo>
                <a:lnTo>
                  <a:pt x="14698" y="139448"/>
                </a:lnTo>
                <a:lnTo>
                  <a:pt x="18372" y="139448"/>
                </a:lnTo>
                <a:lnTo>
                  <a:pt x="22047" y="139448"/>
                </a:lnTo>
                <a:lnTo>
                  <a:pt x="25722" y="139448"/>
                </a:lnTo>
                <a:lnTo>
                  <a:pt x="29396" y="139448"/>
                </a:lnTo>
                <a:lnTo>
                  <a:pt x="33071" y="139448"/>
                </a:lnTo>
                <a:lnTo>
                  <a:pt x="36745" y="139448"/>
                </a:lnTo>
                <a:lnTo>
                  <a:pt x="40420" y="139448"/>
                </a:lnTo>
                <a:lnTo>
                  <a:pt x="44095" y="139448"/>
                </a:lnTo>
                <a:lnTo>
                  <a:pt x="47769" y="139448"/>
                </a:lnTo>
                <a:lnTo>
                  <a:pt x="51444" y="139448"/>
                </a:lnTo>
                <a:lnTo>
                  <a:pt x="55118" y="139448"/>
                </a:lnTo>
                <a:lnTo>
                  <a:pt x="58793" y="139448"/>
                </a:lnTo>
                <a:lnTo>
                  <a:pt x="62468" y="139448"/>
                </a:lnTo>
                <a:lnTo>
                  <a:pt x="66142" y="139448"/>
                </a:lnTo>
                <a:lnTo>
                  <a:pt x="69817" y="139448"/>
                </a:lnTo>
                <a:lnTo>
                  <a:pt x="73491" y="139447"/>
                </a:lnTo>
                <a:lnTo>
                  <a:pt x="77166" y="139447"/>
                </a:lnTo>
                <a:lnTo>
                  <a:pt x="80841" y="139447"/>
                </a:lnTo>
                <a:lnTo>
                  <a:pt x="84515" y="139447"/>
                </a:lnTo>
                <a:lnTo>
                  <a:pt x="88190" y="139446"/>
                </a:lnTo>
                <a:lnTo>
                  <a:pt x="91864" y="139446"/>
                </a:lnTo>
                <a:lnTo>
                  <a:pt x="95539" y="139445"/>
                </a:lnTo>
                <a:lnTo>
                  <a:pt x="99214" y="139445"/>
                </a:lnTo>
                <a:lnTo>
                  <a:pt x="102888" y="139444"/>
                </a:lnTo>
                <a:lnTo>
                  <a:pt x="106563" y="139443"/>
                </a:lnTo>
                <a:lnTo>
                  <a:pt x="110237" y="139441"/>
                </a:lnTo>
                <a:lnTo>
                  <a:pt x="113912" y="139440"/>
                </a:lnTo>
                <a:lnTo>
                  <a:pt x="117587" y="139438"/>
                </a:lnTo>
                <a:lnTo>
                  <a:pt x="121261" y="139435"/>
                </a:lnTo>
                <a:lnTo>
                  <a:pt x="124936" y="139433"/>
                </a:lnTo>
                <a:lnTo>
                  <a:pt x="128610" y="139429"/>
                </a:lnTo>
                <a:lnTo>
                  <a:pt x="132285" y="139426"/>
                </a:lnTo>
                <a:lnTo>
                  <a:pt x="135960" y="139421"/>
                </a:lnTo>
                <a:lnTo>
                  <a:pt x="139634" y="139416"/>
                </a:lnTo>
                <a:lnTo>
                  <a:pt x="143309" y="139411"/>
                </a:lnTo>
                <a:lnTo>
                  <a:pt x="146983" y="139405"/>
                </a:lnTo>
                <a:lnTo>
                  <a:pt x="150658" y="139398"/>
                </a:lnTo>
                <a:lnTo>
                  <a:pt x="154333" y="139390"/>
                </a:lnTo>
                <a:lnTo>
                  <a:pt x="158007" y="139381"/>
                </a:lnTo>
                <a:lnTo>
                  <a:pt x="161682" y="139372"/>
                </a:lnTo>
                <a:lnTo>
                  <a:pt x="165356" y="139362"/>
                </a:lnTo>
                <a:lnTo>
                  <a:pt x="169031" y="139352"/>
                </a:lnTo>
                <a:lnTo>
                  <a:pt x="172706" y="139340"/>
                </a:lnTo>
                <a:lnTo>
                  <a:pt x="176380" y="139328"/>
                </a:lnTo>
                <a:lnTo>
                  <a:pt x="180055" y="139316"/>
                </a:lnTo>
                <a:lnTo>
                  <a:pt x="183729" y="139303"/>
                </a:lnTo>
                <a:lnTo>
                  <a:pt x="187404" y="139290"/>
                </a:lnTo>
                <a:lnTo>
                  <a:pt x="191079" y="139276"/>
                </a:lnTo>
                <a:lnTo>
                  <a:pt x="194753" y="139262"/>
                </a:lnTo>
                <a:lnTo>
                  <a:pt x="198428" y="139247"/>
                </a:lnTo>
                <a:lnTo>
                  <a:pt x="202102" y="139232"/>
                </a:lnTo>
                <a:lnTo>
                  <a:pt x="205777" y="139217"/>
                </a:lnTo>
                <a:lnTo>
                  <a:pt x="209452" y="139202"/>
                </a:lnTo>
                <a:lnTo>
                  <a:pt x="213126" y="139186"/>
                </a:lnTo>
                <a:lnTo>
                  <a:pt x="216801" y="139170"/>
                </a:lnTo>
                <a:lnTo>
                  <a:pt x="220475" y="139154"/>
                </a:lnTo>
                <a:lnTo>
                  <a:pt x="224150" y="139137"/>
                </a:lnTo>
                <a:lnTo>
                  <a:pt x="227825" y="139120"/>
                </a:lnTo>
                <a:lnTo>
                  <a:pt x="231499" y="139102"/>
                </a:lnTo>
                <a:lnTo>
                  <a:pt x="235174" y="139083"/>
                </a:lnTo>
                <a:lnTo>
                  <a:pt x="238848" y="139064"/>
                </a:lnTo>
                <a:lnTo>
                  <a:pt x="242523" y="139043"/>
                </a:lnTo>
                <a:lnTo>
                  <a:pt x="246198" y="139022"/>
                </a:lnTo>
                <a:lnTo>
                  <a:pt x="249872" y="138999"/>
                </a:lnTo>
                <a:lnTo>
                  <a:pt x="253547" y="138974"/>
                </a:lnTo>
                <a:lnTo>
                  <a:pt x="257221" y="138949"/>
                </a:lnTo>
                <a:lnTo>
                  <a:pt x="260896" y="138921"/>
                </a:lnTo>
                <a:lnTo>
                  <a:pt x="264571" y="138892"/>
                </a:lnTo>
                <a:lnTo>
                  <a:pt x="268245" y="138861"/>
                </a:lnTo>
                <a:lnTo>
                  <a:pt x="271920" y="138828"/>
                </a:lnTo>
                <a:lnTo>
                  <a:pt x="275594" y="138793"/>
                </a:lnTo>
                <a:lnTo>
                  <a:pt x="279269" y="138757"/>
                </a:lnTo>
                <a:lnTo>
                  <a:pt x="282944" y="138718"/>
                </a:lnTo>
                <a:lnTo>
                  <a:pt x="286618" y="138678"/>
                </a:lnTo>
                <a:lnTo>
                  <a:pt x="290293" y="138635"/>
                </a:lnTo>
                <a:lnTo>
                  <a:pt x="293967" y="138590"/>
                </a:lnTo>
                <a:lnTo>
                  <a:pt x="297642" y="138544"/>
                </a:lnTo>
                <a:lnTo>
                  <a:pt x="301317" y="138495"/>
                </a:lnTo>
                <a:lnTo>
                  <a:pt x="304991" y="138445"/>
                </a:lnTo>
                <a:lnTo>
                  <a:pt x="308666" y="138393"/>
                </a:lnTo>
                <a:lnTo>
                  <a:pt x="312340" y="138339"/>
                </a:lnTo>
                <a:lnTo>
                  <a:pt x="316015" y="138283"/>
                </a:lnTo>
                <a:lnTo>
                  <a:pt x="319690" y="138226"/>
                </a:lnTo>
                <a:lnTo>
                  <a:pt x="323364" y="138167"/>
                </a:lnTo>
                <a:lnTo>
                  <a:pt x="327039" y="138107"/>
                </a:lnTo>
                <a:lnTo>
                  <a:pt x="330713" y="138044"/>
                </a:lnTo>
                <a:lnTo>
                  <a:pt x="334388" y="137981"/>
                </a:lnTo>
                <a:lnTo>
                  <a:pt x="338063" y="137914"/>
                </a:lnTo>
                <a:lnTo>
                  <a:pt x="341737" y="137846"/>
                </a:lnTo>
                <a:lnTo>
                  <a:pt x="345412" y="137775"/>
                </a:lnTo>
                <a:lnTo>
                  <a:pt x="349086" y="137700"/>
                </a:lnTo>
                <a:lnTo>
                  <a:pt x="352761" y="137623"/>
                </a:lnTo>
                <a:lnTo>
                  <a:pt x="356436" y="137541"/>
                </a:lnTo>
                <a:lnTo>
                  <a:pt x="360110" y="137454"/>
                </a:lnTo>
                <a:lnTo>
                  <a:pt x="363785" y="137361"/>
                </a:lnTo>
                <a:lnTo>
                  <a:pt x="367459" y="137261"/>
                </a:lnTo>
                <a:lnTo>
                  <a:pt x="371134" y="137154"/>
                </a:lnTo>
                <a:lnTo>
                  <a:pt x="374809" y="137038"/>
                </a:lnTo>
                <a:lnTo>
                  <a:pt x="378483" y="136914"/>
                </a:lnTo>
                <a:lnTo>
                  <a:pt x="382158" y="136779"/>
                </a:lnTo>
                <a:lnTo>
                  <a:pt x="385832" y="136631"/>
                </a:lnTo>
                <a:lnTo>
                  <a:pt x="389507" y="136471"/>
                </a:lnTo>
                <a:lnTo>
                  <a:pt x="393182" y="136298"/>
                </a:lnTo>
                <a:lnTo>
                  <a:pt x="396856" y="136112"/>
                </a:lnTo>
                <a:lnTo>
                  <a:pt x="400531" y="135913"/>
                </a:lnTo>
                <a:lnTo>
                  <a:pt x="404205" y="135699"/>
                </a:lnTo>
                <a:lnTo>
                  <a:pt x="407880" y="135471"/>
                </a:lnTo>
                <a:lnTo>
                  <a:pt x="411555" y="135226"/>
                </a:lnTo>
                <a:lnTo>
                  <a:pt x="415229" y="134968"/>
                </a:lnTo>
                <a:lnTo>
                  <a:pt x="418904" y="134696"/>
                </a:lnTo>
                <a:lnTo>
                  <a:pt x="422578" y="134411"/>
                </a:lnTo>
                <a:lnTo>
                  <a:pt x="426253" y="134113"/>
                </a:lnTo>
                <a:lnTo>
                  <a:pt x="429928" y="133803"/>
                </a:lnTo>
                <a:lnTo>
                  <a:pt x="433602" y="133480"/>
                </a:lnTo>
                <a:lnTo>
                  <a:pt x="437277" y="133146"/>
                </a:lnTo>
                <a:lnTo>
                  <a:pt x="440951" y="132801"/>
                </a:lnTo>
                <a:lnTo>
                  <a:pt x="444626" y="132446"/>
                </a:lnTo>
                <a:lnTo>
                  <a:pt x="448301" y="132081"/>
                </a:lnTo>
                <a:lnTo>
                  <a:pt x="451975" y="131706"/>
                </a:lnTo>
                <a:lnTo>
                  <a:pt x="455650" y="131321"/>
                </a:lnTo>
                <a:lnTo>
                  <a:pt x="459324" y="130923"/>
                </a:lnTo>
                <a:lnTo>
                  <a:pt x="462999" y="130514"/>
                </a:lnTo>
                <a:lnTo>
                  <a:pt x="466674" y="130093"/>
                </a:lnTo>
                <a:lnTo>
                  <a:pt x="470348" y="129658"/>
                </a:lnTo>
                <a:lnTo>
                  <a:pt x="474023" y="129210"/>
                </a:lnTo>
                <a:lnTo>
                  <a:pt x="477697" y="128746"/>
                </a:lnTo>
                <a:lnTo>
                  <a:pt x="481372" y="128262"/>
                </a:lnTo>
                <a:lnTo>
                  <a:pt x="485047" y="127759"/>
                </a:lnTo>
                <a:lnTo>
                  <a:pt x="488721" y="127234"/>
                </a:lnTo>
                <a:lnTo>
                  <a:pt x="492396" y="126688"/>
                </a:lnTo>
                <a:lnTo>
                  <a:pt x="496070" y="126119"/>
                </a:lnTo>
                <a:lnTo>
                  <a:pt x="499745" y="125526"/>
                </a:lnTo>
                <a:lnTo>
                  <a:pt x="503420" y="124907"/>
                </a:lnTo>
                <a:lnTo>
                  <a:pt x="507094" y="124256"/>
                </a:lnTo>
                <a:lnTo>
                  <a:pt x="510769" y="123578"/>
                </a:lnTo>
                <a:lnTo>
                  <a:pt x="514443" y="122871"/>
                </a:lnTo>
                <a:lnTo>
                  <a:pt x="518118" y="122136"/>
                </a:lnTo>
                <a:lnTo>
                  <a:pt x="521793" y="121373"/>
                </a:lnTo>
                <a:lnTo>
                  <a:pt x="525467" y="120581"/>
                </a:lnTo>
                <a:lnTo>
                  <a:pt x="529142" y="119759"/>
                </a:lnTo>
                <a:lnTo>
                  <a:pt x="532816" y="118907"/>
                </a:lnTo>
                <a:lnTo>
                  <a:pt x="536491" y="118029"/>
                </a:lnTo>
                <a:lnTo>
                  <a:pt x="540166" y="117125"/>
                </a:lnTo>
                <a:lnTo>
                  <a:pt x="543840" y="116198"/>
                </a:lnTo>
                <a:lnTo>
                  <a:pt x="547515" y="115248"/>
                </a:lnTo>
                <a:lnTo>
                  <a:pt x="551189" y="114277"/>
                </a:lnTo>
                <a:lnTo>
                  <a:pt x="554864" y="113283"/>
                </a:lnTo>
                <a:lnTo>
                  <a:pt x="558539" y="112271"/>
                </a:lnTo>
                <a:lnTo>
                  <a:pt x="562213" y="111243"/>
                </a:lnTo>
                <a:lnTo>
                  <a:pt x="565888" y="110201"/>
                </a:lnTo>
                <a:lnTo>
                  <a:pt x="569562" y="109145"/>
                </a:lnTo>
                <a:lnTo>
                  <a:pt x="573237" y="108077"/>
                </a:lnTo>
                <a:lnTo>
                  <a:pt x="576912" y="106998"/>
                </a:lnTo>
                <a:lnTo>
                  <a:pt x="580586" y="105906"/>
                </a:lnTo>
                <a:lnTo>
                  <a:pt x="584261" y="104805"/>
                </a:lnTo>
                <a:lnTo>
                  <a:pt x="587935" y="103695"/>
                </a:lnTo>
                <a:lnTo>
                  <a:pt x="591610" y="102576"/>
                </a:lnTo>
                <a:lnTo>
                  <a:pt x="595285" y="101446"/>
                </a:lnTo>
                <a:lnTo>
                  <a:pt x="598959" y="100307"/>
                </a:lnTo>
                <a:lnTo>
                  <a:pt x="602634" y="99155"/>
                </a:lnTo>
                <a:lnTo>
                  <a:pt x="606308" y="97990"/>
                </a:lnTo>
                <a:lnTo>
                  <a:pt x="609983" y="96810"/>
                </a:lnTo>
                <a:lnTo>
                  <a:pt x="613658" y="95616"/>
                </a:lnTo>
                <a:lnTo>
                  <a:pt x="617332" y="94405"/>
                </a:lnTo>
                <a:lnTo>
                  <a:pt x="621007" y="93176"/>
                </a:lnTo>
                <a:lnTo>
                  <a:pt x="624681" y="91928"/>
                </a:lnTo>
                <a:lnTo>
                  <a:pt x="628356" y="90653"/>
                </a:lnTo>
                <a:lnTo>
                  <a:pt x="632031" y="89355"/>
                </a:lnTo>
                <a:lnTo>
                  <a:pt x="635705" y="88034"/>
                </a:lnTo>
                <a:lnTo>
                  <a:pt x="639380" y="86687"/>
                </a:lnTo>
                <a:lnTo>
                  <a:pt x="643054" y="85315"/>
                </a:lnTo>
                <a:lnTo>
                  <a:pt x="646729" y="83918"/>
                </a:lnTo>
                <a:lnTo>
                  <a:pt x="650404" y="82493"/>
                </a:lnTo>
                <a:lnTo>
                  <a:pt x="654078" y="81040"/>
                </a:lnTo>
                <a:lnTo>
                  <a:pt x="657753" y="79564"/>
                </a:lnTo>
                <a:lnTo>
                  <a:pt x="661427" y="78066"/>
                </a:lnTo>
                <a:lnTo>
                  <a:pt x="665102" y="76548"/>
                </a:lnTo>
                <a:lnTo>
                  <a:pt x="668777" y="75012"/>
                </a:lnTo>
                <a:lnTo>
                  <a:pt x="672451" y="73462"/>
                </a:lnTo>
                <a:lnTo>
                  <a:pt x="676126" y="71897"/>
                </a:lnTo>
                <a:lnTo>
                  <a:pt x="679800" y="70325"/>
                </a:lnTo>
                <a:lnTo>
                  <a:pt x="683475" y="68748"/>
                </a:lnTo>
                <a:lnTo>
                  <a:pt x="687150" y="67170"/>
                </a:lnTo>
                <a:lnTo>
                  <a:pt x="690824" y="65594"/>
                </a:lnTo>
                <a:lnTo>
                  <a:pt x="694499" y="64024"/>
                </a:lnTo>
                <a:lnTo>
                  <a:pt x="698173" y="62464"/>
                </a:lnTo>
                <a:lnTo>
                  <a:pt x="701848" y="60918"/>
                </a:lnTo>
                <a:lnTo>
                  <a:pt x="705523" y="59387"/>
                </a:lnTo>
                <a:lnTo>
                  <a:pt x="709197" y="57875"/>
                </a:lnTo>
                <a:lnTo>
                  <a:pt x="712872" y="56383"/>
                </a:lnTo>
                <a:lnTo>
                  <a:pt x="716546" y="54913"/>
                </a:lnTo>
                <a:lnTo>
                  <a:pt x="720221" y="53465"/>
                </a:lnTo>
                <a:lnTo>
                  <a:pt x="723896" y="52047"/>
                </a:lnTo>
                <a:lnTo>
                  <a:pt x="727570" y="50655"/>
                </a:lnTo>
                <a:lnTo>
                  <a:pt x="731245" y="49289"/>
                </a:lnTo>
                <a:lnTo>
                  <a:pt x="734919" y="47949"/>
                </a:lnTo>
                <a:lnTo>
                  <a:pt x="738594" y="46634"/>
                </a:lnTo>
                <a:lnTo>
                  <a:pt x="742269" y="45345"/>
                </a:lnTo>
                <a:lnTo>
                  <a:pt x="745943" y="44081"/>
                </a:lnTo>
                <a:lnTo>
                  <a:pt x="749618" y="42844"/>
                </a:lnTo>
                <a:lnTo>
                  <a:pt x="753292" y="41629"/>
                </a:lnTo>
                <a:lnTo>
                  <a:pt x="756967" y="40434"/>
                </a:lnTo>
                <a:lnTo>
                  <a:pt x="760642" y="39258"/>
                </a:lnTo>
                <a:lnTo>
                  <a:pt x="764316" y="38099"/>
                </a:lnTo>
                <a:lnTo>
                  <a:pt x="767991" y="36954"/>
                </a:lnTo>
                <a:lnTo>
                  <a:pt x="771665" y="35824"/>
                </a:lnTo>
                <a:lnTo>
                  <a:pt x="775340" y="34703"/>
                </a:lnTo>
                <a:lnTo>
                  <a:pt x="779015" y="33590"/>
                </a:lnTo>
                <a:lnTo>
                  <a:pt x="782689" y="32482"/>
                </a:lnTo>
                <a:lnTo>
                  <a:pt x="786364" y="31377"/>
                </a:lnTo>
                <a:lnTo>
                  <a:pt x="790038" y="30272"/>
                </a:lnTo>
                <a:lnTo>
                  <a:pt x="793713" y="29166"/>
                </a:lnTo>
                <a:lnTo>
                  <a:pt x="797388" y="28056"/>
                </a:lnTo>
                <a:lnTo>
                  <a:pt x="801062" y="26941"/>
                </a:lnTo>
                <a:lnTo>
                  <a:pt x="804737" y="25821"/>
                </a:lnTo>
                <a:lnTo>
                  <a:pt x="808411" y="24695"/>
                </a:lnTo>
                <a:lnTo>
                  <a:pt x="812086" y="23565"/>
                </a:lnTo>
                <a:lnTo>
                  <a:pt x="815761" y="22430"/>
                </a:lnTo>
                <a:lnTo>
                  <a:pt x="819435" y="21291"/>
                </a:lnTo>
                <a:lnTo>
                  <a:pt x="823110" y="20152"/>
                </a:lnTo>
                <a:lnTo>
                  <a:pt x="826784" y="19015"/>
                </a:lnTo>
                <a:lnTo>
                  <a:pt x="830459" y="17884"/>
                </a:lnTo>
                <a:lnTo>
                  <a:pt x="834134" y="16761"/>
                </a:lnTo>
                <a:lnTo>
                  <a:pt x="837808" y="15649"/>
                </a:lnTo>
                <a:lnTo>
                  <a:pt x="841483" y="14553"/>
                </a:lnTo>
                <a:lnTo>
                  <a:pt x="845157" y="13480"/>
                </a:lnTo>
                <a:lnTo>
                  <a:pt x="848832" y="12434"/>
                </a:lnTo>
                <a:lnTo>
                  <a:pt x="852507" y="11415"/>
                </a:lnTo>
                <a:lnTo>
                  <a:pt x="856181" y="10428"/>
                </a:lnTo>
                <a:lnTo>
                  <a:pt x="859856" y="9476"/>
                </a:lnTo>
                <a:lnTo>
                  <a:pt x="863530" y="8562"/>
                </a:lnTo>
                <a:lnTo>
                  <a:pt x="867205" y="7691"/>
                </a:lnTo>
                <a:lnTo>
                  <a:pt x="870880" y="6871"/>
                </a:lnTo>
                <a:lnTo>
                  <a:pt x="874554" y="6096"/>
                </a:lnTo>
                <a:lnTo>
                  <a:pt x="878229" y="5369"/>
                </a:lnTo>
                <a:lnTo>
                  <a:pt x="881903" y="4689"/>
                </a:lnTo>
                <a:lnTo>
                  <a:pt x="885578" y="4058"/>
                </a:lnTo>
                <a:lnTo>
                  <a:pt x="889253" y="3476"/>
                </a:lnTo>
                <a:lnTo>
                  <a:pt x="892927" y="2949"/>
                </a:lnTo>
                <a:lnTo>
                  <a:pt x="896602" y="2474"/>
                </a:lnTo>
                <a:lnTo>
                  <a:pt x="900276" y="2046"/>
                </a:lnTo>
                <a:lnTo>
                  <a:pt x="903951" y="1664"/>
                </a:lnTo>
                <a:lnTo>
                  <a:pt x="907626" y="1326"/>
                </a:lnTo>
                <a:lnTo>
                  <a:pt x="911300" y="1030"/>
                </a:lnTo>
                <a:lnTo>
                  <a:pt x="914975" y="776"/>
                </a:lnTo>
                <a:lnTo>
                  <a:pt x="918649" y="568"/>
                </a:lnTo>
                <a:lnTo>
                  <a:pt x="922324" y="396"/>
                </a:lnTo>
                <a:lnTo>
                  <a:pt x="925999" y="257"/>
                </a:lnTo>
                <a:lnTo>
                  <a:pt x="929673" y="149"/>
                </a:lnTo>
                <a:lnTo>
                  <a:pt x="933348" y="71"/>
                </a:lnTo>
                <a:lnTo>
                  <a:pt x="937022" y="21"/>
                </a:lnTo>
                <a:lnTo>
                  <a:pt x="940697" y="0"/>
                </a:lnTo>
                <a:lnTo>
                  <a:pt x="944372" y="6"/>
                </a:lnTo>
                <a:lnTo>
                  <a:pt x="948046" y="36"/>
                </a:lnTo>
                <a:lnTo>
                  <a:pt x="951721" y="89"/>
                </a:lnTo>
                <a:lnTo>
                  <a:pt x="955395" y="165"/>
                </a:lnTo>
                <a:lnTo>
                  <a:pt x="959070" y="265"/>
                </a:lnTo>
                <a:lnTo>
                  <a:pt x="962745" y="388"/>
                </a:lnTo>
                <a:lnTo>
                  <a:pt x="966419" y="541"/>
                </a:lnTo>
                <a:lnTo>
                  <a:pt x="970094" y="719"/>
                </a:lnTo>
                <a:lnTo>
                  <a:pt x="973768" y="923"/>
                </a:lnTo>
                <a:lnTo>
                  <a:pt x="977443" y="1154"/>
                </a:lnTo>
                <a:lnTo>
                  <a:pt x="981118" y="1412"/>
                </a:lnTo>
                <a:lnTo>
                  <a:pt x="984792" y="1697"/>
                </a:lnTo>
                <a:lnTo>
                  <a:pt x="988467" y="2012"/>
                </a:lnTo>
                <a:lnTo>
                  <a:pt x="992141" y="2359"/>
                </a:lnTo>
                <a:lnTo>
                  <a:pt x="995816" y="2732"/>
                </a:lnTo>
                <a:lnTo>
                  <a:pt x="999491" y="3131"/>
                </a:lnTo>
                <a:lnTo>
                  <a:pt x="1003165" y="3555"/>
                </a:lnTo>
                <a:lnTo>
                  <a:pt x="1006840" y="4002"/>
                </a:lnTo>
                <a:lnTo>
                  <a:pt x="1010514" y="4470"/>
                </a:lnTo>
                <a:lnTo>
                  <a:pt x="1014189" y="4962"/>
                </a:lnTo>
                <a:lnTo>
                  <a:pt x="1017864" y="5471"/>
                </a:lnTo>
                <a:lnTo>
                  <a:pt x="1021538" y="5997"/>
                </a:lnTo>
                <a:lnTo>
                  <a:pt x="1025213" y="6538"/>
                </a:lnTo>
                <a:lnTo>
                  <a:pt x="1028887" y="7094"/>
                </a:lnTo>
                <a:lnTo>
                  <a:pt x="1032562" y="7663"/>
                </a:lnTo>
                <a:lnTo>
                  <a:pt x="1036237" y="8247"/>
                </a:lnTo>
                <a:lnTo>
                  <a:pt x="1039911" y="8849"/>
                </a:lnTo>
                <a:lnTo>
                  <a:pt x="1043586" y="9467"/>
                </a:lnTo>
                <a:lnTo>
                  <a:pt x="1047260" y="10104"/>
                </a:lnTo>
                <a:lnTo>
                  <a:pt x="1050935" y="10761"/>
                </a:lnTo>
                <a:lnTo>
                  <a:pt x="1054610" y="11441"/>
                </a:lnTo>
                <a:lnTo>
                  <a:pt x="1058284" y="12145"/>
                </a:lnTo>
                <a:lnTo>
                  <a:pt x="1061959" y="12880"/>
                </a:lnTo>
                <a:lnTo>
                  <a:pt x="1065633" y="13647"/>
                </a:lnTo>
                <a:lnTo>
                  <a:pt x="1069308" y="14445"/>
                </a:lnTo>
                <a:lnTo>
                  <a:pt x="1072983" y="15273"/>
                </a:lnTo>
                <a:lnTo>
                  <a:pt x="1076657" y="16133"/>
                </a:lnTo>
                <a:lnTo>
                  <a:pt x="1080332" y="17023"/>
                </a:lnTo>
                <a:lnTo>
                  <a:pt x="1084006" y="17941"/>
                </a:lnTo>
                <a:lnTo>
                  <a:pt x="1087681" y="18889"/>
                </a:lnTo>
                <a:lnTo>
                  <a:pt x="1091356" y="19858"/>
                </a:lnTo>
                <a:lnTo>
                  <a:pt x="1095030" y="20842"/>
                </a:lnTo>
                <a:lnTo>
                  <a:pt x="1098705" y="21837"/>
                </a:lnTo>
                <a:lnTo>
                  <a:pt x="1102379" y="22838"/>
                </a:lnTo>
                <a:lnTo>
                  <a:pt x="1106054" y="23838"/>
                </a:lnTo>
                <a:lnTo>
                  <a:pt x="1109729" y="24832"/>
                </a:lnTo>
                <a:lnTo>
                  <a:pt x="1113403" y="25812"/>
                </a:lnTo>
                <a:lnTo>
                  <a:pt x="1117078" y="26774"/>
                </a:lnTo>
                <a:lnTo>
                  <a:pt x="1120752" y="27715"/>
                </a:lnTo>
                <a:lnTo>
                  <a:pt x="1124427" y="28630"/>
                </a:lnTo>
                <a:lnTo>
                  <a:pt x="1128102" y="29519"/>
                </a:lnTo>
                <a:lnTo>
                  <a:pt x="1131776" y="30379"/>
                </a:lnTo>
                <a:lnTo>
                  <a:pt x="1135451" y="31205"/>
                </a:lnTo>
                <a:lnTo>
                  <a:pt x="1139125" y="32002"/>
                </a:lnTo>
                <a:lnTo>
                  <a:pt x="1142800" y="32773"/>
                </a:lnTo>
                <a:lnTo>
                  <a:pt x="1146475" y="33520"/>
                </a:lnTo>
                <a:lnTo>
                  <a:pt x="1150149" y="34246"/>
                </a:lnTo>
                <a:lnTo>
                  <a:pt x="1153824" y="34955"/>
                </a:lnTo>
                <a:lnTo>
                  <a:pt x="1157498" y="35649"/>
                </a:lnTo>
                <a:lnTo>
                  <a:pt x="1161173" y="36332"/>
                </a:lnTo>
                <a:lnTo>
                  <a:pt x="1164848" y="37010"/>
                </a:lnTo>
                <a:lnTo>
                  <a:pt x="1168522" y="37687"/>
                </a:lnTo>
                <a:lnTo>
                  <a:pt x="1172197" y="38365"/>
                </a:lnTo>
                <a:lnTo>
                  <a:pt x="1175871" y="39047"/>
                </a:lnTo>
                <a:lnTo>
                  <a:pt x="1179546" y="39736"/>
                </a:lnTo>
                <a:lnTo>
                  <a:pt x="1183221" y="40434"/>
                </a:lnTo>
                <a:lnTo>
                  <a:pt x="1186895" y="41144"/>
                </a:lnTo>
                <a:lnTo>
                  <a:pt x="1190570" y="41866"/>
                </a:lnTo>
                <a:lnTo>
                  <a:pt x="1194244" y="42601"/>
                </a:lnTo>
                <a:lnTo>
                  <a:pt x="1197919" y="43350"/>
                </a:lnTo>
                <a:lnTo>
                  <a:pt x="1201594" y="44113"/>
                </a:lnTo>
                <a:lnTo>
                  <a:pt x="1205268" y="44891"/>
                </a:lnTo>
                <a:lnTo>
                  <a:pt x="1208943" y="45688"/>
                </a:lnTo>
                <a:lnTo>
                  <a:pt x="1212617" y="46503"/>
                </a:lnTo>
                <a:lnTo>
                  <a:pt x="1216292" y="47335"/>
                </a:lnTo>
                <a:lnTo>
                  <a:pt x="1219967" y="48187"/>
                </a:lnTo>
                <a:lnTo>
                  <a:pt x="1223641" y="49059"/>
                </a:lnTo>
                <a:lnTo>
                  <a:pt x="1227316" y="49952"/>
                </a:lnTo>
                <a:lnTo>
                  <a:pt x="1230990" y="50871"/>
                </a:lnTo>
                <a:lnTo>
                  <a:pt x="1234665" y="51816"/>
                </a:lnTo>
                <a:lnTo>
                  <a:pt x="1238340" y="52787"/>
                </a:lnTo>
                <a:lnTo>
                  <a:pt x="1242014" y="53783"/>
                </a:lnTo>
                <a:lnTo>
                  <a:pt x="1245689" y="54806"/>
                </a:lnTo>
                <a:lnTo>
                  <a:pt x="1249363" y="55854"/>
                </a:lnTo>
                <a:lnTo>
                  <a:pt x="1253038" y="56929"/>
                </a:lnTo>
                <a:lnTo>
                  <a:pt x="1256713" y="58033"/>
                </a:lnTo>
                <a:lnTo>
                  <a:pt x="1260387" y="59162"/>
                </a:lnTo>
                <a:lnTo>
                  <a:pt x="1264062" y="60311"/>
                </a:lnTo>
                <a:lnTo>
                  <a:pt x="1267736" y="61480"/>
                </a:lnTo>
                <a:lnTo>
                  <a:pt x="1271411" y="62666"/>
                </a:lnTo>
                <a:lnTo>
                  <a:pt x="1275086" y="63866"/>
                </a:lnTo>
                <a:lnTo>
                  <a:pt x="1278760" y="65077"/>
                </a:lnTo>
                <a:lnTo>
                  <a:pt x="1282435" y="66296"/>
                </a:lnTo>
                <a:lnTo>
                  <a:pt x="1286109" y="67517"/>
                </a:lnTo>
                <a:lnTo>
                  <a:pt x="1289784" y="68738"/>
                </a:lnTo>
                <a:lnTo>
                  <a:pt x="1293459" y="69955"/>
                </a:lnTo>
                <a:lnTo>
                  <a:pt x="1297133" y="71166"/>
                </a:lnTo>
                <a:lnTo>
                  <a:pt x="1300808" y="72366"/>
                </a:lnTo>
                <a:lnTo>
                  <a:pt x="1304482" y="73553"/>
                </a:lnTo>
                <a:lnTo>
                  <a:pt x="1308157" y="74723"/>
                </a:lnTo>
                <a:lnTo>
                  <a:pt x="1311832" y="75876"/>
                </a:lnTo>
                <a:lnTo>
                  <a:pt x="1315506" y="77010"/>
                </a:lnTo>
                <a:lnTo>
                  <a:pt x="1319181" y="78126"/>
                </a:lnTo>
                <a:lnTo>
                  <a:pt x="1322855" y="79221"/>
                </a:lnTo>
                <a:lnTo>
                  <a:pt x="1326530" y="80295"/>
                </a:lnTo>
                <a:lnTo>
                  <a:pt x="1330205" y="81346"/>
                </a:lnTo>
                <a:lnTo>
                  <a:pt x="1333879" y="82378"/>
                </a:lnTo>
                <a:lnTo>
                  <a:pt x="1337554" y="83391"/>
                </a:lnTo>
                <a:lnTo>
                  <a:pt x="1341228" y="84386"/>
                </a:lnTo>
                <a:lnTo>
                  <a:pt x="1344903" y="85366"/>
                </a:lnTo>
                <a:lnTo>
                  <a:pt x="1348577" y="86330"/>
                </a:lnTo>
                <a:lnTo>
                  <a:pt x="1352252" y="87278"/>
                </a:lnTo>
                <a:lnTo>
                  <a:pt x="1355927" y="88213"/>
                </a:lnTo>
                <a:lnTo>
                  <a:pt x="1359601" y="89137"/>
                </a:lnTo>
                <a:lnTo>
                  <a:pt x="1363276" y="90052"/>
                </a:lnTo>
                <a:lnTo>
                  <a:pt x="1366950" y="90957"/>
                </a:lnTo>
                <a:lnTo>
                  <a:pt x="1370625" y="91854"/>
                </a:lnTo>
                <a:lnTo>
                  <a:pt x="1374300" y="92742"/>
                </a:lnTo>
                <a:lnTo>
                  <a:pt x="1377974" y="93621"/>
                </a:lnTo>
                <a:lnTo>
                  <a:pt x="1381649" y="94493"/>
                </a:lnTo>
                <a:lnTo>
                  <a:pt x="1385323" y="95356"/>
                </a:lnTo>
                <a:lnTo>
                  <a:pt x="1388998" y="96209"/>
                </a:lnTo>
                <a:lnTo>
                  <a:pt x="1392673" y="97054"/>
                </a:lnTo>
                <a:lnTo>
                  <a:pt x="1396347" y="97887"/>
                </a:lnTo>
                <a:lnTo>
                  <a:pt x="1400022" y="98708"/>
                </a:lnTo>
                <a:lnTo>
                  <a:pt x="1403696" y="99514"/>
                </a:lnTo>
                <a:lnTo>
                  <a:pt x="1407371" y="100306"/>
                </a:lnTo>
                <a:lnTo>
                  <a:pt x="1411046" y="101082"/>
                </a:lnTo>
                <a:lnTo>
                  <a:pt x="1414720" y="101842"/>
                </a:lnTo>
                <a:lnTo>
                  <a:pt x="1418395" y="102584"/>
                </a:lnTo>
                <a:lnTo>
                  <a:pt x="1422069" y="103307"/>
                </a:lnTo>
                <a:lnTo>
                  <a:pt x="1425744" y="104008"/>
                </a:lnTo>
                <a:lnTo>
                  <a:pt x="1429419" y="104689"/>
                </a:lnTo>
                <a:lnTo>
                  <a:pt x="1433093" y="105349"/>
                </a:lnTo>
                <a:lnTo>
                  <a:pt x="1436768" y="105990"/>
                </a:lnTo>
                <a:lnTo>
                  <a:pt x="1440442" y="106611"/>
                </a:lnTo>
                <a:lnTo>
                  <a:pt x="1444117" y="107213"/>
                </a:lnTo>
                <a:lnTo>
                  <a:pt x="1447792" y="107794"/>
                </a:lnTo>
                <a:lnTo>
                  <a:pt x="1451466" y="108356"/>
                </a:lnTo>
                <a:lnTo>
                  <a:pt x="1455141" y="108900"/>
                </a:lnTo>
                <a:lnTo>
                  <a:pt x="1458815" y="109429"/>
                </a:lnTo>
                <a:lnTo>
                  <a:pt x="1462490" y="109943"/>
                </a:lnTo>
                <a:lnTo>
                  <a:pt x="1466165" y="110443"/>
                </a:lnTo>
                <a:lnTo>
                  <a:pt x="1469839" y="110930"/>
                </a:lnTo>
                <a:lnTo>
                  <a:pt x="1473514" y="111403"/>
                </a:lnTo>
                <a:lnTo>
                  <a:pt x="1477188" y="111865"/>
                </a:lnTo>
                <a:lnTo>
                  <a:pt x="1480863" y="112317"/>
                </a:lnTo>
                <a:lnTo>
                  <a:pt x="1484538" y="112760"/>
                </a:lnTo>
                <a:lnTo>
                  <a:pt x="1488212" y="113195"/>
                </a:lnTo>
                <a:lnTo>
                  <a:pt x="1491887" y="113622"/>
                </a:lnTo>
                <a:lnTo>
                  <a:pt x="1495561" y="114042"/>
                </a:lnTo>
                <a:lnTo>
                  <a:pt x="1499236" y="114455"/>
                </a:lnTo>
                <a:lnTo>
                  <a:pt x="1502911" y="114863"/>
                </a:lnTo>
                <a:lnTo>
                  <a:pt x="1506585" y="115266"/>
                </a:lnTo>
                <a:lnTo>
                  <a:pt x="1510260" y="115665"/>
                </a:lnTo>
                <a:lnTo>
                  <a:pt x="1513934" y="116062"/>
                </a:lnTo>
                <a:lnTo>
                  <a:pt x="1517609" y="116456"/>
                </a:lnTo>
                <a:lnTo>
                  <a:pt x="1521284" y="116849"/>
                </a:lnTo>
                <a:lnTo>
                  <a:pt x="1524958" y="117242"/>
                </a:lnTo>
                <a:lnTo>
                  <a:pt x="1528633" y="117636"/>
                </a:lnTo>
                <a:lnTo>
                  <a:pt x="1532307" y="118033"/>
                </a:lnTo>
                <a:lnTo>
                  <a:pt x="1535982" y="118432"/>
                </a:lnTo>
                <a:lnTo>
                  <a:pt x="1539657" y="118834"/>
                </a:lnTo>
                <a:lnTo>
                  <a:pt x="1543331" y="119241"/>
                </a:lnTo>
                <a:lnTo>
                  <a:pt x="1547006" y="119653"/>
                </a:lnTo>
                <a:lnTo>
                  <a:pt x="1550680" y="120070"/>
                </a:lnTo>
                <a:lnTo>
                  <a:pt x="1554355" y="120491"/>
                </a:lnTo>
                <a:lnTo>
                  <a:pt x="1558030" y="120916"/>
                </a:lnTo>
                <a:lnTo>
                  <a:pt x="1561704" y="121345"/>
                </a:lnTo>
                <a:lnTo>
                  <a:pt x="1565379" y="121776"/>
                </a:lnTo>
                <a:lnTo>
                  <a:pt x="1569053" y="122209"/>
                </a:lnTo>
                <a:lnTo>
                  <a:pt x="1572728" y="122641"/>
                </a:lnTo>
                <a:lnTo>
                  <a:pt x="1576403" y="123071"/>
                </a:lnTo>
                <a:lnTo>
                  <a:pt x="1580077" y="123497"/>
                </a:lnTo>
                <a:lnTo>
                  <a:pt x="1583752" y="123919"/>
                </a:lnTo>
                <a:lnTo>
                  <a:pt x="1587426" y="124333"/>
                </a:lnTo>
                <a:lnTo>
                  <a:pt x="1591101" y="124738"/>
                </a:lnTo>
                <a:lnTo>
                  <a:pt x="1594776" y="125132"/>
                </a:lnTo>
                <a:lnTo>
                  <a:pt x="1598450" y="125514"/>
                </a:lnTo>
                <a:lnTo>
                  <a:pt x="1602125" y="125883"/>
                </a:lnTo>
                <a:lnTo>
                  <a:pt x="1605799" y="126238"/>
                </a:lnTo>
                <a:lnTo>
                  <a:pt x="1609474" y="126580"/>
                </a:lnTo>
                <a:lnTo>
                  <a:pt x="1613149" y="126908"/>
                </a:lnTo>
                <a:lnTo>
                  <a:pt x="1616823" y="127221"/>
                </a:lnTo>
                <a:lnTo>
                  <a:pt x="1620498" y="127519"/>
                </a:lnTo>
                <a:lnTo>
                  <a:pt x="1624172" y="127804"/>
                </a:lnTo>
                <a:lnTo>
                  <a:pt x="1627847" y="128077"/>
                </a:lnTo>
                <a:lnTo>
                  <a:pt x="1631522" y="128339"/>
                </a:lnTo>
                <a:lnTo>
                  <a:pt x="1635196" y="128591"/>
                </a:lnTo>
                <a:lnTo>
                  <a:pt x="1638871" y="128835"/>
                </a:lnTo>
                <a:lnTo>
                  <a:pt x="1642545" y="129070"/>
                </a:lnTo>
                <a:lnTo>
                  <a:pt x="1646220" y="129298"/>
                </a:lnTo>
                <a:lnTo>
                  <a:pt x="1649895" y="129520"/>
                </a:lnTo>
                <a:lnTo>
                  <a:pt x="1653569" y="129739"/>
                </a:lnTo>
                <a:lnTo>
                  <a:pt x="1657244" y="129953"/>
                </a:lnTo>
                <a:lnTo>
                  <a:pt x="1660918" y="130163"/>
                </a:lnTo>
                <a:lnTo>
                  <a:pt x="1664593" y="130370"/>
                </a:lnTo>
                <a:lnTo>
                  <a:pt x="1668268" y="130574"/>
                </a:lnTo>
                <a:lnTo>
                  <a:pt x="1671942" y="130774"/>
                </a:lnTo>
                <a:lnTo>
                  <a:pt x="1675617" y="130971"/>
                </a:lnTo>
                <a:lnTo>
                  <a:pt x="1679291" y="131164"/>
                </a:lnTo>
                <a:lnTo>
                  <a:pt x="1682966" y="131353"/>
                </a:lnTo>
                <a:lnTo>
                  <a:pt x="1686641" y="131538"/>
                </a:lnTo>
                <a:lnTo>
                  <a:pt x="1690315" y="131718"/>
                </a:lnTo>
                <a:lnTo>
                  <a:pt x="1693990" y="131892"/>
                </a:lnTo>
                <a:lnTo>
                  <a:pt x="1697664" y="132060"/>
                </a:lnTo>
                <a:lnTo>
                  <a:pt x="1701339" y="132222"/>
                </a:lnTo>
                <a:lnTo>
                  <a:pt x="1705014" y="132378"/>
                </a:lnTo>
                <a:lnTo>
                  <a:pt x="1708688" y="132527"/>
                </a:lnTo>
                <a:lnTo>
                  <a:pt x="1712363" y="132671"/>
                </a:lnTo>
                <a:lnTo>
                  <a:pt x="1716037" y="132807"/>
                </a:lnTo>
                <a:lnTo>
                  <a:pt x="1719712" y="132936"/>
                </a:lnTo>
                <a:lnTo>
                  <a:pt x="1723387" y="133060"/>
                </a:lnTo>
                <a:lnTo>
                  <a:pt x="1727061" y="133178"/>
                </a:lnTo>
                <a:lnTo>
                  <a:pt x="1730736" y="133291"/>
                </a:lnTo>
                <a:lnTo>
                  <a:pt x="1734410" y="133399"/>
                </a:lnTo>
                <a:lnTo>
                  <a:pt x="1738085" y="133502"/>
                </a:lnTo>
                <a:lnTo>
                  <a:pt x="1741760" y="133600"/>
                </a:lnTo>
                <a:lnTo>
                  <a:pt x="1745434" y="133694"/>
                </a:lnTo>
                <a:lnTo>
                  <a:pt x="1749109" y="133786"/>
                </a:lnTo>
                <a:lnTo>
                  <a:pt x="1752783" y="133874"/>
                </a:lnTo>
                <a:lnTo>
                  <a:pt x="1756458" y="133960"/>
                </a:lnTo>
                <a:lnTo>
                  <a:pt x="1760133" y="134043"/>
                </a:lnTo>
                <a:lnTo>
                  <a:pt x="1763807" y="134125"/>
                </a:lnTo>
                <a:lnTo>
                  <a:pt x="1767482" y="134206"/>
                </a:lnTo>
                <a:lnTo>
                  <a:pt x="1771156" y="134286"/>
                </a:lnTo>
                <a:lnTo>
                  <a:pt x="1774831" y="134365"/>
                </a:lnTo>
                <a:lnTo>
                  <a:pt x="1778506" y="134445"/>
                </a:lnTo>
                <a:lnTo>
                  <a:pt x="1782180" y="134526"/>
                </a:lnTo>
                <a:lnTo>
                  <a:pt x="1785855" y="134608"/>
                </a:lnTo>
                <a:lnTo>
                  <a:pt x="1789529" y="134692"/>
                </a:lnTo>
                <a:lnTo>
                  <a:pt x="1793204" y="134779"/>
                </a:lnTo>
                <a:lnTo>
                  <a:pt x="1796879" y="134868"/>
                </a:lnTo>
                <a:lnTo>
                  <a:pt x="1800553" y="134961"/>
                </a:lnTo>
                <a:lnTo>
                  <a:pt x="1804228" y="135058"/>
                </a:lnTo>
                <a:lnTo>
                  <a:pt x="1807902" y="135158"/>
                </a:lnTo>
                <a:lnTo>
                  <a:pt x="1811577" y="135264"/>
                </a:lnTo>
                <a:lnTo>
                  <a:pt x="1815252" y="135374"/>
                </a:lnTo>
                <a:lnTo>
                  <a:pt x="1818926" y="135490"/>
                </a:lnTo>
                <a:lnTo>
                  <a:pt x="1822601" y="135610"/>
                </a:lnTo>
                <a:lnTo>
                  <a:pt x="1826275" y="135736"/>
                </a:lnTo>
                <a:lnTo>
                  <a:pt x="1829950" y="135866"/>
                </a:lnTo>
                <a:lnTo>
                  <a:pt x="1833625" y="136000"/>
                </a:lnTo>
                <a:lnTo>
                  <a:pt x="1837299" y="136140"/>
                </a:lnTo>
                <a:lnTo>
                  <a:pt x="1840974" y="136284"/>
                </a:lnTo>
                <a:lnTo>
                  <a:pt x="1844648" y="136430"/>
                </a:lnTo>
                <a:lnTo>
                  <a:pt x="1848323" y="136580"/>
                </a:lnTo>
                <a:lnTo>
                  <a:pt x="1851998" y="136732"/>
                </a:lnTo>
                <a:lnTo>
                  <a:pt x="1855672" y="136885"/>
                </a:lnTo>
                <a:lnTo>
                  <a:pt x="1859347" y="137039"/>
                </a:lnTo>
                <a:lnTo>
                  <a:pt x="1863021" y="137193"/>
                </a:lnTo>
                <a:lnTo>
                  <a:pt x="1866696" y="137346"/>
                </a:lnTo>
                <a:lnTo>
                  <a:pt x="1870371" y="137497"/>
                </a:lnTo>
                <a:lnTo>
                  <a:pt x="1874045" y="137645"/>
                </a:lnTo>
                <a:lnTo>
                  <a:pt x="1877720" y="137790"/>
                </a:lnTo>
              </a:path>
            </a:pathLst>
          </a:custGeom>
          <a:ln w="27101" cap="flat">
            <a:solidFill>
              <a:srgbClr val="C77C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2" name="rc82"/>
          <p:cNvSpPr/>
          <p:nvPr/>
        </p:nvSpPr>
        <p:spPr>
          <a:xfrm>
            <a:off x="4454635" y="3600550"/>
            <a:ext cx="2065492" cy="653993"/>
          </a:xfrm>
          <a:prstGeom prst="rect">
            <a:avLst/>
          </a:prstGeom>
          <a:ln w="17246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3" name="rc83"/>
          <p:cNvSpPr/>
          <p:nvPr/>
        </p:nvSpPr>
        <p:spPr>
          <a:xfrm>
            <a:off x="6608695" y="2115428"/>
            <a:ext cx="2065492" cy="653993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4" name="pl84"/>
          <p:cNvSpPr/>
          <p:nvPr/>
        </p:nvSpPr>
        <p:spPr>
          <a:xfrm>
            <a:off x="6608695" y="2644448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5" name="pl85"/>
          <p:cNvSpPr/>
          <p:nvPr/>
        </p:nvSpPr>
        <p:spPr>
          <a:xfrm>
            <a:off x="6608695" y="2453957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6" name="pl86"/>
          <p:cNvSpPr/>
          <p:nvPr/>
        </p:nvSpPr>
        <p:spPr>
          <a:xfrm>
            <a:off x="6608695" y="2263466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7" name="pl87"/>
          <p:cNvSpPr/>
          <p:nvPr/>
        </p:nvSpPr>
        <p:spPr>
          <a:xfrm>
            <a:off x="6937297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8" name="pl88"/>
          <p:cNvSpPr/>
          <p:nvPr/>
        </p:nvSpPr>
        <p:spPr>
          <a:xfrm>
            <a:off x="7406727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9" name="pl89"/>
          <p:cNvSpPr/>
          <p:nvPr/>
        </p:nvSpPr>
        <p:spPr>
          <a:xfrm>
            <a:off x="7876157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0" name="pl90"/>
          <p:cNvSpPr/>
          <p:nvPr/>
        </p:nvSpPr>
        <p:spPr>
          <a:xfrm>
            <a:off x="8345587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1" name="pl91"/>
          <p:cNvSpPr/>
          <p:nvPr/>
        </p:nvSpPr>
        <p:spPr>
          <a:xfrm>
            <a:off x="6608695" y="2739694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2" name="pl92"/>
          <p:cNvSpPr/>
          <p:nvPr/>
        </p:nvSpPr>
        <p:spPr>
          <a:xfrm>
            <a:off x="6608695" y="2549203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" name="pl93"/>
          <p:cNvSpPr/>
          <p:nvPr/>
        </p:nvSpPr>
        <p:spPr>
          <a:xfrm>
            <a:off x="6608695" y="2358711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" name="pl94"/>
          <p:cNvSpPr/>
          <p:nvPr/>
        </p:nvSpPr>
        <p:spPr>
          <a:xfrm>
            <a:off x="6608695" y="2168220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5" name="pl95"/>
          <p:cNvSpPr/>
          <p:nvPr/>
        </p:nvSpPr>
        <p:spPr>
          <a:xfrm>
            <a:off x="6702581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6" name="pl96"/>
          <p:cNvSpPr/>
          <p:nvPr/>
        </p:nvSpPr>
        <p:spPr>
          <a:xfrm>
            <a:off x="7172012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7" name="pl97"/>
          <p:cNvSpPr/>
          <p:nvPr/>
        </p:nvSpPr>
        <p:spPr>
          <a:xfrm>
            <a:off x="7641442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8" name="pl98"/>
          <p:cNvSpPr/>
          <p:nvPr/>
        </p:nvSpPr>
        <p:spPr>
          <a:xfrm>
            <a:off x="8110872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9" name="pl99"/>
          <p:cNvSpPr/>
          <p:nvPr/>
        </p:nvSpPr>
        <p:spPr>
          <a:xfrm>
            <a:off x="8580302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0" name="pg100"/>
          <p:cNvSpPr/>
          <p:nvPr/>
        </p:nvSpPr>
        <p:spPr>
          <a:xfrm>
            <a:off x="6702581" y="2145155"/>
            <a:ext cx="1877720" cy="594539"/>
          </a:xfrm>
          <a:custGeom>
            <a:avLst/>
            <a:gdLst/>
            <a:ahLst/>
            <a:cxnLst/>
            <a:rect l="0" t="0" r="0" b="0"/>
            <a:pathLst>
              <a:path w="1877720" h="594539">
                <a:moveTo>
                  <a:pt x="0" y="594539"/>
                </a:moveTo>
                <a:lnTo>
                  <a:pt x="3674" y="594539"/>
                </a:lnTo>
                <a:lnTo>
                  <a:pt x="7349" y="594539"/>
                </a:lnTo>
                <a:lnTo>
                  <a:pt x="11023" y="594539"/>
                </a:lnTo>
                <a:lnTo>
                  <a:pt x="14698" y="594539"/>
                </a:lnTo>
                <a:lnTo>
                  <a:pt x="18372" y="594539"/>
                </a:lnTo>
                <a:lnTo>
                  <a:pt x="22047" y="594539"/>
                </a:lnTo>
                <a:lnTo>
                  <a:pt x="25722" y="594539"/>
                </a:lnTo>
                <a:lnTo>
                  <a:pt x="29396" y="594539"/>
                </a:lnTo>
                <a:lnTo>
                  <a:pt x="33071" y="594539"/>
                </a:lnTo>
                <a:lnTo>
                  <a:pt x="36745" y="594539"/>
                </a:lnTo>
                <a:lnTo>
                  <a:pt x="40420" y="594539"/>
                </a:lnTo>
                <a:lnTo>
                  <a:pt x="44095" y="594539"/>
                </a:lnTo>
                <a:lnTo>
                  <a:pt x="47769" y="594539"/>
                </a:lnTo>
                <a:lnTo>
                  <a:pt x="51444" y="594539"/>
                </a:lnTo>
                <a:lnTo>
                  <a:pt x="55118" y="594539"/>
                </a:lnTo>
                <a:lnTo>
                  <a:pt x="58793" y="594539"/>
                </a:lnTo>
                <a:lnTo>
                  <a:pt x="62468" y="594539"/>
                </a:lnTo>
                <a:lnTo>
                  <a:pt x="66142" y="594539"/>
                </a:lnTo>
                <a:lnTo>
                  <a:pt x="69817" y="594539"/>
                </a:lnTo>
                <a:lnTo>
                  <a:pt x="73491" y="594539"/>
                </a:lnTo>
                <a:lnTo>
                  <a:pt x="77166" y="594539"/>
                </a:lnTo>
                <a:lnTo>
                  <a:pt x="80841" y="594539"/>
                </a:lnTo>
                <a:lnTo>
                  <a:pt x="84515" y="594539"/>
                </a:lnTo>
                <a:lnTo>
                  <a:pt x="88190" y="594539"/>
                </a:lnTo>
                <a:lnTo>
                  <a:pt x="91864" y="594539"/>
                </a:lnTo>
                <a:lnTo>
                  <a:pt x="95539" y="594539"/>
                </a:lnTo>
                <a:lnTo>
                  <a:pt x="99214" y="594539"/>
                </a:lnTo>
                <a:lnTo>
                  <a:pt x="102888" y="594539"/>
                </a:lnTo>
                <a:lnTo>
                  <a:pt x="106563" y="594539"/>
                </a:lnTo>
                <a:lnTo>
                  <a:pt x="110237" y="594539"/>
                </a:lnTo>
                <a:lnTo>
                  <a:pt x="113912" y="594539"/>
                </a:lnTo>
                <a:lnTo>
                  <a:pt x="117587" y="594539"/>
                </a:lnTo>
                <a:lnTo>
                  <a:pt x="121261" y="594539"/>
                </a:lnTo>
                <a:lnTo>
                  <a:pt x="124936" y="594539"/>
                </a:lnTo>
                <a:lnTo>
                  <a:pt x="128610" y="594539"/>
                </a:lnTo>
                <a:lnTo>
                  <a:pt x="132285" y="594539"/>
                </a:lnTo>
                <a:lnTo>
                  <a:pt x="135960" y="594539"/>
                </a:lnTo>
                <a:lnTo>
                  <a:pt x="139634" y="594539"/>
                </a:lnTo>
                <a:lnTo>
                  <a:pt x="143309" y="594539"/>
                </a:lnTo>
                <a:lnTo>
                  <a:pt x="146983" y="594539"/>
                </a:lnTo>
                <a:lnTo>
                  <a:pt x="150658" y="594539"/>
                </a:lnTo>
                <a:lnTo>
                  <a:pt x="154333" y="594539"/>
                </a:lnTo>
                <a:lnTo>
                  <a:pt x="158007" y="594539"/>
                </a:lnTo>
                <a:lnTo>
                  <a:pt x="161682" y="594539"/>
                </a:lnTo>
                <a:lnTo>
                  <a:pt x="165356" y="594539"/>
                </a:lnTo>
                <a:lnTo>
                  <a:pt x="169031" y="594539"/>
                </a:lnTo>
                <a:lnTo>
                  <a:pt x="172706" y="594539"/>
                </a:lnTo>
                <a:lnTo>
                  <a:pt x="176380" y="594539"/>
                </a:lnTo>
                <a:lnTo>
                  <a:pt x="180055" y="594539"/>
                </a:lnTo>
                <a:lnTo>
                  <a:pt x="183729" y="594539"/>
                </a:lnTo>
                <a:lnTo>
                  <a:pt x="187404" y="594539"/>
                </a:lnTo>
                <a:lnTo>
                  <a:pt x="191079" y="594539"/>
                </a:lnTo>
                <a:lnTo>
                  <a:pt x="194753" y="594539"/>
                </a:lnTo>
                <a:lnTo>
                  <a:pt x="198428" y="594539"/>
                </a:lnTo>
                <a:lnTo>
                  <a:pt x="202102" y="594539"/>
                </a:lnTo>
                <a:lnTo>
                  <a:pt x="205777" y="594539"/>
                </a:lnTo>
                <a:lnTo>
                  <a:pt x="209452" y="594539"/>
                </a:lnTo>
                <a:lnTo>
                  <a:pt x="213126" y="594539"/>
                </a:lnTo>
                <a:lnTo>
                  <a:pt x="216801" y="594539"/>
                </a:lnTo>
                <a:lnTo>
                  <a:pt x="220475" y="594539"/>
                </a:lnTo>
                <a:lnTo>
                  <a:pt x="224150" y="594539"/>
                </a:lnTo>
                <a:lnTo>
                  <a:pt x="227825" y="594539"/>
                </a:lnTo>
                <a:lnTo>
                  <a:pt x="231499" y="594539"/>
                </a:lnTo>
                <a:lnTo>
                  <a:pt x="235174" y="594539"/>
                </a:lnTo>
                <a:lnTo>
                  <a:pt x="238848" y="594539"/>
                </a:lnTo>
                <a:lnTo>
                  <a:pt x="242523" y="594539"/>
                </a:lnTo>
                <a:lnTo>
                  <a:pt x="246198" y="594539"/>
                </a:lnTo>
                <a:lnTo>
                  <a:pt x="249872" y="594539"/>
                </a:lnTo>
                <a:lnTo>
                  <a:pt x="253547" y="594539"/>
                </a:lnTo>
                <a:lnTo>
                  <a:pt x="257221" y="594539"/>
                </a:lnTo>
                <a:lnTo>
                  <a:pt x="260896" y="594539"/>
                </a:lnTo>
                <a:lnTo>
                  <a:pt x="264571" y="594539"/>
                </a:lnTo>
                <a:lnTo>
                  <a:pt x="268245" y="594539"/>
                </a:lnTo>
                <a:lnTo>
                  <a:pt x="271920" y="594539"/>
                </a:lnTo>
                <a:lnTo>
                  <a:pt x="275594" y="594539"/>
                </a:lnTo>
                <a:lnTo>
                  <a:pt x="279269" y="594539"/>
                </a:lnTo>
                <a:lnTo>
                  <a:pt x="282944" y="594539"/>
                </a:lnTo>
                <a:lnTo>
                  <a:pt x="286618" y="594539"/>
                </a:lnTo>
                <a:lnTo>
                  <a:pt x="290293" y="594539"/>
                </a:lnTo>
                <a:lnTo>
                  <a:pt x="293967" y="594539"/>
                </a:lnTo>
                <a:lnTo>
                  <a:pt x="297642" y="594539"/>
                </a:lnTo>
                <a:lnTo>
                  <a:pt x="301317" y="594539"/>
                </a:lnTo>
                <a:lnTo>
                  <a:pt x="304991" y="594539"/>
                </a:lnTo>
                <a:lnTo>
                  <a:pt x="308666" y="594539"/>
                </a:lnTo>
                <a:lnTo>
                  <a:pt x="312340" y="594539"/>
                </a:lnTo>
                <a:lnTo>
                  <a:pt x="316015" y="594539"/>
                </a:lnTo>
                <a:lnTo>
                  <a:pt x="319690" y="594539"/>
                </a:lnTo>
                <a:lnTo>
                  <a:pt x="323364" y="594539"/>
                </a:lnTo>
                <a:lnTo>
                  <a:pt x="327039" y="594539"/>
                </a:lnTo>
                <a:lnTo>
                  <a:pt x="330713" y="594539"/>
                </a:lnTo>
                <a:lnTo>
                  <a:pt x="334388" y="594539"/>
                </a:lnTo>
                <a:lnTo>
                  <a:pt x="338063" y="594539"/>
                </a:lnTo>
                <a:lnTo>
                  <a:pt x="341737" y="594539"/>
                </a:lnTo>
                <a:lnTo>
                  <a:pt x="345412" y="594539"/>
                </a:lnTo>
                <a:lnTo>
                  <a:pt x="349086" y="594539"/>
                </a:lnTo>
                <a:lnTo>
                  <a:pt x="352761" y="594539"/>
                </a:lnTo>
                <a:lnTo>
                  <a:pt x="356436" y="594539"/>
                </a:lnTo>
                <a:lnTo>
                  <a:pt x="360110" y="594539"/>
                </a:lnTo>
                <a:lnTo>
                  <a:pt x="363785" y="594539"/>
                </a:lnTo>
                <a:lnTo>
                  <a:pt x="367459" y="594539"/>
                </a:lnTo>
                <a:lnTo>
                  <a:pt x="371134" y="594539"/>
                </a:lnTo>
                <a:lnTo>
                  <a:pt x="374809" y="594539"/>
                </a:lnTo>
                <a:lnTo>
                  <a:pt x="378483" y="594539"/>
                </a:lnTo>
                <a:lnTo>
                  <a:pt x="382158" y="594539"/>
                </a:lnTo>
                <a:lnTo>
                  <a:pt x="385832" y="594539"/>
                </a:lnTo>
                <a:lnTo>
                  <a:pt x="389507" y="594539"/>
                </a:lnTo>
                <a:lnTo>
                  <a:pt x="393182" y="594539"/>
                </a:lnTo>
                <a:lnTo>
                  <a:pt x="396856" y="594539"/>
                </a:lnTo>
                <a:lnTo>
                  <a:pt x="400531" y="594539"/>
                </a:lnTo>
                <a:lnTo>
                  <a:pt x="404205" y="594539"/>
                </a:lnTo>
                <a:lnTo>
                  <a:pt x="407880" y="594539"/>
                </a:lnTo>
                <a:lnTo>
                  <a:pt x="411555" y="594539"/>
                </a:lnTo>
                <a:lnTo>
                  <a:pt x="415229" y="594539"/>
                </a:lnTo>
                <a:lnTo>
                  <a:pt x="418904" y="594539"/>
                </a:lnTo>
                <a:lnTo>
                  <a:pt x="422578" y="594539"/>
                </a:lnTo>
                <a:lnTo>
                  <a:pt x="426253" y="594539"/>
                </a:lnTo>
                <a:lnTo>
                  <a:pt x="429928" y="594539"/>
                </a:lnTo>
                <a:lnTo>
                  <a:pt x="433602" y="594539"/>
                </a:lnTo>
                <a:lnTo>
                  <a:pt x="437277" y="594539"/>
                </a:lnTo>
                <a:lnTo>
                  <a:pt x="440951" y="594539"/>
                </a:lnTo>
                <a:lnTo>
                  <a:pt x="444626" y="594539"/>
                </a:lnTo>
                <a:lnTo>
                  <a:pt x="448301" y="594539"/>
                </a:lnTo>
                <a:lnTo>
                  <a:pt x="451975" y="594539"/>
                </a:lnTo>
                <a:lnTo>
                  <a:pt x="455650" y="594539"/>
                </a:lnTo>
                <a:lnTo>
                  <a:pt x="459324" y="594539"/>
                </a:lnTo>
                <a:lnTo>
                  <a:pt x="462999" y="594539"/>
                </a:lnTo>
                <a:lnTo>
                  <a:pt x="466674" y="594539"/>
                </a:lnTo>
                <a:lnTo>
                  <a:pt x="470348" y="594539"/>
                </a:lnTo>
                <a:lnTo>
                  <a:pt x="474023" y="594539"/>
                </a:lnTo>
                <a:lnTo>
                  <a:pt x="477697" y="594539"/>
                </a:lnTo>
                <a:lnTo>
                  <a:pt x="481372" y="594538"/>
                </a:lnTo>
                <a:lnTo>
                  <a:pt x="485047" y="594537"/>
                </a:lnTo>
                <a:lnTo>
                  <a:pt x="488721" y="594532"/>
                </a:lnTo>
                <a:lnTo>
                  <a:pt x="492396" y="594520"/>
                </a:lnTo>
                <a:lnTo>
                  <a:pt x="496070" y="594491"/>
                </a:lnTo>
                <a:lnTo>
                  <a:pt x="499745" y="594433"/>
                </a:lnTo>
                <a:lnTo>
                  <a:pt x="503420" y="594336"/>
                </a:lnTo>
                <a:lnTo>
                  <a:pt x="507094" y="594200"/>
                </a:lnTo>
                <a:lnTo>
                  <a:pt x="510769" y="594044"/>
                </a:lnTo>
                <a:lnTo>
                  <a:pt x="514443" y="593909"/>
                </a:lnTo>
                <a:lnTo>
                  <a:pt x="518118" y="593836"/>
                </a:lnTo>
                <a:lnTo>
                  <a:pt x="521793" y="593852"/>
                </a:lnTo>
                <a:lnTo>
                  <a:pt x="525467" y="593951"/>
                </a:lnTo>
                <a:lnTo>
                  <a:pt x="529142" y="594098"/>
                </a:lnTo>
                <a:lnTo>
                  <a:pt x="532816" y="594249"/>
                </a:lnTo>
                <a:lnTo>
                  <a:pt x="536491" y="594373"/>
                </a:lnTo>
                <a:lnTo>
                  <a:pt x="540166" y="594456"/>
                </a:lnTo>
                <a:lnTo>
                  <a:pt x="543840" y="594503"/>
                </a:lnTo>
                <a:lnTo>
                  <a:pt x="547515" y="594525"/>
                </a:lnTo>
                <a:lnTo>
                  <a:pt x="551189" y="594534"/>
                </a:lnTo>
                <a:lnTo>
                  <a:pt x="554864" y="594537"/>
                </a:lnTo>
                <a:lnTo>
                  <a:pt x="558539" y="594538"/>
                </a:lnTo>
                <a:lnTo>
                  <a:pt x="562213" y="594539"/>
                </a:lnTo>
                <a:lnTo>
                  <a:pt x="565888" y="594539"/>
                </a:lnTo>
                <a:lnTo>
                  <a:pt x="569562" y="594538"/>
                </a:lnTo>
                <a:lnTo>
                  <a:pt x="573237" y="594537"/>
                </a:lnTo>
                <a:lnTo>
                  <a:pt x="576912" y="594534"/>
                </a:lnTo>
                <a:lnTo>
                  <a:pt x="580586" y="594523"/>
                </a:lnTo>
                <a:lnTo>
                  <a:pt x="584261" y="594494"/>
                </a:lnTo>
                <a:lnTo>
                  <a:pt x="587935" y="594432"/>
                </a:lnTo>
                <a:lnTo>
                  <a:pt x="591610" y="594313"/>
                </a:lnTo>
                <a:lnTo>
                  <a:pt x="595285" y="594120"/>
                </a:lnTo>
                <a:lnTo>
                  <a:pt x="598959" y="593855"/>
                </a:lnTo>
                <a:lnTo>
                  <a:pt x="602634" y="593551"/>
                </a:lnTo>
                <a:lnTo>
                  <a:pt x="606308" y="593263"/>
                </a:lnTo>
                <a:lnTo>
                  <a:pt x="609983" y="593049"/>
                </a:lnTo>
                <a:lnTo>
                  <a:pt x="613658" y="592932"/>
                </a:lnTo>
                <a:lnTo>
                  <a:pt x="617332" y="592893"/>
                </a:lnTo>
                <a:lnTo>
                  <a:pt x="621007" y="592885"/>
                </a:lnTo>
                <a:lnTo>
                  <a:pt x="624681" y="592865"/>
                </a:lnTo>
                <a:lnTo>
                  <a:pt x="628356" y="592823"/>
                </a:lnTo>
                <a:lnTo>
                  <a:pt x="632031" y="592764"/>
                </a:lnTo>
                <a:lnTo>
                  <a:pt x="635705" y="592685"/>
                </a:lnTo>
                <a:lnTo>
                  <a:pt x="639380" y="592543"/>
                </a:lnTo>
                <a:lnTo>
                  <a:pt x="643054" y="592259"/>
                </a:lnTo>
                <a:lnTo>
                  <a:pt x="646729" y="591745"/>
                </a:lnTo>
                <a:lnTo>
                  <a:pt x="650404" y="590926"/>
                </a:lnTo>
                <a:lnTo>
                  <a:pt x="654078" y="589757"/>
                </a:lnTo>
                <a:lnTo>
                  <a:pt x="657753" y="588230"/>
                </a:lnTo>
                <a:lnTo>
                  <a:pt x="661427" y="586402"/>
                </a:lnTo>
                <a:lnTo>
                  <a:pt x="665102" y="584418"/>
                </a:lnTo>
                <a:lnTo>
                  <a:pt x="668777" y="582500"/>
                </a:lnTo>
                <a:lnTo>
                  <a:pt x="672451" y="580850"/>
                </a:lnTo>
                <a:lnTo>
                  <a:pt x="676126" y="579537"/>
                </a:lnTo>
                <a:lnTo>
                  <a:pt x="679800" y="578482"/>
                </a:lnTo>
                <a:lnTo>
                  <a:pt x="683475" y="577517"/>
                </a:lnTo>
                <a:lnTo>
                  <a:pt x="687150" y="576492"/>
                </a:lnTo>
                <a:lnTo>
                  <a:pt x="690824" y="575327"/>
                </a:lnTo>
                <a:lnTo>
                  <a:pt x="694499" y="573996"/>
                </a:lnTo>
                <a:lnTo>
                  <a:pt x="698173" y="572454"/>
                </a:lnTo>
                <a:lnTo>
                  <a:pt x="701848" y="570594"/>
                </a:lnTo>
                <a:lnTo>
                  <a:pt x="705523" y="568280"/>
                </a:lnTo>
                <a:lnTo>
                  <a:pt x="709197" y="565401"/>
                </a:lnTo>
                <a:lnTo>
                  <a:pt x="712872" y="561887"/>
                </a:lnTo>
                <a:lnTo>
                  <a:pt x="716546" y="557661"/>
                </a:lnTo>
                <a:lnTo>
                  <a:pt x="720221" y="552573"/>
                </a:lnTo>
                <a:lnTo>
                  <a:pt x="723896" y="546431"/>
                </a:lnTo>
                <a:lnTo>
                  <a:pt x="727570" y="539141"/>
                </a:lnTo>
                <a:lnTo>
                  <a:pt x="731245" y="530864"/>
                </a:lnTo>
                <a:lnTo>
                  <a:pt x="734919" y="522060"/>
                </a:lnTo>
                <a:lnTo>
                  <a:pt x="738594" y="513347"/>
                </a:lnTo>
                <a:lnTo>
                  <a:pt x="742269" y="505274"/>
                </a:lnTo>
                <a:lnTo>
                  <a:pt x="745943" y="498119"/>
                </a:lnTo>
                <a:lnTo>
                  <a:pt x="749618" y="491814"/>
                </a:lnTo>
                <a:lnTo>
                  <a:pt x="753292" y="485993"/>
                </a:lnTo>
                <a:lnTo>
                  <a:pt x="756967" y="480083"/>
                </a:lnTo>
                <a:lnTo>
                  <a:pt x="760642" y="473370"/>
                </a:lnTo>
                <a:lnTo>
                  <a:pt x="764316" y="465314"/>
                </a:lnTo>
                <a:lnTo>
                  <a:pt x="767991" y="455738"/>
                </a:lnTo>
                <a:lnTo>
                  <a:pt x="771665" y="445029"/>
                </a:lnTo>
                <a:lnTo>
                  <a:pt x="775340" y="434036"/>
                </a:lnTo>
                <a:lnTo>
                  <a:pt x="779015" y="423663"/>
                </a:lnTo>
                <a:lnTo>
                  <a:pt x="782689" y="414391"/>
                </a:lnTo>
                <a:lnTo>
                  <a:pt x="786364" y="406031"/>
                </a:lnTo>
                <a:lnTo>
                  <a:pt x="790038" y="397834"/>
                </a:lnTo>
                <a:lnTo>
                  <a:pt x="793713" y="388804"/>
                </a:lnTo>
                <a:lnTo>
                  <a:pt x="797388" y="378032"/>
                </a:lnTo>
                <a:lnTo>
                  <a:pt x="801062" y="364957"/>
                </a:lnTo>
                <a:lnTo>
                  <a:pt x="804737" y="349512"/>
                </a:lnTo>
                <a:lnTo>
                  <a:pt x="808411" y="332117"/>
                </a:lnTo>
                <a:lnTo>
                  <a:pt x="812086" y="313481"/>
                </a:lnTo>
                <a:lnTo>
                  <a:pt x="815761" y="294271"/>
                </a:lnTo>
                <a:lnTo>
                  <a:pt x="819435" y="274799"/>
                </a:lnTo>
                <a:lnTo>
                  <a:pt x="823110" y="254915"/>
                </a:lnTo>
                <a:lnTo>
                  <a:pt x="826784" y="234177"/>
                </a:lnTo>
                <a:lnTo>
                  <a:pt x="830459" y="212177"/>
                </a:lnTo>
                <a:lnTo>
                  <a:pt x="834134" y="188807"/>
                </a:lnTo>
                <a:lnTo>
                  <a:pt x="837808" y="164342"/>
                </a:lnTo>
                <a:lnTo>
                  <a:pt x="841483" y="139414"/>
                </a:lnTo>
                <a:lnTo>
                  <a:pt x="845157" y="115025"/>
                </a:lnTo>
                <a:lnTo>
                  <a:pt x="848832" y="92645"/>
                </a:lnTo>
                <a:lnTo>
                  <a:pt x="852507" y="74051"/>
                </a:lnTo>
                <a:lnTo>
                  <a:pt x="856181" y="60356"/>
                </a:lnTo>
                <a:lnTo>
                  <a:pt x="859856" y="51591"/>
                </a:lnTo>
                <a:lnTo>
                  <a:pt x="863530" y="46466"/>
                </a:lnTo>
                <a:lnTo>
                  <a:pt x="867205" y="42903"/>
                </a:lnTo>
                <a:lnTo>
                  <a:pt x="870880" y="38893"/>
                </a:lnTo>
                <a:lnTo>
                  <a:pt x="874554" y="33170"/>
                </a:lnTo>
                <a:lnTo>
                  <a:pt x="878229" y="25463"/>
                </a:lnTo>
                <a:lnTo>
                  <a:pt x="881903" y="16505"/>
                </a:lnTo>
                <a:lnTo>
                  <a:pt x="885578" y="7911"/>
                </a:lnTo>
                <a:lnTo>
                  <a:pt x="889253" y="1794"/>
                </a:lnTo>
                <a:lnTo>
                  <a:pt x="892927" y="0"/>
                </a:lnTo>
                <a:lnTo>
                  <a:pt x="896602" y="3278"/>
                </a:lnTo>
                <a:lnTo>
                  <a:pt x="900276" y="11059"/>
                </a:lnTo>
                <a:lnTo>
                  <a:pt x="903951" y="22122"/>
                </a:lnTo>
                <a:lnTo>
                  <a:pt x="907626" y="35678"/>
                </a:lnTo>
                <a:lnTo>
                  <a:pt x="911300" y="51906"/>
                </a:lnTo>
                <a:lnTo>
                  <a:pt x="914975" y="71505"/>
                </a:lnTo>
                <a:lnTo>
                  <a:pt x="918649" y="94723"/>
                </a:lnTo>
                <a:lnTo>
                  <a:pt x="922324" y="120822"/>
                </a:lnTo>
                <a:lnTo>
                  <a:pt x="925999" y="148403"/>
                </a:lnTo>
                <a:lnTo>
                  <a:pt x="929673" y="176163"/>
                </a:lnTo>
                <a:lnTo>
                  <a:pt x="933348" y="203344"/>
                </a:lnTo>
                <a:lnTo>
                  <a:pt x="937022" y="229631"/>
                </a:lnTo>
                <a:lnTo>
                  <a:pt x="940697" y="254797"/>
                </a:lnTo>
                <a:lnTo>
                  <a:pt x="944372" y="278550"/>
                </a:lnTo>
                <a:lnTo>
                  <a:pt x="948046" y="300594"/>
                </a:lnTo>
                <a:lnTo>
                  <a:pt x="951721" y="320735"/>
                </a:lnTo>
                <a:lnTo>
                  <a:pt x="955395" y="339108"/>
                </a:lnTo>
                <a:lnTo>
                  <a:pt x="959070" y="356270"/>
                </a:lnTo>
                <a:lnTo>
                  <a:pt x="962745" y="373013"/>
                </a:lnTo>
                <a:lnTo>
                  <a:pt x="966419" y="389964"/>
                </a:lnTo>
                <a:lnTo>
                  <a:pt x="970094" y="407302"/>
                </a:lnTo>
                <a:lnTo>
                  <a:pt x="973768" y="424806"/>
                </a:lnTo>
                <a:lnTo>
                  <a:pt x="977443" y="442176"/>
                </a:lnTo>
                <a:lnTo>
                  <a:pt x="981118" y="459286"/>
                </a:lnTo>
                <a:lnTo>
                  <a:pt x="984792" y="476176"/>
                </a:lnTo>
                <a:lnTo>
                  <a:pt x="988467" y="492784"/>
                </a:lnTo>
                <a:lnTo>
                  <a:pt x="992141" y="508716"/>
                </a:lnTo>
                <a:lnTo>
                  <a:pt x="995816" y="523260"/>
                </a:lnTo>
                <a:lnTo>
                  <a:pt x="999491" y="535687"/>
                </a:lnTo>
                <a:lnTo>
                  <a:pt x="1003165" y="545618"/>
                </a:lnTo>
                <a:lnTo>
                  <a:pt x="1006840" y="553203"/>
                </a:lnTo>
                <a:lnTo>
                  <a:pt x="1010514" y="558989"/>
                </a:lnTo>
                <a:lnTo>
                  <a:pt x="1014189" y="563616"/>
                </a:lnTo>
                <a:lnTo>
                  <a:pt x="1017864" y="567580"/>
                </a:lnTo>
                <a:lnTo>
                  <a:pt x="1021538" y="571160"/>
                </a:lnTo>
                <a:lnTo>
                  <a:pt x="1025213" y="574497"/>
                </a:lnTo>
                <a:lnTo>
                  <a:pt x="1028887" y="577661"/>
                </a:lnTo>
                <a:lnTo>
                  <a:pt x="1032562" y="580644"/>
                </a:lnTo>
                <a:lnTo>
                  <a:pt x="1036237" y="583345"/>
                </a:lnTo>
                <a:lnTo>
                  <a:pt x="1039911" y="585617"/>
                </a:lnTo>
                <a:lnTo>
                  <a:pt x="1043586" y="587365"/>
                </a:lnTo>
                <a:lnTo>
                  <a:pt x="1047260" y="588622"/>
                </a:lnTo>
                <a:lnTo>
                  <a:pt x="1050935" y="589520"/>
                </a:lnTo>
                <a:lnTo>
                  <a:pt x="1054610" y="590217"/>
                </a:lnTo>
                <a:lnTo>
                  <a:pt x="1058284" y="590824"/>
                </a:lnTo>
                <a:lnTo>
                  <a:pt x="1061959" y="591390"/>
                </a:lnTo>
                <a:lnTo>
                  <a:pt x="1065633" y="591933"/>
                </a:lnTo>
                <a:lnTo>
                  <a:pt x="1069308" y="592455"/>
                </a:lnTo>
                <a:lnTo>
                  <a:pt x="1072983" y="592944"/>
                </a:lnTo>
                <a:lnTo>
                  <a:pt x="1076657" y="593369"/>
                </a:lnTo>
                <a:lnTo>
                  <a:pt x="1080332" y="593689"/>
                </a:lnTo>
                <a:lnTo>
                  <a:pt x="1084006" y="593871"/>
                </a:lnTo>
                <a:lnTo>
                  <a:pt x="1087681" y="593922"/>
                </a:lnTo>
                <a:lnTo>
                  <a:pt x="1091356" y="593885"/>
                </a:lnTo>
                <a:lnTo>
                  <a:pt x="1095030" y="593829"/>
                </a:lnTo>
                <a:lnTo>
                  <a:pt x="1098705" y="593818"/>
                </a:lnTo>
                <a:lnTo>
                  <a:pt x="1102379" y="593882"/>
                </a:lnTo>
                <a:lnTo>
                  <a:pt x="1106054" y="594011"/>
                </a:lnTo>
                <a:lnTo>
                  <a:pt x="1109729" y="594168"/>
                </a:lnTo>
                <a:lnTo>
                  <a:pt x="1113403" y="594312"/>
                </a:lnTo>
                <a:lnTo>
                  <a:pt x="1117078" y="594418"/>
                </a:lnTo>
                <a:lnTo>
                  <a:pt x="1120752" y="594483"/>
                </a:lnTo>
                <a:lnTo>
                  <a:pt x="1124427" y="594516"/>
                </a:lnTo>
                <a:lnTo>
                  <a:pt x="1128102" y="594530"/>
                </a:lnTo>
                <a:lnTo>
                  <a:pt x="1131776" y="594536"/>
                </a:lnTo>
                <a:lnTo>
                  <a:pt x="1135451" y="594538"/>
                </a:lnTo>
                <a:lnTo>
                  <a:pt x="1139125" y="594538"/>
                </a:lnTo>
                <a:lnTo>
                  <a:pt x="1142800" y="594539"/>
                </a:lnTo>
                <a:lnTo>
                  <a:pt x="1146475" y="594539"/>
                </a:lnTo>
                <a:lnTo>
                  <a:pt x="1150149" y="594539"/>
                </a:lnTo>
                <a:lnTo>
                  <a:pt x="1153824" y="594539"/>
                </a:lnTo>
                <a:lnTo>
                  <a:pt x="1157498" y="594539"/>
                </a:lnTo>
                <a:lnTo>
                  <a:pt x="1161173" y="594539"/>
                </a:lnTo>
                <a:lnTo>
                  <a:pt x="1164848" y="594539"/>
                </a:lnTo>
                <a:lnTo>
                  <a:pt x="1168522" y="594539"/>
                </a:lnTo>
                <a:lnTo>
                  <a:pt x="1172197" y="594539"/>
                </a:lnTo>
                <a:lnTo>
                  <a:pt x="1175871" y="594539"/>
                </a:lnTo>
                <a:lnTo>
                  <a:pt x="1179546" y="594539"/>
                </a:lnTo>
                <a:lnTo>
                  <a:pt x="1183221" y="594539"/>
                </a:lnTo>
                <a:lnTo>
                  <a:pt x="1186895" y="594539"/>
                </a:lnTo>
                <a:lnTo>
                  <a:pt x="1190570" y="594539"/>
                </a:lnTo>
                <a:lnTo>
                  <a:pt x="1194244" y="594539"/>
                </a:lnTo>
                <a:lnTo>
                  <a:pt x="1197919" y="594539"/>
                </a:lnTo>
                <a:lnTo>
                  <a:pt x="1201594" y="594539"/>
                </a:lnTo>
                <a:lnTo>
                  <a:pt x="1205268" y="594539"/>
                </a:lnTo>
                <a:lnTo>
                  <a:pt x="1208943" y="594539"/>
                </a:lnTo>
                <a:lnTo>
                  <a:pt x="1212617" y="594539"/>
                </a:lnTo>
                <a:lnTo>
                  <a:pt x="1216292" y="594539"/>
                </a:lnTo>
                <a:lnTo>
                  <a:pt x="1219967" y="594539"/>
                </a:lnTo>
                <a:lnTo>
                  <a:pt x="1223641" y="594539"/>
                </a:lnTo>
                <a:lnTo>
                  <a:pt x="1227316" y="594539"/>
                </a:lnTo>
                <a:lnTo>
                  <a:pt x="1230990" y="594539"/>
                </a:lnTo>
                <a:lnTo>
                  <a:pt x="1234665" y="594539"/>
                </a:lnTo>
                <a:lnTo>
                  <a:pt x="1238340" y="594539"/>
                </a:lnTo>
                <a:lnTo>
                  <a:pt x="1242014" y="594539"/>
                </a:lnTo>
                <a:lnTo>
                  <a:pt x="1245689" y="594539"/>
                </a:lnTo>
                <a:lnTo>
                  <a:pt x="1249363" y="594539"/>
                </a:lnTo>
                <a:lnTo>
                  <a:pt x="1253038" y="594539"/>
                </a:lnTo>
                <a:lnTo>
                  <a:pt x="1256713" y="594539"/>
                </a:lnTo>
                <a:lnTo>
                  <a:pt x="1260387" y="594539"/>
                </a:lnTo>
                <a:lnTo>
                  <a:pt x="1264062" y="594539"/>
                </a:lnTo>
                <a:lnTo>
                  <a:pt x="1267736" y="594539"/>
                </a:lnTo>
                <a:lnTo>
                  <a:pt x="1271411" y="594539"/>
                </a:lnTo>
                <a:lnTo>
                  <a:pt x="1275086" y="594539"/>
                </a:lnTo>
                <a:lnTo>
                  <a:pt x="1278760" y="594539"/>
                </a:lnTo>
                <a:lnTo>
                  <a:pt x="1282435" y="594539"/>
                </a:lnTo>
                <a:lnTo>
                  <a:pt x="1286109" y="594539"/>
                </a:lnTo>
                <a:lnTo>
                  <a:pt x="1289784" y="594539"/>
                </a:lnTo>
                <a:lnTo>
                  <a:pt x="1293459" y="594539"/>
                </a:lnTo>
                <a:lnTo>
                  <a:pt x="1297133" y="594539"/>
                </a:lnTo>
                <a:lnTo>
                  <a:pt x="1300808" y="594539"/>
                </a:lnTo>
                <a:lnTo>
                  <a:pt x="1304482" y="594539"/>
                </a:lnTo>
                <a:lnTo>
                  <a:pt x="1308157" y="594539"/>
                </a:lnTo>
                <a:lnTo>
                  <a:pt x="1311832" y="594539"/>
                </a:lnTo>
                <a:lnTo>
                  <a:pt x="1315506" y="594539"/>
                </a:lnTo>
                <a:lnTo>
                  <a:pt x="1319181" y="594539"/>
                </a:lnTo>
                <a:lnTo>
                  <a:pt x="1322855" y="594539"/>
                </a:lnTo>
                <a:lnTo>
                  <a:pt x="1326530" y="594539"/>
                </a:lnTo>
                <a:lnTo>
                  <a:pt x="1330205" y="594539"/>
                </a:lnTo>
                <a:lnTo>
                  <a:pt x="1333879" y="594539"/>
                </a:lnTo>
                <a:lnTo>
                  <a:pt x="1337554" y="594539"/>
                </a:lnTo>
                <a:lnTo>
                  <a:pt x="1341228" y="594539"/>
                </a:lnTo>
                <a:lnTo>
                  <a:pt x="1344903" y="594539"/>
                </a:lnTo>
                <a:lnTo>
                  <a:pt x="1348577" y="594539"/>
                </a:lnTo>
                <a:lnTo>
                  <a:pt x="1352252" y="594539"/>
                </a:lnTo>
                <a:lnTo>
                  <a:pt x="1355927" y="594539"/>
                </a:lnTo>
                <a:lnTo>
                  <a:pt x="1359601" y="594539"/>
                </a:lnTo>
                <a:lnTo>
                  <a:pt x="1363276" y="594539"/>
                </a:lnTo>
                <a:lnTo>
                  <a:pt x="1366950" y="594539"/>
                </a:lnTo>
                <a:lnTo>
                  <a:pt x="1370625" y="594539"/>
                </a:lnTo>
                <a:lnTo>
                  <a:pt x="1374300" y="594539"/>
                </a:lnTo>
                <a:lnTo>
                  <a:pt x="1377974" y="594539"/>
                </a:lnTo>
                <a:lnTo>
                  <a:pt x="1381649" y="594539"/>
                </a:lnTo>
                <a:lnTo>
                  <a:pt x="1385323" y="594539"/>
                </a:lnTo>
                <a:lnTo>
                  <a:pt x="1388998" y="594539"/>
                </a:lnTo>
                <a:lnTo>
                  <a:pt x="1392673" y="594539"/>
                </a:lnTo>
                <a:lnTo>
                  <a:pt x="1396347" y="594539"/>
                </a:lnTo>
                <a:lnTo>
                  <a:pt x="1400022" y="594539"/>
                </a:lnTo>
                <a:lnTo>
                  <a:pt x="1403696" y="594539"/>
                </a:lnTo>
                <a:lnTo>
                  <a:pt x="1407371" y="594539"/>
                </a:lnTo>
                <a:lnTo>
                  <a:pt x="1411046" y="594539"/>
                </a:lnTo>
                <a:lnTo>
                  <a:pt x="1414720" y="594539"/>
                </a:lnTo>
                <a:lnTo>
                  <a:pt x="1418395" y="594539"/>
                </a:lnTo>
                <a:lnTo>
                  <a:pt x="1422069" y="594539"/>
                </a:lnTo>
                <a:lnTo>
                  <a:pt x="1425744" y="594539"/>
                </a:lnTo>
                <a:lnTo>
                  <a:pt x="1429419" y="594539"/>
                </a:lnTo>
                <a:lnTo>
                  <a:pt x="1433093" y="594539"/>
                </a:lnTo>
                <a:lnTo>
                  <a:pt x="1436768" y="594539"/>
                </a:lnTo>
                <a:lnTo>
                  <a:pt x="1440442" y="594539"/>
                </a:lnTo>
                <a:lnTo>
                  <a:pt x="1444117" y="594539"/>
                </a:lnTo>
                <a:lnTo>
                  <a:pt x="1447792" y="594539"/>
                </a:lnTo>
                <a:lnTo>
                  <a:pt x="1451466" y="594539"/>
                </a:lnTo>
                <a:lnTo>
                  <a:pt x="1455141" y="594539"/>
                </a:lnTo>
                <a:lnTo>
                  <a:pt x="1458815" y="594539"/>
                </a:lnTo>
                <a:lnTo>
                  <a:pt x="1462490" y="594539"/>
                </a:lnTo>
                <a:lnTo>
                  <a:pt x="1466165" y="594539"/>
                </a:lnTo>
                <a:lnTo>
                  <a:pt x="1469839" y="594539"/>
                </a:lnTo>
                <a:lnTo>
                  <a:pt x="1473514" y="594539"/>
                </a:lnTo>
                <a:lnTo>
                  <a:pt x="1477188" y="594539"/>
                </a:lnTo>
                <a:lnTo>
                  <a:pt x="1480863" y="594539"/>
                </a:lnTo>
                <a:lnTo>
                  <a:pt x="1484538" y="594539"/>
                </a:lnTo>
                <a:lnTo>
                  <a:pt x="1488212" y="594539"/>
                </a:lnTo>
                <a:lnTo>
                  <a:pt x="1491887" y="594539"/>
                </a:lnTo>
                <a:lnTo>
                  <a:pt x="1495561" y="594539"/>
                </a:lnTo>
                <a:lnTo>
                  <a:pt x="1499236" y="594539"/>
                </a:lnTo>
                <a:lnTo>
                  <a:pt x="1502911" y="594539"/>
                </a:lnTo>
                <a:lnTo>
                  <a:pt x="1506585" y="594539"/>
                </a:lnTo>
                <a:lnTo>
                  <a:pt x="1510260" y="594539"/>
                </a:lnTo>
                <a:lnTo>
                  <a:pt x="1513934" y="594539"/>
                </a:lnTo>
                <a:lnTo>
                  <a:pt x="1517609" y="594539"/>
                </a:lnTo>
                <a:lnTo>
                  <a:pt x="1521284" y="594539"/>
                </a:lnTo>
                <a:lnTo>
                  <a:pt x="1524958" y="594539"/>
                </a:lnTo>
                <a:lnTo>
                  <a:pt x="1528633" y="594539"/>
                </a:lnTo>
                <a:lnTo>
                  <a:pt x="1532307" y="594539"/>
                </a:lnTo>
                <a:lnTo>
                  <a:pt x="1535982" y="594539"/>
                </a:lnTo>
                <a:lnTo>
                  <a:pt x="1539657" y="594539"/>
                </a:lnTo>
                <a:lnTo>
                  <a:pt x="1543331" y="594539"/>
                </a:lnTo>
                <a:lnTo>
                  <a:pt x="1547006" y="594539"/>
                </a:lnTo>
                <a:lnTo>
                  <a:pt x="1550680" y="594539"/>
                </a:lnTo>
                <a:lnTo>
                  <a:pt x="1554355" y="594539"/>
                </a:lnTo>
                <a:lnTo>
                  <a:pt x="1558030" y="594539"/>
                </a:lnTo>
                <a:lnTo>
                  <a:pt x="1561704" y="594539"/>
                </a:lnTo>
                <a:lnTo>
                  <a:pt x="1565379" y="594539"/>
                </a:lnTo>
                <a:lnTo>
                  <a:pt x="1569053" y="594539"/>
                </a:lnTo>
                <a:lnTo>
                  <a:pt x="1572728" y="594539"/>
                </a:lnTo>
                <a:lnTo>
                  <a:pt x="1576403" y="594539"/>
                </a:lnTo>
                <a:lnTo>
                  <a:pt x="1580077" y="594539"/>
                </a:lnTo>
                <a:lnTo>
                  <a:pt x="1583752" y="594539"/>
                </a:lnTo>
                <a:lnTo>
                  <a:pt x="1587426" y="594539"/>
                </a:lnTo>
                <a:lnTo>
                  <a:pt x="1591101" y="594539"/>
                </a:lnTo>
                <a:lnTo>
                  <a:pt x="1594776" y="594539"/>
                </a:lnTo>
                <a:lnTo>
                  <a:pt x="1598450" y="594539"/>
                </a:lnTo>
                <a:lnTo>
                  <a:pt x="1602125" y="594539"/>
                </a:lnTo>
                <a:lnTo>
                  <a:pt x="1605799" y="594539"/>
                </a:lnTo>
                <a:lnTo>
                  <a:pt x="1609474" y="594539"/>
                </a:lnTo>
                <a:lnTo>
                  <a:pt x="1613149" y="594539"/>
                </a:lnTo>
                <a:lnTo>
                  <a:pt x="1616823" y="594539"/>
                </a:lnTo>
                <a:lnTo>
                  <a:pt x="1620498" y="594539"/>
                </a:lnTo>
                <a:lnTo>
                  <a:pt x="1624172" y="594539"/>
                </a:lnTo>
                <a:lnTo>
                  <a:pt x="1627847" y="594539"/>
                </a:lnTo>
                <a:lnTo>
                  <a:pt x="1631522" y="594539"/>
                </a:lnTo>
                <a:lnTo>
                  <a:pt x="1635196" y="594539"/>
                </a:lnTo>
                <a:lnTo>
                  <a:pt x="1638871" y="594539"/>
                </a:lnTo>
                <a:lnTo>
                  <a:pt x="1642545" y="594539"/>
                </a:lnTo>
                <a:lnTo>
                  <a:pt x="1646220" y="594539"/>
                </a:lnTo>
                <a:lnTo>
                  <a:pt x="1649895" y="594539"/>
                </a:lnTo>
                <a:lnTo>
                  <a:pt x="1653569" y="594539"/>
                </a:lnTo>
                <a:lnTo>
                  <a:pt x="1657244" y="594539"/>
                </a:lnTo>
                <a:lnTo>
                  <a:pt x="1660918" y="594539"/>
                </a:lnTo>
                <a:lnTo>
                  <a:pt x="1664593" y="594539"/>
                </a:lnTo>
                <a:lnTo>
                  <a:pt x="1668268" y="594539"/>
                </a:lnTo>
                <a:lnTo>
                  <a:pt x="1671942" y="594539"/>
                </a:lnTo>
                <a:lnTo>
                  <a:pt x="1675617" y="594539"/>
                </a:lnTo>
                <a:lnTo>
                  <a:pt x="1679291" y="594539"/>
                </a:lnTo>
                <a:lnTo>
                  <a:pt x="1682966" y="594539"/>
                </a:lnTo>
                <a:lnTo>
                  <a:pt x="1686641" y="594539"/>
                </a:lnTo>
                <a:lnTo>
                  <a:pt x="1690315" y="594539"/>
                </a:lnTo>
                <a:lnTo>
                  <a:pt x="1693990" y="594539"/>
                </a:lnTo>
                <a:lnTo>
                  <a:pt x="1697664" y="594539"/>
                </a:lnTo>
                <a:lnTo>
                  <a:pt x="1701339" y="594539"/>
                </a:lnTo>
                <a:lnTo>
                  <a:pt x="1705014" y="594539"/>
                </a:lnTo>
                <a:lnTo>
                  <a:pt x="1708688" y="594539"/>
                </a:lnTo>
                <a:lnTo>
                  <a:pt x="1712363" y="594539"/>
                </a:lnTo>
                <a:lnTo>
                  <a:pt x="1716037" y="594539"/>
                </a:lnTo>
                <a:lnTo>
                  <a:pt x="1719712" y="594539"/>
                </a:lnTo>
                <a:lnTo>
                  <a:pt x="1723387" y="594539"/>
                </a:lnTo>
                <a:lnTo>
                  <a:pt x="1727061" y="594539"/>
                </a:lnTo>
                <a:lnTo>
                  <a:pt x="1730736" y="594539"/>
                </a:lnTo>
                <a:lnTo>
                  <a:pt x="1734410" y="594539"/>
                </a:lnTo>
                <a:lnTo>
                  <a:pt x="1738085" y="594539"/>
                </a:lnTo>
                <a:lnTo>
                  <a:pt x="1741760" y="594539"/>
                </a:lnTo>
                <a:lnTo>
                  <a:pt x="1745434" y="594539"/>
                </a:lnTo>
                <a:lnTo>
                  <a:pt x="1749109" y="594539"/>
                </a:lnTo>
                <a:lnTo>
                  <a:pt x="1752783" y="594539"/>
                </a:lnTo>
                <a:lnTo>
                  <a:pt x="1756458" y="594539"/>
                </a:lnTo>
                <a:lnTo>
                  <a:pt x="1760133" y="594539"/>
                </a:lnTo>
                <a:lnTo>
                  <a:pt x="1763807" y="594539"/>
                </a:lnTo>
                <a:lnTo>
                  <a:pt x="1767482" y="594539"/>
                </a:lnTo>
                <a:lnTo>
                  <a:pt x="1771156" y="594539"/>
                </a:lnTo>
                <a:lnTo>
                  <a:pt x="1774831" y="594539"/>
                </a:lnTo>
                <a:lnTo>
                  <a:pt x="1778506" y="594539"/>
                </a:lnTo>
                <a:lnTo>
                  <a:pt x="1782180" y="594539"/>
                </a:lnTo>
                <a:lnTo>
                  <a:pt x="1785855" y="594539"/>
                </a:lnTo>
                <a:lnTo>
                  <a:pt x="1789529" y="594539"/>
                </a:lnTo>
                <a:lnTo>
                  <a:pt x="1793204" y="594539"/>
                </a:lnTo>
                <a:lnTo>
                  <a:pt x="1796879" y="594539"/>
                </a:lnTo>
                <a:lnTo>
                  <a:pt x="1800553" y="594539"/>
                </a:lnTo>
                <a:lnTo>
                  <a:pt x="1804228" y="594539"/>
                </a:lnTo>
                <a:lnTo>
                  <a:pt x="1807902" y="594539"/>
                </a:lnTo>
                <a:lnTo>
                  <a:pt x="1811577" y="594539"/>
                </a:lnTo>
                <a:lnTo>
                  <a:pt x="1815252" y="594539"/>
                </a:lnTo>
                <a:lnTo>
                  <a:pt x="1818926" y="594539"/>
                </a:lnTo>
                <a:lnTo>
                  <a:pt x="1822601" y="594539"/>
                </a:lnTo>
                <a:lnTo>
                  <a:pt x="1826275" y="594539"/>
                </a:lnTo>
                <a:lnTo>
                  <a:pt x="1829950" y="594539"/>
                </a:lnTo>
                <a:lnTo>
                  <a:pt x="1833625" y="594539"/>
                </a:lnTo>
                <a:lnTo>
                  <a:pt x="1837299" y="594539"/>
                </a:lnTo>
                <a:lnTo>
                  <a:pt x="1840974" y="594539"/>
                </a:lnTo>
                <a:lnTo>
                  <a:pt x="1844648" y="594539"/>
                </a:lnTo>
                <a:lnTo>
                  <a:pt x="1848323" y="594539"/>
                </a:lnTo>
                <a:lnTo>
                  <a:pt x="1851998" y="594539"/>
                </a:lnTo>
                <a:lnTo>
                  <a:pt x="1855672" y="594539"/>
                </a:lnTo>
                <a:lnTo>
                  <a:pt x="1859347" y="594539"/>
                </a:lnTo>
                <a:lnTo>
                  <a:pt x="1863021" y="594539"/>
                </a:lnTo>
                <a:lnTo>
                  <a:pt x="1866696" y="594539"/>
                </a:lnTo>
                <a:lnTo>
                  <a:pt x="1870371" y="594539"/>
                </a:lnTo>
                <a:lnTo>
                  <a:pt x="1874045" y="594539"/>
                </a:lnTo>
                <a:lnTo>
                  <a:pt x="1877720" y="594539"/>
                </a:lnTo>
                <a:lnTo>
                  <a:pt x="1874045" y="594539"/>
                </a:lnTo>
                <a:lnTo>
                  <a:pt x="1870371" y="594539"/>
                </a:lnTo>
                <a:lnTo>
                  <a:pt x="1866696" y="594539"/>
                </a:lnTo>
                <a:lnTo>
                  <a:pt x="1863021" y="594539"/>
                </a:lnTo>
                <a:lnTo>
                  <a:pt x="1859347" y="594539"/>
                </a:lnTo>
                <a:lnTo>
                  <a:pt x="1855672" y="594539"/>
                </a:lnTo>
                <a:lnTo>
                  <a:pt x="1851998" y="594539"/>
                </a:lnTo>
                <a:lnTo>
                  <a:pt x="1848323" y="594539"/>
                </a:lnTo>
                <a:lnTo>
                  <a:pt x="1844648" y="594539"/>
                </a:lnTo>
                <a:lnTo>
                  <a:pt x="1840974" y="594539"/>
                </a:lnTo>
                <a:lnTo>
                  <a:pt x="1837299" y="594539"/>
                </a:lnTo>
                <a:lnTo>
                  <a:pt x="1833625" y="594539"/>
                </a:lnTo>
                <a:lnTo>
                  <a:pt x="1829950" y="594539"/>
                </a:lnTo>
                <a:lnTo>
                  <a:pt x="1826275" y="594539"/>
                </a:lnTo>
                <a:lnTo>
                  <a:pt x="1822601" y="594539"/>
                </a:lnTo>
                <a:lnTo>
                  <a:pt x="1818926" y="594539"/>
                </a:lnTo>
                <a:lnTo>
                  <a:pt x="1815252" y="594539"/>
                </a:lnTo>
                <a:lnTo>
                  <a:pt x="1811577" y="594539"/>
                </a:lnTo>
                <a:lnTo>
                  <a:pt x="1807902" y="594539"/>
                </a:lnTo>
                <a:lnTo>
                  <a:pt x="1804228" y="594539"/>
                </a:lnTo>
                <a:lnTo>
                  <a:pt x="1800553" y="594539"/>
                </a:lnTo>
                <a:lnTo>
                  <a:pt x="1796879" y="594539"/>
                </a:lnTo>
                <a:lnTo>
                  <a:pt x="1793204" y="594539"/>
                </a:lnTo>
                <a:lnTo>
                  <a:pt x="1789529" y="594539"/>
                </a:lnTo>
                <a:lnTo>
                  <a:pt x="1785855" y="594539"/>
                </a:lnTo>
                <a:lnTo>
                  <a:pt x="1782180" y="594539"/>
                </a:lnTo>
                <a:lnTo>
                  <a:pt x="1778506" y="594539"/>
                </a:lnTo>
                <a:lnTo>
                  <a:pt x="1774831" y="594539"/>
                </a:lnTo>
                <a:lnTo>
                  <a:pt x="1771156" y="594539"/>
                </a:lnTo>
                <a:lnTo>
                  <a:pt x="1767482" y="594539"/>
                </a:lnTo>
                <a:lnTo>
                  <a:pt x="1763807" y="594539"/>
                </a:lnTo>
                <a:lnTo>
                  <a:pt x="1760133" y="594539"/>
                </a:lnTo>
                <a:lnTo>
                  <a:pt x="1756458" y="594539"/>
                </a:lnTo>
                <a:lnTo>
                  <a:pt x="1752783" y="594539"/>
                </a:lnTo>
                <a:lnTo>
                  <a:pt x="1749109" y="594539"/>
                </a:lnTo>
                <a:lnTo>
                  <a:pt x="1745434" y="594539"/>
                </a:lnTo>
                <a:lnTo>
                  <a:pt x="1741760" y="594539"/>
                </a:lnTo>
                <a:lnTo>
                  <a:pt x="1738085" y="594539"/>
                </a:lnTo>
                <a:lnTo>
                  <a:pt x="1734410" y="594539"/>
                </a:lnTo>
                <a:lnTo>
                  <a:pt x="1730736" y="594539"/>
                </a:lnTo>
                <a:lnTo>
                  <a:pt x="1727061" y="594539"/>
                </a:lnTo>
                <a:lnTo>
                  <a:pt x="1723387" y="594539"/>
                </a:lnTo>
                <a:lnTo>
                  <a:pt x="1719712" y="594539"/>
                </a:lnTo>
                <a:lnTo>
                  <a:pt x="1716037" y="594539"/>
                </a:lnTo>
                <a:lnTo>
                  <a:pt x="1712363" y="594539"/>
                </a:lnTo>
                <a:lnTo>
                  <a:pt x="1708688" y="594539"/>
                </a:lnTo>
                <a:lnTo>
                  <a:pt x="1705014" y="594539"/>
                </a:lnTo>
                <a:lnTo>
                  <a:pt x="1701339" y="594539"/>
                </a:lnTo>
                <a:lnTo>
                  <a:pt x="1697664" y="594539"/>
                </a:lnTo>
                <a:lnTo>
                  <a:pt x="1693990" y="594539"/>
                </a:lnTo>
                <a:lnTo>
                  <a:pt x="1690315" y="594539"/>
                </a:lnTo>
                <a:lnTo>
                  <a:pt x="1686641" y="594539"/>
                </a:lnTo>
                <a:lnTo>
                  <a:pt x="1682966" y="594539"/>
                </a:lnTo>
                <a:lnTo>
                  <a:pt x="1679291" y="594539"/>
                </a:lnTo>
                <a:lnTo>
                  <a:pt x="1675617" y="594539"/>
                </a:lnTo>
                <a:lnTo>
                  <a:pt x="1671942" y="594539"/>
                </a:lnTo>
                <a:lnTo>
                  <a:pt x="1668268" y="594539"/>
                </a:lnTo>
                <a:lnTo>
                  <a:pt x="1664593" y="594539"/>
                </a:lnTo>
                <a:lnTo>
                  <a:pt x="1660918" y="594539"/>
                </a:lnTo>
                <a:lnTo>
                  <a:pt x="1657244" y="594539"/>
                </a:lnTo>
                <a:lnTo>
                  <a:pt x="1653569" y="594539"/>
                </a:lnTo>
                <a:lnTo>
                  <a:pt x="1649895" y="594539"/>
                </a:lnTo>
                <a:lnTo>
                  <a:pt x="1646220" y="594539"/>
                </a:lnTo>
                <a:lnTo>
                  <a:pt x="1642545" y="594539"/>
                </a:lnTo>
                <a:lnTo>
                  <a:pt x="1638871" y="594539"/>
                </a:lnTo>
                <a:lnTo>
                  <a:pt x="1635196" y="594539"/>
                </a:lnTo>
                <a:lnTo>
                  <a:pt x="1631522" y="594539"/>
                </a:lnTo>
                <a:lnTo>
                  <a:pt x="1627847" y="594539"/>
                </a:lnTo>
                <a:lnTo>
                  <a:pt x="1624172" y="594539"/>
                </a:lnTo>
                <a:lnTo>
                  <a:pt x="1620498" y="594539"/>
                </a:lnTo>
                <a:lnTo>
                  <a:pt x="1616823" y="594539"/>
                </a:lnTo>
                <a:lnTo>
                  <a:pt x="1613149" y="594539"/>
                </a:lnTo>
                <a:lnTo>
                  <a:pt x="1609474" y="594539"/>
                </a:lnTo>
                <a:lnTo>
                  <a:pt x="1605799" y="594539"/>
                </a:lnTo>
                <a:lnTo>
                  <a:pt x="1602125" y="594539"/>
                </a:lnTo>
                <a:lnTo>
                  <a:pt x="1598450" y="594539"/>
                </a:lnTo>
                <a:lnTo>
                  <a:pt x="1594776" y="594539"/>
                </a:lnTo>
                <a:lnTo>
                  <a:pt x="1591101" y="594539"/>
                </a:lnTo>
                <a:lnTo>
                  <a:pt x="1587426" y="594539"/>
                </a:lnTo>
                <a:lnTo>
                  <a:pt x="1583752" y="594539"/>
                </a:lnTo>
                <a:lnTo>
                  <a:pt x="1580077" y="594539"/>
                </a:lnTo>
                <a:lnTo>
                  <a:pt x="1576403" y="594539"/>
                </a:lnTo>
                <a:lnTo>
                  <a:pt x="1572728" y="594539"/>
                </a:lnTo>
                <a:lnTo>
                  <a:pt x="1569053" y="594539"/>
                </a:lnTo>
                <a:lnTo>
                  <a:pt x="1565379" y="594539"/>
                </a:lnTo>
                <a:lnTo>
                  <a:pt x="1561704" y="594539"/>
                </a:lnTo>
                <a:lnTo>
                  <a:pt x="1558030" y="594539"/>
                </a:lnTo>
                <a:lnTo>
                  <a:pt x="1554355" y="594539"/>
                </a:lnTo>
                <a:lnTo>
                  <a:pt x="1550680" y="594539"/>
                </a:lnTo>
                <a:lnTo>
                  <a:pt x="1547006" y="594539"/>
                </a:lnTo>
                <a:lnTo>
                  <a:pt x="1543331" y="594539"/>
                </a:lnTo>
                <a:lnTo>
                  <a:pt x="1539657" y="594539"/>
                </a:lnTo>
                <a:lnTo>
                  <a:pt x="1535982" y="594539"/>
                </a:lnTo>
                <a:lnTo>
                  <a:pt x="1532307" y="594539"/>
                </a:lnTo>
                <a:lnTo>
                  <a:pt x="1528633" y="594539"/>
                </a:lnTo>
                <a:lnTo>
                  <a:pt x="1524958" y="594539"/>
                </a:lnTo>
                <a:lnTo>
                  <a:pt x="1521284" y="594539"/>
                </a:lnTo>
                <a:lnTo>
                  <a:pt x="1517609" y="594539"/>
                </a:lnTo>
                <a:lnTo>
                  <a:pt x="1513934" y="594539"/>
                </a:lnTo>
                <a:lnTo>
                  <a:pt x="1510260" y="594539"/>
                </a:lnTo>
                <a:lnTo>
                  <a:pt x="1506585" y="594539"/>
                </a:lnTo>
                <a:lnTo>
                  <a:pt x="1502911" y="594539"/>
                </a:lnTo>
                <a:lnTo>
                  <a:pt x="1499236" y="594539"/>
                </a:lnTo>
                <a:lnTo>
                  <a:pt x="1495561" y="594539"/>
                </a:lnTo>
                <a:lnTo>
                  <a:pt x="1491887" y="594539"/>
                </a:lnTo>
                <a:lnTo>
                  <a:pt x="1488212" y="594539"/>
                </a:lnTo>
                <a:lnTo>
                  <a:pt x="1484538" y="594539"/>
                </a:lnTo>
                <a:lnTo>
                  <a:pt x="1480863" y="594539"/>
                </a:lnTo>
                <a:lnTo>
                  <a:pt x="1477188" y="594539"/>
                </a:lnTo>
                <a:lnTo>
                  <a:pt x="1473514" y="594539"/>
                </a:lnTo>
                <a:lnTo>
                  <a:pt x="1469839" y="594539"/>
                </a:lnTo>
                <a:lnTo>
                  <a:pt x="1466165" y="594539"/>
                </a:lnTo>
                <a:lnTo>
                  <a:pt x="1462490" y="594539"/>
                </a:lnTo>
                <a:lnTo>
                  <a:pt x="1458815" y="594539"/>
                </a:lnTo>
                <a:lnTo>
                  <a:pt x="1455141" y="594539"/>
                </a:lnTo>
                <a:lnTo>
                  <a:pt x="1451466" y="594539"/>
                </a:lnTo>
                <a:lnTo>
                  <a:pt x="1447792" y="594539"/>
                </a:lnTo>
                <a:lnTo>
                  <a:pt x="1444117" y="594539"/>
                </a:lnTo>
                <a:lnTo>
                  <a:pt x="1440442" y="594539"/>
                </a:lnTo>
                <a:lnTo>
                  <a:pt x="1436768" y="594539"/>
                </a:lnTo>
                <a:lnTo>
                  <a:pt x="1433093" y="594539"/>
                </a:lnTo>
                <a:lnTo>
                  <a:pt x="1429419" y="594539"/>
                </a:lnTo>
                <a:lnTo>
                  <a:pt x="1425744" y="594539"/>
                </a:lnTo>
                <a:lnTo>
                  <a:pt x="1422069" y="594539"/>
                </a:lnTo>
                <a:lnTo>
                  <a:pt x="1418395" y="594539"/>
                </a:lnTo>
                <a:lnTo>
                  <a:pt x="1414720" y="594539"/>
                </a:lnTo>
                <a:lnTo>
                  <a:pt x="1411046" y="594539"/>
                </a:lnTo>
                <a:lnTo>
                  <a:pt x="1407371" y="594539"/>
                </a:lnTo>
                <a:lnTo>
                  <a:pt x="1403696" y="594539"/>
                </a:lnTo>
                <a:lnTo>
                  <a:pt x="1400022" y="594539"/>
                </a:lnTo>
                <a:lnTo>
                  <a:pt x="1396347" y="594539"/>
                </a:lnTo>
                <a:lnTo>
                  <a:pt x="1392673" y="594539"/>
                </a:lnTo>
                <a:lnTo>
                  <a:pt x="1388998" y="594539"/>
                </a:lnTo>
                <a:lnTo>
                  <a:pt x="1385323" y="594539"/>
                </a:lnTo>
                <a:lnTo>
                  <a:pt x="1381649" y="594539"/>
                </a:lnTo>
                <a:lnTo>
                  <a:pt x="1377974" y="594539"/>
                </a:lnTo>
                <a:lnTo>
                  <a:pt x="1374300" y="594539"/>
                </a:lnTo>
                <a:lnTo>
                  <a:pt x="1370625" y="594539"/>
                </a:lnTo>
                <a:lnTo>
                  <a:pt x="1366950" y="594539"/>
                </a:lnTo>
                <a:lnTo>
                  <a:pt x="1363276" y="594539"/>
                </a:lnTo>
                <a:lnTo>
                  <a:pt x="1359601" y="594539"/>
                </a:lnTo>
                <a:lnTo>
                  <a:pt x="1355927" y="594539"/>
                </a:lnTo>
                <a:lnTo>
                  <a:pt x="1352252" y="594539"/>
                </a:lnTo>
                <a:lnTo>
                  <a:pt x="1348577" y="594539"/>
                </a:lnTo>
                <a:lnTo>
                  <a:pt x="1344903" y="594539"/>
                </a:lnTo>
                <a:lnTo>
                  <a:pt x="1341228" y="594539"/>
                </a:lnTo>
                <a:lnTo>
                  <a:pt x="1337554" y="594539"/>
                </a:lnTo>
                <a:lnTo>
                  <a:pt x="1333879" y="594539"/>
                </a:lnTo>
                <a:lnTo>
                  <a:pt x="1330205" y="594539"/>
                </a:lnTo>
                <a:lnTo>
                  <a:pt x="1326530" y="594539"/>
                </a:lnTo>
                <a:lnTo>
                  <a:pt x="1322855" y="594539"/>
                </a:lnTo>
                <a:lnTo>
                  <a:pt x="1319181" y="594539"/>
                </a:lnTo>
                <a:lnTo>
                  <a:pt x="1315506" y="594539"/>
                </a:lnTo>
                <a:lnTo>
                  <a:pt x="1311832" y="594539"/>
                </a:lnTo>
                <a:lnTo>
                  <a:pt x="1308157" y="594539"/>
                </a:lnTo>
                <a:lnTo>
                  <a:pt x="1304482" y="594539"/>
                </a:lnTo>
                <a:lnTo>
                  <a:pt x="1300808" y="594539"/>
                </a:lnTo>
                <a:lnTo>
                  <a:pt x="1297133" y="594539"/>
                </a:lnTo>
                <a:lnTo>
                  <a:pt x="1293459" y="594539"/>
                </a:lnTo>
                <a:lnTo>
                  <a:pt x="1289784" y="594539"/>
                </a:lnTo>
                <a:lnTo>
                  <a:pt x="1286109" y="594539"/>
                </a:lnTo>
                <a:lnTo>
                  <a:pt x="1282435" y="594539"/>
                </a:lnTo>
                <a:lnTo>
                  <a:pt x="1278760" y="594539"/>
                </a:lnTo>
                <a:lnTo>
                  <a:pt x="1275086" y="594539"/>
                </a:lnTo>
                <a:lnTo>
                  <a:pt x="1271411" y="594539"/>
                </a:lnTo>
                <a:lnTo>
                  <a:pt x="1267736" y="594539"/>
                </a:lnTo>
                <a:lnTo>
                  <a:pt x="1264062" y="594539"/>
                </a:lnTo>
                <a:lnTo>
                  <a:pt x="1260387" y="594539"/>
                </a:lnTo>
                <a:lnTo>
                  <a:pt x="1256713" y="594539"/>
                </a:lnTo>
                <a:lnTo>
                  <a:pt x="1253038" y="594539"/>
                </a:lnTo>
                <a:lnTo>
                  <a:pt x="1249363" y="594539"/>
                </a:lnTo>
                <a:lnTo>
                  <a:pt x="1245689" y="594539"/>
                </a:lnTo>
                <a:lnTo>
                  <a:pt x="1242014" y="594539"/>
                </a:lnTo>
                <a:lnTo>
                  <a:pt x="1238340" y="594539"/>
                </a:lnTo>
                <a:lnTo>
                  <a:pt x="1234665" y="594539"/>
                </a:lnTo>
                <a:lnTo>
                  <a:pt x="1230990" y="594539"/>
                </a:lnTo>
                <a:lnTo>
                  <a:pt x="1227316" y="594539"/>
                </a:lnTo>
                <a:lnTo>
                  <a:pt x="1223641" y="594539"/>
                </a:lnTo>
                <a:lnTo>
                  <a:pt x="1219967" y="594539"/>
                </a:lnTo>
                <a:lnTo>
                  <a:pt x="1216292" y="594539"/>
                </a:lnTo>
                <a:lnTo>
                  <a:pt x="1212617" y="594539"/>
                </a:lnTo>
                <a:lnTo>
                  <a:pt x="1208943" y="594539"/>
                </a:lnTo>
                <a:lnTo>
                  <a:pt x="1205268" y="594539"/>
                </a:lnTo>
                <a:lnTo>
                  <a:pt x="1201594" y="594539"/>
                </a:lnTo>
                <a:lnTo>
                  <a:pt x="1197919" y="594539"/>
                </a:lnTo>
                <a:lnTo>
                  <a:pt x="1194244" y="594539"/>
                </a:lnTo>
                <a:lnTo>
                  <a:pt x="1190570" y="594539"/>
                </a:lnTo>
                <a:lnTo>
                  <a:pt x="1186895" y="594539"/>
                </a:lnTo>
                <a:lnTo>
                  <a:pt x="1183221" y="594539"/>
                </a:lnTo>
                <a:lnTo>
                  <a:pt x="1179546" y="594539"/>
                </a:lnTo>
                <a:lnTo>
                  <a:pt x="1175871" y="594539"/>
                </a:lnTo>
                <a:lnTo>
                  <a:pt x="1172197" y="594539"/>
                </a:lnTo>
                <a:lnTo>
                  <a:pt x="1168522" y="594539"/>
                </a:lnTo>
                <a:lnTo>
                  <a:pt x="1164848" y="594539"/>
                </a:lnTo>
                <a:lnTo>
                  <a:pt x="1161173" y="594539"/>
                </a:lnTo>
                <a:lnTo>
                  <a:pt x="1157498" y="594539"/>
                </a:lnTo>
                <a:lnTo>
                  <a:pt x="1153824" y="594539"/>
                </a:lnTo>
                <a:lnTo>
                  <a:pt x="1150149" y="594539"/>
                </a:lnTo>
                <a:lnTo>
                  <a:pt x="1146475" y="594539"/>
                </a:lnTo>
                <a:lnTo>
                  <a:pt x="1142800" y="594539"/>
                </a:lnTo>
                <a:lnTo>
                  <a:pt x="1139125" y="594539"/>
                </a:lnTo>
                <a:lnTo>
                  <a:pt x="1135451" y="594539"/>
                </a:lnTo>
                <a:lnTo>
                  <a:pt x="1131776" y="594539"/>
                </a:lnTo>
                <a:lnTo>
                  <a:pt x="1128102" y="594539"/>
                </a:lnTo>
                <a:lnTo>
                  <a:pt x="1124427" y="594539"/>
                </a:lnTo>
                <a:lnTo>
                  <a:pt x="1120752" y="594539"/>
                </a:lnTo>
                <a:lnTo>
                  <a:pt x="1117078" y="594539"/>
                </a:lnTo>
                <a:lnTo>
                  <a:pt x="1113403" y="594539"/>
                </a:lnTo>
                <a:lnTo>
                  <a:pt x="1109729" y="594539"/>
                </a:lnTo>
                <a:lnTo>
                  <a:pt x="1106054" y="594539"/>
                </a:lnTo>
                <a:lnTo>
                  <a:pt x="1102379" y="594539"/>
                </a:lnTo>
                <a:lnTo>
                  <a:pt x="1098705" y="594539"/>
                </a:lnTo>
                <a:lnTo>
                  <a:pt x="1095030" y="594539"/>
                </a:lnTo>
                <a:lnTo>
                  <a:pt x="1091356" y="594539"/>
                </a:lnTo>
                <a:lnTo>
                  <a:pt x="1087681" y="594539"/>
                </a:lnTo>
                <a:lnTo>
                  <a:pt x="1084006" y="594539"/>
                </a:lnTo>
                <a:lnTo>
                  <a:pt x="1080332" y="594539"/>
                </a:lnTo>
                <a:lnTo>
                  <a:pt x="1076657" y="594539"/>
                </a:lnTo>
                <a:lnTo>
                  <a:pt x="1072983" y="594539"/>
                </a:lnTo>
                <a:lnTo>
                  <a:pt x="1069308" y="594539"/>
                </a:lnTo>
                <a:lnTo>
                  <a:pt x="1065633" y="594539"/>
                </a:lnTo>
                <a:lnTo>
                  <a:pt x="1061959" y="594539"/>
                </a:lnTo>
                <a:lnTo>
                  <a:pt x="1058284" y="594539"/>
                </a:lnTo>
                <a:lnTo>
                  <a:pt x="1054610" y="594539"/>
                </a:lnTo>
                <a:lnTo>
                  <a:pt x="1050935" y="594539"/>
                </a:lnTo>
                <a:lnTo>
                  <a:pt x="1047260" y="594539"/>
                </a:lnTo>
                <a:lnTo>
                  <a:pt x="1043586" y="594539"/>
                </a:lnTo>
                <a:lnTo>
                  <a:pt x="1039911" y="594539"/>
                </a:lnTo>
                <a:lnTo>
                  <a:pt x="1036237" y="594539"/>
                </a:lnTo>
                <a:lnTo>
                  <a:pt x="1032562" y="594539"/>
                </a:lnTo>
                <a:lnTo>
                  <a:pt x="1028887" y="594539"/>
                </a:lnTo>
                <a:lnTo>
                  <a:pt x="1025213" y="594539"/>
                </a:lnTo>
                <a:lnTo>
                  <a:pt x="1021538" y="594539"/>
                </a:lnTo>
                <a:lnTo>
                  <a:pt x="1017864" y="594539"/>
                </a:lnTo>
                <a:lnTo>
                  <a:pt x="1014189" y="594539"/>
                </a:lnTo>
                <a:lnTo>
                  <a:pt x="1010514" y="594539"/>
                </a:lnTo>
                <a:lnTo>
                  <a:pt x="1006840" y="594539"/>
                </a:lnTo>
                <a:lnTo>
                  <a:pt x="1003165" y="594539"/>
                </a:lnTo>
                <a:lnTo>
                  <a:pt x="999491" y="594539"/>
                </a:lnTo>
                <a:lnTo>
                  <a:pt x="995816" y="594539"/>
                </a:lnTo>
                <a:lnTo>
                  <a:pt x="992141" y="594539"/>
                </a:lnTo>
                <a:lnTo>
                  <a:pt x="988467" y="594539"/>
                </a:lnTo>
                <a:lnTo>
                  <a:pt x="984792" y="594539"/>
                </a:lnTo>
                <a:lnTo>
                  <a:pt x="981118" y="594539"/>
                </a:lnTo>
                <a:lnTo>
                  <a:pt x="977443" y="594539"/>
                </a:lnTo>
                <a:lnTo>
                  <a:pt x="973768" y="594539"/>
                </a:lnTo>
                <a:lnTo>
                  <a:pt x="970094" y="594539"/>
                </a:lnTo>
                <a:lnTo>
                  <a:pt x="966419" y="594539"/>
                </a:lnTo>
                <a:lnTo>
                  <a:pt x="962745" y="594539"/>
                </a:lnTo>
                <a:lnTo>
                  <a:pt x="959070" y="594539"/>
                </a:lnTo>
                <a:lnTo>
                  <a:pt x="955395" y="594539"/>
                </a:lnTo>
                <a:lnTo>
                  <a:pt x="951721" y="594539"/>
                </a:lnTo>
                <a:lnTo>
                  <a:pt x="948046" y="594539"/>
                </a:lnTo>
                <a:lnTo>
                  <a:pt x="944372" y="594539"/>
                </a:lnTo>
                <a:lnTo>
                  <a:pt x="940697" y="594539"/>
                </a:lnTo>
                <a:lnTo>
                  <a:pt x="937022" y="594539"/>
                </a:lnTo>
                <a:lnTo>
                  <a:pt x="933348" y="594539"/>
                </a:lnTo>
                <a:lnTo>
                  <a:pt x="929673" y="594539"/>
                </a:lnTo>
                <a:lnTo>
                  <a:pt x="925999" y="594539"/>
                </a:lnTo>
                <a:lnTo>
                  <a:pt x="922324" y="594539"/>
                </a:lnTo>
                <a:lnTo>
                  <a:pt x="918649" y="594539"/>
                </a:lnTo>
                <a:lnTo>
                  <a:pt x="914975" y="594539"/>
                </a:lnTo>
                <a:lnTo>
                  <a:pt x="911300" y="594539"/>
                </a:lnTo>
                <a:lnTo>
                  <a:pt x="907626" y="594539"/>
                </a:lnTo>
                <a:lnTo>
                  <a:pt x="903951" y="594539"/>
                </a:lnTo>
                <a:lnTo>
                  <a:pt x="900276" y="594539"/>
                </a:lnTo>
                <a:lnTo>
                  <a:pt x="896602" y="594539"/>
                </a:lnTo>
                <a:lnTo>
                  <a:pt x="892927" y="594539"/>
                </a:lnTo>
                <a:lnTo>
                  <a:pt x="889253" y="594539"/>
                </a:lnTo>
                <a:lnTo>
                  <a:pt x="885578" y="594539"/>
                </a:lnTo>
                <a:lnTo>
                  <a:pt x="881903" y="594539"/>
                </a:lnTo>
                <a:lnTo>
                  <a:pt x="878229" y="594539"/>
                </a:lnTo>
                <a:lnTo>
                  <a:pt x="874554" y="594539"/>
                </a:lnTo>
                <a:lnTo>
                  <a:pt x="870880" y="594539"/>
                </a:lnTo>
                <a:lnTo>
                  <a:pt x="867205" y="594539"/>
                </a:lnTo>
                <a:lnTo>
                  <a:pt x="863530" y="594539"/>
                </a:lnTo>
                <a:lnTo>
                  <a:pt x="859856" y="594539"/>
                </a:lnTo>
                <a:lnTo>
                  <a:pt x="856181" y="594539"/>
                </a:lnTo>
                <a:lnTo>
                  <a:pt x="852507" y="594539"/>
                </a:lnTo>
                <a:lnTo>
                  <a:pt x="848832" y="594539"/>
                </a:lnTo>
                <a:lnTo>
                  <a:pt x="845157" y="594539"/>
                </a:lnTo>
                <a:lnTo>
                  <a:pt x="841483" y="594539"/>
                </a:lnTo>
                <a:lnTo>
                  <a:pt x="837808" y="594539"/>
                </a:lnTo>
                <a:lnTo>
                  <a:pt x="834134" y="594539"/>
                </a:lnTo>
                <a:lnTo>
                  <a:pt x="830459" y="594539"/>
                </a:lnTo>
                <a:lnTo>
                  <a:pt x="826784" y="594539"/>
                </a:lnTo>
                <a:lnTo>
                  <a:pt x="823110" y="594539"/>
                </a:lnTo>
                <a:lnTo>
                  <a:pt x="819435" y="594539"/>
                </a:lnTo>
                <a:lnTo>
                  <a:pt x="815761" y="594539"/>
                </a:lnTo>
                <a:lnTo>
                  <a:pt x="812086" y="594539"/>
                </a:lnTo>
                <a:lnTo>
                  <a:pt x="808411" y="594539"/>
                </a:lnTo>
                <a:lnTo>
                  <a:pt x="804737" y="594539"/>
                </a:lnTo>
                <a:lnTo>
                  <a:pt x="801062" y="594539"/>
                </a:lnTo>
                <a:lnTo>
                  <a:pt x="797388" y="594539"/>
                </a:lnTo>
                <a:lnTo>
                  <a:pt x="793713" y="594539"/>
                </a:lnTo>
                <a:lnTo>
                  <a:pt x="790038" y="594539"/>
                </a:lnTo>
                <a:lnTo>
                  <a:pt x="786364" y="594539"/>
                </a:lnTo>
                <a:lnTo>
                  <a:pt x="782689" y="594539"/>
                </a:lnTo>
                <a:lnTo>
                  <a:pt x="779015" y="594539"/>
                </a:lnTo>
                <a:lnTo>
                  <a:pt x="775340" y="594539"/>
                </a:lnTo>
                <a:lnTo>
                  <a:pt x="771665" y="594539"/>
                </a:lnTo>
                <a:lnTo>
                  <a:pt x="767991" y="594539"/>
                </a:lnTo>
                <a:lnTo>
                  <a:pt x="764316" y="594539"/>
                </a:lnTo>
                <a:lnTo>
                  <a:pt x="760642" y="594539"/>
                </a:lnTo>
                <a:lnTo>
                  <a:pt x="756967" y="594539"/>
                </a:lnTo>
                <a:lnTo>
                  <a:pt x="753292" y="594539"/>
                </a:lnTo>
                <a:lnTo>
                  <a:pt x="749618" y="594539"/>
                </a:lnTo>
                <a:lnTo>
                  <a:pt x="745943" y="594539"/>
                </a:lnTo>
                <a:lnTo>
                  <a:pt x="742269" y="594539"/>
                </a:lnTo>
                <a:lnTo>
                  <a:pt x="738594" y="594539"/>
                </a:lnTo>
                <a:lnTo>
                  <a:pt x="734919" y="594539"/>
                </a:lnTo>
                <a:lnTo>
                  <a:pt x="731245" y="594539"/>
                </a:lnTo>
                <a:lnTo>
                  <a:pt x="727570" y="594539"/>
                </a:lnTo>
                <a:lnTo>
                  <a:pt x="723896" y="594539"/>
                </a:lnTo>
                <a:lnTo>
                  <a:pt x="720221" y="594539"/>
                </a:lnTo>
                <a:lnTo>
                  <a:pt x="716546" y="594539"/>
                </a:lnTo>
                <a:lnTo>
                  <a:pt x="712872" y="594539"/>
                </a:lnTo>
                <a:lnTo>
                  <a:pt x="709197" y="594539"/>
                </a:lnTo>
                <a:lnTo>
                  <a:pt x="705523" y="594539"/>
                </a:lnTo>
                <a:lnTo>
                  <a:pt x="701848" y="594539"/>
                </a:lnTo>
                <a:lnTo>
                  <a:pt x="698173" y="594539"/>
                </a:lnTo>
                <a:lnTo>
                  <a:pt x="694499" y="594539"/>
                </a:lnTo>
                <a:lnTo>
                  <a:pt x="690824" y="594539"/>
                </a:lnTo>
                <a:lnTo>
                  <a:pt x="687150" y="594539"/>
                </a:lnTo>
                <a:lnTo>
                  <a:pt x="683475" y="594539"/>
                </a:lnTo>
                <a:lnTo>
                  <a:pt x="679800" y="594539"/>
                </a:lnTo>
                <a:lnTo>
                  <a:pt x="676126" y="594539"/>
                </a:lnTo>
                <a:lnTo>
                  <a:pt x="672451" y="594539"/>
                </a:lnTo>
                <a:lnTo>
                  <a:pt x="668777" y="594539"/>
                </a:lnTo>
                <a:lnTo>
                  <a:pt x="665102" y="594539"/>
                </a:lnTo>
                <a:lnTo>
                  <a:pt x="661427" y="594539"/>
                </a:lnTo>
                <a:lnTo>
                  <a:pt x="657753" y="594539"/>
                </a:lnTo>
                <a:lnTo>
                  <a:pt x="654078" y="594539"/>
                </a:lnTo>
                <a:lnTo>
                  <a:pt x="650404" y="594539"/>
                </a:lnTo>
                <a:lnTo>
                  <a:pt x="646729" y="594539"/>
                </a:lnTo>
                <a:lnTo>
                  <a:pt x="643054" y="594539"/>
                </a:lnTo>
                <a:lnTo>
                  <a:pt x="639380" y="594539"/>
                </a:lnTo>
                <a:lnTo>
                  <a:pt x="635705" y="594539"/>
                </a:lnTo>
                <a:lnTo>
                  <a:pt x="632031" y="594539"/>
                </a:lnTo>
                <a:lnTo>
                  <a:pt x="628356" y="594539"/>
                </a:lnTo>
                <a:lnTo>
                  <a:pt x="624681" y="594539"/>
                </a:lnTo>
                <a:lnTo>
                  <a:pt x="621007" y="594539"/>
                </a:lnTo>
                <a:lnTo>
                  <a:pt x="617332" y="594539"/>
                </a:lnTo>
                <a:lnTo>
                  <a:pt x="613658" y="594539"/>
                </a:lnTo>
                <a:lnTo>
                  <a:pt x="609983" y="594539"/>
                </a:lnTo>
                <a:lnTo>
                  <a:pt x="606308" y="594539"/>
                </a:lnTo>
                <a:lnTo>
                  <a:pt x="602634" y="594539"/>
                </a:lnTo>
                <a:lnTo>
                  <a:pt x="598959" y="594539"/>
                </a:lnTo>
                <a:lnTo>
                  <a:pt x="595285" y="594539"/>
                </a:lnTo>
                <a:lnTo>
                  <a:pt x="591610" y="594539"/>
                </a:lnTo>
                <a:lnTo>
                  <a:pt x="587935" y="594539"/>
                </a:lnTo>
                <a:lnTo>
                  <a:pt x="584261" y="594539"/>
                </a:lnTo>
                <a:lnTo>
                  <a:pt x="580586" y="594539"/>
                </a:lnTo>
                <a:lnTo>
                  <a:pt x="576912" y="594539"/>
                </a:lnTo>
                <a:lnTo>
                  <a:pt x="573237" y="594539"/>
                </a:lnTo>
                <a:lnTo>
                  <a:pt x="569562" y="594539"/>
                </a:lnTo>
                <a:lnTo>
                  <a:pt x="565888" y="594539"/>
                </a:lnTo>
                <a:lnTo>
                  <a:pt x="562213" y="594539"/>
                </a:lnTo>
                <a:lnTo>
                  <a:pt x="558539" y="594539"/>
                </a:lnTo>
                <a:lnTo>
                  <a:pt x="554864" y="594539"/>
                </a:lnTo>
                <a:lnTo>
                  <a:pt x="551189" y="594539"/>
                </a:lnTo>
                <a:lnTo>
                  <a:pt x="547515" y="594539"/>
                </a:lnTo>
                <a:lnTo>
                  <a:pt x="543840" y="594539"/>
                </a:lnTo>
                <a:lnTo>
                  <a:pt x="540166" y="594539"/>
                </a:lnTo>
                <a:lnTo>
                  <a:pt x="536491" y="594539"/>
                </a:lnTo>
                <a:lnTo>
                  <a:pt x="532816" y="594539"/>
                </a:lnTo>
                <a:lnTo>
                  <a:pt x="529142" y="594539"/>
                </a:lnTo>
                <a:lnTo>
                  <a:pt x="525467" y="594539"/>
                </a:lnTo>
                <a:lnTo>
                  <a:pt x="521793" y="594539"/>
                </a:lnTo>
                <a:lnTo>
                  <a:pt x="518118" y="594539"/>
                </a:lnTo>
                <a:lnTo>
                  <a:pt x="514443" y="594539"/>
                </a:lnTo>
                <a:lnTo>
                  <a:pt x="510769" y="594539"/>
                </a:lnTo>
                <a:lnTo>
                  <a:pt x="507094" y="594539"/>
                </a:lnTo>
                <a:lnTo>
                  <a:pt x="503420" y="594539"/>
                </a:lnTo>
                <a:lnTo>
                  <a:pt x="499745" y="594539"/>
                </a:lnTo>
                <a:lnTo>
                  <a:pt x="496070" y="594539"/>
                </a:lnTo>
                <a:lnTo>
                  <a:pt x="492396" y="594539"/>
                </a:lnTo>
                <a:lnTo>
                  <a:pt x="488721" y="594539"/>
                </a:lnTo>
                <a:lnTo>
                  <a:pt x="485047" y="594539"/>
                </a:lnTo>
                <a:lnTo>
                  <a:pt x="481372" y="594539"/>
                </a:lnTo>
                <a:lnTo>
                  <a:pt x="477697" y="594539"/>
                </a:lnTo>
                <a:lnTo>
                  <a:pt x="474023" y="594539"/>
                </a:lnTo>
                <a:lnTo>
                  <a:pt x="470348" y="594539"/>
                </a:lnTo>
                <a:lnTo>
                  <a:pt x="466674" y="594539"/>
                </a:lnTo>
                <a:lnTo>
                  <a:pt x="462999" y="594539"/>
                </a:lnTo>
                <a:lnTo>
                  <a:pt x="459324" y="594539"/>
                </a:lnTo>
                <a:lnTo>
                  <a:pt x="455650" y="594539"/>
                </a:lnTo>
                <a:lnTo>
                  <a:pt x="451975" y="594539"/>
                </a:lnTo>
                <a:lnTo>
                  <a:pt x="448301" y="594539"/>
                </a:lnTo>
                <a:lnTo>
                  <a:pt x="444626" y="594539"/>
                </a:lnTo>
                <a:lnTo>
                  <a:pt x="440951" y="594539"/>
                </a:lnTo>
                <a:lnTo>
                  <a:pt x="437277" y="594539"/>
                </a:lnTo>
                <a:lnTo>
                  <a:pt x="433602" y="594539"/>
                </a:lnTo>
                <a:lnTo>
                  <a:pt x="429928" y="594539"/>
                </a:lnTo>
                <a:lnTo>
                  <a:pt x="426253" y="594539"/>
                </a:lnTo>
                <a:lnTo>
                  <a:pt x="422578" y="594539"/>
                </a:lnTo>
                <a:lnTo>
                  <a:pt x="418904" y="594539"/>
                </a:lnTo>
                <a:lnTo>
                  <a:pt x="415229" y="594539"/>
                </a:lnTo>
                <a:lnTo>
                  <a:pt x="411555" y="594539"/>
                </a:lnTo>
                <a:lnTo>
                  <a:pt x="407880" y="594539"/>
                </a:lnTo>
                <a:lnTo>
                  <a:pt x="404205" y="594539"/>
                </a:lnTo>
                <a:lnTo>
                  <a:pt x="400531" y="594539"/>
                </a:lnTo>
                <a:lnTo>
                  <a:pt x="396856" y="594539"/>
                </a:lnTo>
                <a:lnTo>
                  <a:pt x="393182" y="594539"/>
                </a:lnTo>
                <a:lnTo>
                  <a:pt x="389507" y="594539"/>
                </a:lnTo>
                <a:lnTo>
                  <a:pt x="385832" y="594539"/>
                </a:lnTo>
                <a:lnTo>
                  <a:pt x="382158" y="594539"/>
                </a:lnTo>
                <a:lnTo>
                  <a:pt x="378483" y="594539"/>
                </a:lnTo>
                <a:lnTo>
                  <a:pt x="374809" y="594539"/>
                </a:lnTo>
                <a:lnTo>
                  <a:pt x="371134" y="594539"/>
                </a:lnTo>
                <a:lnTo>
                  <a:pt x="367459" y="594539"/>
                </a:lnTo>
                <a:lnTo>
                  <a:pt x="363785" y="594539"/>
                </a:lnTo>
                <a:lnTo>
                  <a:pt x="360110" y="594539"/>
                </a:lnTo>
                <a:lnTo>
                  <a:pt x="356436" y="594539"/>
                </a:lnTo>
                <a:lnTo>
                  <a:pt x="352761" y="594539"/>
                </a:lnTo>
                <a:lnTo>
                  <a:pt x="349086" y="594539"/>
                </a:lnTo>
                <a:lnTo>
                  <a:pt x="345412" y="594539"/>
                </a:lnTo>
                <a:lnTo>
                  <a:pt x="341737" y="594539"/>
                </a:lnTo>
                <a:lnTo>
                  <a:pt x="338063" y="594539"/>
                </a:lnTo>
                <a:lnTo>
                  <a:pt x="334388" y="594539"/>
                </a:lnTo>
                <a:lnTo>
                  <a:pt x="330713" y="594539"/>
                </a:lnTo>
                <a:lnTo>
                  <a:pt x="327039" y="594539"/>
                </a:lnTo>
                <a:lnTo>
                  <a:pt x="323364" y="594539"/>
                </a:lnTo>
                <a:lnTo>
                  <a:pt x="319690" y="594539"/>
                </a:lnTo>
                <a:lnTo>
                  <a:pt x="316015" y="594539"/>
                </a:lnTo>
                <a:lnTo>
                  <a:pt x="312340" y="594539"/>
                </a:lnTo>
                <a:lnTo>
                  <a:pt x="308666" y="594539"/>
                </a:lnTo>
                <a:lnTo>
                  <a:pt x="304991" y="594539"/>
                </a:lnTo>
                <a:lnTo>
                  <a:pt x="301317" y="594539"/>
                </a:lnTo>
                <a:lnTo>
                  <a:pt x="297642" y="594539"/>
                </a:lnTo>
                <a:lnTo>
                  <a:pt x="293967" y="594539"/>
                </a:lnTo>
                <a:lnTo>
                  <a:pt x="290293" y="594539"/>
                </a:lnTo>
                <a:lnTo>
                  <a:pt x="286618" y="594539"/>
                </a:lnTo>
                <a:lnTo>
                  <a:pt x="282944" y="594539"/>
                </a:lnTo>
                <a:lnTo>
                  <a:pt x="279269" y="594539"/>
                </a:lnTo>
                <a:lnTo>
                  <a:pt x="275594" y="594539"/>
                </a:lnTo>
                <a:lnTo>
                  <a:pt x="271920" y="594539"/>
                </a:lnTo>
                <a:lnTo>
                  <a:pt x="268245" y="594539"/>
                </a:lnTo>
                <a:lnTo>
                  <a:pt x="264571" y="594539"/>
                </a:lnTo>
                <a:lnTo>
                  <a:pt x="260896" y="594539"/>
                </a:lnTo>
                <a:lnTo>
                  <a:pt x="257221" y="594539"/>
                </a:lnTo>
                <a:lnTo>
                  <a:pt x="253547" y="594539"/>
                </a:lnTo>
                <a:lnTo>
                  <a:pt x="249872" y="594539"/>
                </a:lnTo>
                <a:lnTo>
                  <a:pt x="246198" y="594539"/>
                </a:lnTo>
                <a:lnTo>
                  <a:pt x="242523" y="594539"/>
                </a:lnTo>
                <a:lnTo>
                  <a:pt x="238848" y="594539"/>
                </a:lnTo>
                <a:lnTo>
                  <a:pt x="235174" y="594539"/>
                </a:lnTo>
                <a:lnTo>
                  <a:pt x="231499" y="594539"/>
                </a:lnTo>
                <a:lnTo>
                  <a:pt x="227825" y="594539"/>
                </a:lnTo>
                <a:lnTo>
                  <a:pt x="224150" y="594539"/>
                </a:lnTo>
                <a:lnTo>
                  <a:pt x="220475" y="594539"/>
                </a:lnTo>
                <a:lnTo>
                  <a:pt x="216801" y="594539"/>
                </a:lnTo>
                <a:lnTo>
                  <a:pt x="213126" y="594539"/>
                </a:lnTo>
                <a:lnTo>
                  <a:pt x="209452" y="594539"/>
                </a:lnTo>
                <a:lnTo>
                  <a:pt x="205777" y="594539"/>
                </a:lnTo>
                <a:lnTo>
                  <a:pt x="202102" y="594539"/>
                </a:lnTo>
                <a:lnTo>
                  <a:pt x="198428" y="594539"/>
                </a:lnTo>
                <a:lnTo>
                  <a:pt x="194753" y="594539"/>
                </a:lnTo>
                <a:lnTo>
                  <a:pt x="191079" y="594539"/>
                </a:lnTo>
                <a:lnTo>
                  <a:pt x="187404" y="594539"/>
                </a:lnTo>
                <a:lnTo>
                  <a:pt x="183729" y="594539"/>
                </a:lnTo>
                <a:lnTo>
                  <a:pt x="180055" y="594539"/>
                </a:lnTo>
                <a:lnTo>
                  <a:pt x="176380" y="594539"/>
                </a:lnTo>
                <a:lnTo>
                  <a:pt x="172706" y="594539"/>
                </a:lnTo>
                <a:lnTo>
                  <a:pt x="169031" y="594539"/>
                </a:lnTo>
                <a:lnTo>
                  <a:pt x="165356" y="594539"/>
                </a:lnTo>
                <a:lnTo>
                  <a:pt x="161682" y="594539"/>
                </a:lnTo>
                <a:lnTo>
                  <a:pt x="158007" y="594539"/>
                </a:lnTo>
                <a:lnTo>
                  <a:pt x="154333" y="594539"/>
                </a:lnTo>
                <a:lnTo>
                  <a:pt x="150658" y="594539"/>
                </a:lnTo>
                <a:lnTo>
                  <a:pt x="146983" y="594539"/>
                </a:lnTo>
                <a:lnTo>
                  <a:pt x="143309" y="594539"/>
                </a:lnTo>
                <a:lnTo>
                  <a:pt x="139634" y="594539"/>
                </a:lnTo>
                <a:lnTo>
                  <a:pt x="135960" y="594539"/>
                </a:lnTo>
                <a:lnTo>
                  <a:pt x="132285" y="594539"/>
                </a:lnTo>
                <a:lnTo>
                  <a:pt x="128610" y="594539"/>
                </a:lnTo>
                <a:lnTo>
                  <a:pt x="124936" y="594539"/>
                </a:lnTo>
                <a:lnTo>
                  <a:pt x="121261" y="594539"/>
                </a:lnTo>
                <a:lnTo>
                  <a:pt x="117587" y="594539"/>
                </a:lnTo>
                <a:lnTo>
                  <a:pt x="113912" y="594539"/>
                </a:lnTo>
                <a:lnTo>
                  <a:pt x="110237" y="594539"/>
                </a:lnTo>
                <a:lnTo>
                  <a:pt x="106563" y="594539"/>
                </a:lnTo>
                <a:lnTo>
                  <a:pt x="102888" y="594539"/>
                </a:lnTo>
                <a:lnTo>
                  <a:pt x="99214" y="594539"/>
                </a:lnTo>
                <a:lnTo>
                  <a:pt x="95539" y="594539"/>
                </a:lnTo>
                <a:lnTo>
                  <a:pt x="91864" y="594539"/>
                </a:lnTo>
                <a:lnTo>
                  <a:pt x="88190" y="594539"/>
                </a:lnTo>
                <a:lnTo>
                  <a:pt x="84515" y="594539"/>
                </a:lnTo>
                <a:lnTo>
                  <a:pt x="80841" y="594539"/>
                </a:lnTo>
                <a:lnTo>
                  <a:pt x="77166" y="594539"/>
                </a:lnTo>
                <a:lnTo>
                  <a:pt x="73491" y="594539"/>
                </a:lnTo>
                <a:lnTo>
                  <a:pt x="69817" y="594539"/>
                </a:lnTo>
                <a:lnTo>
                  <a:pt x="66142" y="594539"/>
                </a:lnTo>
                <a:lnTo>
                  <a:pt x="62468" y="594539"/>
                </a:lnTo>
                <a:lnTo>
                  <a:pt x="58793" y="594539"/>
                </a:lnTo>
                <a:lnTo>
                  <a:pt x="55118" y="594539"/>
                </a:lnTo>
                <a:lnTo>
                  <a:pt x="51444" y="594539"/>
                </a:lnTo>
                <a:lnTo>
                  <a:pt x="47769" y="594539"/>
                </a:lnTo>
                <a:lnTo>
                  <a:pt x="44095" y="594539"/>
                </a:lnTo>
                <a:lnTo>
                  <a:pt x="40420" y="594539"/>
                </a:lnTo>
                <a:lnTo>
                  <a:pt x="36745" y="594539"/>
                </a:lnTo>
                <a:lnTo>
                  <a:pt x="33071" y="594539"/>
                </a:lnTo>
                <a:lnTo>
                  <a:pt x="29396" y="594539"/>
                </a:lnTo>
                <a:lnTo>
                  <a:pt x="25722" y="594539"/>
                </a:lnTo>
                <a:lnTo>
                  <a:pt x="22047" y="594539"/>
                </a:lnTo>
                <a:lnTo>
                  <a:pt x="18372" y="594539"/>
                </a:lnTo>
                <a:lnTo>
                  <a:pt x="14698" y="594539"/>
                </a:lnTo>
                <a:lnTo>
                  <a:pt x="11023" y="594539"/>
                </a:lnTo>
                <a:lnTo>
                  <a:pt x="7349" y="594539"/>
                </a:lnTo>
                <a:lnTo>
                  <a:pt x="3674" y="594539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01" name="pl101"/>
          <p:cNvSpPr/>
          <p:nvPr/>
        </p:nvSpPr>
        <p:spPr>
          <a:xfrm>
            <a:off x="6702581" y="2145155"/>
            <a:ext cx="1877720" cy="594539"/>
          </a:xfrm>
          <a:custGeom>
            <a:avLst/>
            <a:gdLst/>
            <a:ahLst/>
            <a:cxnLst/>
            <a:rect l="0" t="0" r="0" b="0"/>
            <a:pathLst>
              <a:path w="1877720" h="594539">
                <a:moveTo>
                  <a:pt x="0" y="594539"/>
                </a:moveTo>
                <a:lnTo>
                  <a:pt x="3674" y="594539"/>
                </a:lnTo>
                <a:lnTo>
                  <a:pt x="7349" y="594539"/>
                </a:lnTo>
                <a:lnTo>
                  <a:pt x="11023" y="594539"/>
                </a:lnTo>
                <a:lnTo>
                  <a:pt x="14698" y="594539"/>
                </a:lnTo>
                <a:lnTo>
                  <a:pt x="18372" y="594539"/>
                </a:lnTo>
                <a:lnTo>
                  <a:pt x="22047" y="594539"/>
                </a:lnTo>
                <a:lnTo>
                  <a:pt x="25722" y="594539"/>
                </a:lnTo>
                <a:lnTo>
                  <a:pt x="29396" y="594539"/>
                </a:lnTo>
                <a:lnTo>
                  <a:pt x="33071" y="594539"/>
                </a:lnTo>
                <a:lnTo>
                  <a:pt x="36745" y="594539"/>
                </a:lnTo>
                <a:lnTo>
                  <a:pt x="40420" y="594539"/>
                </a:lnTo>
                <a:lnTo>
                  <a:pt x="44095" y="594539"/>
                </a:lnTo>
                <a:lnTo>
                  <a:pt x="47769" y="594539"/>
                </a:lnTo>
                <a:lnTo>
                  <a:pt x="51444" y="594539"/>
                </a:lnTo>
                <a:lnTo>
                  <a:pt x="55118" y="594539"/>
                </a:lnTo>
                <a:lnTo>
                  <a:pt x="58793" y="594539"/>
                </a:lnTo>
                <a:lnTo>
                  <a:pt x="62468" y="594539"/>
                </a:lnTo>
                <a:lnTo>
                  <a:pt x="66142" y="594539"/>
                </a:lnTo>
                <a:lnTo>
                  <a:pt x="69817" y="594539"/>
                </a:lnTo>
                <a:lnTo>
                  <a:pt x="73491" y="594539"/>
                </a:lnTo>
                <a:lnTo>
                  <a:pt x="77166" y="594539"/>
                </a:lnTo>
                <a:lnTo>
                  <a:pt x="80841" y="594539"/>
                </a:lnTo>
                <a:lnTo>
                  <a:pt x="84515" y="594539"/>
                </a:lnTo>
                <a:lnTo>
                  <a:pt x="88190" y="594539"/>
                </a:lnTo>
                <a:lnTo>
                  <a:pt x="91864" y="594539"/>
                </a:lnTo>
                <a:lnTo>
                  <a:pt x="95539" y="594539"/>
                </a:lnTo>
                <a:lnTo>
                  <a:pt x="99214" y="594539"/>
                </a:lnTo>
                <a:lnTo>
                  <a:pt x="102888" y="594539"/>
                </a:lnTo>
                <a:lnTo>
                  <a:pt x="106563" y="594539"/>
                </a:lnTo>
                <a:lnTo>
                  <a:pt x="110237" y="594539"/>
                </a:lnTo>
                <a:lnTo>
                  <a:pt x="113912" y="594539"/>
                </a:lnTo>
                <a:lnTo>
                  <a:pt x="117587" y="594539"/>
                </a:lnTo>
                <a:lnTo>
                  <a:pt x="121261" y="594539"/>
                </a:lnTo>
                <a:lnTo>
                  <a:pt x="124936" y="594539"/>
                </a:lnTo>
                <a:lnTo>
                  <a:pt x="128610" y="594539"/>
                </a:lnTo>
                <a:lnTo>
                  <a:pt x="132285" y="594539"/>
                </a:lnTo>
                <a:lnTo>
                  <a:pt x="135960" y="594539"/>
                </a:lnTo>
                <a:lnTo>
                  <a:pt x="139634" y="594539"/>
                </a:lnTo>
                <a:lnTo>
                  <a:pt x="143309" y="594539"/>
                </a:lnTo>
                <a:lnTo>
                  <a:pt x="146983" y="594539"/>
                </a:lnTo>
                <a:lnTo>
                  <a:pt x="150658" y="594539"/>
                </a:lnTo>
                <a:lnTo>
                  <a:pt x="154333" y="594539"/>
                </a:lnTo>
                <a:lnTo>
                  <a:pt x="158007" y="594539"/>
                </a:lnTo>
                <a:lnTo>
                  <a:pt x="161682" y="594539"/>
                </a:lnTo>
                <a:lnTo>
                  <a:pt x="165356" y="594539"/>
                </a:lnTo>
                <a:lnTo>
                  <a:pt x="169031" y="594539"/>
                </a:lnTo>
                <a:lnTo>
                  <a:pt x="172706" y="594539"/>
                </a:lnTo>
                <a:lnTo>
                  <a:pt x="176380" y="594539"/>
                </a:lnTo>
                <a:lnTo>
                  <a:pt x="180055" y="594539"/>
                </a:lnTo>
                <a:lnTo>
                  <a:pt x="183729" y="594539"/>
                </a:lnTo>
                <a:lnTo>
                  <a:pt x="187404" y="594539"/>
                </a:lnTo>
                <a:lnTo>
                  <a:pt x="191079" y="594539"/>
                </a:lnTo>
                <a:lnTo>
                  <a:pt x="194753" y="594539"/>
                </a:lnTo>
                <a:lnTo>
                  <a:pt x="198428" y="594539"/>
                </a:lnTo>
                <a:lnTo>
                  <a:pt x="202102" y="594539"/>
                </a:lnTo>
                <a:lnTo>
                  <a:pt x="205777" y="594539"/>
                </a:lnTo>
                <a:lnTo>
                  <a:pt x="209452" y="594539"/>
                </a:lnTo>
                <a:lnTo>
                  <a:pt x="213126" y="594539"/>
                </a:lnTo>
                <a:lnTo>
                  <a:pt x="216801" y="594539"/>
                </a:lnTo>
                <a:lnTo>
                  <a:pt x="220475" y="594539"/>
                </a:lnTo>
                <a:lnTo>
                  <a:pt x="224150" y="594539"/>
                </a:lnTo>
                <a:lnTo>
                  <a:pt x="227825" y="594539"/>
                </a:lnTo>
                <a:lnTo>
                  <a:pt x="231499" y="594539"/>
                </a:lnTo>
                <a:lnTo>
                  <a:pt x="235174" y="594539"/>
                </a:lnTo>
                <a:lnTo>
                  <a:pt x="238848" y="594539"/>
                </a:lnTo>
                <a:lnTo>
                  <a:pt x="242523" y="594539"/>
                </a:lnTo>
                <a:lnTo>
                  <a:pt x="246198" y="594539"/>
                </a:lnTo>
                <a:lnTo>
                  <a:pt x="249872" y="594539"/>
                </a:lnTo>
                <a:lnTo>
                  <a:pt x="253547" y="594539"/>
                </a:lnTo>
                <a:lnTo>
                  <a:pt x="257221" y="594539"/>
                </a:lnTo>
                <a:lnTo>
                  <a:pt x="260896" y="594539"/>
                </a:lnTo>
                <a:lnTo>
                  <a:pt x="264571" y="594539"/>
                </a:lnTo>
                <a:lnTo>
                  <a:pt x="268245" y="594539"/>
                </a:lnTo>
                <a:lnTo>
                  <a:pt x="271920" y="594539"/>
                </a:lnTo>
                <a:lnTo>
                  <a:pt x="275594" y="594539"/>
                </a:lnTo>
                <a:lnTo>
                  <a:pt x="279269" y="594539"/>
                </a:lnTo>
                <a:lnTo>
                  <a:pt x="282944" y="594539"/>
                </a:lnTo>
                <a:lnTo>
                  <a:pt x="286618" y="594539"/>
                </a:lnTo>
                <a:lnTo>
                  <a:pt x="290293" y="594539"/>
                </a:lnTo>
                <a:lnTo>
                  <a:pt x="293967" y="594539"/>
                </a:lnTo>
                <a:lnTo>
                  <a:pt x="297642" y="594539"/>
                </a:lnTo>
                <a:lnTo>
                  <a:pt x="301317" y="594539"/>
                </a:lnTo>
                <a:lnTo>
                  <a:pt x="304991" y="594539"/>
                </a:lnTo>
                <a:lnTo>
                  <a:pt x="308666" y="594539"/>
                </a:lnTo>
                <a:lnTo>
                  <a:pt x="312340" y="594539"/>
                </a:lnTo>
                <a:lnTo>
                  <a:pt x="316015" y="594539"/>
                </a:lnTo>
                <a:lnTo>
                  <a:pt x="319690" y="594539"/>
                </a:lnTo>
                <a:lnTo>
                  <a:pt x="323364" y="594539"/>
                </a:lnTo>
                <a:lnTo>
                  <a:pt x="327039" y="594539"/>
                </a:lnTo>
                <a:lnTo>
                  <a:pt x="330713" y="594539"/>
                </a:lnTo>
                <a:lnTo>
                  <a:pt x="334388" y="594539"/>
                </a:lnTo>
                <a:lnTo>
                  <a:pt x="338063" y="594539"/>
                </a:lnTo>
                <a:lnTo>
                  <a:pt x="341737" y="594539"/>
                </a:lnTo>
                <a:lnTo>
                  <a:pt x="345412" y="594539"/>
                </a:lnTo>
                <a:lnTo>
                  <a:pt x="349086" y="594539"/>
                </a:lnTo>
                <a:lnTo>
                  <a:pt x="352761" y="594539"/>
                </a:lnTo>
                <a:lnTo>
                  <a:pt x="356436" y="594539"/>
                </a:lnTo>
                <a:lnTo>
                  <a:pt x="360110" y="594539"/>
                </a:lnTo>
                <a:lnTo>
                  <a:pt x="363785" y="594539"/>
                </a:lnTo>
                <a:lnTo>
                  <a:pt x="367459" y="594539"/>
                </a:lnTo>
                <a:lnTo>
                  <a:pt x="371134" y="594539"/>
                </a:lnTo>
                <a:lnTo>
                  <a:pt x="374809" y="594539"/>
                </a:lnTo>
                <a:lnTo>
                  <a:pt x="378483" y="594539"/>
                </a:lnTo>
                <a:lnTo>
                  <a:pt x="382158" y="594539"/>
                </a:lnTo>
                <a:lnTo>
                  <a:pt x="385832" y="594539"/>
                </a:lnTo>
                <a:lnTo>
                  <a:pt x="389507" y="594539"/>
                </a:lnTo>
                <a:lnTo>
                  <a:pt x="393182" y="594539"/>
                </a:lnTo>
                <a:lnTo>
                  <a:pt x="396856" y="594539"/>
                </a:lnTo>
                <a:lnTo>
                  <a:pt x="400531" y="594539"/>
                </a:lnTo>
                <a:lnTo>
                  <a:pt x="404205" y="594539"/>
                </a:lnTo>
                <a:lnTo>
                  <a:pt x="407880" y="594539"/>
                </a:lnTo>
                <a:lnTo>
                  <a:pt x="411555" y="594539"/>
                </a:lnTo>
                <a:lnTo>
                  <a:pt x="415229" y="594539"/>
                </a:lnTo>
                <a:lnTo>
                  <a:pt x="418904" y="594539"/>
                </a:lnTo>
                <a:lnTo>
                  <a:pt x="422578" y="594539"/>
                </a:lnTo>
                <a:lnTo>
                  <a:pt x="426253" y="594539"/>
                </a:lnTo>
                <a:lnTo>
                  <a:pt x="429928" y="594539"/>
                </a:lnTo>
                <a:lnTo>
                  <a:pt x="433602" y="594539"/>
                </a:lnTo>
                <a:lnTo>
                  <a:pt x="437277" y="594539"/>
                </a:lnTo>
                <a:lnTo>
                  <a:pt x="440951" y="594539"/>
                </a:lnTo>
                <a:lnTo>
                  <a:pt x="444626" y="594539"/>
                </a:lnTo>
                <a:lnTo>
                  <a:pt x="448301" y="594539"/>
                </a:lnTo>
                <a:lnTo>
                  <a:pt x="451975" y="594539"/>
                </a:lnTo>
                <a:lnTo>
                  <a:pt x="455650" y="594539"/>
                </a:lnTo>
                <a:lnTo>
                  <a:pt x="459324" y="594539"/>
                </a:lnTo>
                <a:lnTo>
                  <a:pt x="462999" y="594539"/>
                </a:lnTo>
                <a:lnTo>
                  <a:pt x="466674" y="594539"/>
                </a:lnTo>
                <a:lnTo>
                  <a:pt x="470348" y="594539"/>
                </a:lnTo>
                <a:lnTo>
                  <a:pt x="474023" y="594539"/>
                </a:lnTo>
                <a:lnTo>
                  <a:pt x="477697" y="594539"/>
                </a:lnTo>
                <a:lnTo>
                  <a:pt x="481372" y="594538"/>
                </a:lnTo>
                <a:lnTo>
                  <a:pt x="485047" y="594537"/>
                </a:lnTo>
                <a:lnTo>
                  <a:pt x="488721" y="594532"/>
                </a:lnTo>
                <a:lnTo>
                  <a:pt x="492396" y="594520"/>
                </a:lnTo>
                <a:lnTo>
                  <a:pt x="496070" y="594491"/>
                </a:lnTo>
                <a:lnTo>
                  <a:pt x="499745" y="594433"/>
                </a:lnTo>
                <a:lnTo>
                  <a:pt x="503420" y="594336"/>
                </a:lnTo>
                <a:lnTo>
                  <a:pt x="507094" y="594200"/>
                </a:lnTo>
                <a:lnTo>
                  <a:pt x="510769" y="594044"/>
                </a:lnTo>
                <a:lnTo>
                  <a:pt x="514443" y="593909"/>
                </a:lnTo>
                <a:lnTo>
                  <a:pt x="518118" y="593836"/>
                </a:lnTo>
                <a:lnTo>
                  <a:pt x="521793" y="593852"/>
                </a:lnTo>
                <a:lnTo>
                  <a:pt x="525467" y="593951"/>
                </a:lnTo>
                <a:lnTo>
                  <a:pt x="529142" y="594098"/>
                </a:lnTo>
                <a:lnTo>
                  <a:pt x="532816" y="594249"/>
                </a:lnTo>
                <a:lnTo>
                  <a:pt x="536491" y="594373"/>
                </a:lnTo>
                <a:lnTo>
                  <a:pt x="540166" y="594456"/>
                </a:lnTo>
                <a:lnTo>
                  <a:pt x="543840" y="594503"/>
                </a:lnTo>
                <a:lnTo>
                  <a:pt x="547515" y="594525"/>
                </a:lnTo>
                <a:lnTo>
                  <a:pt x="551189" y="594534"/>
                </a:lnTo>
                <a:lnTo>
                  <a:pt x="554864" y="594537"/>
                </a:lnTo>
                <a:lnTo>
                  <a:pt x="558539" y="594538"/>
                </a:lnTo>
                <a:lnTo>
                  <a:pt x="562213" y="594539"/>
                </a:lnTo>
                <a:lnTo>
                  <a:pt x="565888" y="594539"/>
                </a:lnTo>
                <a:lnTo>
                  <a:pt x="569562" y="594538"/>
                </a:lnTo>
                <a:lnTo>
                  <a:pt x="573237" y="594537"/>
                </a:lnTo>
                <a:lnTo>
                  <a:pt x="576912" y="594534"/>
                </a:lnTo>
                <a:lnTo>
                  <a:pt x="580586" y="594523"/>
                </a:lnTo>
                <a:lnTo>
                  <a:pt x="584261" y="594494"/>
                </a:lnTo>
                <a:lnTo>
                  <a:pt x="587935" y="594432"/>
                </a:lnTo>
                <a:lnTo>
                  <a:pt x="591610" y="594313"/>
                </a:lnTo>
                <a:lnTo>
                  <a:pt x="595285" y="594120"/>
                </a:lnTo>
                <a:lnTo>
                  <a:pt x="598959" y="593855"/>
                </a:lnTo>
                <a:lnTo>
                  <a:pt x="602634" y="593551"/>
                </a:lnTo>
                <a:lnTo>
                  <a:pt x="606308" y="593263"/>
                </a:lnTo>
                <a:lnTo>
                  <a:pt x="609983" y="593049"/>
                </a:lnTo>
                <a:lnTo>
                  <a:pt x="613658" y="592932"/>
                </a:lnTo>
                <a:lnTo>
                  <a:pt x="617332" y="592893"/>
                </a:lnTo>
                <a:lnTo>
                  <a:pt x="621007" y="592885"/>
                </a:lnTo>
                <a:lnTo>
                  <a:pt x="624681" y="592865"/>
                </a:lnTo>
                <a:lnTo>
                  <a:pt x="628356" y="592823"/>
                </a:lnTo>
                <a:lnTo>
                  <a:pt x="632031" y="592764"/>
                </a:lnTo>
                <a:lnTo>
                  <a:pt x="635705" y="592685"/>
                </a:lnTo>
                <a:lnTo>
                  <a:pt x="639380" y="592543"/>
                </a:lnTo>
                <a:lnTo>
                  <a:pt x="643054" y="592259"/>
                </a:lnTo>
                <a:lnTo>
                  <a:pt x="646729" y="591745"/>
                </a:lnTo>
                <a:lnTo>
                  <a:pt x="650404" y="590926"/>
                </a:lnTo>
                <a:lnTo>
                  <a:pt x="654078" y="589757"/>
                </a:lnTo>
                <a:lnTo>
                  <a:pt x="657753" y="588230"/>
                </a:lnTo>
                <a:lnTo>
                  <a:pt x="661427" y="586402"/>
                </a:lnTo>
                <a:lnTo>
                  <a:pt x="665102" y="584418"/>
                </a:lnTo>
                <a:lnTo>
                  <a:pt x="668777" y="582500"/>
                </a:lnTo>
                <a:lnTo>
                  <a:pt x="672451" y="580850"/>
                </a:lnTo>
                <a:lnTo>
                  <a:pt x="676126" y="579537"/>
                </a:lnTo>
                <a:lnTo>
                  <a:pt x="679800" y="578482"/>
                </a:lnTo>
                <a:lnTo>
                  <a:pt x="683475" y="577517"/>
                </a:lnTo>
                <a:lnTo>
                  <a:pt x="687150" y="576492"/>
                </a:lnTo>
                <a:lnTo>
                  <a:pt x="690824" y="575327"/>
                </a:lnTo>
                <a:lnTo>
                  <a:pt x="694499" y="573996"/>
                </a:lnTo>
                <a:lnTo>
                  <a:pt x="698173" y="572454"/>
                </a:lnTo>
                <a:lnTo>
                  <a:pt x="701848" y="570594"/>
                </a:lnTo>
                <a:lnTo>
                  <a:pt x="705523" y="568280"/>
                </a:lnTo>
                <a:lnTo>
                  <a:pt x="709197" y="565401"/>
                </a:lnTo>
                <a:lnTo>
                  <a:pt x="712872" y="561887"/>
                </a:lnTo>
                <a:lnTo>
                  <a:pt x="716546" y="557661"/>
                </a:lnTo>
                <a:lnTo>
                  <a:pt x="720221" y="552573"/>
                </a:lnTo>
                <a:lnTo>
                  <a:pt x="723896" y="546431"/>
                </a:lnTo>
                <a:lnTo>
                  <a:pt x="727570" y="539141"/>
                </a:lnTo>
                <a:lnTo>
                  <a:pt x="731245" y="530864"/>
                </a:lnTo>
                <a:lnTo>
                  <a:pt x="734919" y="522060"/>
                </a:lnTo>
                <a:lnTo>
                  <a:pt x="738594" y="513347"/>
                </a:lnTo>
                <a:lnTo>
                  <a:pt x="742269" y="505274"/>
                </a:lnTo>
                <a:lnTo>
                  <a:pt x="745943" y="498119"/>
                </a:lnTo>
                <a:lnTo>
                  <a:pt x="749618" y="491814"/>
                </a:lnTo>
                <a:lnTo>
                  <a:pt x="753292" y="485993"/>
                </a:lnTo>
                <a:lnTo>
                  <a:pt x="756967" y="480083"/>
                </a:lnTo>
                <a:lnTo>
                  <a:pt x="760642" y="473370"/>
                </a:lnTo>
                <a:lnTo>
                  <a:pt x="764316" y="465314"/>
                </a:lnTo>
                <a:lnTo>
                  <a:pt x="767991" y="455738"/>
                </a:lnTo>
                <a:lnTo>
                  <a:pt x="771665" y="445029"/>
                </a:lnTo>
                <a:lnTo>
                  <a:pt x="775340" y="434036"/>
                </a:lnTo>
                <a:lnTo>
                  <a:pt x="779015" y="423663"/>
                </a:lnTo>
                <a:lnTo>
                  <a:pt x="782689" y="414391"/>
                </a:lnTo>
                <a:lnTo>
                  <a:pt x="786364" y="406031"/>
                </a:lnTo>
                <a:lnTo>
                  <a:pt x="790038" y="397834"/>
                </a:lnTo>
                <a:lnTo>
                  <a:pt x="793713" y="388804"/>
                </a:lnTo>
                <a:lnTo>
                  <a:pt x="797388" y="378032"/>
                </a:lnTo>
                <a:lnTo>
                  <a:pt x="801062" y="364957"/>
                </a:lnTo>
                <a:lnTo>
                  <a:pt x="804737" y="349512"/>
                </a:lnTo>
                <a:lnTo>
                  <a:pt x="808411" y="332117"/>
                </a:lnTo>
                <a:lnTo>
                  <a:pt x="812086" y="313481"/>
                </a:lnTo>
                <a:lnTo>
                  <a:pt x="815761" y="294271"/>
                </a:lnTo>
                <a:lnTo>
                  <a:pt x="819435" y="274799"/>
                </a:lnTo>
                <a:lnTo>
                  <a:pt x="823110" y="254915"/>
                </a:lnTo>
                <a:lnTo>
                  <a:pt x="826784" y="234177"/>
                </a:lnTo>
                <a:lnTo>
                  <a:pt x="830459" y="212177"/>
                </a:lnTo>
                <a:lnTo>
                  <a:pt x="834134" y="188807"/>
                </a:lnTo>
                <a:lnTo>
                  <a:pt x="837808" y="164342"/>
                </a:lnTo>
                <a:lnTo>
                  <a:pt x="841483" y="139414"/>
                </a:lnTo>
                <a:lnTo>
                  <a:pt x="845157" y="115025"/>
                </a:lnTo>
                <a:lnTo>
                  <a:pt x="848832" y="92645"/>
                </a:lnTo>
                <a:lnTo>
                  <a:pt x="852507" y="74051"/>
                </a:lnTo>
                <a:lnTo>
                  <a:pt x="856181" y="60356"/>
                </a:lnTo>
                <a:lnTo>
                  <a:pt x="859856" y="51591"/>
                </a:lnTo>
                <a:lnTo>
                  <a:pt x="863530" y="46466"/>
                </a:lnTo>
                <a:lnTo>
                  <a:pt x="867205" y="42903"/>
                </a:lnTo>
                <a:lnTo>
                  <a:pt x="870880" y="38893"/>
                </a:lnTo>
                <a:lnTo>
                  <a:pt x="874554" y="33170"/>
                </a:lnTo>
                <a:lnTo>
                  <a:pt x="878229" y="25463"/>
                </a:lnTo>
                <a:lnTo>
                  <a:pt x="881903" y="16505"/>
                </a:lnTo>
                <a:lnTo>
                  <a:pt x="885578" y="7911"/>
                </a:lnTo>
                <a:lnTo>
                  <a:pt x="889253" y="1794"/>
                </a:lnTo>
                <a:lnTo>
                  <a:pt x="892927" y="0"/>
                </a:lnTo>
                <a:lnTo>
                  <a:pt x="896602" y="3278"/>
                </a:lnTo>
                <a:lnTo>
                  <a:pt x="900276" y="11059"/>
                </a:lnTo>
                <a:lnTo>
                  <a:pt x="903951" y="22122"/>
                </a:lnTo>
                <a:lnTo>
                  <a:pt x="907626" y="35678"/>
                </a:lnTo>
                <a:lnTo>
                  <a:pt x="911300" y="51906"/>
                </a:lnTo>
                <a:lnTo>
                  <a:pt x="914975" y="71505"/>
                </a:lnTo>
                <a:lnTo>
                  <a:pt x="918649" y="94723"/>
                </a:lnTo>
                <a:lnTo>
                  <a:pt x="922324" y="120822"/>
                </a:lnTo>
                <a:lnTo>
                  <a:pt x="925999" y="148403"/>
                </a:lnTo>
                <a:lnTo>
                  <a:pt x="929673" y="176163"/>
                </a:lnTo>
                <a:lnTo>
                  <a:pt x="933348" y="203344"/>
                </a:lnTo>
                <a:lnTo>
                  <a:pt x="937022" y="229631"/>
                </a:lnTo>
                <a:lnTo>
                  <a:pt x="940697" y="254797"/>
                </a:lnTo>
                <a:lnTo>
                  <a:pt x="944372" y="278550"/>
                </a:lnTo>
                <a:lnTo>
                  <a:pt x="948046" y="300594"/>
                </a:lnTo>
                <a:lnTo>
                  <a:pt x="951721" y="320735"/>
                </a:lnTo>
                <a:lnTo>
                  <a:pt x="955395" y="339108"/>
                </a:lnTo>
                <a:lnTo>
                  <a:pt x="959070" y="356270"/>
                </a:lnTo>
                <a:lnTo>
                  <a:pt x="962745" y="373013"/>
                </a:lnTo>
                <a:lnTo>
                  <a:pt x="966419" y="389964"/>
                </a:lnTo>
                <a:lnTo>
                  <a:pt x="970094" y="407302"/>
                </a:lnTo>
                <a:lnTo>
                  <a:pt x="973768" y="424806"/>
                </a:lnTo>
                <a:lnTo>
                  <a:pt x="977443" y="442176"/>
                </a:lnTo>
                <a:lnTo>
                  <a:pt x="981118" y="459286"/>
                </a:lnTo>
                <a:lnTo>
                  <a:pt x="984792" y="476176"/>
                </a:lnTo>
                <a:lnTo>
                  <a:pt x="988467" y="492784"/>
                </a:lnTo>
                <a:lnTo>
                  <a:pt x="992141" y="508716"/>
                </a:lnTo>
                <a:lnTo>
                  <a:pt x="995816" y="523260"/>
                </a:lnTo>
                <a:lnTo>
                  <a:pt x="999491" y="535687"/>
                </a:lnTo>
                <a:lnTo>
                  <a:pt x="1003165" y="545618"/>
                </a:lnTo>
                <a:lnTo>
                  <a:pt x="1006840" y="553203"/>
                </a:lnTo>
                <a:lnTo>
                  <a:pt x="1010514" y="558989"/>
                </a:lnTo>
                <a:lnTo>
                  <a:pt x="1014189" y="563616"/>
                </a:lnTo>
                <a:lnTo>
                  <a:pt x="1017864" y="567580"/>
                </a:lnTo>
                <a:lnTo>
                  <a:pt x="1021538" y="571160"/>
                </a:lnTo>
                <a:lnTo>
                  <a:pt x="1025213" y="574497"/>
                </a:lnTo>
                <a:lnTo>
                  <a:pt x="1028887" y="577661"/>
                </a:lnTo>
                <a:lnTo>
                  <a:pt x="1032562" y="580644"/>
                </a:lnTo>
                <a:lnTo>
                  <a:pt x="1036237" y="583345"/>
                </a:lnTo>
                <a:lnTo>
                  <a:pt x="1039911" y="585617"/>
                </a:lnTo>
                <a:lnTo>
                  <a:pt x="1043586" y="587365"/>
                </a:lnTo>
                <a:lnTo>
                  <a:pt x="1047260" y="588622"/>
                </a:lnTo>
                <a:lnTo>
                  <a:pt x="1050935" y="589520"/>
                </a:lnTo>
                <a:lnTo>
                  <a:pt x="1054610" y="590217"/>
                </a:lnTo>
                <a:lnTo>
                  <a:pt x="1058284" y="590824"/>
                </a:lnTo>
                <a:lnTo>
                  <a:pt x="1061959" y="591390"/>
                </a:lnTo>
                <a:lnTo>
                  <a:pt x="1065633" y="591933"/>
                </a:lnTo>
                <a:lnTo>
                  <a:pt x="1069308" y="592455"/>
                </a:lnTo>
                <a:lnTo>
                  <a:pt x="1072983" y="592944"/>
                </a:lnTo>
                <a:lnTo>
                  <a:pt x="1076657" y="593369"/>
                </a:lnTo>
                <a:lnTo>
                  <a:pt x="1080332" y="593689"/>
                </a:lnTo>
                <a:lnTo>
                  <a:pt x="1084006" y="593871"/>
                </a:lnTo>
                <a:lnTo>
                  <a:pt x="1087681" y="593922"/>
                </a:lnTo>
                <a:lnTo>
                  <a:pt x="1091356" y="593885"/>
                </a:lnTo>
                <a:lnTo>
                  <a:pt x="1095030" y="593829"/>
                </a:lnTo>
                <a:lnTo>
                  <a:pt x="1098705" y="593818"/>
                </a:lnTo>
                <a:lnTo>
                  <a:pt x="1102379" y="593882"/>
                </a:lnTo>
                <a:lnTo>
                  <a:pt x="1106054" y="594011"/>
                </a:lnTo>
                <a:lnTo>
                  <a:pt x="1109729" y="594168"/>
                </a:lnTo>
                <a:lnTo>
                  <a:pt x="1113403" y="594312"/>
                </a:lnTo>
                <a:lnTo>
                  <a:pt x="1117078" y="594418"/>
                </a:lnTo>
                <a:lnTo>
                  <a:pt x="1120752" y="594483"/>
                </a:lnTo>
                <a:lnTo>
                  <a:pt x="1124427" y="594516"/>
                </a:lnTo>
                <a:lnTo>
                  <a:pt x="1128102" y="594530"/>
                </a:lnTo>
                <a:lnTo>
                  <a:pt x="1131776" y="594536"/>
                </a:lnTo>
                <a:lnTo>
                  <a:pt x="1135451" y="594538"/>
                </a:lnTo>
                <a:lnTo>
                  <a:pt x="1139125" y="594538"/>
                </a:lnTo>
                <a:lnTo>
                  <a:pt x="1142800" y="594539"/>
                </a:lnTo>
                <a:lnTo>
                  <a:pt x="1146475" y="594539"/>
                </a:lnTo>
                <a:lnTo>
                  <a:pt x="1150149" y="594539"/>
                </a:lnTo>
                <a:lnTo>
                  <a:pt x="1153824" y="594539"/>
                </a:lnTo>
                <a:lnTo>
                  <a:pt x="1157498" y="594539"/>
                </a:lnTo>
                <a:lnTo>
                  <a:pt x="1161173" y="594539"/>
                </a:lnTo>
                <a:lnTo>
                  <a:pt x="1164848" y="594539"/>
                </a:lnTo>
                <a:lnTo>
                  <a:pt x="1168522" y="594539"/>
                </a:lnTo>
                <a:lnTo>
                  <a:pt x="1172197" y="594539"/>
                </a:lnTo>
                <a:lnTo>
                  <a:pt x="1175871" y="594539"/>
                </a:lnTo>
                <a:lnTo>
                  <a:pt x="1179546" y="594539"/>
                </a:lnTo>
                <a:lnTo>
                  <a:pt x="1183221" y="594539"/>
                </a:lnTo>
                <a:lnTo>
                  <a:pt x="1186895" y="594539"/>
                </a:lnTo>
                <a:lnTo>
                  <a:pt x="1190570" y="594539"/>
                </a:lnTo>
                <a:lnTo>
                  <a:pt x="1194244" y="594539"/>
                </a:lnTo>
                <a:lnTo>
                  <a:pt x="1197919" y="594539"/>
                </a:lnTo>
                <a:lnTo>
                  <a:pt x="1201594" y="594539"/>
                </a:lnTo>
                <a:lnTo>
                  <a:pt x="1205268" y="594539"/>
                </a:lnTo>
                <a:lnTo>
                  <a:pt x="1208943" y="594539"/>
                </a:lnTo>
                <a:lnTo>
                  <a:pt x="1212617" y="594539"/>
                </a:lnTo>
                <a:lnTo>
                  <a:pt x="1216292" y="594539"/>
                </a:lnTo>
                <a:lnTo>
                  <a:pt x="1219967" y="594539"/>
                </a:lnTo>
                <a:lnTo>
                  <a:pt x="1223641" y="594539"/>
                </a:lnTo>
                <a:lnTo>
                  <a:pt x="1227316" y="594539"/>
                </a:lnTo>
                <a:lnTo>
                  <a:pt x="1230990" y="594539"/>
                </a:lnTo>
                <a:lnTo>
                  <a:pt x="1234665" y="594539"/>
                </a:lnTo>
                <a:lnTo>
                  <a:pt x="1238340" y="594539"/>
                </a:lnTo>
                <a:lnTo>
                  <a:pt x="1242014" y="594539"/>
                </a:lnTo>
                <a:lnTo>
                  <a:pt x="1245689" y="594539"/>
                </a:lnTo>
                <a:lnTo>
                  <a:pt x="1249363" y="594539"/>
                </a:lnTo>
                <a:lnTo>
                  <a:pt x="1253038" y="594539"/>
                </a:lnTo>
                <a:lnTo>
                  <a:pt x="1256713" y="594539"/>
                </a:lnTo>
                <a:lnTo>
                  <a:pt x="1260387" y="594539"/>
                </a:lnTo>
                <a:lnTo>
                  <a:pt x="1264062" y="594539"/>
                </a:lnTo>
                <a:lnTo>
                  <a:pt x="1267736" y="594539"/>
                </a:lnTo>
                <a:lnTo>
                  <a:pt x="1271411" y="594539"/>
                </a:lnTo>
                <a:lnTo>
                  <a:pt x="1275086" y="594539"/>
                </a:lnTo>
                <a:lnTo>
                  <a:pt x="1278760" y="594539"/>
                </a:lnTo>
                <a:lnTo>
                  <a:pt x="1282435" y="594539"/>
                </a:lnTo>
                <a:lnTo>
                  <a:pt x="1286109" y="594539"/>
                </a:lnTo>
                <a:lnTo>
                  <a:pt x="1289784" y="594539"/>
                </a:lnTo>
                <a:lnTo>
                  <a:pt x="1293459" y="594539"/>
                </a:lnTo>
                <a:lnTo>
                  <a:pt x="1297133" y="594539"/>
                </a:lnTo>
                <a:lnTo>
                  <a:pt x="1300808" y="594539"/>
                </a:lnTo>
                <a:lnTo>
                  <a:pt x="1304482" y="594539"/>
                </a:lnTo>
                <a:lnTo>
                  <a:pt x="1308157" y="594539"/>
                </a:lnTo>
                <a:lnTo>
                  <a:pt x="1311832" y="594539"/>
                </a:lnTo>
                <a:lnTo>
                  <a:pt x="1315506" y="594539"/>
                </a:lnTo>
                <a:lnTo>
                  <a:pt x="1319181" y="594539"/>
                </a:lnTo>
                <a:lnTo>
                  <a:pt x="1322855" y="594539"/>
                </a:lnTo>
                <a:lnTo>
                  <a:pt x="1326530" y="594539"/>
                </a:lnTo>
                <a:lnTo>
                  <a:pt x="1330205" y="594539"/>
                </a:lnTo>
                <a:lnTo>
                  <a:pt x="1333879" y="594539"/>
                </a:lnTo>
                <a:lnTo>
                  <a:pt x="1337554" y="594539"/>
                </a:lnTo>
                <a:lnTo>
                  <a:pt x="1341228" y="594539"/>
                </a:lnTo>
                <a:lnTo>
                  <a:pt x="1344903" y="594539"/>
                </a:lnTo>
                <a:lnTo>
                  <a:pt x="1348577" y="594539"/>
                </a:lnTo>
                <a:lnTo>
                  <a:pt x="1352252" y="594539"/>
                </a:lnTo>
                <a:lnTo>
                  <a:pt x="1355927" y="594539"/>
                </a:lnTo>
                <a:lnTo>
                  <a:pt x="1359601" y="594539"/>
                </a:lnTo>
                <a:lnTo>
                  <a:pt x="1363276" y="594539"/>
                </a:lnTo>
                <a:lnTo>
                  <a:pt x="1366950" y="594539"/>
                </a:lnTo>
                <a:lnTo>
                  <a:pt x="1370625" y="594539"/>
                </a:lnTo>
                <a:lnTo>
                  <a:pt x="1374300" y="594539"/>
                </a:lnTo>
                <a:lnTo>
                  <a:pt x="1377974" y="594539"/>
                </a:lnTo>
                <a:lnTo>
                  <a:pt x="1381649" y="594539"/>
                </a:lnTo>
                <a:lnTo>
                  <a:pt x="1385323" y="594539"/>
                </a:lnTo>
                <a:lnTo>
                  <a:pt x="1388998" y="594539"/>
                </a:lnTo>
                <a:lnTo>
                  <a:pt x="1392673" y="594539"/>
                </a:lnTo>
                <a:lnTo>
                  <a:pt x="1396347" y="594539"/>
                </a:lnTo>
                <a:lnTo>
                  <a:pt x="1400022" y="594539"/>
                </a:lnTo>
                <a:lnTo>
                  <a:pt x="1403696" y="594539"/>
                </a:lnTo>
                <a:lnTo>
                  <a:pt x="1407371" y="594539"/>
                </a:lnTo>
                <a:lnTo>
                  <a:pt x="1411046" y="594539"/>
                </a:lnTo>
                <a:lnTo>
                  <a:pt x="1414720" y="594539"/>
                </a:lnTo>
                <a:lnTo>
                  <a:pt x="1418395" y="594539"/>
                </a:lnTo>
                <a:lnTo>
                  <a:pt x="1422069" y="594539"/>
                </a:lnTo>
                <a:lnTo>
                  <a:pt x="1425744" y="594539"/>
                </a:lnTo>
                <a:lnTo>
                  <a:pt x="1429419" y="594539"/>
                </a:lnTo>
                <a:lnTo>
                  <a:pt x="1433093" y="594539"/>
                </a:lnTo>
                <a:lnTo>
                  <a:pt x="1436768" y="594539"/>
                </a:lnTo>
                <a:lnTo>
                  <a:pt x="1440442" y="594539"/>
                </a:lnTo>
                <a:lnTo>
                  <a:pt x="1444117" y="594539"/>
                </a:lnTo>
                <a:lnTo>
                  <a:pt x="1447792" y="594539"/>
                </a:lnTo>
                <a:lnTo>
                  <a:pt x="1451466" y="594539"/>
                </a:lnTo>
                <a:lnTo>
                  <a:pt x="1455141" y="594539"/>
                </a:lnTo>
                <a:lnTo>
                  <a:pt x="1458815" y="594539"/>
                </a:lnTo>
                <a:lnTo>
                  <a:pt x="1462490" y="594539"/>
                </a:lnTo>
                <a:lnTo>
                  <a:pt x="1466165" y="594539"/>
                </a:lnTo>
                <a:lnTo>
                  <a:pt x="1469839" y="594539"/>
                </a:lnTo>
                <a:lnTo>
                  <a:pt x="1473514" y="594539"/>
                </a:lnTo>
                <a:lnTo>
                  <a:pt x="1477188" y="594539"/>
                </a:lnTo>
                <a:lnTo>
                  <a:pt x="1480863" y="594539"/>
                </a:lnTo>
                <a:lnTo>
                  <a:pt x="1484538" y="594539"/>
                </a:lnTo>
                <a:lnTo>
                  <a:pt x="1488212" y="594539"/>
                </a:lnTo>
                <a:lnTo>
                  <a:pt x="1491887" y="594539"/>
                </a:lnTo>
                <a:lnTo>
                  <a:pt x="1495561" y="594539"/>
                </a:lnTo>
                <a:lnTo>
                  <a:pt x="1499236" y="594539"/>
                </a:lnTo>
                <a:lnTo>
                  <a:pt x="1502911" y="594539"/>
                </a:lnTo>
                <a:lnTo>
                  <a:pt x="1506585" y="594539"/>
                </a:lnTo>
                <a:lnTo>
                  <a:pt x="1510260" y="594539"/>
                </a:lnTo>
                <a:lnTo>
                  <a:pt x="1513934" y="594539"/>
                </a:lnTo>
                <a:lnTo>
                  <a:pt x="1517609" y="594539"/>
                </a:lnTo>
                <a:lnTo>
                  <a:pt x="1521284" y="594539"/>
                </a:lnTo>
                <a:lnTo>
                  <a:pt x="1524958" y="594539"/>
                </a:lnTo>
                <a:lnTo>
                  <a:pt x="1528633" y="594539"/>
                </a:lnTo>
                <a:lnTo>
                  <a:pt x="1532307" y="594539"/>
                </a:lnTo>
                <a:lnTo>
                  <a:pt x="1535982" y="594539"/>
                </a:lnTo>
                <a:lnTo>
                  <a:pt x="1539657" y="594539"/>
                </a:lnTo>
                <a:lnTo>
                  <a:pt x="1543331" y="594539"/>
                </a:lnTo>
                <a:lnTo>
                  <a:pt x="1547006" y="594539"/>
                </a:lnTo>
                <a:lnTo>
                  <a:pt x="1550680" y="594539"/>
                </a:lnTo>
                <a:lnTo>
                  <a:pt x="1554355" y="594539"/>
                </a:lnTo>
                <a:lnTo>
                  <a:pt x="1558030" y="594539"/>
                </a:lnTo>
                <a:lnTo>
                  <a:pt x="1561704" y="594539"/>
                </a:lnTo>
                <a:lnTo>
                  <a:pt x="1565379" y="594539"/>
                </a:lnTo>
                <a:lnTo>
                  <a:pt x="1569053" y="594539"/>
                </a:lnTo>
                <a:lnTo>
                  <a:pt x="1572728" y="594539"/>
                </a:lnTo>
                <a:lnTo>
                  <a:pt x="1576403" y="594539"/>
                </a:lnTo>
                <a:lnTo>
                  <a:pt x="1580077" y="594539"/>
                </a:lnTo>
                <a:lnTo>
                  <a:pt x="1583752" y="594539"/>
                </a:lnTo>
                <a:lnTo>
                  <a:pt x="1587426" y="594539"/>
                </a:lnTo>
                <a:lnTo>
                  <a:pt x="1591101" y="594539"/>
                </a:lnTo>
                <a:lnTo>
                  <a:pt x="1594776" y="594539"/>
                </a:lnTo>
                <a:lnTo>
                  <a:pt x="1598450" y="594539"/>
                </a:lnTo>
                <a:lnTo>
                  <a:pt x="1602125" y="594539"/>
                </a:lnTo>
                <a:lnTo>
                  <a:pt x="1605799" y="594539"/>
                </a:lnTo>
                <a:lnTo>
                  <a:pt x="1609474" y="594539"/>
                </a:lnTo>
                <a:lnTo>
                  <a:pt x="1613149" y="594539"/>
                </a:lnTo>
                <a:lnTo>
                  <a:pt x="1616823" y="594539"/>
                </a:lnTo>
                <a:lnTo>
                  <a:pt x="1620498" y="594539"/>
                </a:lnTo>
                <a:lnTo>
                  <a:pt x="1624172" y="594539"/>
                </a:lnTo>
                <a:lnTo>
                  <a:pt x="1627847" y="594539"/>
                </a:lnTo>
                <a:lnTo>
                  <a:pt x="1631522" y="594539"/>
                </a:lnTo>
                <a:lnTo>
                  <a:pt x="1635196" y="594539"/>
                </a:lnTo>
                <a:lnTo>
                  <a:pt x="1638871" y="594539"/>
                </a:lnTo>
                <a:lnTo>
                  <a:pt x="1642545" y="594539"/>
                </a:lnTo>
                <a:lnTo>
                  <a:pt x="1646220" y="594539"/>
                </a:lnTo>
                <a:lnTo>
                  <a:pt x="1649895" y="594539"/>
                </a:lnTo>
                <a:lnTo>
                  <a:pt x="1653569" y="594539"/>
                </a:lnTo>
                <a:lnTo>
                  <a:pt x="1657244" y="594539"/>
                </a:lnTo>
                <a:lnTo>
                  <a:pt x="1660918" y="594539"/>
                </a:lnTo>
                <a:lnTo>
                  <a:pt x="1664593" y="594539"/>
                </a:lnTo>
                <a:lnTo>
                  <a:pt x="1668268" y="594539"/>
                </a:lnTo>
                <a:lnTo>
                  <a:pt x="1671942" y="594539"/>
                </a:lnTo>
                <a:lnTo>
                  <a:pt x="1675617" y="594539"/>
                </a:lnTo>
                <a:lnTo>
                  <a:pt x="1679291" y="594539"/>
                </a:lnTo>
                <a:lnTo>
                  <a:pt x="1682966" y="594539"/>
                </a:lnTo>
                <a:lnTo>
                  <a:pt x="1686641" y="594539"/>
                </a:lnTo>
                <a:lnTo>
                  <a:pt x="1690315" y="594539"/>
                </a:lnTo>
                <a:lnTo>
                  <a:pt x="1693990" y="594539"/>
                </a:lnTo>
                <a:lnTo>
                  <a:pt x="1697664" y="594539"/>
                </a:lnTo>
                <a:lnTo>
                  <a:pt x="1701339" y="594539"/>
                </a:lnTo>
                <a:lnTo>
                  <a:pt x="1705014" y="594539"/>
                </a:lnTo>
                <a:lnTo>
                  <a:pt x="1708688" y="594539"/>
                </a:lnTo>
                <a:lnTo>
                  <a:pt x="1712363" y="594539"/>
                </a:lnTo>
                <a:lnTo>
                  <a:pt x="1716037" y="594539"/>
                </a:lnTo>
                <a:lnTo>
                  <a:pt x="1719712" y="594539"/>
                </a:lnTo>
                <a:lnTo>
                  <a:pt x="1723387" y="594539"/>
                </a:lnTo>
                <a:lnTo>
                  <a:pt x="1727061" y="594539"/>
                </a:lnTo>
                <a:lnTo>
                  <a:pt x="1730736" y="594539"/>
                </a:lnTo>
                <a:lnTo>
                  <a:pt x="1734410" y="594539"/>
                </a:lnTo>
                <a:lnTo>
                  <a:pt x="1738085" y="594539"/>
                </a:lnTo>
                <a:lnTo>
                  <a:pt x="1741760" y="594539"/>
                </a:lnTo>
                <a:lnTo>
                  <a:pt x="1745434" y="594539"/>
                </a:lnTo>
                <a:lnTo>
                  <a:pt x="1749109" y="594539"/>
                </a:lnTo>
                <a:lnTo>
                  <a:pt x="1752783" y="594539"/>
                </a:lnTo>
                <a:lnTo>
                  <a:pt x="1756458" y="594539"/>
                </a:lnTo>
                <a:lnTo>
                  <a:pt x="1760133" y="594539"/>
                </a:lnTo>
                <a:lnTo>
                  <a:pt x="1763807" y="594539"/>
                </a:lnTo>
                <a:lnTo>
                  <a:pt x="1767482" y="594539"/>
                </a:lnTo>
                <a:lnTo>
                  <a:pt x="1771156" y="594539"/>
                </a:lnTo>
                <a:lnTo>
                  <a:pt x="1774831" y="594539"/>
                </a:lnTo>
                <a:lnTo>
                  <a:pt x="1778506" y="594539"/>
                </a:lnTo>
                <a:lnTo>
                  <a:pt x="1782180" y="594539"/>
                </a:lnTo>
                <a:lnTo>
                  <a:pt x="1785855" y="594539"/>
                </a:lnTo>
                <a:lnTo>
                  <a:pt x="1789529" y="594539"/>
                </a:lnTo>
                <a:lnTo>
                  <a:pt x="1793204" y="594539"/>
                </a:lnTo>
                <a:lnTo>
                  <a:pt x="1796879" y="594539"/>
                </a:lnTo>
                <a:lnTo>
                  <a:pt x="1800553" y="594539"/>
                </a:lnTo>
                <a:lnTo>
                  <a:pt x="1804228" y="594539"/>
                </a:lnTo>
                <a:lnTo>
                  <a:pt x="1807902" y="594539"/>
                </a:lnTo>
                <a:lnTo>
                  <a:pt x="1811577" y="594539"/>
                </a:lnTo>
                <a:lnTo>
                  <a:pt x="1815252" y="594539"/>
                </a:lnTo>
                <a:lnTo>
                  <a:pt x="1818926" y="594539"/>
                </a:lnTo>
                <a:lnTo>
                  <a:pt x="1822601" y="594539"/>
                </a:lnTo>
                <a:lnTo>
                  <a:pt x="1826275" y="594539"/>
                </a:lnTo>
                <a:lnTo>
                  <a:pt x="1829950" y="594539"/>
                </a:lnTo>
                <a:lnTo>
                  <a:pt x="1833625" y="594539"/>
                </a:lnTo>
                <a:lnTo>
                  <a:pt x="1837299" y="594539"/>
                </a:lnTo>
                <a:lnTo>
                  <a:pt x="1840974" y="594539"/>
                </a:lnTo>
                <a:lnTo>
                  <a:pt x="1844648" y="594539"/>
                </a:lnTo>
                <a:lnTo>
                  <a:pt x="1848323" y="594539"/>
                </a:lnTo>
                <a:lnTo>
                  <a:pt x="1851998" y="594539"/>
                </a:lnTo>
                <a:lnTo>
                  <a:pt x="1855672" y="594539"/>
                </a:lnTo>
                <a:lnTo>
                  <a:pt x="1859347" y="594539"/>
                </a:lnTo>
                <a:lnTo>
                  <a:pt x="1863021" y="594539"/>
                </a:lnTo>
                <a:lnTo>
                  <a:pt x="1866696" y="594539"/>
                </a:lnTo>
                <a:lnTo>
                  <a:pt x="1870371" y="594539"/>
                </a:lnTo>
                <a:lnTo>
                  <a:pt x="1874045" y="594539"/>
                </a:lnTo>
                <a:lnTo>
                  <a:pt x="1877720" y="594539"/>
                </a:lnTo>
              </a:path>
            </a:pathLst>
          </a:custGeom>
          <a:ln w="27101" cap="flat">
            <a:solidFill>
              <a:srgbClr val="F8766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2" name="pg102"/>
          <p:cNvSpPr/>
          <p:nvPr/>
        </p:nvSpPr>
        <p:spPr>
          <a:xfrm>
            <a:off x="6702581" y="2463246"/>
            <a:ext cx="1877720" cy="276448"/>
          </a:xfrm>
          <a:custGeom>
            <a:avLst/>
            <a:gdLst/>
            <a:ahLst/>
            <a:cxnLst/>
            <a:rect l="0" t="0" r="0" b="0"/>
            <a:pathLst>
              <a:path w="1877720" h="276448">
                <a:moveTo>
                  <a:pt x="0" y="276448"/>
                </a:moveTo>
                <a:lnTo>
                  <a:pt x="3674" y="276448"/>
                </a:lnTo>
                <a:lnTo>
                  <a:pt x="7349" y="276448"/>
                </a:lnTo>
                <a:lnTo>
                  <a:pt x="11023" y="276448"/>
                </a:lnTo>
                <a:lnTo>
                  <a:pt x="14698" y="276448"/>
                </a:lnTo>
                <a:lnTo>
                  <a:pt x="18372" y="276448"/>
                </a:lnTo>
                <a:lnTo>
                  <a:pt x="22047" y="276448"/>
                </a:lnTo>
                <a:lnTo>
                  <a:pt x="25722" y="276448"/>
                </a:lnTo>
                <a:lnTo>
                  <a:pt x="29396" y="276448"/>
                </a:lnTo>
                <a:lnTo>
                  <a:pt x="33071" y="276448"/>
                </a:lnTo>
                <a:lnTo>
                  <a:pt x="36745" y="276448"/>
                </a:lnTo>
                <a:lnTo>
                  <a:pt x="40420" y="276448"/>
                </a:lnTo>
                <a:lnTo>
                  <a:pt x="44095" y="276448"/>
                </a:lnTo>
                <a:lnTo>
                  <a:pt x="47769" y="276448"/>
                </a:lnTo>
                <a:lnTo>
                  <a:pt x="51444" y="276448"/>
                </a:lnTo>
                <a:lnTo>
                  <a:pt x="55118" y="276448"/>
                </a:lnTo>
                <a:lnTo>
                  <a:pt x="58793" y="276448"/>
                </a:lnTo>
                <a:lnTo>
                  <a:pt x="62468" y="276448"/>
                </a:lnTo>
                <a:lnTo>
                  <a:pt x="66142" y="276448"/>
                </a:lnTo>
                <a:lnTo>
                  <a:pt x="69817" y="276448"/>
                </a:lnTo>
                <a:lnTo>
                  <a:pt x="73491" y="276448"/>
                </a:lnTo>
                <a:lnTo>
                  <a:pt x="77166" y="276448"/>
                </a:lnTo>
                <a:lnTo>
                  <a:pt x="80841" y="276448"/>
                </a:lnTo>
                <a:lnTo>
                  <a:pt x="84515" y="276448"/>
                </a:lnTo>
                <a:lnTo>
                  <a:pt x="88190" y="276448"/>
                </a:lnTo>
                <a:lnTo>
                  <a:pt x="91864" y="276448"/>
                </a:lnTo>
                <a:lnTo>
                  <a:pt x="95539" y="276448"/>
                </a:lnTo>
                <a:lnTo>
                  <a:pt x="99214" y="276448"/>
                </a:lnTo>
                <a:lnTo>
                  <a:pt x="102888" y="276448"/>
                </a:lnTo>
                <a:lnTo>
                  <a:pt x="106563" y="276448"/>
                </a:lnTo>
                <a:lnTo>
                  <a:pt x="110237" y="276448"/>
                </a:lnTo>
                <a:lnTo>
                  <a:pt x="113912" y="276448"/>
                </a:lnTo>
                <a:lnTo>
                  <a:pt x="117587" y="276448"/>
                </a:lnTo>
                <a:lnTo>
                  <a:pt x="121261" y="276448"/>
                </a:lnTo>
                <a:lnTo>
                  <a:pt x="124936" y="276448"/>
                </a:lnTo>
                <a:lnTo>
                  <a:pt x="128610" y="276448"/>
                </a:lnTo>
                <a:lnTo>
                  <a:pt x="132285" y="276447"/>
                </a:lnTo>
                <a:lnTo>
                  <a:pt x="135960" y="276447"/>
                </a:lnTo>
                <a:lnTo>
                  <a:pt x="139634" y="276447"/>
                </a:lnTo>
                <a:lnTo>
                  <a:pt x="143309" y="276446"/>
                </a:lnTo>
                <a:lnTo>
                  <a:pt x="146983" y="276445"/>
                </a:lnTo>
                <a:lnTo>
                  <a:pt x="150658" y="276443"/>
                </a:lnTo>
                <a:lnTo>
                  <a:pt x="154333" y="276440"/>
                </a:lnTo>
                <a:lnTo>
                  <a:pt x="158007" y="276435"/>
                </a:lnTo>
                <a:lnTo>
                  <a:pt x="161682" y="276429"/>
                </a:lnTo>
                <a:lnTo>
                  <a:pt x="165356" y="276420"/>
                </a:lnTo>
                <a:lnTo>
                  <a:pt x="169031" y="276407"/>
                </a:lnTo>
                <a:lnTo>
                  <a:pt x="172706" y="276391"/>
                </a:lnTo>
                <a:lnTo>
                  <a:pt x="176380" y="276371"/>
                </a:lnTo>
                <a:lnTo>
                  <a:pt x="180055" y="276347"/>
                </a:lnTo>
                <a:lnTo>
                  <a:pt x="183729" y="276318"/>
                </a:lnTo>
                <a:lnTo>
                  <a:pt x="187404" y="276286"/>
                </a:lnTo>
                <a:lnTo>
                  <a:pt x="191079" y="276252"/>
                </a:lnTo>
                <a:lnTo>
                  <a:pt x="194753" y="276217"/>
                </a:lnTo>
                <a:lnTo>
                  <a:pt x="198428" y="276184"/>
                </a:lnTo>
                <a:lnTo>
                  <a:pt x="202102" y="276155"/>
                </a:lnTo>
                <a:lnTo>
                  <a:pt x="205777" y="276131"/>
                </a:lnTo>
                <a:lnTo>
                  <a:pt x="209452" y="276114"/>
                </a:lnTo>
                <a:lnTo>
                  <a:pt x="213126" y="276105"/>
                </a:lnTo>
                <a:lnTo>
                  <a:pt x="216801" y="276103"/>
                </a:lnTo>
                <a:lnTo>
                  <a:pt x="220475" y="276107"/>
                </a:lnTo>
                <a:lnTo>
                  <a:pt x="224150" y="276116"/>
                </a:lnTo>
                <a:lnTo>
                  <a:pt x="227825" y="276126"/>
                </a:lnTo>
                <a:lnTo>
                  <a:pt x="231499" y="276136"/>
                </a:lnTo>
                <a:lnTo>
                  <a:pt x="235174" y="276142"/>
                </a:lnTo>
                <a:lnTo>
                  <a:pt x="238848" y="276140"/>
                </a:lnTo>
                <a:lnTo>
                  <a:pt x="242523" y="276129"/>
                </a:lnTo>
                <a:lnTo>
                  <a:pt x="246198" y="276109"/>
                </a:lnTo>
                <a:lnTo>
                  <a:pt x="249872" y="276080"/>
                </a:lnTo>
                <a:lnTo>
                  <a:pt x="253547" y="276042"/>
                </a:lnTo>
                <a:lnTo>
                  <a:pt x="257221" y="275997"/>
                </a:lnTo>
                <a:lnTo>
                  <a:pt x="260896" y="275948"/>
                </a:lnTo>
                <a:lnTo>
                  <a:pt x="264571" y="275895"/>
                </a:lnTo>
                <a:lnTo>
                  <a:pt x="268245" y="275841"/>
                </a:lnTo>
                <a:lnTo>
                  <a:pt x="271920" y="275787"/>
                </a:lnTo>
                <a:lnTo>
                  <a:pt x="275594" y="275732"/>
                </a:lnTo>
                <a:lnTo>
                  <a:pt x="279269" y="275675"/>
                </a:lnTo>
                <a:lnTo>
                  <a:pt x="282944" y="275612"/>
                </a:lnTo>
                <a:lnTo>
                  <a:pt x="286618" y="275542"/>
                </a:lnTo>
                <a:lnTo>
                  <a:pt x="290293" y="275459"/>
                </a:lnTo>
                <a:lnTo>
                  <a:pt x="293967" y="275362"/>
                </a:lnTo>
                <a:lnTo>
                  <a:pt x="297642" y="275247"/>
                </a:lnTo>
                <a:lnTo>
                  <a:pt x="301317" y="275114"/>
                </a:lnTo>
                <a:lnTo>
                  <a:pt x="304991" y="274963"/>
                </a:lnTo>
                <a:lnTo>
                  <a:pt x="308666" y="274798"/>
                </a:lnTo>
                <a:lnTo>
                  <a:pt x="312340" y="274622"/>
                </a:lnTo>
                <a:lnTo>
                  <a:pt x="316015" y="274441"/>
                </a:lnTo>
                <a:lnTo>
                  <a:pt x="319690" y="274260"/>
                </a:lnTo>
                <a:lnTo>
                  <a:pt x="323364" y="274085"/>
                </a:lnTo>
                <a:lnTo>
                  <a:pt x="327039" y="273922"/>
                </a:lnTo>
                <a:lnTo>
                  <a:pt x="330713" y="273771"/>
                </a:lnTo>
                <a:lnTo>
                  <a:pt x="334388" y="273634"/>
                </a:lnTo>
                <a:lnTo>
                  <a:pt x="338063" y="273507"/>
                </a:lnTo>
                <a:lnTo>
                  <a:pt x="341737" y="273390"/>
                </a:lnTo>
                <a:lnTo>
                  <a:pt x="345412" y="273279"/>
                </a:lnTo>
                <a:lnTo>
                  <a:pt x="349086" y="273171"/>
                </a:lnTo>
                <a:lnTo>
                  <a:pt x="352761" y="273064"/>
                </a:lnTo>
                <a:lnTo>
                  <a:pt x="356436" y="272956"/>
                </a:lnTo>
                <a:lnTo>
                  <a:pt x="360110" y="272846"/>
                </a:lnTo>
                <a:lnTo>
                  <a:pt x="363785" y="272732"/>
                </a:lnTo>
                <a:lnTo>
                  <a:pt x="367459" y="272613"/>
                </a:lnTo>
                <a:lnTo>
                  <a:pt x="371134" y="272487"/>
                </a:lnTo>
                <a:lnTo>
                  <a:pt x="374809" y="272349"/>
                </a:lnTo>
                <a:lnTo>
                  <a:pt x="378483" y="272195"/>
                </a:lnTo>
                <a:lnTo>
                  <a:pt x="382158" y="272021"/>
                </a:lnTo>
                <a:lnTo>
                  <a:pt x="385832" y="271819"/>
                </a:lnTo>
                <a:lnTo>
                  <a:pt x="389507" y="271586"/>
                </a:lnTo>
                <a:lnTo>
                  <a:pt x="393182" y="271319"/>
                </a:lnTo>
                <a:lnTo>
                  <a:pt x="396856" y="271014"/>
                </a:lnTo>
                <a:lnTo>
                  <a:pt x="400531" y="270672"/>
                </a:lnTo>
                <a:lnTo>
                  <a:pt x="404205" y="270293"/>
                </a:lnTo>
                <a:lnTo>
                  <a:pt x="407880" y="269879"/>
                </a:lnTo>
                <a:lnTo>
                  <a:pt x="411555" y="269431"/>
                </a:lnTo>
                <a:lnTo>
                  <a:pt x="415229" y="268953"/>
                </a:lnTo>
                <a:lnTo>
                  <a:pt x="418904" y="268447"/>
                </a:lnTo>
                <a:lnTo>
                  <a:pt x="422578" y="267915"/>
                </a:lnTo>
                <a:lnTo>
                  <a:pt x="426253" y="267356"/>
                </a:lnTo>
                <a:lnTo>
                  <a:pt x="429928" y="266770"/>
                </a:lnTo>
                <a:lnTo>
                  <a:pt x="433602" y="266154"/>
                </a:lnTo>
                <a:lnTo>
                  <a:pt x="437277" y="265506"/>
                </a:lnTo>
                <a:lnTo>
                  <a:pt x="440951" y="264823"/>
                </a:lnTo>
                <a:lnTo>
                  <a:pt x="444626" y="264105"/>
                </a:lnTo>
                <a:lnTo>
                  <a:pt x="448301" y="263348"/>
                </a:lnTo>
                <a:lnTo>
                  <a:pt x="451975" y="262551"/>
                </a:lnTo>
                <a:lnTo>
                  <a:pt x="455650" y="261711"/>
                </a:lnTo>
                <a:lnTo>
                  <a:pt x="459324" y="260827"/>
                </a:lnTo>
                <a:lnTo>
                  <a:pt x="462999" y="259900"/>
                </a:lnTo>
                <a:lnTo>
                  <a:pt x="466674" y="258926"/>
                </a:lnTo>
                <a:lnTo>
                  <a:pt x="470348" y="257904"/>
                </a:lnTo>
                <a:lnTo>
                  <a:pt x="474023" y="256831"/>
                </a:lnTo>
                <a:lnTo>
                  <a:pt x="477697" y="255704"/>
                </a:lnTo>
                <a:lnTo>
                  <a:pt x="481372" y="254523"/>
                </a:lnTo>
                <a:lnTo>
                  <a:pt x="485047" y="253290"/>
                </a:lnTo>
                <a:lnTo>
                  <a:pt x="488721" y="252012"/>
                </a:lnTo>
                <a:lnTo>
                  <a:pt x="492396" y="250700"/>
                </a:lnTo>
                <a:lnTo>
                  <a:pt x="496070" y="249368"/>
                </a:lnTo>
                <a:lnTo>
                  <a:pt x="499745" y="248038"/>
                </a:lnTo>
                <a:lnTo>
                  <a:pt x="503420" y="246736"/>
                </a:lnTo>
                <a:lnTo>
                  <a:pt x="507094" y="245484"/>
                </a:lnTo>
                <a:lnTo>
                  <a:pt x="510769" y="244301"/>
                </a:lnTo>
                <a:lnTo>
                  <a:pt x="514443" y="243198"/>
                </a:lnTo>
                <a:lnTo>
                  <a:pt x="518118" y="242178"/>
                </a:lnTo>
                <a:lnTo>
                  <a:pt x="521793" y="241235"/>
                </a:lnTo>
                <a:lnTo>
                  <a:pt x="525467" y="240351"/>
                </a:lnTo>
                <a:lnTo>
                  <a:pt x="529142" y="239501"/>
                </a:lnTo>
                <a:lnTo>
                  <a:pt x="532816" y="238657"/>
                </a:lnTo>
                <a:lnTo>
                  <a:pt x="536491" y="237784"/>
                </a:lnTo>
                <a:lnTo>
                  <a:pt x="540166" y="236852"/>
                </a:lnTo>
                <a:lnTo>
                  <a:pt x="543840" y="235829"/>
                </a:lnTo>
                <a:lnTo>
                  <a:pt x="547515" y="234695"/>
                </a:lnTo>
                <a:lnTo>
                  <a:pt x="551189" y="233446"/>
                </a:lnTo>
                <a:lnTo>
                  <a:pt x="554864" y="232082"/>
                </a:lnTo>
                <a:lnTo>
                  <a:pt x="558539" y="230608"/>
                </a:lnTo>
                <a:lnTo>
                  <a:pt x="562213" y="229028"/>
                </a:lnTo>
                <a:lnTo>
                  <a:pt x="565888" y="227345"/>
                </a:lnTo>
                <a:lnTo>
                  <a:pt x="569562" y="225555"/>
                </a:lnTo>
                <a:lnTo>
                  <a:pt x="573237" y="223649"/>
                </a:lnTo>
                <a:lnTo>
                  <a:pt x="576912" y="221608"/>
                </a:lnTo>
                <a:lnTo>
                  <a:pt x="580586" y="219409"/>
                </a:lnTo>
                <a:lnTo>
                  <a:pt x="584261" y="217022"/>
                </a:lnTo>
                <a:lnTo>
                  <a:pt x="587935" y="214410"/>
                </a:lnTo>
                <a:lnTo>
                  <a:pt x="591610" y="211543"/>
                </a:lnTo>
                <a:lnTo>
                  <a:pt x="595285" y="208424"/>
                </a:lnTo>
                <a:lnTo>
                  <a:pt x="598959" y="205055"/>
                </a:lnTo>
                <a:lnTo>
                  <a:pt x="602634" y="201454"/>
                </a:lnTo>
                <a:lnTo>
                  <a:pt x="606308" y="197652"/>
                </a:lnTo>
                <a:lnTo>
                  <a:pt x="609983" y="193692"/>
                </a:lnTo>
                <a:lnTo>
                  <a:pt x="613658" y="189628"/>
                </a:lnTo>
                <a:lnTo>
                  <a:pt x="617332" y="185517"/>
                </a:lnTo>
                <a:lnTo>
                  <a:pt x="621007" y="181417"/>
                </a:lnTo>
                <a:lnTo>
                  <a:pt x="624681" y="177380"/>
                </a:lnTo>
                <a:lnTo>
                  <a:pt x="628356" y="173450"/>
                </a:lnTo>
                <a:lnTo>
                  <a:pt x="632031" y="169664"/>
                </a:lnTo>
                <a:lnTo>
                  <a:pt x="635705" y="166038"/>
                </a:lnTo>
                <a:lnTo>
                  <a:pt x="639380" y="162553"/>
                </a:lnTo>
                <a:lnTo>
                  <a:pt x="643054" y="159187"/>
                </a:lnTo>
                <a:lnTo>
                  <a:pt x="646729" y="155903"/>
                </a:lnTo>
                <a:lnTo>
                  <a:pt x="650404" y="152656"/>
                </a:lnTo>
                <a:lnTo>
                  <a:pt x="654078" y="149398"/>
                </a:lnTo>
                <a:lnTo>
                  <a:pt x="657753" y="146084"/>
                </a:lnTo>
                <a:lnTo>
                  <a:pt x="661427" y="142675"/>
                </a:lnTo>
                <a:lnTo>
                  <a:pt x="665102" y="139139"/>
                </a:lnTo>
                <a:lnTo>
                  <a:pt x="668777" y="135460"/>
                </a:lnTo>
                <a:lnTo>
                  <a:pt x="672451" y="131635"/>
                </a:lnTo>
                <a:lnTo>
                  <a:pt x="676126" y="127669"/>
                </a:lnTo>
                <a:lnTo>
                  <a:pt x="679800" y="123592"/>
                </a:lnTo>
                <a:lnTo>
                  <a:pt x="683475" y="119448"/>
                </a:lnTo>
                <a:lnTo>
                  <a:pt x="687150" y="115276"/>
                </a:lnTo>
                <a:lnTo>
                  <a:pt x="690824" y="111115"/>
                </a:lnTo>
                <a:lnTo>
                  <a:pt x="694499" y="106999"/>
                </a:lnTo>
                <a:lnTo>
                  <a:pt x="698173" y="102948"/>
                </a:lnTo>
                <a:lnTo>
                  <a:pt x="701848" y="98970"/>
                </a:lnTo>
                <a:lnTo>
                  <a:pt x="705523" y="95055"/>
                </a:lnTo>
                <a:lnTo>
                  <a:pt x="709197" y="91181"/>
                </a:lnTo>
                <a:lnTo>
                  <a:pt x="712872" y="87310"/>
                </a:lnTo>
                <a:lnTo>
                  <a:pt x="716546" y="83402"/>
                </a:lnTo>
                <a:lnTo>
                  <a:pt x="720221" y="79410"/>
                </a:lnTo>
                <a:lnTo>
                  <a:pt x="723896" y="75301"/>
                </a:lnTo>
                <a:lnTo>
                  <a:pt x="727570" y="71073"/>
                </a:lnTo>
                <a:lnTo>
                  <a:pt x="731245" y="66740"/>
                </a:lnTo>
                <a:lnTo>
                  <a:pt x="734919" y="62341"/>
                </a:lnTo>
                <a:lnTo>
                  <a:pt x="738594" y="57930"/>
                </a:lnTo>
                <a:lnTo>
                  <a:pt x="742269" y="53576"/>
                </a:lnTo>
                <a:lnTo>
                  <a:pt x="745943" y="49349"/>
                </a:lnTo>
                <a:lnTo>
                  <a:pt x="749618" y="45317"/>
                </a:lnTo>
                <a:lnTo>
                  <a:pt x="753292" y="41532"/>
                </a:lnTo>
                <a:lnTo>
                  <a:pt x="756967" y="38032"/>
                </a:lnTo>
                <a:lnTo>
                  <a:pt x="760642" y="34831"/>
                </a:lnTo>
                <a:lnTo>
                  <a:pt x="764316" y="31938"/>
                </a:lnTo>
                <a:lnTo>
                  <a:pt x="767991" y="29323"/>
                </a:lnTo>
                <a:lnTo>
                  <a:pt x="771665" y="26936"/>
                </a:lnTo>
                <a:lnTo>
                  <a:pt x="775340" y="24735"/>
                </a:lnTo>
                <a:lnTo>
                  <a:pt x="779015" y="22683"/>
                </a:lnTo>
                <a:lnTo>
                  <a:pt x="782689" y="20746"/>
                </a:lnTo>
                <a:lnTo>
                  <a:pt x="786364" y="18899"/>
                </a:lnTo>
                <a:lnTo>
                  <a:pt x="790038" y="17123"/>
                </a:lnTo>
                <a:lnTo>
                  <a:pt x="793713" y="15407"/>
                </a:lnTo>
                <a:lnTo>
                  <a:pt x="797388" y="13745"/>
                </a:lnTo>
                <a:lnTo>
                  <a:pt x="801062" y="12132"/>
                </a:lnTo>
                <a:lnTo>
                  <a:pt x="804737" y="10566"/>
                </a:lnTo>
                <a:lnTo>
                  <a:pt x="808411" y="9048"/>
                </a:lnTo>
                <a:lnTo>
                  <a:pt x="812086" y="7577"/>
                </a:lnTo>
                <a:lnTo>
                  <a:pt x="815761" y="6155"/>
                </a:lnTo>
                <a:lnTo>
                  <a:pt x="819435" y="4791"/>
                </a:lnTo>
                <a:lnTo>
                  <a:pt x="823110" y="3509"/>
                </a:lnTo>
                <a:lnTo>
                  <a:pt x="826784" y="2342"/>
                </a:lnTo>
                <a:lnTo>
                  <a:pt x="830459" y="1341"/>
                </a:lnTo>
                <a:lnTo>
                  <a:pt x="834134" y="569"/>
                </a:lnTo>
                <a:lnTo>
                  <a:pt x="837808" y="98"/>
                </a:lnTo>
                <a:lnTo>
                  <a:pt x="841483" y="0"/>
                </a:lnTo>
                <a:lnTo>
                  <a:pt x="845157" y="339"/>
                </a:lnTo>
                <a:lnTo>
                  <a:pt x="848832" y="1162"/>
                </a:lnTo>
                <a:lnTo>
                  <a:pt x="852507" y="2509"/>
                </a:lnTo>
                <a:lnTo>
                  <a:pt x="856181" y="4353"/>
                </a:lnTo>
                <a:lnTo>
                  <a:pt x="859856" y="6603"/>
                </a:lnTo>
                <a:lnTo>
                  <a:pt x="863530" y="9167"/>
                </a:lnTo>
                <a:lnTo>
                  <a:pt x="867205" y="11940"/>
                </a:lnTo>
                <a:lnTo>
                  <a:pt x="870880" y="14820"/>
                </a:lnTo>
                <a:lnTo>
                  <a:pt x="874554" y="17720"/>
                </a:lnTo>
                <a:lnTo>
                  <a:pt x="878229" y="20585"/>
                </a:lnTo>
                <a:lnTo>
                  <a:pt x="881903" y="23394"/>
                </a:lnTo>
                <a:lnTo>
                  <a:pt x="885578" y="26164"/>
                </a:lnTo>
                <a:lnTo>
                  <a:pt x="889253" y="28948"/>
                </a:lnTo>
                <a:lnTo>
                  <a:pt x="892927" y="31815"/>
                </a:lnTo>
                <a:lnTo>
                  <a:pt x="896602" y="34858"/>
                </a:lnTo>
                <a:lnTo>
                  <a:pt x="900276" y="38153"/>
                </a:lnTo>
                <a:lnTo>
                  <a:pt x="903951" y="41730"/>
                </a:lnTo>
                <a:lnTo>
                  <a:pt x="907626" y="45593"/>
                </a:lnTo>
                <a:lnTo>
                  <a:pt x="911300" y="49720"/>
                </a:lnTo>
                <a:lnTo>
                  <a:pt x="914975" y="54064"/>
                </a:lnTo>
                <a:lnTo>
                  <a:pt x="918649" y="58569"/>
                </a:lnTo>
                <a:lnTo>
                  <a:pt x="922324" y="63178"/>
                </a:lnTo>
                <a:lnTo>
                  <a:pt x="925999" y="67847"/>
                </a:lnTo>
                <a:lnTo>
                  <a:pt x="929673" y="72555"/>
                </a:lnTo>
                <a:lnTo>
                  <a:pt x="933348" y="77304"/>
                </a:lnTo>
                <a:lnTo>
                  <a:pt x="937022" y="82122"/>
                </a:lnTo>
                <a:lnTo>
                  <a:pt x="940697" y="87066"/>
                </a:lnTo>
                <a:lnTo>
                  <a:pt x="944372" y="92201"/>
                </a:lnTo>
                <a:lnTo>
                  <a:pt x="948046" y="97574"/>
                </a:lnTo>
                <a:lnTo>
                  <a:pt x="951721" y="103222"/>
                </a:lnTo>
                <a:lnTo>
                  <a:pt x="955395" y="109163"/>
                </a:lnTo>
                <a:lnTo>
                  <a:pt x="959070" y="115387"/>
                </a:lnTo>
                <a:lnTo>
                  <a:pt x="962745" y="121861"/>
                </a:lnTo>
                <a:lnTo>
                  <a:pt x="966419" y="128533"/>
                </a:lnTo>
                <a:lnTo>
                  <a:pt x="970094" y="135332"/>
                </a:lnTo>
                <a:lnTo>
                  <a:pt x="973768" y="142182"/>
                </a:lnTo>
                <a:lnTo>
                  <a:pt x="977443" y="149001"/>
                </a:lnTo>
                <a:lnTo>
                  <a:pt x="981118" y="155715"/>
                </a:lnTo>
                <a:lnTo>
                  <a:pt x="984792" y="162244"/>
                </a:lnTo>
                <a:lnTo>
                  <a:pt x="988467" y="168530"/>
                </a:lnTo>
                <a:lnTo>
                  <a:pt x="992141" y="174551"/>
                </a:lnTo>
                <a:lnTo>
                  <a:pt x="995816" y="180289"/>
                </a:lnTo>
                <a:lnTo>
                  <a:pt x="999491" y="185741"/>
                </a:lnTo>
                <a:lnTo>
                  <a:pt x="1003165" y="190912"/>
                </a:lnTo>
                <a:lnTo>
                  <a:pt x="1006840" y="195820"/>
                </a:lnTo>
                <a:lnTo>
                  <a:pt x="1010514" y="200483"/>
                </a:lnTo>
                <a:lnTo>
                  <a:pt x="1014189" y="204927"/>
                </a:lnTo>
                <a:lnTo>
                  <a:pt x="1017864" y="209174"/>
                </a:lnTo>
                <a:lnTo>
                  <a:pt x="1021538" y="213249"/>
                </a:lnTo>
                <a:lnTo>
                  <a:pt x="1025213" y="217173"/>
                </a:lnTo>
                <a:lnTo>
                  <a:pt x="1028887" y="220958"/>
                </a:lnTo>
                <a:lnTo>
                  <a:pt x="1032562" y="224617"/>
                </a:lnTo>
                <a:lnTo>
                  <a:pt x="1036237" y="228163"/>
                </a:lnTo>
                <a:lnTo>
                  <a:pt x="1039911" y="231598"/>
                </a:lnTo>
                <a:lnTo>
                  <a:pt x="1043586" y="234919"/>
                </a:lnTo>
                <a:lnTo>
                  <a:pt x="1047260" y="238118"/>
                </a:lnTo>
                <a:lnTo>
                  <a:pt x="1050935" y="241188"/>
                </a:lnTo>
                <a:lnTo>
                  <a:pt x="1054610" y="244116"/>
                </a:lnTo>
                <a:lnTo>
                  <a:pt x="1058284" y="246894"/>
                </a:lnTo>
                <a:lnTo>
                  <a:pt x="1061959" y="249511"/>
                </a:lnTo>
                <a:lnTo>
                  <a:pt x="1065633" y="251959"/>
                </a:lnTo>
                <a:lnTo>
                  <a:pt x="1069308" y="254233"/>
                </a:lnTo>
                <a:lnTo>
                  <a:pt x="1072983" y="256320"/>
                </a:lnTo>
                <a:lnTo>
                  <a:pt x="1076657" y="258220"/>
                </a:lnTo>
                <a:lnTo>
                  <a:pt x="1080332" y="259943"/>
                </a:lnTo>
                <a:lnTo>
                  <a:pt x="1084006" y="261493"/>
                </a:lnTo>
                <a:lnTo>
                  <a:pt x="1087681" y="262878"/>
                </a:lnTo>
                <a:lnTo>
                  <a:pt x="1091356" y="264106"/>
                </a:lnTo>
                <a:lnTo>
                  <a:pt x="1095030" y="265190"/>
                </a:lnTo>
                <a:lnTo>
                  <a:pt x="1098705" y="266145"/>
                </a:lnTo>
                <a:lnTo>
                  <a:pt x="1102379" y="266988"/>
                </a:lnTo>
                <a:lnTo>
                  <a:pt x="1106054" y="267738"/>
                </a:lnTo>
                <a:lnTo>
                  <a:pt x="1109729" y="268412"/>
                </a:lnTo>
                <a:lnTo>
                  <a:pt x="1113403" y="269029"/>
                </a:lnTo>
                <a:lnTo>
                  <a:pt x="1117078" y="269602"/>
                </a:lnTo>
                <a:lnTo>
                  <a:pt x="1120752" y="270144"/>
                </a:lnTo>
                <a:lnTo>
                  <a:pt x="1124427" y="270665"/>
                </a:lnTo>
                <a:lnTo>
                  <a:pt x="1128102" y="271167"/>
                </a:lnTo>
                <a:lnTo>
                  <a:pt x="1131776" y="271651"/>
                </a:lnTo>
                <a:lnTo>
                  <a:pt x="1135451" y="272116"/>
                </a:lnTo>
                <a:lnTo>
                  <a:pt x="1139125" y="272558"/>
                </a:lnTo>
                <a:lnTo>
                  <a:pt x="1142800" y="272975"/>
                </a:lnTo>
                <a:lnTo>
                  <a:pt x="1146475" y="273364"/>
                </a:lnTo>
                <a:lnTo>
                  <a:pt x="1150149" y="273723"/>
                </a:lnTo>
                <a:lnTo>
                  <a:pt x="1153824" y="274050"/>
                </a:lnTo>
                <a:lnTo>
                  <a:pt x="1157498" y="274347"/>
                </a:lnTo>
                <a:lnTo>
                  <a:pt x="1161173" y="274611"/>
                </a:lnTo>
                <a:lnTo>
                  <a:pt x="1164848" y="274846"/>
                </a:lnTo>
                <a:lnTo>
                  <a:pt x="1168522" y="275054"/>
                </a:lnTo>
                <a:lnTo>
                  <a:pt x="1172197" y="275239"/>
                </a:lnTo>
                <a:lnTo>
                  <a:pt x="1175871" y="275402"/>
                </a:lnTo>
                <a:lnTo>
                  <a:pt x="1179546" y="275546"/>
                </a:lnTo>
                <a:lnTo>
                  <a:pt x="1183221" y="275674"/>
                </a:lnTo>
                <a:lnTo>
                  <a:pt x="1186895" y="275788"/>
                </a:lnTo>
                <a:lnTo>
                  <a:pt x="1190570" y="275890"/>
                </a:lnTo>
                <a:lnTo>
                  <a:pt x="1194244" y="275981"/>
                </a:lnTo>
                <a:lnTo>
                  <a:pt x="1197919" y="276062"/>
                </a:lnTo>
                <a:lnTo>
                  <a:pt x="1201594" y="276134"/>
                </a:lnTo>
                <a:lnTo>
                  <a:pt x="1205268" y="276197"/>
                </a:lnTo>
                <a:lnTo>
                  <a:pt x="1208943" y="276250"/>
                </a:lnTo>
                <a:lnTo>
                  <a:pt x="1212617" y="276295"/>
                </a:lnTo>
                <a:lnTo>
                  <a:pt x="1216292" y="276333"/>
                </a:lnTo>
                <a:lnTo>
                  <a:pt x="1219967" y="276363"/>
                </a:lnTo>
                <a:lnTo>
                  <a:pt x="1223641" y="276387"/>
                </a:lnTo>
                <a:lnTo>
                  <a:pt x="1227316" y="276405"/>
                </a:lnTo>
                <a:lnTo>
                  <a:pt x="1230990" y="276419"/>
                </a:lnTo>
                <a:lnTo>
                  <a:pt x="1234665" y="276428"/>
                </a:lnTo>
                <a:lnTo>
                  <a:pt x="1238340" y="276435"/>
                </a:lnTo>
                <a:lnTo>
                  <a:pt x="1242014" y="276440"/>
                </a:lnTo>
                <a:lnTo>
                  <a:pt x="1245689" y="276443"/>
                </a:lnTo>
                <a:lnTo>
                  <a:pt x="1249363" y="276445"/>
                </a:lnTo>
                <a:lnTo>
                  <a:pt x="1253038" y="276446"/>
                </a:lnTo>
                <a:lnTo>
                  <a:pt x="1256713" y="276447"/>
                </a:lnTo>
                <a:lnTo>
                  <a:pt x="1260387" y="276447"/>
                </a:lnTo>
                <a:lnTo>
                  <a:pt x="1264062" y="276447"/>
                </a:lnTo>
                <a:lnTo>
                  <a:pt x="1267736" y="276448"/>
                </a:lnTo>
                <a:lnTo>
                  <a:pt x="1271411" y="276448"/>
                </a:lnTo>
                <a:lnTo>
                  <a:pt x="1275086" y="276448"/>
                </a:lnTo>
                <a:lnTo>
                  <a:pt x="1278760" y="276448"/>
                </a:lnTo>
                <a:lnTo>
                  <a:pt x="1282435" y="276448"/>
                </a:lnTo>
                <a:lnTo>
                  <a:pt x="1286109" y="276448"/>
                </a:lnTo>
                <a:lnTo>
                  <a:pt x="1289784" y="276448"/>
                </a:lnTo>
                <a:lnTo>
                  <a:pt x="1293459" y="276448"/>
                </a:lnTo>
                <a:lnTo>
                  <a:pt x="1297133" y="276448"/>
                </a:lnTo>
                <a:lnTo>
                  <a:pt x="1300808" y="276448"/>
                </a:lnTo>
                <a:lnTo>
                  <a:pt x="1304482" y="276448"/>
                </a:lnTo>
                <a:lnTo>
                  <a:pt x="1308157" y="276448"/>
                </a:lnTo>
                <a:lnTo>
                  <a:pt x="1311832" y="276448"/>
                </a:lnTo>
                <a:lnTo>
                  <a:pt x="1315506" y="276448"/>
                </a:lnTo>
                <a:lnTo>
                  <a:pt x="1319181" y="276448"/>
                </a:lnTo>
                <a:lnTo>
                  <a:pt x="1322855" y="276448"/>
                </a:lnTo>
                <a:lnTo>
                  <a:pt x="1326530" y="276448"/>
                </a:lnTo>
                <a:lnTo>
                  <a:pt x="1330205" y="276448"/>
                </a:lnTo>
                <a:lnTo>
                  <a:pt x="1333879" y="276448"/>
                </a:lnTo>
                <a:lnTo>
                  <a:pt x="1337554" y="276448"/>
                </a:lnTo>
                <a:lnTo>
                  <a:pt x="1341228" y="276448"/>
                </a:lnTo>
                <a:lnTo>
                  <a:pt x="1344903" y="276448"/>
                </a:lnTo>
                <a:lnTo>
                  <a:pt x="1348577" y="276448"/>
                </a:lnTo>
                <a:lnTo>
                  <a:pt x="1352252" y="276448"/>
                </a:lnTo>
                <a:lnTo>
                  <a:pt x="1355927" y="276448"/>
                </a:lnTo>
                <a:lnTo>
                  <a:pt x="1359601" y="276448"/>
                </a:lnTo>
                <a:lnTo>
                  <a:pt x="1363276" y="276448"/>
                </a:lnTo>
                <a:lnTo>
                  <a:pt x="1366950" y="276448"/>
                </a:lnTo>
                <a:lnTo>
                  <a:pt x="1370625" y="276448"/>
                </a:lnTo>
                <a:lnTo>
                  <a:pt x="1374300" y="276448"/>
                </a:lnTo>
                <a:lnTo>
                  <a:pt x="1377974" y="276448"/>
                </a:lnTo>
                <a:lnTo>
                  <a:pt x="1381649" y="276448"/>
                </a:lnTo>
                <a:lnTo>
                  <a:pt x="1385323" y="276448"/>
                </a:lnTo>
                <a:lnTo>
                  <a:pt x="1388998" y="276448"/>
                </a:lnTo>
                <a:lnTo>
                  <a:pt x="1392673" y="276448"/>
                </a:lnTo>
                <a:lnTo>
                  <a:pt x="1396347" y="276448"/>
                </a:lnTo>
                <a:lnTo>
                  <a:pt x="1400022" y="276448"/>
                </a:lnTo>
                <a:lnTo>
                  <a:pt x="1403696" y="276448"/>
                </a:lnTo>
                <a:lnTo>
                  <a:pt x="1407371" y="276448"/>
                </a:lnTo>
                <a:lnTo>
                  <a:pt x="1411046" y="276448"/>
                </a:lnTo>
                <a:lnTo>
                  <a:pt x="1414720" y="276448"/>
                </a:lnTo>
                <a:lnTo>
                  <a:pt x="1418395" y="276448"/>
                </a:lnTo>
                <a:lnTo>
                  <a:pt x="1422069" y="276448"/>
                </a:lnTo>
                <a:lnTo>
                  <a:pt x="1425744" y="276448"/>
                </a:lnTo>
                <a:lnTo>
                  <a:pt x="1429419" y="276448"/>
                </a:lnTo>
                <a:lnTo>
                  <a:pt x="1433093" y="276448"/>
                </a:lnTo>
                <a:lnTo>
                  <a:pt x="1436768" y="276448"/>
                </a:lnTo>
                <a:lnTo>
                  <a:pt x="1440442" y="276448"/>
                </a:lnTo>
                <a:lnTo>
                  <a:pt x="1444117" y="276448"/>
                </a:lnTo>
                <a:lnTo>
                  <a:pt x="1447792" y="276448"/>
                </a:lnTo>
                <a:lnTo>
                  <a:pt x="1451466" y="276448"/>
                </a:lnTo>
                <a:lnTo>
                  <a:pt x="1455141" y="276448"/>
                </a:lnTo>
                <a:lnTo>
                  <a:pt x="1458815" y="276448"/>
                </a:lnTo>
                <a:lnTo>
                  <a:pt x="1462490" y="276448"/>
                </a:lnTo>
                <a:lnTo>
                  <a:pt x="1466165" y="276448"/>
                </a:lnTo>
                <a:lnTo>
                  <a:pt x="1469839" y="276448"/>
                </a:lnTo>
                <a:lnTo>
                  <a:pt x="1473514" y="276448"/>
                </a:lnTo>
                <a:lnTo>
                  <a:pt x="1477188" y="276448"/>
                </a:lnTo>
                <a:lnTo>
                  <a:pt x="1480863" y="276448"/>
                </a:lnTo>
                <a:lnTo>
                  <a:pt x="1484538" y="276448"/>
                </a:lnTo>
                <a:lnTo>
                  <a:pt x="1488212" y="276448"/>
                </a:lnTo>
                <a:lnTo>
                  <a:pt x="1491887" y="276448"/>
                </a:lnTo>
                <a:lnTo>
                  <a:pt x="1495561" y="276448"/>
                </a:lnTo>
                <a:lnTo>
                  <a:pt x="1499236" y="276448"/>
                </a:lnTo>
                <a:lnTo>
                  <a:pt x="1502911" y="276448"/>
                </a:lnTo>
                <a:lnTo>
                  <a:pt x="1506585" y="276448"/>
                </a:lnTo>
                <a:lnTo>
                  <a:pt x="1510260" y="276448"/>
                </a:lnTo>
                <a:lnTo>
                  <a:pt x="1513934" y="276448"/>
                </a:lnTo>
                <a:lnTo>
                  <a:pt x="1517609" y="276448"/>
                </a:lnTo>
                <a:lnTo>
                  <a:pt x="1521284" y="276448"/>
                </a:lnTo>
                <a:lnTo>
                  <a:pt x="1524958" y="276448"/>
                </a:lnTo>
                <a:lnTo>
                  <a:pt x="1528633" y="276448"/>
                </a:lnTo>
                <a:lnTo>
                  <a:pt x="1532307" y="276448"/>
                </a:lnTo>
                <a:lnTo>
                  <a:pt x="1535982" y="276448"/>
                </a:lnTo>
                <a:lnTo>
                  <a:pt x="1539657" y="276448"/>
                </a:lnTo>
                <a:lnTo>
                  <a:pt x="1543331" y="276448"/>
                </a:lnTo>
                <a:lnTo>
                  <a:pt x="1547006" y="276448"/>
                </a:lnTo>
                <a:lnTo>
                  <a:pt x="1550680" y="276448"/>
                </a:lnTo>
                <a:lnTo>
                  <a:pt x="1554355" y="276448"/>
                </a:lnTo>
                <a:lnTo>
                  <a:pt x="1558030" y="276448"/>
                </a:lnTo>
                <a:lnTo>
                  <a:pt x="1561704" y="276448"/>
                </a:lnTo>
                <a:lnTo>
                  <a:pt x="1565379" y="276448"/>
                </a:lnTo>
                <a:lnTo>
                  <a:pt x="1569053" y="276448"/>
                </a:lnTo>
                <a:lnTo>
                  <a:pt x="1572728" y="276448"/>
                </a:lnTo>
                <a:lnTo>
                  <a:pt x="1576403" y="276448"/>
                </a:lnTo>
                <a:lnTo>
                  <a:pt x="1580077" y="276448"/>
                </a:lnTo>
                <a:lnTo>
                  <a:pt x="1583752" y="276448"/>
                </a:lnTo>
                <a:lnTo>
                  <a:pt x="1587426" y="276448"/>
                </a:lnTo>
                <a:lnTo>
                  <a:pt x="1591101" y="276448"/>
                </a:lnTo>
                <a:lnTo>
                  <a:pt x="1594776" y="276448"/>
                </a:lnTo>
                <a:lnTo>
                  <a:pt x="1598450" y="276448"/>
                </a:lnTo>
                <a:lnTo>
                  <a:pt x="1602125" y="276448"/>
                </a:lnTo>
                <a:lnTo>
                  <a:pt x="1605799" y="276448"/>
                </a:lnTo>
                <a:lnTo>
                  <a:pt x="1609474" y="276448"/>
                </a:lnTo>
                <a:lnTo>
                  <a:pt x="1613149" y="276448"/>
                </a:lnTo>
                <a:lnTo>
                  <a:pt x="1616823" y="276448"/>
                </a:lnTo>
                <a:lnTo>
                  <a:pt x="1620498" y="276448"/>
                </a:lnTo>
                <a:lnTo>
                  <a:pt x="1624172" y="276448"/>
                </a:lnTo>
                <a:lnTo>
                  <a:pt x="1627847" y="276448"/>
                </a:lnTo>
                <a:lnTo>
                  <a:pt x="1631522" y="276448"/>
                </a:lnTo>
                <a:lnTo>
                  <a:pt x="1635196" y="276448"/>
                </a:lnTo>
                <a:lnTo>
                  <a:pt x="1638871" y="276448"/>
                </a:lnTo>
                <a:lnTo>
                  <a:pt x="1642545" y="276448"/>
                </a:lnTo>
                <a:lnTo>
                  <a:pt x="1646220" y="276448"/>
                </a:lnTo>
                <a:lnTo>
                  <a:pt x="1649895" y="276448"/>
                </a:lnTo>
                <a:lnTo>
                  <a:pt x="1653569" y="276448"/>
                </a:lnTo>
                <a:lnTo>
                  <a:pt x="1657244" y="276448"/>
                </a:lnTo>
                <a:lnTo>
                  <a:pt x="1660918" y="276448"/>
                </a:lnTo>
                <a:lnTo>
                  <a:pt x="1664593" y="276448"/>
                </a:lnTo>
                <a:lnTo>
                  <a:pt x="1668268" y="276448"/>
                </a:lnTo>
                <a:lnTo>
                  <a:pt x="1671942" y="276448"/>
                </a:lnTo>
                <a:lnTo>
                  <a:pt x="1675617" y="276448"/>
                </a:lnTo>
                <a:lnTo>
                  <a:pt x="1679291" y="276448"/>
                </a:lnTo>
                <a:lnTo>
                  <a:pt x="1682966" y="276448"/>
                </a:lnTo>
                <a:lnTo>
                  <a:pt x="1686641" y="276448"/>
                </a:lnTo>
                <a:lnTo>
                  <a:pt x="1690315" y="276448"/>
                </a:lnTo>
                <a:lnTo>
                  <a:pt x="1693990" y="276448"/>
                </a:lnTo>
                <a:lnTo>
                  <a:pt x="1697664" y="276448"/>
                </a:lnTo>
                <a:lnTo>
                  <a:pt x="1701339" y="276448"/>
                </a:lnTo>
                <a:lnTo>
                  <a:pt x="1705014" y="276448"/>
                </a:lnTo>
                <a:lnTo>
                  <a:pt x="1708688" y="276448"/>
                </a:lnTo>
                <a:lnTo>
                  <a:pt x="1712363" y="276448"/>
                </a:lnTo>
                <a:lnTo>
                  <a:pt x="1716037" y="276448"/>
                </a:lnTo>
                <a:lnTo>
                  <a:pt x="1719712" y="276448"/>
                </a:lnTo>
                <a:lnTo>
                  <a:pt x="1723387" y="276448"/>
                </a:lnTo>
                <a:lnTo>
                  <a:pt x="1727061" y="276448"/>
                </a:lnTo>
                <a:lnTo>
                  <a:pt x="1730736" y="276448"/>
                </a:lnTo>
                <a:lnTo>
                  <a:pt x="1734410" y="276448"/>
                </a:lnTo>
                <a:lnTo>
                  <a:pt x="1738085" y="276448"/>
                </a:lnTo>
                <a:lnTo>
                  <a:pt x="1741760" y="276448"/>
                </a:lnTo>
                <a:lnTo>
                  <a:pt x="1745434" y="276448"/>
                </a:lnTo>
                <a:lnTo>
                  <a:pt x="1749109" y="276448"/>
                </a:lnTo>
                <a:lnTo>
                  <a:pt x="1752783" y="276448"/>
                </a:lnTo>
                <a:lnTo>
                  <a:pt x="1756458" y="276448"/>
                </a:lnTo>
                <a:lnTo>
                  <a:pt x="1760133" y="276448"/>
                </a:lnTo>
                <a:lnTo>
                  <a:pt x="1763807" y="276448"/>
                </a:lnTo>
                <a:lnTo>
                  <a:pt x="1767482" y="276448"/>
                </a:lnTo>
                <a:lnTo>
                  <a:pt x="1771156" y="276448"/>
                </a:lnTo>
                <a:lnTo>
                  <a:pt x="1774831" y="276448"/>
                </a:lnTo>
                <a:lnTo>
                  <a:pt x="1778506" y="276448"/>
                </a:lnTo>
                <a:lnTo>
                  <a:pt x="1782180" y="276448"/>
                </a:lnTo>
                <a:lnTo>
                  <a:pt x="1785855" y="276448"/>
                </a:lnTo>
                <a:lnTo>
                  <a:pt x="1789529" y="276448"/>
                </a:lnTo>
                <a:lnTo>
                  <a:pt x="1793204" y="276448"/>
                </a:lnTo>
                <a:lnTo>
                  <a:pt x="1796879" y="276448"/>
                </a:lnTo>
                <a:lnTo>
                  <a:pt x="1800553" y="276448"/>
                </a:lnTo>
                <a:lnTo>
                  <a:pt x="1804228" y="276448"/>
                </a:lnTo>
                <a:lnTo>
                  <a:pt x="1807902" y="276448"/>
                </a:lnTo>
                <a:lnTo>
                  <a:pt x="1811577" y="276448"/>
                </a:lnTo>
                <a:lnTo>
                  <a:pt x="1815252" y="276448"/>
                </a:lnTo>
                <a:lnTo>
                  <a:pt x="1818926" y="276448"/>
                </a:lnTo>
                <a:lnTo>
                  <a:pt x="1822601" y="276448"/>
                </a:lnTo>
                <a:lnTo>
                  <a:pt x="1826275" y="276448"/>
                </a:lnTo>
                <a:lnTo>
                  <a:pt x="1829950" y="276448"/>
                </a:lnTo>
                <a:lnTo>
                  <a:pt x="1833625" y="276448"/>
                </a:lnTo>
                <a:lnTo>
                  <a:pt x="1837299" y="276448"/>
                </a:lnTo>
                <a:lnTo>
                  <a:pt x="1840974" y="276448"/>
                </a:lnTo>
                <a:lnTo>
                  <a:pt x="1844648" y="276448"/>
                </a:lnTo>
                <a:lnTo>
                  <a:pt x="1848323" y="276448"/>
                </a:lnTo>
                <a:lnTo>
                  <a:pt x="1851998" y="276448"/>
                </a:lnTo>
                <a:lnTo>
                  <a:pt x="1855672" y="276448"/>
                </a:lnTo>
                <a:lnTo>
                  <a:pt x="1859347" y="276448"/>
                </a:lnTo>
                <a:lnTo>
                  <a:pt x="1863021" y="276448"/>
                </a:lnTo>
                <a:lnTo>
                  <a:pt x="1866696" y="276448"/>
                </a:lnTo>
                <a:lnTo>
                  <a:pt x="1870371" y="276448"/>
                </a:lnTo>
                <a:lnTo>
                  <a:pt x="1874045" y="276448"/>
                </a:lnTo>
                <a:lnTo>
                  <a:pt x="1877720" y="276448"/>
                </a:lnTo>
                <a:lnTo>
                  <a:pt x="1874045" y="276448"/>
                </a:lnTo>
                <a:lnTo>
                  <a:pt x="1870371" y="276448"/>
                </a:lnTo>
                <a:lnTo>
                  <a:pt x="1866696" y="276448"/>
                </a:lnTo>
                <a:lnTo>
                  <a:pt x="1863021" y="276448"/>
                </a:lnTo>
                <a:lnTo>
                  <a:pt x="1859347" y="276448"/>
                </a:lnTo>
                <a:lnTo>
                  <a:pt x="1855672" y="276448"/>
                </a:lnTo>
                <a:lnTo>
                  <a:pt x="1851998" y="276448"/>
                </a:lnTo>
                <a:lnTo>
                  <a:pt x="1848323" y="276448"/>
                </a:lnTo>
                <a:lnTo>
                  <a:pt x="1844648" y="276448"/>
                </a:lnTo>
                <a:lnTo>
                  <a:pt x="1840974" y="276448"/>
                </a:lnTo>
                <a:lnTo>
                  <a:pt x="1837299" y="276448"/>
                </a:lnTo>
                <a:lnTo>
                  <a:pt x="1833625" y="276448"/>
                </a:lnTo>
                <a:lnTo>
                  <a:pt x="1829950" y="276448"/>
                </a:lnTo>
                <a:lnTo>
                  <a:pt x="1826275" y="276448"/>
                </a:lnTo>
                <a:lnTo>
                  <a:pt x="1822601" y="276448"/>
                </a:lnTo>
                <a:lnTo>
                  <a:pt x="1818926" y="276448"/>
                </a:lnTo>
                <a:lnTo>
                  <a:pt x="1815252" y="276448"/>
                </a:lnTo>
                <a:lnTo>
                  <a:pt x="1811577" y="276448"/>
                </a:lnTo>
                <a:lnTo>
                  <a:pt x="1807902" y="276448"/>
                </a:lnTo>
                <a:lnTo>
                  <a:pt x="1804228" y="276448"/>
                </a:lnTo>
                <a:lnTo>
                  <a:pt x="1800553" y="276448"/>
                </a:lnTo>
                <a:lnTo>
                  <a:pt x="1796879" y="276448"/>
                </a:lnTo>
                <a:lnTo>
                  <a:pt x="1793204" y="276448"/>
                </a:lnTo>
                <a:lnTo>
                  <a:pt x="1789529" y="276448"/>
                </a:lnTo>
                <a:lnTo>
                  <a:pt x="1785855" y="276448"/>
                </a:lnTo>
                <a:lnTo>
                  <a:pt x="1782180" y="276448"/>
                </a:lnTo>
                <a:lnTo>
                  <a:pt x="1778506" y="276448"/>
                </a:lnTo>
                <a:lnTo>
                  <a:pt x="1774831" y="276448"/>
                </a:lnTo>
                <a:lnTo>
                  <a:pt x="1771156" y="276448"/>
                </a:lnTo>
                <a:lnTo>
                  <a:pt x="1767482" y="276448"/>
                </a:lnTo>
                <a:lnTo>
                  <a:pt x="1763807" y="276448"/>
                </a:lnTo>
                <a:lnTo>
                  <a:pt x="1760133" y="276448"/>
                </a:lnTo>
                <a:lnTo>
                  <a:pt x="1756458" y="276448"/>
                </a:lnTo>
                <a:lnTo>
                  <a:pt x="1752783" y="276448"/>
                </a:lnTo>
                <a:lnTo>
                  <a:pt x="1749109" y="276448"/>
                </a:lnTo>
                <a:lnTo>
                  <a:pt x="1745434" y="276448"/>
                </a:lnTo>
                <a:lnTo>
                  <a:pt x="1741760" y="276448"/>
                </a:lnTo>
                <a:lnTo>
                  <a:pt x="1738085" y="276448"/>
                </a:lnTo>
                <a:lnTo>
                  <a:pt x="1734410" y="276448"/>
                </a:lnTo>
                <a:lnTo>
                  <a:pt x="1730736" y="276448"/>
                </a:lnTo>
                <a:lnTo>
                  <a:pt x="1727061" y="276448"/>
                </a:lnTo>
                <a:lnTo>
                  <a:pt x="1723387" y="276448"/>
                </a:lnTo>
                <a:lnTo>
                  <a:pt x="1719712" y="276448"/>
                </a:lnTo>
                <a:lnTo>
                  <a:pt x="1716037" y="276448"/>
                </a:lnTo>
                <a:lnTo>
                  <a:pt x="1712363" y="276448"/>
                </a:lnTo>
                <a:lnTo>
                  <a:pt x="1708688" y="276448"/>
                </a:lnTo>
                <a:lnTo>
                  <a:pt x="1705014" y="276448"/>
                </a:lnTo>
                <a:lnTo>
                  <a:pt x="1701339" y="276448"/>
                </a:lnTo>
                <a:lnTo>
                  <a:pt x="1697664" y="276448"/>
                </a:lnTo>
                <a:lnTo>
                  <a:pt x="1693990" y="276448"/>
                </a:lnTo>
                <a:lnTo>
                  <a:pt x="1690315" y="276448"/>
                </a:lnTo>
                <a:lnTo>
                  <a:pt x="1686641" y="276448"/>
                </a:lnTo>
                <a:lnTo>
                  <a:pt x="1682966" y="276448"/>
                </a:lnTo>
                <a:lnTo>
                  <a:pt x="1679291" y="276448"/>
                </a:lnTo>
                <a:lnTo>
                  <a:pt x="1675617" y="276448"/>
                </a:lnTo>
                <a:lnTo>
                  <a:pt x="1671942" y="276448"/>
                </a:lnTo>
                <a:lnTo>
                  <a:pt x="1668268" y="276448"/>
                </a:lnTo>
                <a:lnTo>
                  <a:pt x="1664593" y="276448"/>
                </a:lnTo>
                <a:lnTo>
                  <a:pt x="1660918" y="276448"/>
                </a:lnTo>
                <a:lnTo>
                  <a:pt x="1657244" y="276448"/>
                </a:lnTo>
                <a:lnTo>
                  <a:pt x="1653569" y="276448"/>
                </a:lnTo>
                <a:lnTo>
                  <a:pt x="1649895" y="276448"/>
                </a:lnTo>
                <a:lnTo>
                  <a:pt x="1646220" y="276448"/>
                </a:lnTo>
                <a:lnTo>
                  <a:pt x="1642545" y="276448"/>
                </a:lnTo>
                <a:lnTo>
                  <a:pt x="1638871" y="276448"/>
                </a:lnTo>
                <a:lnTo>
                  <a:pt x="1635196" y="276448"/>
                </a:lnTo>
                <a:lnTo>
                  <a:pt x="1631522" y="276448"/>
                </a:lnTo>
                <a:lnTo>
                  <a:pt x="1627847" y="276448"/>
                </a:lnTo>
                <a:lnTo>
                  <a:pt x="1624172" y="276448"/>
                </a:lnTo>
                <a:lnTo>
                  <a:pt x="1620498" y="276448"/>
                </a:lnTo>
                <a:lnTo>
                  <a:pt x="1616823" y="276448"/>
                </a:lnTo>
                <a:lnTo>
                  <a:pt x="1613149" y="276448"/>
                </a:lnTo>
                <a:lnTo>
                  <a:pt x="1609474" y="276448"/>
                </a:lnTo>
                <a:lnTo>
                  <a:pt x="1605799" y="276448"/>
                </a:lnTo>
                <a:lnTo>
                  <a:pt x="1602125" y="276448"/>
                </a:lnTo>
                <a:lnTo>
                  <a:pt x="1598450" y="276448"/>
                </a:lnTo>
                <a:lnTo>
                  <a:pt x="1594776" y="276448"/>
                </a:lnTo>
                <a:lnTo>
                  <a:pt x="1591101" y="276448"/>
                </a:lnTo>
                <a:lnTo>
                  <a:pt x="1587426" y="276448"/>
                </a:lnTo>
                <a:lnTo>
                  <a:pt x="1583752" y="276448"/>
                </a:lnTo>
                <a:lnTo>
                  <a:pt x="1580077" y="276448"/>
                </a:lnTo>
                <a:lnTo>
                  <a:pt x="1576403" y="276448"/>
                </a:lnTo>
                <a:lnTo>
                  <a:pt x="1572728" y="276448"/>
                </a:lnTo>
                <a:lnTo>
                  <a:pt x="1569053" y="276448"/>
                </a:lnTo>
                <a:lnTo>
                  <a:pt x="1565379" y="276448"/>
                </a:lnTo>
                <a:lnTo>
                  <a:pt x="1561704" y="276448"/>
                </a:lnTo>
                <a:lnTo>
                  <a:pt x="1558030" y="276448"/>
                </a:lnTo>
                <a:lnTo>
                  <a:pt x="1554355" y="276448"/>
                </a:lnTo>
                <a:lnTo>
                  <a:pt x="1550680" y="276448"/>
                </a:lnTo>
                <a:lnTo>
                  <a:pt x="1547006" y="276448"/>
                </a:lnTo>
                <a:lnTo>
                  <a:pt x="1543331" y="276448"/>
                </a:lnTo>
                <a:lnTo>
                  <a:pt x="1539657" y="276448"/>
                </a:lnTo>
                <a:lnTo>
                  <a:pt x="1535982" y="276448"/>
                </a:lnTo>
                <a:lnTo>
                  <a:pt x="1532307" y="276448"/>
                </a:lnTo>
                <a:lnTo>
                  <a:pt x="1528633" y="276448"/>
                </a:lnTo>
                <a:lnTo>
                  <a:pt x="1524958" y="276448"/>
                </a:lnTo>
                <a:lnTo>
                  <a:pt x="1521284" y="276448"/>
                </a:lnTo>
                <a:lnTo>
                  <a:pt x="1517609" y="276448"/>
                </a:lnTo>
                <a:lnTo>
                  <a:pt x="1513934" y="276448"/>
                </a:lnTo>
                <a:lnTo>
                  <a:pt x="1510260" y="276448"/>
                </a:lnTo>
                <a:lnTo>
                  <a:pt x="1506585" y="276448"/>
                </a:lnTo>
                <a:lnTo>
                  <a:pt x="1502911" y="276448"/>
                </a:lnTo>
                <a:lnTo>
                  <a:pt x="1499236" y="276448"/>
                </a:lnTo>
                <a:lnTo>
                  <a:pt x="1495561" y="276448"/>
                </a:lnTo>
                <a:lnTo>
                  <a:pt x="1491887" y="276448"/>
                </a:lnTo>
                <a:lnTo>
                  <a:pt x="1488212" y="276448"/>
                </a:lnTo>
                <a:lnTo>
                  <a:pt x="1484538" y="276448"/>
                </a:lnTo>
                <a:lnTo>
                  <a:pt x="1480863" y="276448"/>
                </a:lnTo>
                <a:lnTo>
                  <a:pt x="1477188" y="276448"/>
                </a:lnTo>
                <a:lnTo>
                  <a:pt x="1473514" y="276448"/>
                </a:lnTo>
                <a:lnTo>
                  <a:pt x="1469839" y="276448"/>
                </a:lnTo>
                <a:lnTo>
                  <a:pt x="1466165" y="276448"/>
                </a:lnTo>
                <a:lnTo>
                  <a:pt x="1462490" y="276448"/>
                </a:lnTo>
                <a:lnTo>
                  <a:pt x="1458815" y="276448"/>
                </a:lnTo>
                <a:lnTo>
                  <a:pt x="1455141" y="276448"/>
                </a:lnTo>
                <a:lnTo>
                  <a:pt x="1451466" y="276448"/>
                </a:lnTo>
                <a:lnTo>
                  <a:pt x="1447792" y="276448"/>
                </a:lnTo>
                <a:lnTo>
                  <a:pt x="1444117" y="276448"/>
                </a:lnTo>
                <a:lnTo>
                  <a:pt x="1440442" y="276448"/>
                </a:lnTo>
                <a:lnTo>
                  <a:pt x="1436768" y="276448"/>
                </a:lnTo>
                <a:lnTo>
                  <a:pt x="1433093" y="276448"/>
                </a:lnTo>
                <a:lnTo>
                  <a:pt x="1429419" y="276448"/>
                </a:lnTo>
                <a:lnTo>
                  <a:pt x="1425744" y="276448"/>
                </a:lnTo>
                <a:lnTo>
                  <a:pt x="1422069" y="276448"/>
                </a:lnTo>
                <a:lnTo>
                  <a:pt x="1418395" y="276448"/>
                </a:lnTo>
                <a:lnTo>
                  <a:pt x="1414720" y="276448"/>
                </a:lnTo>
                <a:lnTo>
                  <a:pt x="1411046" y="276448"/>
                </a:lnTo>
                <a:lnTo>
                  <a:pt x="1407371" y="276448"/>
                </a:lnTo>
                <a:lnTo>
                  <a:pt x="1403696" y="276448"/>
                </a:lnTo>
                <a:lnTo>
                  <a:pt x="1400022" y="276448"/>
                </a:lnTo>
                <a:lnTo>
                  <a:pt x="1396347" y="276448"/>
                </a:lnTo>
                <a:lnTo>
                  <a:pt x="1392673" y="276448"/>
                </a:lnTo>
                <a:lnTo>
                  <a:pt x="1388998" y="276448"/>
                </a:lnTo>
                <a:lnTo>
                  <a:pt x="1385323" y="276448"/>
                </a:lnTo>
                <a:lnTo>
                  <a:pt x="1381649" y="276448"/>
                </a:lnTo>
                <a:lnTo>
                  <a:pt x="1377974" y="276448"/>
                </a:lnTo>
                <a:lnTo>
                  <a:pt x="1374300" y="276448"/>
                </a:lnTo>
                <a:lnTo>
                  <a:pt x="1370625" y="276448"/>
                </a:lnTo>
                <a:lnTo>
                  <a:pt x="1366950" y="276448"/>
                </a:lnTo>
                <a:lnTo>
                  <a:pt x="1363276" y="276448"/>
                </a:lnTo>
                <a:lnTo>
                  <a:pt x="1359601" y="276448"/>
                </a:lnTo>
                <a:lnTo>
                  <a:pt x="1355927" y="276448"/>
                </a:lnTo>
                <a:lnTo>
                  <a:pt x="1352252" y="276448"/>
                </a:lnTo>
                <a:lnTo>
                  <a:pt x="1348577" y="276448"/>
                </a:lnTo>
                <a:lnTo>
                  <a:pt x="1344903" y="276448"/>
                </a:lnTo>
                <a:lnTo>
                  <a:pt x="1341228" y="276448"/>
                </a:lnTo>
                <a:lnTo>
                  <a:pt x="1337554" y="276448"/>
                </a:lnTo>
                <a:lnTo>
                  <a:pt x="1333879" y="276448"/>
                </a:lnTo>
                <a:lnTo>
                  <a:pt x="1330205" y="276448"/>
                </a:lnTo>
                <a:lnTo>
                  <a:pt x="1326530" y="276448"/>
                </a:lnTo>
                <a:lnTo>
                  <a:pt x="1322855" y="276448"/>
                </a:lnTo>
                <a:lnTo>
                  <a:pt x="1319181" y="276448"/>
                </a:lnTo>
                <a:lnTo>
                  <a:pt x="1315506" y="276448"/>
                </a:lnTo>
                <a:lnTo>
                  <a:pt x="1311832" y="276448"/>
                </a:lnTo>
                <a:lnTo>
                  <a:pt x="1308157" y="276448"/>
                </a:lnTo>
                <a:lnTo>
                  <a:pt x="1304482" y="276448"/>
                </a:lnTo>
                <a:lnTo>
                  <a:pt x="1300808" y="276448"/>
                </a:lnTo>
                <a:lnTo>
                  <a:pt x="1297133" y="276448"/>
                </a:lnTo>
                <a:lnTo>
                  <a:pt x="1293459" y="276448"/>
                </a:lnTo>
                <a:lnTo>
                  <a:pt x="1289784" y="276448"/>
                </a:lnTo>
                <a:lnTo>
                  <a:pt x="1286109" y="276448"/>
                </a:lnTo>
                <a:lnTo>
                  <a:pt x="1282435" y="276448"/>
                </a:lnTo>
                <a:lnTo>
                  <a:pt x="1278760" y="276448"/>
                </a:lnTo>
                <a:lnTo>
                  <a:pt x="1275086" y="276448"/>
                </a:lnTo>
                <a:lnTo>
                  <a:pt x="1271411" y="276448"/>
                </a:lnTo>
                <a:lnTo>
                  <a:pt x="1267736" y="276448"/>
                </a:lnTo>
                <a:lnTo>
                  <a:pt x="1264062" y="276448"/>
                </a:lnTo>
                <a:lnTo>
                  <a:pt x="1260387" y="276448"/>
                </a:lnTo>
                <a:lnTo>
                  <a:pt x="1256713" y="276448"/>
                </a:lnTo>
                <a:lnTo>
                  <a:pt x="1253038" y="276448"/>
                </a:lnTo>
                <a:lnTo>
                  <a:pt x="1249363" y="276448"/>
                </a:lnTo>
                <a:lnTo>
                  <a:pt x="1245689" y="276448"/>
                </a:lnTo>
                <a:lnTo>
                  <a:pt x="1242014" y="276448"/>
                </a:lnTo>
                <a:lnTo>
                  <a:pt x="1238340" y="276448"/>
                </a:lnTo>
                <a:lnTo>
                  <a:pt x="1234665" y="276448"/>
                </a:lnTo>
                <a:lnTo>
                  <a:pt x="1230990" y="276448"/>
                </a:lnTo>
                <a:lnTo>
                  <a:pt x="1227316" y="276448"/>
                </a:lnTo>
                <a:lnTo>
                  <a:pt x="1223641" y="276448"/>
                </a:lnTo>
                <a:lnTo>
                  <a:pt x="1219967" y="276448"/>
                </a:lnTo>
                <a:lnTo>
                  <a:pt x="1216292" y="276448"/>
                </a:lnTo>
                <a:lnTo>
                  <a:pt x="1212617" y="276448"/>
                </a:lnTo>
                <a:lnTo>
                  <a:pt x="1208943" y="276448"/>
                </a:lnTo>
                <a:lnTo>
                  <a:pt x="1205268" y="276448"/>
                </a:lnTo>
                <a:lnTo>
                  <a:pt x="1201594" y="276448"/>
                </a:lnTo>
                <a:lnTo>
                  <a:pt x="1197919" y="276448"/>
                </a:lnTo>
                <a:lnTo>
                  <a:pt x="1194244" y="276448"/>
                </a:lnTo>
                <a:lnTo>
                  <a:pt x="1190570" y="276448"/>
                </a:lnTo>
                <a:lnTo>
                  <a:pt x="1186895" y="276448"/>
                </a:lnTo>
                <a:lnTo>
                  <a:pt x="1183221" y="276448"/>
                </a:lnTo>
                <a:lnTo>
                  <a:pt x="1179546" y="276448"/>
                </a:lnTo>
                <a:lnTo>
                  <a:pt x="1175871" y="276448"/>
                </a:lnTo>
                <a:lnTo>
                  <a:pt x="1172197" y="276448"/>
                </a:lnTo>
                <a:lnTo>
                  <a:pt x="1168522" y="276448"/>
                </a:lnTo>
                <a:lnTo>
                  <a:pt x="1164848" y="276448"/>
                </a:lnTo>
                <a:lnTo>
                  <a:pt x="1161173" y="276448"/>
                </a:lnTo>
                <a:lnTo>
                  <a:pt x="1157498" y="276448"/>
                </a:lnTo>
                <a:lnTo>
                  <a:pt x="1153824" y="276448"/>
                </a:lnTo>
                <a:lnTo>
                  <a:pt x="1150149" y="276448"/>
                </a:lnTo>
                <a:lnTo>
                  <a:pt x="1146475" y="276448"/>
                </a:lnTo>
                <a:lnTo>
                  <a:pt x="1142800" y="276448"/>
                </a:lnTo>
                <a:lnTo>
                  <a:pt x="1139125" y="276448"/>
                </a:lnTo>
                <a:lnTo>
                  <a:pt x="1135451" y="276448"/>
                </a:lnTo>
                <a:lnTo>
                  <a:pt x="1131776" y="276448"/>
                </a:lnTo>
                <a:lnTo>
                  <a:pt x="1128102" y="276448"/>
                </a:lnTo>
                <a:lnTo>
                  <a:pt x="1124427" y="276448"/>
                </a:lnTo>
                <a:lnTo>
                  <a:pt x="1120752" y="276448"/>
                </a:lnTo>
                <a:lnTo>
                  <a:pt x="1117078" y="276448"/>
                </a:lnTo>
                <a:lnTo>
                  <a:pt x="1113403" y="276448"/>
                </a:lnTo>
                <a:lnTo>
                  <a:pt x="1109729" y="276448"/>
                </a:lnTo>
                <a:lnTo>
                  <a:pt x="1106054" y="276448"/>
                </a:lnTo>
                <a:lnTo>
                  <a:pt x="1102379" y="276448"/>
                </a:lnTo>
                <a:lnTo>
                  <a:pt x="1098705" y="276448"/>
                </a:lnTo>
                <a:lnTo>
                  <a:pt x="1095030" y="276448"/>
                </a:lnTo>
                <a:lnTo>
                  <a:pt x="1091356" y="276448"/>
                </a:lnTo>
                <a:lnTo>
                  <a:pt x="1087681" y="276448"/>
                </a:lnTo>
                <a:lnTo>
                  <a:pt x="1084006" y="276448"/>
                </a:lnTo>
                <a:lnTo>
                  <a:pt x="1080332" y="276448"/>
                </a:lnTo>
                <a:lnTo>
                  <a:pt x="1076657" y="276448"/>
                </a:lnTo>
                <a:lnTo>
                  <a:pt x="1072983" y="276448"/>
                </a:lnTo>
                <a:lnTo>
                  <a:pt x="1069308" y="276448"/>
                </a:lnTo>
                <a:lnTo>
                  <a:pt x="1065633" y="276448"/>
                </a:lnTo>
                <a:lnTo>
                  <a:pt x="1061959" y="276448"/>
                </a:lnTo>
                <a:lnTo>
                  <a:pt x="1058284" y="276448"/>
                </a:lnTo>
                <a:lnTo>
                  <a:pt x="1054610" y="276448"/>
                </a:lnTo>
                <a:lnTo>
                  <a:pt x="1050935" y="276448"/>
                </a:lnTo>
                <a:lnTo>
                  <a:pt x="1047260" y="276448"/>
                </a:lnTo>
                <a:lnTo>
                  <a:pt x="1043586" y="276448"/>
                </a:lnTo>
                <a:lnTo>
                  <a:pt x="1039911" y="276448"/>
                </a:lnTo>
                <a:lnTo>
                  <a:pt x="1036237" y="276448"/>
                </a:lnTo>
                <a:lnTo>
                  <a:pt x="1032562" y="276448"/>
                </a:lnTo>
                <a:lnTo>
                  <a:pt x="1028887" y="276448"/>
                </a:lnTo>
                <a:lnTo>
                  <a:pt x="1025213" y="276448"/>
                </a:lnTo>
                <a:lnTo>
                  <a:pt x="1021538" y="276448"/>
                </a:lnTo>
                <a:lnTo>
                  <a:pt x="1017864" y="276448"/>
                </a:lnTo>
                <a:lnTo>
                  <a:pt x="1014189" y="276448"/>
                </a:lnTo>
                <a:lnTo>
                  <a:pt x="1010514" y="276448"/>
                </a:lnTo>
                <a:lnTo>
                  <a:pt x="1006840" y="276448"/>
                </a:lnTo>
                <a:lnTo>
                  <a:pt x="1003165" y="276448"/>
                </a:lnTo>
                <a:lnTo>
                  <a:pt x="999491" y="276448"/>
                </a:lnTo>
                <a:lnTo>
                  <a:pt x="995816" y="276448"/>
                </a:lnTo>
                <a:lnTo>
                  <a:pt x="992141" y="276448"/>
                </a:lnTo>
                <a:lnTo>
                  <a:pt x="988467" y="276448"/>
                </a:lnTo>
                <a:lnTo>
                  <a:pt x="984792" y="276448"/>
                </a:lnTo>
                <a:lnTo>
                  <a:pt x="981118" y="276448"/>
                </a:lnTo>
                <a:lnTo>
                  <a:pt x="977443" y="276448"/>
                </a:lnTo>
                <a:lnTo>
                  <a:pt x="973768" y="276448"/>
                </a:lnTo>
                <a:lnTo>
                  <a:pt x="970094" y="276448"/>
                </a:lnTo>
                <a:lnTo>
                  <a:pt x="966419" y="276448"/>
                </a:lnTo>
                <a:lnTo>
                  <a:pt x="962745" y="276448"/>
                </a:lnTo>
                <a:lnTo>
                  <a:pt x="959070" y="276448"/>
                </a:lnTo>
                <a:lnTo>
                  <a:pt x="955395" y="276448"/>
                </a:lnTo>
                <a:lnTo>
                  <a:pt x="951721" y="276448"/>
                </a:lnTo>
                <a:lnTo>
                  <a:pt x="948046" y="276448"/>
                </a:lnTo>
                <a:lnTo>
                  <a:pt x="944372" y="276448"/>
                </a:lnTo>
                <a:lnTo>
                  <a:pt x="940697" y="276448"/>
                </a:lnTo>
                <a:lnTo>
                  <a:pt x="937022" y="276448"/>
                </a:lnTo>
                <a:lnTo>
                  <a:pt x="933348" y="276448"/>
                </a:lnTo>
                <a:lnTo>
                  <a:pt x="929673" y="276448"/>
                </a:lnTo>
                <a:lnTo>
                  <a:pt x="925999" y="276448"/>
                </a:lnTo>
                <a:lnTo>
                  <a:pt x="922324" y="276448"/>
                </a:lnTo>
                <a:lnTo>
                  <a:pt x="918649" y="276448"/>
                </a:lnTo>
                <a:lnTo>
                  <a:pt x="914975" y="276448"/>
                </a:lnTo>
                <a:lnTo>
                  <a:pt x="911300" y="276448"/>
                </a:lnTo>
                <a:lnTo>
                  <a:pt x="907626" y="276448"/>
                </a:lnTo>
                <a:lnTo>
                  <a:pt x="903951" y="276448"/>
                </a:lnTo>
                <a:lnTo>
                  <a:pt x="900276" y="276448"/>
                </a:lnTo>
                <a:lnTo>
                  <a:pt x="896602" y="276448"/>
                </a:lnTo>
                <a:lnTo>
                  <a:pt x="892927" y="276448"/>
                </a:lnTo>
                <a:lnTo>
                  <a:pt x="889253" y="276448"/>
                </a:lnTo>
                <a:lnTo>
                  <a:pt x="885578" y="276448"/>
                </a:lnTo>
                <a:lnTo>
                  <a:pt x="881903" y="276448"/>
                </a:lnTo>
                <a:lnTo>
                  <a:pt x="878229" y="276448"/>
                </a:lnTo>
                <a:lnTo>
                  <a:pt x="874554" y="276448"/>
                </a:lnTo>
                <a:lnTo>
                  <a:pt x="870880" y="276448"/>
                </a:lnTo>
                <a:lnTo>
                  <a:pt x="867205" y="276448"/>
                </a:lnTo>
                <a:lnTo>
                  <a:pt x="863530" y="276448"/>
                </a:lnTo>
                <a:lnTo>
                  <a:pt x="859856" y="276448"/>
                </a:lnTo>
                <a:lnTo>
                  <a:pt x="856181" y="276448"/>
                </a:lnTo>
                <a:lnTo>
                  <a:pt x="852507" y="276448"/>
                </a:lnTo>
                <a:lnTo>
                  <a:pt x="848832" y="276448"/>
                </a:lnTo>
                <a:lnTo>
                  <a:pt x="845157" y="276448"/>
                </a:lnTo>
                <a:lnTo>
                  <a:pt x="841483" y="276448"/>
                </a:lnTo>
                <a:lnTo>
                  <a:pt x="837808" y="276448"/>
                </a:lnTo>
                <a:lnTo>
                  <a:pt x="834134" y="276448"/>
                </a:lnTo>
                <a:lnTo>
                  <a:pt x="830459" y="276448"/>
                </a:lnTo>
                <a:lnTo>
                  <a:pt x="826784" y="276448"/>
                </a:lnTo>
                <a:lnTo>
                  <a:pt x="823110" y="276448"/>
                </a:lnTo>
                <a:lnTo>
                  <a:pt x="819435" y="276448"/>
                </a:lnTo>
                <a:lnTo>
                  <a:pt x="815761" y="276448"/>
                </a:lnTo>
                <a:lnTo>
                  <a:pt x="812086" y="276448"/>
                </a:lnTo>
                <a:lnTo>
                  <a:pt x="808411" y="276448"/>
                </a:lnTo>
                <a:lnTo>
                  <a:pt x="804737" y="276448"/>
                </a:lnTo>
                <a:lnTo>
                  <a:pt x="801062" y="276448"/>
                </a:lnTo>
                <a:lnTo>
                  <a:pt x="797388" y="276448"/>
                </a:lnTo>
                <a:lnTo>
                  <a:pt x="793713" y="276448"/>
                </a:lnTo>
                <a:lnTo>
                  <a:pt x="790038" y="276448"/>
                </a:lnTo>
                <a:lnTo>
                  <a:pt x="786364" y="276448"/>
                </a:lnTo>
                <a:lnTo>
                  <a:pt x="782689" y="276448"/>
                </a:lnTo>
                <a:lnTo>
                  <a:pt x="779015" y="276448"/>
                </a:lnTo>
                <a:lnTo>
                  <a:pt x="775340" y="276448"/>
                </a:lnTo>
                <a:lnTo>
                  <a:pt x="771665" y="276448"/>
                </a:lnTo>
                <a:lnTo>
                  <a:pt x="767991" y="276448"/>
                </a:lnTo>
                <a:lnTo>
                  <a:pt x="764316" y="276448"/>
                </a:lnTo>
                <a:lnTo>
                  <a:pt x="760642" y="276448"/>
                </a:lnTo>
                <a:lnTo>
                  <a:pt x="756967" y="276448"/>
                </a:lnTo>
                <a:lnTo>
                  <a:pt x="753292" y="276448"/>
                </a:lnTo>
                <a:lnTo>
                  <a:pt x="749618" y="276448"/>
                </a:lnTo>
                <a:lnTo>
                  <a:pt x="745943" y="276448"/>
                </a:lnTo>
                <a:lnTo>
                  <a:pt x="742269" y="276448"/>
                </a:lnTo>
                <a:lnTo>
                  <a:pt x="738594" y="276448"/>
                </a:lnTo>
                <a:lnTo>
                  <a:pt x="734919" y="276448"/>
                </a:lnTo>
                <a:lnTo>
                  <a:pt x="731245" y="276448"/>
                </a:lnTo>
                <a:lnTo>
                  <a:pt x="727570" y="276448"/>
                </a:lnTo>
                <a:lnTo>
                  <a:pt x="723896" y="276448"/>
                </a:lnTo>
                <a:lnTo>
                  <a:pt x="720221" y="276448"/>
                </a:lnTo>
                <a:lnTo>
                  <a:pt x="716546" y="276448"/>
                </a:lnTo>
                <a:lnTo>
                  <a:pt x="712872" y="276448"/>
                </a:lnTo>
                <a:lnTo>
                  <a:pt x="709197" y="276448"/>
                </a:lnTo>
                <a:lnTo>
                  <a:pt x="705523" y="276448"/>
                </a:lnTo>
                <a:lnTo>
                  <a:pt x="701848" y="276448"/>
                </a:lnTo>
                <a:lnTo>
                  <a:pt x="698173" y="276448"/>
                </a:lnTo>
                <a:lnTo>
                  <a:pt x="694499" y="276448"/>
                </a:lnTo>
                <a:lnTo>
                  <a:pt x="690824" y="276448"/>
                </a:lnTo>
                <a:lnTo>
                  <a:pt x="687150" y="276448"/>
                </a:lnTo>
                <a:lnTo>
                  <a:pt x="683475" y="276448"/>
                </a:lnTo>
                <a:lnTo>
                  <a:pt x="679800" y="276448"/>
                </a:lnTo>
                <a:lnTo>
                  <a:pt x="676126" y="276448"/>
                </a:lnTo>
                <a:lnTo>
                  <a:pt x="672451" y="276448"/>
                </a:lnTo>
                <a:lnTo>
                  <a:pt x="668777" y="276448"/>
                </a:lnTo>
                <a:lnTo>
                  <a:pt x="665102" y="276448"/>
                </a:lnTo>
                <a:lnTo>
                  <a:pt x="661427" y="276448"/>
                </a:lnTo>
                <a:lnTo>
                  <a:pt x="657753" y="276448"/>
                </a:lnTo>
                <a:lnTo>
                  <a:pt x="654078" y="276448"/>
                </a:lnTo>
                <a:lnTo>
                  <a:pt x="650404" y="276448"/>
                </a:lnTo>
                <a:lnTo>
                  <a:pt x="646729" y="276448"/>
                </a:lnTo>
                <a:lnTo>
                  <a:pt x="643054" y="276448"/>
                </a:lnTo>
                <a:lnTo>
                  <a:pt x="639380" y="276448"/>
                </a:lnTo>
                <a:lnTo>
                  <a:pt x="635705" y="276448"/>
                </a:lnTo>
                <a:lnTo>
                  <a:pt x="632031" y="276448"/>
                </a:lnTo>
                <a:lnTo>
                  <a:pt x="628356" y="276448"/>
                </a:lnTo>
                <a:lnTo>
                  <a:pt x="624681" y="276448"/>
                </a:lnTo>
                <a:lnTo>
                  <a:pt x="621007" y="276448"/>
                </a:lnTo>
                <a:lnTo>
                  <a:pt x="617332" y="276448"/>
                </a:lnTo>
                <a:lnTo>
                  <a:pt x="613658" y="276448"/>
                </a:lnTo>
                <a:lnTo>
                  <a:pt x="609983" y="276448"/>
                </a:lnTo>
                <a:lnTo>
                  <a:pt x="606308" y="276448"/>
                </a:lnTo>
                <a:lnTo>
                  <a:pt x="602634" y="276448"/>
                </a:lnTo>
                <a:lnTo>
                  <a:pt x="598959" y="276448"/>
                </a:lnTo>
                <a:lnTo>
                  <a:pt x="595285" y="276448"/>
                </a:lnTo>
                <a:lnTo>
                  <a:pt x="591610" y="276448"/>
                </a:lnTo>
                <a:lnTo>
                  <a:pt x="587935" y="276448"/>
                </a:lnTo>
                <a:lnTo>
                  <a:pt x="584261" y="276448"/>
                </a:lnTo>
                <a:lnTo>
                  <a:pt x="580586" y="276448"/>
                </a:lnTo>
                <a:lnTo>
                  <a:pt x="576912" y="276448"/>
                </a:lnTo>
                <a:lnTo>
                  <a:pt x="573237" y="276448"/>
                </a:lnTo>
                <a:lnTo>
                  <a:pt x="569562" y="276448"/>
                </a:lnTo>
                <a:lnTo>
                  <a:pt x="565888" y="276448"/>
                </a:lnTo>
                <a:lnTo>
                  <a:pt x="562213" y="276448"/>
                </a:lnTo>
                <a:lnTo>
                  <a:pt x="558539" y="276448"/>
                </a:lnTo>
                <a:lnTo>
                  <a:pt x="554864" y="276448"/>
                </a:lnTo>
                <a:lnTo>
                  <a:pt x="551189" y="276448"/>
                </a:lnTo>
                <a:lnTo>
                  <a:pt x="547515" y="276448"/>
                </a:lnTo>
                <a:lnTo>
                  <a:pt x="543840" y="276448"/>
                </a:lnTo>
                <a:lnTo>
                  <a:pt x="540166" y="276448"/>
                </a:lnTo>
                <a:lnTo>
                  <a:pt x="536491" y="276448"/>
                </a:lnTo>
                <a:lnTo>
                  <a:pt x="532816" y="276448"/>
                </a:lnTo>
                <a:lnTo>
                  <a:pt x="529142" y="276448"/>
                </a:lnTo>
                <a:lnTo>
                  <a:pt x="525467" y="276448"/>
                </a:lnTo>
                <a:lnTo>
                  <a:pt x="521793" y="276448"/>
                </a:lnTo>
                <a:lnTo>
                  <a:pt x="518118" y="276448"/>
                </a:lnTo>
                <a:lnTo>
                  <a:pt x="514443" y="276448"/>
                </a:lnTo>
                <a:lnTo>
                  <a:pt x="510769" y="276448"/>
                </a:lnTo>
                <a:lnTo>
                  <a:pt x="507094" y="276448"/>
                </a:lnTo>
                <a:lnTo>
                  <a:pt x="503420" y="276448"/>
                </a:lnTo>
                <a:lnTo>
                  <a:pt x="499745" y="276448"/>
                </a:lnTo>
                <a:lnTo>
                  <a:pt x="496070" y="276448"/>
                </a:lnTo>
                <a:lnTo>
                  <a:pt x="492396" y="276448"/>
                </a:lnTo>
                <a:lnTo>
                  <a:pt x="488721" y="276448"/>
                </a:lnTo>
                <a:lnTo>
                  <a:pt x="485047" y="276448"/>
                </a:lnTo>
                <a:lnTo>
                  <a:pt x="481372" y="276448"/>
                </a:lnTo>
                <a:lnTo>
                  <a:pt x="477697" y="276448"/>
                </a:lnTo>
                <a:lnTo>
                  <a:pt x="474023" y="276448"/>
                </a:lnTo>
                <a:lnTo>
                  <a:pt x="470348" y="276448"/>
                </a:lnTo>
                <a:lnTo>
                  <a:pt x="466674" y="276448"/>
                </a:lnTo>
                <a:lnTo>
                  <a:pt x="462999" y="276448"/>
                </a:lnTo>
                <a:lnTo>
                  <a:pt x="459324" y="276448"/>
                </a:lnTo>
                <a:lnTo>
                  <a:pt x="455650" y="276448"/>
                </a:lnTo>
                <a:lnTo>
                  <a:pt x="451975" y="276448"/>
                </a:lnTo>
                <a:lnTo>
                  <a:pt x="448301" y="276448"/>
                </a:lnTo>
                <a:lnTo>
                  <a:pt x="444626" y="276448"/>
                </a:lnTo>
                <a:lnTo>
                  <a:pt x="440951" y="276448"/>
                </a:lnTo>
                <a:lnTo>
                  <a:pt x="437277" y="276448"/>
                </a:lnTo>
                <a:lnTo>
                  <a:pt x="433602" y="276448"/>
                </a:lnTo>
                <a:lnTo>
                  <a:pt x="429928" y="276448"/>
                </a:lnTo>
                <a:lnTo>
                  <a:pt x="426253" y="276448"/>
                </a:lnTo>
                <a:lnTo>
                  <a:pt x="422578" y="276448"/>
                </a:lnTo>
                <a:lnTo>
                  <a:pt x="418904" y="276448"/>
                </a:lnTo>
                <a:lnTo>
                  <a:pt x="415229" y="276448"/>
                </a:lnTo>
                <a:lnTo>
                  <a:pt x="411555" y="276448"/>
                </a:lnTo>
                <a:lnTo>
                  <a:pt x="407880" y="276448"/>
                </a:lnTo>
                <a:lnTo>
                  <a:pt x="404205" y="276448"/>
                </a:lnTo>
                <a:lnTo>
                  <a:pt x="400531" y="276448"/>
                </a:lnTo>
                <a:lnTo>
                  <a:pt x="396856" y="276448"/>
                </a:lnTo>
                <a:lnTo>
                  <a:pt x="393182" y="276448"/>
                </a:lnTo>
                <a:lnTo>
                  <a:pt x="389507" y="276448"/>
                </a:lnTo>
                <a:lnTo>
                  <a:pt x="385832" y="276448"/>
                </a:lnTo>
                <a:lnTo>
                  <a:pt x="382158" y="276448"/>
                </a:lnTo>
                <a:lnTo>
                  <a:pt x="378483" y="276448"/>
                </a:lnTo>
                <a:lnTo>
                  <a:pt x="374809" y="276448"/>
                </a:lnTo>
                <a:lnTo>
                  <a:pt x="371134" y="276448"/>
                </a:lnTo>
                <a:lnTo>
                  <a:pt x="367459" y="276448"/>
                </a:lnTo>
                <a:lnTo>
                  <a:pt x="363785" y="276448"/>
                </a:lnTo>
                <a:lnTo>
                  <a:pt x="360110" y="276448"/>
                </a:lnTo>
                <a:lnTo>
                  <a:pt x="356436" y="276448"/>
                </a:lnTo>
                <a:lnTo>
                  <a:pt x="352761" y="276448"/>
                </a:lnTo>
                <a:lnTo>
                  <a:pt x="349086" y="276448"/>
                </a:lnTo>
                <a:lnTo>
                  <a:pt x="345412" y="276448"/>
                </a:lnTo>
                <a:lnTo>
                  <a:pt x="341737" y="276448"/>
                </a:lnTo>
                <a:lnTo>
                  <a:pt x="338063" y="276448"/>
                </a:lnTo>
                <a:lnTo>
                  <a:pt x="334388" y="276448"/>
                </a:lnTo>
                <a:lnTo>
                  <a:pt x="330713" y="276448"/>
                </a:lnTo>
                <a:lnTo>
                  <a:pt x="327039" y="276448"/>
                </a:lnTo>
                <a:lnTo>
                  <a:pt x="323364" y="276448"/>
                </a:lnTo>
                <a:lnTo>
                  <a:pt x="319690" y="276448"/>
                </a:lnTo>
                <a:lnTo>
                  <a:pt x="316015" y="276448"/>
                </a:lnTo>
                <a:lnTo>
                  <a:pt x="312340" y="276448"/>
                </a:lnTo>
                <a:lnTo>
                  <a:pt x="308666" y="276448"/>
                </a:lnTo>
                <a:lnTo>
                  <a:pt x="304991" y="276448"/>
                </a:lnTo>
                <a:lnTo>
                  <a:pt x="301317" y="276448"/>
                </a:lnTo>
                <a:lnTo>
                  <a:pt x="297642" y="276448"/>
                </a:lnTo>
                <a:lnTo>
                  <a:pt x="293967" y="276448"/>
                </a:lnTo>
                <a:lnTo>
                  <a:pt x="290293" y="276448"/>
                </a:lnTo>
                <a:lnTo>
                  <a:pt x="286618" y="276448"/>
                </a:lnTo>
                <a:lnTo>
                  <a:pt x="282944" y="276448"/>
                </a:lnTo>
                <a:lnTo>
                  <a:pt x="279269" y="276448"/>
                </a:lnTo>
                <a:lnTo>
                  <a:pt x="275594" y="276448"/>
                </a:lnTo>
                <a:lnTo>
                  <a:pt x="271920" y="276448"/>
                </a:lnTo>
                <a:lnTo>
                  <a:pt x="268245" y="276448"/>
                </a:lnTo>
                <a:lnTo>
                  <a:pt x="264571" y="276448"/>
                </a:lnTo>
                <a:lnTo>
                  <a:pt x="260896" y="276448"/>
                </a:lnTo>
                <a:lnTo>
                  <a:pt x="257221" y="276448"/>
                </a:lnTo>
                <a:lnTo>
                  <a:pt x="253547" y="276448"/>
                </a:lnTo>
                <a:lnTo>
                  <a:pt x="249872" y="276448"/>
                </a:lnTo>
                <a:lnTo>
                  <a:pt x="246198" y="276448"/>
                </a:lnTo>
                <a:lnTo>
                  <a:pt x="242523" y="276448"/>
                </a:lnTo>
                <a:lnTo>
                  <a:pt x="238848" y="276448"/>
                </a:lnTo>
                <a:lnTo>
                  <a:pt x="235174" y="276448"/>
                </a:lnTo>
                <a:lnTo>
                  <a:pt x="231499" y="276448"/>
                </a:lnTo>
                <a:lnTo>
                  <a:pt x="227825" y="276448"/>
                </a:lnTo>
                <a:lnTo>
                  <a:pt x="224150" y="276448"/>
                </a:lnTo>
                <a:lnTo>
                  <a:pt x="220475" y="276448"/>
                </a:lnTo>
                <a:lnTo>
                  <a:pt x="216801" y="276448"/>
                </a:lnTo>
                <a:lnTo>
                  <a:pt x="213126" y="276448"/>
                </a:lnTo>
                <a:lnTo>
                  <a:pt x="209452" y="276448"/>
                </a:lnTo>
                <a:lnTo>
                  <a:pt x="205777" y="276448"/>
                </a:lnTo>
                <a:lnTo>
                  <a:pt x="202102" y="276448"/>
                </a:lnTo>
                <a:lnTo>
                  <a:pt x="198428" y="276448"/>
                </a:lnTo>
                <a:lnTo>
                  <a:pt x="194753" y="276448"/>
                </a:lnTo>
                <a:lnTo>
                  <a:pt x="191079" y="276448"/>
                </a:lnTo>
                <a:lnTo>
                  <a:pt x="187404" y="276448"/>
                </a:lnTo>
                <a:lnTo>
                  <a:pt x="183729" y="276448"/>
                </a:lnTo>
                <a:lnTo>
                  <a:pt x="180055" y="276448"/>
                </a:lnTo>
                <a:lnTo>
                  <a:pt x="176380" y="276448"/>
                </a:lnTo>
                <a:lnTo>
                  <a:pt x="172706" y="276448"/>
                </a:lnTo>
                <a:lnTo>
                  <a:pt x="169031" y="276448"/>
                </a:lnTo>
                <a:lnTo>
                  <a:pt x="165356" y="276448"/>
                </a:lnTo>
                <a:lnTo>
                  <a:pt x="161682" y="276448"/>
                </a:lnTo>
                <a:lnTo>
                  <a:pt x="158007" y="276448"/>
                </a:lnTo>
                <a:lnTo>
                  <a:pt x="154333" y="276448"/>
                </a:lnTo>
                <a:lnTo>
                  <a:pt x="150658" y="276448"/>
                </a:lnTo>
                <a:lnTo>
                  <a:pt x="146983" y="276448"/>
                </a:lnTo>
                <a:lnTo>
                  <a:pt x="143309" y="276448"/>
                </a:lnTo>
                <a:lnTo>
                  <a:pt x="139634" y="276448"/>
                </a:lnTo>
                <a:lnTo>
                  <a:pt x="135960" y="276448"/>
                </a:lnTo>
                <a:lnTo>
                  <a:pt x="132285" y="276448"/>
                </a:lnTo>
                <a:lnTo>
                  <a:pt x="128610" y="276448"/>
                </a:lnTo>
                <a:lnTo>
                  <a:pt x="124936" y="276448"/>
                </a:lnTo>
                <a:lnTo>
                  <a:pt x="121261" y="276448"/>
                </a:lnTo>
                <a:lnTo>
                  <a:pt x="117587" y="276448"/>
                </a:lnTo>
                <a:lnTo>
                  <a:pt x="113912" y="276448"/>
                </a:lnTo>
                <a:lnTo>
                  <a:pt x="110237" y="276448"/>
                </a:lnTo>
                <a:lnTo>
                  <a:pt x="106563" y="276448"/>
                </a:lnTo>
                <a:lnTo>
                  <a:pt x="102888" y="276448"/>
                </a:lnTo>
                <a:lnTo>
                  <a:pt x="99214" y="276448"/>
                </a:lnTo>
                <a:lnTo>
                  <a:pt x="95539" y="276448"/>
                </a:lnTo>
                <a:lnTo>
                  <a:pt x="91864" y="276448"/>
                </a:lnTo>
                <a:lnTo>
                  <a:pt x="88190" y="276448"/>
                </a:lnTo>
                <a:lnTo>
                  <a:pt x="84515" y="276448"/>
                </a:lnTo>
                <a:lnTo>
                  <a:pt x="80841" y="276448"/>
                </a:lnTo>
                <a:lnTo>
                  <a:pt x="77166" y="276448"/>
                </a:lnTo>
                <a:lnTo>
                  <a:pt x="73491" y="276448"/>
                </a:lnTo>
                <a:lnTo>
                  <a:pt x="69817" y="276448"/>
                </a:lnTo>
                <a:lnTo>
                  <a:pt x="66142" y="276448"/>
                </a:lnTo>
                <a:lnTo>
                  <a:pt x="62468" y="276448"/>
                </a:lnTo>
                <a:lnTo>
                  <a:pt x="58793" y="276448"/>
                </a:lnTo>
                <a:lnTo>
                  <a:pt x="55118" y="276448"/>
                </a:lnTo>
                <a:lnTo>
                  <a:pt x="51444" y="276448"/>
                </a:lnTo>
                <a:lnTo>
                  <a:pt x="47769" y="276448"/>
                </a:lnTo>
                <a:lnTo>
                  <a:pt x="44095" y="276448"/>
                </a:lnTo>
                <a:lnTo>
                  <a:pt x="40420" y="276448"/>
                </a:lnTo>
                <a:lnTo>
                  <a:pt x="36745" y="276448"/>
                </a:lnTo>
                <a:lnTo>
                  <a:pt x="33071" y="276448"/>
                </a:lnTo>
                <a:lnTo>
                  <a:pt x="29396" y="276448"/>
                </a:lnTo>
                <a:lnTo>
                  <a:pt x="25722" y="276448"/>
                </a:lnTo>
                <a:lnTo>
                  <a:pt x="22047" y="276448"/>
                </a:lnTo>
                <a:lnTo>
                  <a:pt x="18372" y="276448"/>
                </a:lnTo>
                <a:lnTo>
                  <a:pt x="14698" y="276448"/>
                </a:lnTo>
                <a:lnTo>
                  <a:pt x="11023" y="276448"/>
                </a:lnTo>
                <a:lnTo>
                  <a:pt x="7349" y="276448"/>
                </a:lnTo>
                <a:lnTo>
                  <a:pt x="3674" y="276448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03" name="pl103"/>
          <p:cNvSpPr/>
          <p:nvPr/>
        </p:nvSpPr>
        <p:spPr>
          <a:xfrm>
            <a:off x="6702581" y="2463246"/>
            <a:ext cx="1877720" cy="276448"/>
          </a:xfrm>
          <a:custGeom>
            <a:avLst/>
            <a:gdLst/>
            <a:ahLst/>
            <a:cxnLst/>
            <a:rect l="0" t="0" r="0" b="0"/>
            <a:pathLst>
              <a:path w="1877720" h="276448">
                <a:moveTo>
                  <a:pt x="0" y="276448"/>
                </a:moveTo>
                <a:lnTo>
                  <a:pt x="3674" y="276448"/>
                </a:lnTo>
                <a:lnTo>
                  <a:pt x="7349" y="276448"/>
                </a:lnTo>
                <a:lnTo>
                  <a:pt x="11023" y="276448"/>
                </a:lnTo>
                <a:lnTo>
                  <a:pt x="14698" y="276448"/>
                </a:lnTo>
                <a:lnTo>
                  <a:pt x="18372" y="276448"/>
                </a:lnTo>
                <a:lnTo>
                  <a:pt x="22047" y="276448"/>
                </a:lnTo>
                <a:lnTo>
                  <a:pt x="25722" y="276448"/>
                </a:lnTo>
                <a:lnTo>
                  <a:pt x="29396" y="276448"/>
                </a:lnTo>
                <a:lnTo>
                  <a:pt x="33071" y="276448"/>
                </a:lnTo>
                <a:lnTo>
                  <a:pt x="36745" y="276448"/>
                </a:lnTo>
                <a:lnTo>
                  <a:pt x="40420" y="276448"/>
                </a:lnTo>
                <a:lnTo>
                  <a:pt x="44095" y="276448"/>
                </a:lnTo>
                <a:lnTo>
                  <a:pt x="47769" y="276448"/>
                </a:lnTo>
                <a:lnTo>
                  <a:pt x="51444" y="276448"/>
                </a:lnTo>
                <a:lnTo>
                  <a:pt x="55118" y="276448"/>
                </a:lnTo>
                <a:lnTo>
                  <a:pt x="58793" y="276448"/>
                </a:lnTo>
                <a:lnTo>
                  <a:pt x="62468" y="276448"/>
                </a:lnTo>
                <a:lnTo>
                  <a:pt x="66142" y="276448"/>
                </a:lnTo>
                <a:lnTo>
                  <a:pt x="69817" y="276448"/>
                </a:lnTo>
                <a:lnTo>
                  <a:pt x="73491" y="276448"/>
                </a:lnTo>
                <a:lnTo>
                  <a:pt x="77166" y="276448"/>
                </a:lnTo>
                <a:lnTo>
                  <a:pt x="80841" y="276448"/>
                </a:lnTo>
                <a:lnTo>
                  <a:pt x="84515" y="276448"/>
                </a:lnTo>
                <a:lnTo>
                  <a:pt x="88190" y="276448"/>
                </a:lnTo>
                <a:lnTo>
                  <a:pt x="91864" y="276448"/>
                </a:lnTo>
                <a:lnTo>
                  <a:pt x="95539" y="276448"/>
                </a:lnTo>
                <a:lnTo>
                  <a:pt x="99214" y="276448"/>
                </a:lnTo>
                <a:lnTo>
                  <a:pt x="102888" y="276448"/>
                </a:lnTo>
                <a:lnTo>
                  <a:pt x="106563" y="276448"/>
                </a:lnTo>
                <a:lnTo>
                  <a:pt x="110237" y="276448"/>
                </a:lnTo>
                <a:lnTo>
                  <a:pt x="113912" y="276448"/>
                </a:lnTo>
                <a:lnTo>
                  <a:pt x="117587" y="276448"/>
                </a:lnTo>
                <a:lnTo>
                  <a:pt x="121261" y="276448"/>
                </a:lnTo>
                <a:lnTo>
                  <a:pt x="124936" y="276448"/>
                </a:lnTo>
                <a:lnTo>
                  <a:pt x="128610" y="276448"/>
                </a:lnTo>
                <a:lnTo>
                  <a:pt x="132285" y="276447"/>
                </a:lnTo>
                <a:lnTo>
                  <a:pt x="135960" y="276447"/>
                </a:lnTo>
                <a:lnTo>
                  <a:pt x="139634" y="276447"/>
                </a:lnTo>
                <a:lnTo>
                  <a:pt x="143309" y="276446"/>
                </a:lnTo>
                <a:lnTo>
                  <a:pt x="146983" y="276445"/>
                </a:lnTo>
                <a:lnTo>
                  <a:pt x="150658" y="276443"/>
                </a:lnTo>
                <a:lnTo>
                  <a:pt x="154333" y="276440"/>
                </a:lnTo>
                <a:lnTo>
                  <a:pt x="158007" y="276435"/>
                </a:lnTo>
                <a:lnTo>
                  <a:pt x="161682" y="276429"/>
                </a:lnTo>
                <a:lnTo>
                  <a:pt x="165356" y="276420"/>
                </a:lnTo>
                <a:lnTo>
                  <a:pt x="169031" y="276407"/>
                </a:lnTo>
                <a:lnTo>
                  <a:pt x="172706" y="276391"/>
                </a:lnTo>
                <a:lnTo>
                  <a:pt x="176380" y="276371"/>
                </a:lnTo>
                <a:lnTo>
                  <a:pt x="180055" y="276347"/>
                </a:lnTo>
                <a:lnTo>
                  <a:pt x="183729" y="276318"/>
                </a:lnTo>
                <a:lnTo>
                  <a:pt x="187404" y="276286"/>
                </a:lnTo>
                <a:lnTo>
                  <a:pt x="191079" y="276252"/>
                </a:lnTo>
                <a:lnTo>
                  <a:pt x="194753" y="276217"/>
                </a:lnTo>
                <a:lnTo>
                  <a:pt x="198428" y="276184"/>
                </a:lnTo>
                <a:lnTo>
                  <a:pt x="202102" y="276155"/>
                </a:lnTo>
                <a:lnTo>
                  <a:pt x="205777" y="276131"/>
                </a:lnTo>
                <a:lnTo>
                  <a:pt x="209452" y="276114"/>
                </a:lnTo>
                <a:lnTo>
                  <a:pt x="213126" y="276105"/>
                </a:lnTo>
                <a:lnTo>
                  <a:pt x="216801" y="276103"/>
                </a:lnTo>
                <a:lnTo>
                  <a:pt x="220475" y="276107"/>
                </a:lnTo>
                <a:lnTo>
                  <a:pt x="224150" y="276116"/>
                </a:lnTo>
                <a:lnTo>
                  <a:pt x="227825" y="276126"/>
                </a:lnTo>
                <a:lnTo>
                  <a:pt x="231499" y="276136"/>
                </a:lnTo>
                <a:lnTo>
                  <a:pt x="235174" y="276142"/>
                </a:lnTo>
                <a:lnTo>
                  <a:pt x="238848" y="276140"/>
                </a:lnTo>
                <a:lnTo>
                  <a:pt x="242523" y="276129"/>
                </a:lnTo>
                <a:lnTo>
                  <a:pt x="246198" y="276109"/>
                </a:lnTo>
                <a:lnTo>
                  <a:pt x="249872" y="276080"/>
                </a:lnTo>
                <a:lnTo>
                  <a:pt x="253547" y="276042"/>
                </a:lnTo>
                <a:lnTo>
                  <a:pt x="257221" y="275997"/>
                </a:lnTo>
                <a:lnTo>
                  <a:pt x="260896" y="275948"/>
                </a:lnTo>
                <a:lnTo>
                  <a:pt x="264571" y="275895"/>
                </a:lnTo>
                <a:lnTo>
                  <a:pt x="268245" y="275841"/>
                </a:lnTo>
                <a:lnTo>
                  <a:pt x="271920" y="275787"/>
                </a:lnTo>
                <a:lnTo>
                  <a:pt x="275594" y="275732"/>
                </a:lnTo>
                <a:lnTo>
                  <a:pt x="279269" y="275675"/>
                </a:lnTo>
                <a:lnTo>
                  <a:pt x="282944" y="275612"/>
                </a:lnTo>
                <a:lnTo>
                  <a:pt x="286618" y="275542"/>
                </a:lnTo>
                <a:lnTo>
                  <a:pt x="290293" y="275459"/>
                </a:lnTo>
                <a:lnTo>
                  <a:pt x="293967" y="275362"/>
                </a:lnTo>
                <a:lnTo>
                  <a:pt x="297642" y="275247"/>
                </a:lnTo>
                <a:lnTo>
                  <a:pt x="301317" y="275114"/>
                </a:lnTo>
                <a:lnTo>
                  <a:pt x="304991" y="274963"/>
                </a:lnTo>
                <a:lnTo>
                  <a:pt x="308666" y="274798"/>
                </a:lnTo>
                <a:lnTo>
                  <a:pt x="312340" y="274622"/>
                </a:lnTo>
                <a:lnTo>
                  <a:pt x="316015" y="274441"/>
                </a:lnTo>
                <a:lnTo>
                  <a:pt x="319690" y="274260"/>
                </a:lnTo>
                <a:lnTo>
                  <a:pt x="323364" y="274085"/>
                </a:lnTo>
                <a:lnTo>
                  <a:pt x="327039" y="273922"/>
                </a:lnTo>
                <a:lnTo>
                  <a:pt x="330713" y="273771"/>
                </a:lnTo>
                <a:lnTo>
                  <a:pt x="334388" y="273634"/>
                </a:lnTo>
                <a:lnTo>
                  <a:pt x="338063" y="273507"/>
                </a:lnTo>
                <a:lnTo>
                  <a:pt x="341737" y="273390"/>
                </a:lnTo>
                <a:lnTo>
                  <a:pt x="345412" y="273279"/>
                </a:lnTo>
                <a:lnTo>
                  <a:pt x="349086" y="273171"/>
                </a:lnTo>
                <a:lnTo>
                  <a:pt x="352761" y="273064"/>
                </a:lnTo>
                <a:lnTo>
                  <a:pt x="356436" y="272956"/>
                </a:lnTo>
                <a:lnTo>
                  <a:pt x="360110" y="272846"/>
                </a:lnTo>
                <a:lnTo>
                  <a:pt x="363785" y="272732"/>
                </a:lnTo>
                <a:lnTo>
                  <a:pt x="367459" y="272613"/>
                </a:lnTo>
                <a:lnTo>
                  <a:pt x="371134" y="272487"/>
                </a:lnTo>
                <a:lnTo>
                  <a:pt x="374809" y="272349"/>
                </a:lnTo>
                <a:lnTo>
                  <a:pt x="378483" y="272195"/>
                </a:lnTo>
                <a:lnTo>
                  <a:pt x="382158" y="272021"/>
                </a:lnTo>
                <a:lnTo>
                  <a:pt x="385832" y="271819"/>
                </a:lnTo>
                <a:lnTo>
                  <a:pt x="389507" y="271586"/>
                </a:lnTo>
                <a:lnTo>
                  <a:pt x="393182" y="271319"/>
                </a:lnTo>
                <a:lnTo>
                  <a:pt x="396856" y="271014"/>
                </a:lnTo>
                <a:lnTo>
                  <a:pt x="400531" y="270672"/>
                </a:lnTo>
                <a:lnTo>
                  <a:pt x="404205" y="270293"/>
                </a:lnTo>
                <a:lnTo>
                  <a:pt x="407880" y="269879"/>
                </a:lnTo>
                <a:lnTo>
                  <a:pt x="411555" y="269431"/>
                </a:lnTo>
                <a:lnTo>
                  <a:pt x="415229" y="268953"/>
                </a:lnTo>
                <a:lnTo>
                  <a:pt x="418904" y="268447"/>
                </a:lnTo>
                <a:lnTo>
                  <a:pt x="422578" y="267915"/>
                </a:lnTo>
                <a:lnTo>
                  <a:pt x="426253" y="267356"/>
                </a:lnTo>
                <a:lnTo>
                  <a:pt x="429928" y="266770"/>
                </a:lnTo>
                <a:lnTo>
                  <a:pt x="433602" y="266154"/>
                </a:lnTo>
                <a:lnTo>
                  <a:pt x="437277" y="265506"/>
                </a:lnTo>
                <a:lnTo>
                  <a:pt x="440951" y="264823"/>
                </a:lnTo>
                <a:lnTo>
                  <a:pt x="444626" y="264105"/>
                </a:lnTo>
                <a:lnTo>
                  <a:pt x="448301" y="263348"/>
                </a:lnTo>
                <a:lnTo>
                  <a:pt x="451975" y="262551"/>
                </a:lnTo>
                <a:lnTo>
                  <a:pt x="455650" y="261711"/>
                </a:lnTo>
                <a:lnTo>
                  <a:pt x="459324" y="260827"/>
                </a:lnTo>
                <a:lnTo>
                  <a:pt x="462999" y="259900"/>
                </a:lnTo>
                <a:lnTo>
                  <a:pt x="466674" y="258926"/>
                </a:lnTo>
                <a:lnTo>
                  <a:pt x="470348" y="257904"/>
                </a:lnTo>
                <a:lnTo>
                  <a:pt x="474023" y="256831"/>
                </a:lnTo>
                <a:lnTo>
                  <a:pt x="477697" y="255704"/>
                </a:lnTo>
                <a:lnTo>
                  <a:pt x="481372" y="254523"/>
                </a:lnTo>
                <a:lnTo>
                  <a:pt x="485047" y="253290"/>
                </a:lnTo>
                <a:lnTo>
                  <a:pt x="488721" y="252012"/>
                </a:lnTo>
                <a:lnTo>
                  <a:pt x="492396" y="250700"/>
                </a:lnTo>
                <a:lnTo>
                  <a:pt x="496070" y="249368"/>
                </a:lnTo>
                <a:lnTo>
                  <a:pt x="499745" y="248038"/>
                </a:lnTo>
                <a:lnTo>
                  <a:pt x="503420" y="246736"/>
                </a:lnTo>
                <a:lnTo>
                  <a:pt x="507094" y="245484"/>
                </a:lnTo>
                <a:lnTo>
                  <a:pt x="510769" y="244301"/>
                </a:lnTo>
                <a:lnTo>
                  <a:pt x="514443" y="243198"/>
                </a:lnTo>
                <a:lnTo>
                  <a:pt x="518118" y="242178"/>
                </a:lnTo>
                <a:lnTo>
                  <a:pt x="521793" y="241235"/>
                </a:lnTo>
                <a:lnTo>
                  <a:pt x="525467" y="240351"/>
                </a:lnTo>
                <a:lnTo>
                  <a:pt x="529142" y="239501"/>
                </a:lnTo>
                <a:lnTo>
                  <a:pt x="532816" y="238657"/>
                </a:lnTo>
                <a:lnTo>
                  <a:pt x="536491" y="237784"/>
                </a:lnTo>
                <a:lnTo>
                  <a:pt x="540166" y="236852"/>
                </a:lnTo>
                <a:lnTo>
                  <a:pt x="543840" y="235829"/>
                </a:lnTo>
                <a:lnTo>
                  <a:pt x="547515" y="234695"/>
                </a:lnTo>
                <a:lnTo>
                  <a:pt x="551189" y="233446"/>
                </a:lnTo>
                <a:lnTo>
                  <a:pt x="554864" y="232082"/>
                </a:lnTo>
                <a:lnTo>
                  <a:pt x="558539" y="230608"/>
                </a:lnTo>
                <a:lnTo>
                  <a:pt x="562213" y="229028"/>
                </a:lnTo>
                <a:lnTo>
                  <a:pt x="565888" y="227345"/>
                </a:lnTo>
                <a:lnTo>
                  <a:pt x="569562" y="225555"/>
                </a:lnTo>
                <a:lnTo>
                  <a:pt x="573237" y="223649"/>
                </a:lnTo>
                <a:lnTo>
                  <a:pt x="576912" y="221608"/>
                </a:lnTo>
                <a:lnTo>
                  <a:pt x="580586" y="219409"/>
                </a:lnTo>
                <a:lnTo>
                  <a:pt x="584261" y="217022"/>
                </a:lnTo>
                <a:lnTo>
                  <a:pt x="587935" y="214410"/>
                </a:lnTo>
                <a:lnTo>
                  <a:pt x="591610" y="211543"/>
                </a:lnTo>
                <a:lnTo>
                  <a:pt x="595285" y="208424"/>
                </a:lnTo>
                <a:lnTo>
                  <a:pt x="598959" y="205055"/>
                </a:lnTo>
                <a:lnTo>
                  <a:pt x="602634" y="201454"/>
                </a:lnTo>
                <a:lnTo>
                  <a:pt x="606308" y="197652"/>
                </a:lnTo>
                <a:lnTo>
                  <a:pt x="609983" y="193692"/>
                </a:lnTo>
                <a:lnTo>
                  <a:pt x="613658" y="189628"/>
                </a:lnTo>
                <a:lnTo>
                  <a:pt x="617332" y="185517"/>
                </a:lnTo>
                <a:lnTo>
                  <a:pt x="621007" y="181417"/>
                </a:lnTo>
                <a:lnTo>
                  <a:pt x="624681" y="177380"/>
                </a:lnTo>
                <a:lnTo>
                  <a:pt x="628356" y="173450"/>
                </a:lnTo>
                <a:lnTo>
                  <a:pt x="632031" y="169664"/>
                </a:lnTo>
                <a:lnTo>
                  <a:pt x="635705" y="166038"/>
                </a:lnTo>
                <a:lnTo>
                  <a:pt x="639380" y="162553"/>
                </a:lnTo>
                <a:lnTo>
                  <a:pt x="643054" y="159187"/>
                </a:lnTo>
                <a:lnTo>
                  <a:pt x="646729" y="155903"/>
                </a:lnTo>
                <a:lnTo>
                  <a:pt x="650404" y="152656"/>
                </a:lnTo>
                <a:lnTo>
                  <a:pt x="654078" y="149398"/>
                </a:lnTo>
                <a:lnTo>
                  <a:pt x="657753" y="146084"/>
                </a:lnTo>
                <a:lnTo>
                  <a:pt x="661427" y="142675"/>
                </a:lnTo>
                <a:lnTo>
                  <a:pt x="665102" y="139139"/>
                </a:lnTo>
                <a:lnTo>
                  <a:pt x="668777" y="135460"/>
                </a:lnTo>
                <a:lnTo>
                  <a:pt x="672451" y="131635"/>
                </a:lnTo>
                <a:lnTo>
                  <a:pt x="676126" y="127669"/>
                </a:lnTo>
                <a:lnTo>
                  <a:pt x="679800" y="123592"/>
                </a:lnTo>
                <a:lnTo>
                  <a:pt x="683475" y="119448"/>
                </a:lnTo>
                <a:lnTo>
                  <a:pt x="687150" y="115276"/>
                </a:lnTo>
                <a:lnTo>
                  <a:pt x="690824" y="111115"/>
                </a:lnTo>
                <a:lnTo>
                  <a:pt x="694499" y="106999"/>
                </a:lnTo>
                <a:lnTo>
                  <a:pt x="698173" y="102948"/>
                </a:lnTo>
                <a:lnTo>
                  <a:pt x="701848" y="98970"/>
                </a:lnTo>
                <a:lnTo>
                  <a:pt x="705523" y="95055"/>
                </a:lnTo>
                <a:lnTo>
                  <a:pt x="709197" y="91181"/>
                </a:lnTo>
                <a:lnTo>
                  <a:pt x="712872" y="87310"/>
                </a:lnTo>
                <a:lnTo>
                  <a:pt x="716546" y="83402"/>
                </a:lnTo>
                <a:lnTo>
                  <a:pt x="720221" y="79410"/>
                </a:lnTo>
                <a:lnTo>
                  <a:pt x="723896" y="75301"/>
                </a:lnTo>
                <a:lnTo>
                  <a:pt x="727570" y="71073"/>
                </a:lnTo>
                <a:lnTo>
                  <a:pt x="731245" y="66740"/>
                </a:lnTo>
                <a:lnTo>
                  <a:pt x="734919" y="62341"/>
                </a:lnTo>
                <a:lnTo>
                  <a:pt x="738594" y="57930"/>
                </a:lnTo>
                <a:lnTo>
                  <a:pt x="742269" y="53576"/>
                </a:lnTo>
                <a:lnTo>
                  <a:pt x="745943" y="49349"/>
                </a:lnTo>
                <a:lnTo>
                  <a:pt x="749618" y="45317"/>
                </a:lnTo>
                <a:lnTo>
                  <a:pt x="753292" y="41532"/>
                </a:lnTo>
                <a:lnTo>
                  <a:pt x="756967" y="38032"/>
                </a:lnTo>
                <a:lnTo>
                  <a:pt x="760642" y="34831"/>
                </a:lnTo>
                <a:lnTo>
                  <a:pt x="764316" y="31938"/>
                </a:lnTo>
                <a:lnTo>
                  <a:pt x="767991" y="29323"/>
                </a:lnTo>
                <a:lnTo>
                  <a:pt x="771665" y="26936"/>
                </a:lnTo>
                <a:lnTo>
                  <a:pt x="775340" y="24735"/>
                </a:lnTo>
                <a:lnTo>
                  <a:pt x="779015" y="22683"/>
                </a:lnTo>
                <a:lnTo>
                  <a:pt x="782689" y="20746"/>
                </a:lnTo>
                <a:lnTo>
                  <a:pt x="786364" y="18899"/>
                </a:lnTo>
                <a:lnTo>
                  <a:pt x="790038" y="17123"/>
                </a:lnTo>
                <a:lnTo>
                  <a:pt x="793713" y="15407"/>
                </a:lnTo>
                <a:lnTo>
                  <a:pt x="797388" y="13745"/>
                </a:lnTo>
                <a:lnTo>
                  <a:pt x="801062" y="12132"/>
                </a:lnTo>
                <a:lnTo>
                  <a:pt x="804737" y="10566"/>
                </a:lnTo>
                <a:lnTo>
                  <a:pt x="808411" y="9048"/>
                </a:lnTo>
                <a:lnTo>
                  <a:pt x="812086" y="7577"/>
                </a:lnTo>
                <a:lnTo>
                  <a:pt x="815761" y="6155"/>
                </a:lnTo>
                <a:lnTo>
                  <a:pt x="819435" y="4791"/>
                </a:lnTo>
                <a:lnTo>
                  <a:pt x="823110" y="3509"/>
                </a:lnTo>
                <a:lnTo>
                  <a:pt x="826784" y="2342"/>
                </a:lnTo>
                <a:lnTo>
                  <a:pt x="830459" y="1341"/>
                </a:lnTo>
                <a:lnTo>
                  <a:pt x="834134" y="569"/>
                </a:lnTo>
                <a:lnTo>
                  <a:pt x="837808" y="98"/>
                </a:lnTo>
                <a:lnTo>
                  <a:pt x="841483" y="0"/>
                </a:lnTo>
                <a:lnTo>
                  <a:pt x="845157" y="339"/>
                </a:lnTo>
                <a:lnTo>
                  <a:pt x="848832" y="1162"/>
                </a:lnTo>
                <a:lnTo>
                  <a:pt x="852507" y="2509"/>
                </a:lnTo>
                <a:lnTo>
                  <a:pt x="856181" y="4353"/>
                </a:lnTo>
                <a:lnTo>
                  <a:pt x="859856" y="6603"/>
                </a:lnTo>
                <a:lnTo>
                  <a:pt x="863530" y="9167"/>
                </a:lnTo>
                <a:lnTo>
                  <a:pt x="867205" y="11940"/>
                </a:lnTo>
                <a:lnTo>
                  <a:pt x="870880" y="14820"/>
                </a:lnTo>
                <a:lnTo>
                  <a:pt x="874554" y="17720"/>
                </a:lnTo>
                <a:lnTo>
                  <a:pt x="878229" y="20585"/>
                </a:lnTo>
                <a:lnTo>
                  <a:pt x="881903" y="23394"/>
                </a:lnTo>
                <a:lnTo>
                  <a:pt x="885578" y="26164"/>
                </a:lnTo>
                <a:lnTo>
                  <a:pt x="889253" y="28948"/>
                </a:lnTo>
                <a:lnTo>
                  <a:pt x="892927" y="31815"/>
                </a:lnTo>
                <a:lnTo>
                  <a:pt x="896602" y="34858"/>
                </a:lnTo>
                <a:lnTo>
                  <a:pt x="900276" y="38153"/>
                </a:lnTo>
                <a:lnTo>
                  <a:pt x="903951" y="41730"/>
                </a:lnTo>
                <a:lnTo>
                  <a:pt x="907626" y="45593"/>
                </a:lnTo>
                <a:lnTo>
                  <a:pt x="911300" y="49720"/>
                </a:lnTo>
                <a:lnTo>
                  <a:pt x="914975" y="54064"/>
                </a:lnTo>
                <a:lnTo>
                  <a:pt x="918649" y="58569"/>
                </a:lnTo>
                <a:lnTo>
                  <a:pt x="922324" y="63178"/>
                </a:lnTo>
                <a:lnTo>
                  <a:pt x="925999" y="67847"/>
                </a:lnTo>
                <a:lnTo>
                  <a:pt x="929673" y="72555"/>
                </a:lnTo>
                <a:lnTo>
                  <a:pt x="933348" y="77304"/>
                </a:lnTo>
                <a:lnTo>
                  <a:pt x="937022" y="82122"/>
                </a:lnTo>
                <a:lnTo>
                  <a:pt x="940697" y="87066"/>
                </a:lnTo>
                <a:lnTo>
                  <a:pt x="944372" y="92201"/>
                </a:lnTo>
                <a:lnTo>
                  <a:pt x="948046" y="97574"/>
                </a:lnTo>
                <a:lnTo>
                  <a:pt x="951721" y="103222"/>
                </a:lnTo>
                <a:lnTo>
                  <a:pt x="955395" y="109163"/>
                </a:lnTo>
                <a:lnTo>
                  <a:pt x="959070" y="115387"/>
                </a:lnTo>
                <a:lnTo>
                  <a:pt x="962745" y="121861"/>
                </a:lnTo>
                <a:lnTo>
                  <a:pt x="966419" y="128533"/>
                </a:lnTo>
                <a:lnTo>
                  <a:pt x="970094" y="135332"/>
                </a:lnTo>
                <a:lnTo>
                  <a:pt x="973768" y="142182"/>
                </a:lnTo>
                <a:lnTo>
                  <a:pt x="977443" y="149001"/>
                </a:lnTo>
                <a:lnTo>
                  <a:pt x="981118" y="155715"/>
                </a:lnTo>
                <a:lnTo>
                  <a:pt x="984792" y="162244"/>
                </a:lnTo>
                <a:lnTo>
                  <a:pt x="988467" y="168530"/>
                </a:lnTo>
                <a:lnTo>
                  <a:pt x="992141" y="174551"/>
                </a:lnTo>
                <a:lnTo>
                  <a:pt x="995816" y="180289"/>
                </a:lnTo>
                <a:lnTo>
                  <a:pt x="999491" y="185741"/>
                </a:lnTo>
                <a:lnTo>
                  <a:pt x="1003165" y="190912"/>
                </a:lnTo>
                <a:lnTo>
                  <a:pt x="1006840" y="195820"/>
                </a:lnTo>
                <a:lnTo>
                  <a:pt x="1010514" y="200483"/>
                </a:lnTo>
                <a:lnTo>
                  <a:pt x="1014189" y="204927"/>
                </a:lnTo>
                <a:lnTo>
                  <a:pt x="1017864" y="209174"/>
                </a:lnTo>
                <a:lnTo>
                  <a:pt x="1021538" y="213249"/>
                </a:lnTo>
                <a:lnTo>
                  <a:pt x="1025213" y="217173"/>
                </a:lnTo>
                <a:lnTo>
                  <a:pt x="1028887" y="220958"/>
                </a:lnTo>
                <a:lnTo>
                  <a:pt x="1032562" y="224617"/>
                </a:lnTo>
                <a:lnTo>
                  <a:pt x="1036237" y="228163"/>
                </a:lnTo>
                <a:lnTo>
                  <a:pt x="1039911" y="231598"/>
                </a:lnTo>
                <a:lnTo>
                  <a:pt x="1043586" y="234919"/>
                </a:lnTo>
                <a:lnTo>
                  <a:pt x="1047260" y="238118"/>
                </a:lnTo>
                <a:lnTo>
                  <a:pt x="1050935" y="241188"/>
                </a:lnTo>
                <a:lnTo>
                  <a:pt x="1054610" y="244116"/>
                </a:lnTo>
                <a:lnTo>
                  <a:pt x="1058284" y="246894"/>
                </a:lnTo>
                <a:lnTo>
                  <a:pt x="1061959" y="249511"/>
                </a:lnTo>
                <a:lnTo>
                  <a:pt x="1065633" y="251959"/>
                </a:lnTo>
                <a:lnTo>
                  <a:pt x="1069308" y="254233"/>
                </a:lnTo>
                <a:lnTo>
                  <a:pt x="1072983" y="256320"/>
                </a:lnTo>
                <a:lnTo>
                  <a:pt x="1076657" y="258220"/>
                </a:lnTo>
                <a:lnTo>
                  <a:pt x="1080332" y="259943"/>
                </a:lnTo>
                <a:lnTo>
                  <a:pt x="1084006" y="261493"/>
                </a:lnTo>
                <a:lnTo>
                  <a:pt x="1087681" y="262878"/>
                </a:lnTo>
                <a:lnTo>
                  <a:pt x="1091356" y="264106"/>
                </a:lnTo>
                <a:lnTo>
                  <a:pt x="1095030" y="265190"/>
                </a:lnTo>
                <a:lnTo>
                  <a:pt x="1098705" y="266145"/>
                </a:lnTo>
                <a:lnTo>
                  <a:pt x="1102379" y="266988"/>
                </a:lnTo>
                <a:lnTo>
                  <a:pt x="1106054" y="267738"/>
                </a:lnTo>
                <a:lnTo>
                  <a:pt x="1109729" y="268412"/>
                </a:lnTo>
                <a:lnTo>
                  <a:pt x="1113403" y="269029"/>
                </a:lnTo>
                <a:lnTo>
                  <a:pt x="1117078" y="269602"/>
                </a:lnTo>
                <a:lnTo>
                  <a:pt x="1120752" y="270144"/>
                </a:lnTo>
                <a:lnTo>
                  <a:pt x="1124427" y="270665"/>
                </a:lnTo>
                <a:lnTo>
                  <a:pt x="1128102" y="271167"/>
                </a:lnTo>
                <a:lnTo>
                  <a:pt x="1131776" y="271651"/>
                </a:lnTo>
                <a:lnTo>
                  <a:pt x="1135451" y="272116"/>
                </a:lnTo>
                <a:lnTo>
                  <a:pt x="1139125" y="272558"/>
                </a:lnTo>
                <a:lnTo>
                  <a:pt x="1142800" y="272975"/>
                </a:lnTo>
                <a:lnTo>
                  <a:pt x="1146475" y="273364"/>
                </a:lnTo>
                <a:lnTo>
                  <a:pt x="1150149" y="273723"/>
                </a:lnTo>
                <a:lnTo>
                  <a:pt x="1153824" y="274050"/>
                </a:lnTo>
                <a:lnTo>
                  <a:pt x="1157498" y="274347"/>
                </a:lnTo>
                <a:lnTo>
                  <a:pt x="1161173" y="274611"/>
                </a:lnTo>
                <a:lnTo>
                  <a:pt x="1164848" y="274846"/>
                </a:lnTo>
                <a:lnTo>
                  <a:pt x="1168522" y="275054"/>
                </a:lnTo>
                <a:lnTo>
                  <a:pt x="1172197" y="275239"/>
                </a:lnTo>
                <a:lnTo>
                  <a:pt x="1175871" y="275402"/>
                </a:lnTo>
                <a:lnTo>
                  <a:pt x="1179546" y="275546"/>
                </a:lnTo>
                <a:lnTo>
                  <a:pt x="1183221" y="275674"/>
                </a:lnTo>
                <a:lnTo>
                  <a:pt x="1186895" y="275788"/>
                </a:lnTo>
                <a:lnTo>
                  <a:pt x="1190570" y="275890"/>
                </a:lnTo>
                <a:lnTo>
                  <a:pt x="1194244" y="275981"/>
                </a:lnTo>
                <a:lnTo>
                  <a:pt x="1197919" y="276062"/>
                </a:lnTo>
                <a:lnTo>
                  <a:pt x="1201594" y="276134"/>
                </a:lnTo>
                <a:lnTo>
                  <a:pt x="1205268" y="276197"/>
                </a:lnTo>
                <a:lnTo>
                  <a:pt x="1208943" y="276250"/>
                </a:lnTo>
                <a:lnTo>
                  <a:pt x="1212617" y="276295"/>
                </a:lnTo>
                <a:lnTo>
                  <a:pt x="1216292" y="276333"/>
                </a:lnTo>
                <a:lnTo>
                  <a:pt x="1219967" y="276363"/>
                </a:lnTo>
                <a:lnTo>
                  <a:pt x="1223641" y="276387"/>
                </a:lnTo>
                <a:lnTo>
                  <a:pt x="1227316" y="276405"/>
                </a:lnTo>
                <a:lnTo>
                  <a:pt x="1230990" y="276419"/>
                </a:lnTo>
                <a:lnTo>
                  <a:pt x="1234665" y="276428"/>
                </a:lnTo>
                <a:lnTo>
                  <a:pt x="1238340" y="276435"/>
                </a:lnTo>
                <a:lnTo>
                  <a:pt x="1242014" y="276440"/>
                </a:lnTo>
                <a:lnTo>
                  <a:pt x="1245689" y="276443"/>
                </a:lnTo>
                <a:lnTo>
                  <a:pt x="1249363" y="276445"/>
                </a:lnTo>
                <a:lnTo>
                  <a:pt x="1253038" y="276446"/>
                </a:lnTo>
                <a:lnTo>
                  <a:pt x="1256713" y="276447"/>
                </a:lnTo>
                <a:lnTo>
                  <a:pt x="1260387" y="276447"/>
                </a:lnTo>
                <a:lnTo>
                  <a:pt x="1264062" y="276447"/>
                </a:lnTo>
                <a:lnTo>
                  <a:pt x="1267736" y="276448"/>
                </a:lnTo>
                <a:lnTo>
                  <a:pt x="1271411" y="276448"/>
                </a:lnTo>
                <a:lnTo>
                  <a:pt x="1275086" y="276448"/>
                </a:lnTo>
                <a:lnTo>
                  <a:pt x="1278760" y="276448"/>
                </a:lnTo>
                <a:lnTo>
                  <a:pt x="1282435" y="276448"/>
                </a:lnTo>
                <a:lnTo>
                  <a:pt x="1286109" y="276448"/>
                </a:lnTo>
                <a:lnTo>
                  <a:pt x="1289784" y="276448"/>
                </a:lnTo>
                <a:lnTo>
                  <a:pt x="1293459" y="276448"/>
                </a:lnTo>
                <a:lnTo>
                  <a:pt x="1297133" y="276448"/>
                </a:lnTo>
                <a:lnTo>
                  <a:pt x="1300808" y="276448"/>
                </a:lnTo>
                <a:lnTo>
                  <a:pt x="1304482" y="276448"/>
                </a:lnTo>
                <a:lnTo>
                  <a:pt x="1308157" y="276448"/>
                </a:lnTo>
                <a:lnTo>
                  <a:pt x="1311832" y="276448"/>
                </a:lnTo>
                <a:lnTo>
                  <a:pt x="1315506" y="276448"/>
                </a:lnTo>
                <a:lnTo>
                  <a:pt x="1319181" y="276448"/>
                </a:lnTo>
                <a:lnTo>
                  <a:pt x="1322855" y="276448"/>
                </a:lnTo>
                <a:lnTo>
                  <a:pt x="1326530" y="276448"/>
                </a:lnTo>
                <a:lnTo>
                  <a:pt x="1330205" y="276448"/>
                </a:lnTo>
                <a:lnTo>
                  <a:pt x="1333879" y="276448"/>
                </a:lnTo>
                <a:lnTo>
                  <a:pt x="1337554" y="276448"/>
                </a:lnTo>
                <a:lnTo>
                  <a:pt x="1341228" y="276448"/>
                </a:lnTo>
                <a:lnTo>
                  <a:pt x="1344903" y="276448"/>
                </a:lnTo>
                <a:lnTo>
                  <a:pt x="1348577" y="276448"/>
                </a:lnTo>
                <a:lnTo>
                  <a:pt x="1352252" y="276448"/>
                </a:lnTo>
                <a:lnTo>
                  <a:pt x="1355927" y="276448"/>
                </a:lnTo>
                <a:lnTo>
                  <a:pt x="1359601" y="276448"/>
                </a:lnTo>
                <a:lnTo>
                  <a:pt x="1363276" y="276448"/>
                </a:lnTo>
                <a:lnTo>
                  <a:pt x="1366950" y="276448"/>
                </a:lnTo>
                <a:lnTo>
                  <a:pt x="1370625" y="276448"/>
                </a:lnTo>
                <a:lnTo>
                  <a:pt x="1374300" y="276448"/>
                </a:lnTo>
                <a:lnTo>
                  <a:pt x="1377974" y="276448"/>
                </a:lnTo>
                <a:lnTo>
                  <a:pt x="1381649" y="276448"/>
                </a:lnTo>
                <a:lnTo>
                  <a:pt x="1385323" y="276448"/>
                </a:lnTo>
                <a:lnTo>
                  <a:pt x="1388998" y="276448"/>
                </a:lnTo>
                <a:lnTo>
                  <a:pt x="1392673" y="276448"/>
                </a:lnTo>
                <a:lnTo>
                  <a:pt x="1396347" y="276448"/>
                </a:lnTo>
                <a:lnTo>
                  <a:pt x="1400022" y="276448"/>
                </a:lnTo>
                <a:lnTo>
                  <a:pt x="1403696" y="276448"/>
                </a:lnTo>
                <a:lnTo>
                  <a:pt x="1407371" y="276448"/>
                </a:lnTo>
                <a:lnTo>
                  <a:pt x="1411046" y="276448"/>
                </a:lnTo>
                <a:lnTo>
                  <a:pt x="1414720" y="276448"/>
                </a:lnTo>
                <a:lnTo>
                  <a:pt x="1418395" y="276448"/>
                </a:lnTo>
                <a:lnTo>
                  <a:pt x="1422069" y="276448"/>
                </a:lnTo>
                <a:lnTo>
                  <a:pt x="1425744" y="276448"/>
                </a:lnTo>
                <a:lnTo>
                  <a:pt x="1429419" y="276448"/>
                </a:lnTo>
                <a:lnTo>
                  <a:pt x="1433093" y="276448"/>
                </a:lnTo>
                <a:lnTo>
                  <a:pt x="1436768" y="276448"/>
                </a:lnTo>
                <a:lnTo>
                  <a:pt x="1440442" y="276448"/>
                </a:lnTo>
                <a:lnTo>
                  <a:pt x="1444117" y="276448"/>
                </a:lnTo>
                <a:lnTo>
                  <a:pt x="1447792" y="276448"/>
                </a:lnTo>
                <a:lnTo>
                  <a:pt x="1451466" y="276448"/>
                </a:lnTo>
                <a:lnTo>
                  <a:pt x="1455141" y="276448"/>
                </a:lnTo>
                <a:lnTo>
                  <a:pt x="1458815" y="276448"/>
                </a:lnTo>
                <a:lnTo>
                  <a:pt x="1462490" y="276448"/>
                </a:lnTo>
                <a:lnTo>
                  <a:pt x="1466165" y="276448"/>
                </a:lnTo>
                <a:lnTo>
                  <a:pt x="1469839" y="276448"/>
                </a:lnTo>
                <a:lnTo>
                  <a:pt x="1473514" y="276448"/>
                </a:lnTo>
                <a:lnTo>
                  <a:pt x="1477188" y="276448"/>
                </a:lnTo>
                <a:lnTo>
                  <a:pt x="1480863" y="276448"/>
                </a:lnTo>
                <a:lnTo>
                  <a:pt x="1484538" y="276448"/>
                </a:lnTo>
                <a:lnTo>
                  <a:pt x="1488212" y="276448"/>
                </a:lnTo>
                <a:lnTo>
                  <a:pt x="1491887" y="276448"/>
                </a:lnTo>
                <a:lnTo>
                  <a:pt x="1495561" y="276448"/>
                </a:lnTo>
                <a:lnTo>
                  <a:pt x="1499236" y="276448"/>
                </a:lnTo>
                <a:lnTo>
                  <a:pt x="1502911" y="276448"/>
                </a:lnTo>
                <a:lnTo>
                  <a:pt x="1506585" y="276448"/>
                </a:lnTo>
                <a:lnTo>
                  <a:pt x="1510260" y="276448"/>
                </a:lnTo>
                <a:lnTo>
                  <a:pt x="1513934" y="276448"/>
                </a:lnTo>
                <a:lnTo>
                  <a:pt x="1517609" y="276448"/>
                </a:lnTo>
                <a:lnTo>
                  <a:pt x="1521284" y="276448"/>
                </a:lnTo>
                <a:lnTo>
                  <a:pt x="1524958" y="276448"/>
                </a:lnTo>
                <a:lnTo>
                  <a:pt x="1528633" y="276448"/>
                </a:lnTo>
                <a:lnTo>
                  <a:pt x="1532307" y="276448"/>
                </a:lnTo>
                <a:lnTo>
                  <a:pt x="1535982" y="276448"/>
                </a:lnTo>
                <a:lnTo>
                  <a:pt x="1539657" y="276448"/>
                </a:lnTo>
                <a:lnTo>
                  <a:pt x="1543331" y="276448"/>
                </a:lnTo>
                <a:lnTo>
                  <a:pt x="1547006" y="276448"/>
                </a:lnTo>
                <a:lnTo>
                  <a:pt x="1550680" y="276448"/>
                </a:lnTo>
                <a:lnTo>
                  <a:pt x="1554355" y="276448"/>
                </a:lnTo>
                <a:lnTo>
                  <a:pt x="1558030" y="276448"/>
                </a:lnTo>
                <a:lnTo>
                  <a:pt x="1561704" y="276448"/>
                </a:lnTo>
                <a:lnTo>
                  <a:pt x="1565379" y="276448"/>
                </a:lnTo>
                <a:lnTo>
                  <a:pt x="1569053" y="276448"/>
                </a:lnTo>
                <a:lnTo>
                  <a:pt x="1572728" y="276448"/>
                </a:lnTo>
                <a:lnTo>
                  <a:pt x="1576403" y="276448"/>
                </a:lnTo>
                <a:lnTo>
                  <a:pt x="1580077" y="276448"/>
                </a:lnTo>
                <a:lnTo>
                  <a:pt x="1583752" y="276448"/>
                </a:lnTo>
                <a:lnTo>
                  <a:pt x="1587426" y="276448"/>
                </a:lnTo>
                <a:lnTo>
                  <a:pt x="1591101" y="276448"/>
                </a:lnTo>
                <a:lnTo>
                  <a:pt x="1594776" y="276448"/>
                </a:lnTo>
                <a:lnTo>
                  <a:pt x="1598450" y="276448"/>
                </a:lnTo>
                <a:lnTo>
                  <a:pt x="1602125" y="276448"/>
                </a:lnTo>
                <a:lnTo>
                  <a:pt x="1605799" y="276448"/>
                </a:lnTo>
                <a:lnTo>
                  <a:pt x="1609474" y="276448"/>
                </a:lnTo>
                <a:lnTo>
                  <a:pt x="1613149" y="276448"/>
                </a:lnTo>
                <a:lnTo>
                  <a:pt x="1616823" y="276448"/>
                </a:lnTo>
                <a:lnTo>
                  <a:pt x="1620498" y="276448"/>
                </a:lnTo>
                <a:lnTo>
                  <a:pt x="1624172" y="276448"/>
                </a:lnTo>
                <a:lnTo>
                  <a:pt x="1627847" y="276448"/>
                </a:lnTo>
                <a:lnTo>
                  <a:pt x="1631522" y="276448"/>
                </a:lnTo>
                <a:lnTo>
                  <a:pt x="1635196" y="276448"/>
                </a:lnTo>
                <a:lnTo>
                  <a:pt x="1638871" y="276448"/>
                </a:lnTo>
                <a:lnTo>
                  <a:pt x="1642545" y="276448"/>
                </a:lnTo>
                <a:lnTo>
                  <a:pt x="1646220" y="276448"/>
                </a:lnTo>
                <a:lnTo>
                  <a:pt x="1649895" y="276448"/>
                </a:lnTo>
                <a:lnTo>
                  <a:pt x="1653569" y="276448"/>
                </a:lnTo>
                <a:lnTo>
                  <a:pt x="1657244" y="276448"/>
                </a:lnTo>
                <a:lnTo>
                  <a:pt x="1660918" y="276448"/>
                </a:lnTo>
                <a:lnTo>
                  <a:pt x="1664593" y="276448"/>
                </a:lnTo>
                <a:lnTo>
                  <a:pt x="1668268" y="276448"/>
                </a:lnTo>
                <a:lnTo>
                  <a:pt x="1671942" y="276448"/>
                </a:lnTo>
                <a:lnTo>
                  <a:pt x="1675617" y="276448"/>
                </a:lnTo>
                <a:lnTo>
                  <a:pt x="1679291" y="276448"/>
                </a:lnTo>
                <a:lnTo>
                  <a:pt x="1682966" y="276448"/>
                </a:lnTo>
                <a:lnTo>
                  <a:pt x="1686641" y="276448"/>
                </a:lnTo>
                <a:lnTo>
                  <a:pt x="1690315" y="276448"/>
                </a:lnTo>
                <a:lnTo>
                  <a:pt x="1693990" y="276448"/>
                </a:lnTo>
                <a:lnTo>
                  <a:pt x="1697664" y="276448"/>
                </a:lnTo>
                <a:lnTo>
                  <a:pt x="1701339" y="276448"/>
                </a:lnTo>
                <a:lnTo>
                  <a:pt x="1705014" y="276448"/>
                </a:lnTo>
                <a:lnTo>
                  <a:pt x="1708688" y="276448"/>
                </a:lnTo>
                <a:lnTo>
                  <a:pt x="1712363" y="276448"/>
                </a:lnTo>
                <a:lnTo>
                  <a:pt x="1716037" y="276448"/>
                </a:lnTo>
                <a:lnTo>
                  <a:pt x="1719712" y="276448"/>
                </a:lnTo>
                <a:lnTo>
                  <a:pt x="1723387" y="276448"/>
                </a:lnTo>
                <a:lnTo>
                  <a:pt x="1727061" y="276448"/>
                </a:lnTo>
                <a:lnTo>
                  <a:pt x="1730736" y="276448"/>
                </a:lnTo>
                <a:lnTo>
                  <a:pt x="1734410" y="276448"/>
                </a:lnTo>
                <a:lnTo>
                  <a:pt x="1738085" y="276448"/>
                </a:lnTo>
                <a:lnTo>
                  <a:pt x="1741760" y="276448"/>
                </a:lnTo>
                <a:lnTo>
                  <a:pt x="1745434" y="276448"/>
                </a:lnTo>
                <a:lnTo>
                  <a:pt x="1749109" y="276448"/>
                </a:lnTo>
                <a:lnTo>
                  <a:pt x="1752783" y="276448"/>
                </a:lnTo>
                <a:lnTo>
                  <a:pt x="1756458" y="276448"/>
                </a:lnTo>
                <a:lnTo>
                  <a:pt x="1760133" y="276448"/>
                </a:lnTo>
                <a:lnTo>
                  <a:pt x="1763807" y="276448"/>
                </a:lnTo>
                <a:lnTo>
                  <a:pt x="1767482" y="276448"/>
                </a:lnTo>
                <a:lnTo>
                  <a:pt x="1771156" y="276448"/>
                </a:lnTo>
                <a:lnTo>
                  <a:pt x="1774831" y="276448"/>
                </a:lnTo>
                <a:lnTo>
                  <a:pt x="1778506" y="276448"/>
                </a:lnTo>
                <a:lnTo>
                  <a:pt x="1782180" y="276448"/>
                </a:lnTo>
                <a:lnTo>
                  <a:pt x="1785855" y="276448"/>
                </a:lnTo>
                <a:lnTo>
                  <a:pt x="1789529" y="276448"/>
                </a:lnTo>
                <a:lnTo>
                  <a:pt x="1793204" y="276448"/>
                </a:lnTo>
                <a:lnTo>
                  <a:pt x="1796879" y="276448"/>
                </a:lnTo>
                <a:lnTo>
                  <a:pt x="1800553" y="276448"/>
                </a:lnTo>
                <a:lnTo>
                  <a:pt x="1804228" y="276448"/>
                </a:lnTo>
                <a:lnTo>
                  <a:pt x="1807902" y="276448"/>
                </a:lnTo>
                <a:lnTo>
                  <a:pt x="1811577" y="276448"/>
                </a:lnTo>
                <a:lnTo>
                  <a:pt x="1815252" y="276448"/>
                </a:lnTo>
                <a:lnTo>
                  <a:pt x="1818926" y="276448"/>
                </a:lnTo>
                <a:lnTo>
                  <a:pt x="1822601" y="276448"/>
                </a:lnTo>
                <a:lnTo>
                  <a:pt x="1826275" y="276448"/>
                </a:lnTo>
                <a:lnTo>
                  <a:pt x="1829950" y="276448"/>
                </a:lnTo>
                <a:lnTo>
                  <a:pt x="1833625" y="276448"/>
                </a:lnTo>
                <a:lnTo>
                  <a:pt x="1837299" y="276448"/>
                </a:lnTo>
                <a:lnTo>
                  <a:pt x="1840974" y="276448"/>
                </a:lnTo>
                <a:lnTo>
                  <a:pt x="1844648" y="276448"/>
                </a:lnTo>
                <a:lnTo>
                  <a:pt x="1848323" y="276448"/>
                </a:lnTo>
                <a:lnTo>
                  <a:pt x="1851998" y="276448"/>
                </a:lnTo>
                <a:lnTo>
                  <a:pt x="1855672" y="276448"/>
                </a:lnTo>
                <a:lnTo>
                  <a:pt x="1859347" y="276448"/>
                </a:lnTo>
                <a:lnTo>
                  <a:pt x="1863021" y="276448"/>
                </a:lnTo>
                <a:lnTo>
                  <a:pt x="1866696" y="276448"/>
                </a:lnTo>
                <a:lnTo>
                  <a:pt x="1870371" y="276448"/>
                </a:lnTo>
                <a:lnTo>
                  <a:pt x="1874045" y="276448"/>
                </a:lnTo>
                <a:lnTo>
                  <a:pt x="1877720" y="276448"/>
                </a:lnTo>
              </a:path>
            </a:pathLst>
          </a:custGeom>
          <a:ln w="27101" cap="flat">
            <a:solidFill>
              <a:srgbClr val="7CAE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4" name="pg104"/>
          <p:cNvSpPr/>
          <p:nvPr/>
        </p:nvSpPr>
        <p:spPr>
          <a:xfrm>
            <a:off x="6702581" y="2554478"/>
            <a:ext cx="1877720" cy="185215"/>
          </a:xfrm>
          <a:custGeom>
            <a:avLst/>
            <a:gdLst/>
            <a:ahLst/>
            <a:cxnLst/>
            <a:rect l="0" t="0" r="0" b="0"/>
            <a:pathLst>
              <a:path w="1877720" h="185215">
                <a:moveTo>
                  <a:pt x="0" y="184504"/>
                </a:moveTo>
                <a:lnTo>
                  <a:pt x="3674" y="184440"/>
                </a:lnTo>
                <a:lnTo>
                  <a:pt x="7349" y="184378"/>
                </a:lnTo>
                <a:lnTo>
                  <a:pt x="11023" y="184316"/>
                </a:lnTo>
                <a:lnTo>
                  <a:pt x="14698" y="184254"/>
                </a:lnTo>
                <a:lnTo>
                  <a:pt x="18372" y="184193"/>
                </a:lnTo>
                <a:lnTo>
                  <a:pt x="22047" y="184133"/>
                </a:lnTo>
                <a:lnTo>
                  <a:pt x="25722" y="184072"/>
                </a:lnTo>
                <a:lnTo>
                  <a:pt x="29396" y="184011"/>
                </a:lnTo>
                <a:lnTo>
                  <a:pt x="33071" y="183949"/>
                </a:lnTo>
                <a:lnTo>
                  <a:pt x="36745" y="183886"/>
                </a:lnTo>
                <a:lnTo>
                  <a:pt x="40420" y="183821"/>
                </a:lnTo>
                <a:lnTo>
                  <a:pt x="44095" y="183755"/>
                </a:lnTo>
                <a:lnTo>
                  <a:pt x="47769" y="183688"/>
                </a:lnTo>
                <a:lnTo>
                  <a:pt x="51444" y="183620"/>
                </a:lnTo>
                <a:lnTo>
                  <a:pt x="55118" y="183552"/>
                </a:lnTo>
                <a:lnTo>
                  <a:pt x="58793" y="183483"/>
                </a:lnTo>
                <a:lnTo>
                  <a:pt x="62468" y="183415"/>
                </a:lnTo>
                <a:lnTo>
                  <a:pt x="66142" y="183347"/>
                </a:lnTo>
                <a:lnTo>
                  <a:pt x="69817" y="183280"/>
                </a:lnTo>
                <a:lnTo>
                  <a:pt x="73491" y="183214"/>
                </a:lnTo>
                <a:lnTo>
                  <a:pt x="77166" y="183147"/>
                </a:lnTo>
                <a:lnTo>
                  <a:pt x="80841" y="183080"/>
                </a:lnTo>
                <a:lnTo>
                  <a:pt x="84515" y="183011"/>
                </a:lnTo>
                <a:lnTo>
                  <a:pt x="88190" y="182938"/>
                </a:lnTo>
                <a:lnTo>
                  <a:pt x="91864" y="182861"/>
                </a:lnTo>
                <a:lnTo>
                  <a:pt x="95539" y="182776"/>
                </a:lnTo>
                <a:lnTo>
                  <a:pt x="99214" y="182683"/>
                </a:lnTo>
                <a:lnTo>
                  <a:pt x="102888" y="182578"/>
                </a:lnTo>
                <a:lnTo>
                  <a:pt x="106563" y="182459"/>
                </a:lnTo>
                <a:lnTo>
                  <a:pt x="110237" y="182325"/>
                </a:lnTo>
                <a:lnTo>
                  <a:pt x="113912" y="182174"/>
                </a:lnTo>
                <a:lnTo>
                  <a:pt x="117587" y="182006"/>
                </a:lnTo>
                <a:lnTo>
                  <a:pt x="121261" y="181819"/>
                </a:lnTo>
                <a:lnTo>
                  <a:pt x="124936" y="181614"/>
                </a:lnTo>
                <a:lnTo>
                  <a:pt x="128610" y="181390"/>
                </a:lnTo>
                <a:lnTo>
                  <a:pt x="132285" y="181148"/>
                </a:lnTo>
                <a:lnTo>
                  <a:pt x="135960" y="180886"/>
                </a:lnTo>
                <a:lnTo>
                  <a:pt x="139634" y="180610"/>
                </a:lnTo>
                <a:lnTo>
                  <a:pt x="143309" y="180321"/>
                </a:lnTo>
                <a:lnTo>
                  <a:pt x="146983" y="180021"/>
                </a:lnTo>
                <a:lnTo>
                  <a:pt x="150658" y="179712"/>
                </a:lnTo>
                <a:lnTo>
                  <a:pt x="154333" y="179397"/>
                </a:lnTo>
                <a:lnTo>
                  <a:pt x="158007" y="179077"/>
                </a:lnTo>
                <a:lnTo>
                  <a:pt x="161682" y="178755"/>
                </a:lnTo>
                <a:lnTo>
                  <a:pt x="165356" y="178433"/>
                </a:lnTo>
                <a:lnTo>
                  <a:pt x="169031" y="178113"/>
                </a:lnTo>
                <a:lnTo>
                  <a:pt x="172706" y="177795"/>
                </a:lnTo>
                <a:lnTo>
                  <a:pt x="176380" y="177482"/>
                </a:lnTo>
                <a:lnTo>
                  <a:pt x="180055" y="177172"/>
                </a:lnTo>
                <a:lnTo>
                  <a:pt x="183729" y="176867"/>
                </a:lnTo>
                <a:lnTo>
                  <a:pt x="187404" y="176566"/>
                </a:lnTo>
                <a:lnTo>
                  <a:pt x="191079" y="176269"/>
                </a:lnTo>
                <a:lnTo>
                  <a:pt x="194753" y="175975"/>
                </a:lnTo>
                <a:lnTo>
                  <a:pt x="198428" y="175685"/>
                </a:lnTo>
                <a:lnTo>
                  <a:pt x="202102" y="175397"/>
                </a:lnTo>
                <a:lnTo>
                  <a:pt x="205777" y="175110"/>
                </a:lnTo>
                <a:lnTo>
                  <a:pt x="209452" y="174825"/>
                </a:lnTo>
                <a:lnTo>
                  <a:pt x="213126" y="174541"/>
                </a:lnTo>
                <a:lnTo>
                  <a:pt x="216801" y="174258"/>
                </a:lnTo>
                <a:lnTo>
                  <a:pt x="220475" y="173974"/>
                </a:lnTo>
                <a:lnTo>
                  <a:pt x="224150" y="173690"/>
                </a:lnTo>
                <a:lnTo>
                  <a:pt x="227825" y="173404"/>
                </a:lnTo>
                <a:lnTo>
                  <a:pt x="231499" y="173116"/>
                </a:lnTo>
                <a:lnTo>
                  <a:pt x="235174" y="172825"/>
                </a:lnTo>
                <a:lnTo>
                  <a:pt x="238848" y="172529"/>
                </a:lnTo>
                <a:lnTo>
                  <a:pt x="242523" y="172227"/>
                </a:lnTo>
                <a:lnTo>
                  <a:pt x="246198" y="171917"/>
                </a:lnTo>
                <a:lnTo>
                  <a:pt x="249872" y="171598"/>
                </a:lnTo>
                <a:lnTo>
                  <a:pt x="253547" y="171268"/>
                </a:lnTo>
                <a:lnTo>
                  <a:pt x="257221" y="170924"/>
                </a:lnTo>
                <a:lnTo>
                  <a:pt x="260896" y="170563"/>
                </a:lnTo>
                <a:lnTo>
                  <a:pt x="264571" y="170184"/>
                </a:lnTo>
                <a:lnTo>
                  <a:pt x="268245" y="169787"/>
                </a:lnTo>
                <a:lnTo>
                  <a:pt x="271920" y="169368"/>
                </a:lnTo>
                <a:lnTo>
                  <a:pt x="275594" y="168926"/>
                </a:lnTo>
                <a:lnTo>
                  <a:pt x="279269" y="168459"/>
                </a:lnTo>
                <a:lnTo>
                  <a:pt x="282944" y="167967"/>
                </a:lnTo>
                <a:lnTo>
                  <a:pt x="286618" y="167447"/>
                </a:lnTo>
                <a:lnTo>
                  <a:pt x="290293" y="166894"/>
                </a:lnTo>
                <a:lnTo>
                  <a:pt x="293967" y="166309"/>
                </a:lnTo>
                <a:lnTo>
                  <a:pt x="297642" y="165693"/>
                </a:lnTo>
                <a:lnTo>
                  <a:pt x="301317" y="165045"/>
                </a:lnTo>
                <a:lnTo>
                  <a:pt x="304991" y="164363"/>
                </a:lnTo>
                <a:lnTo>
                  <a:pt x="308666" y="163649"/>
                </a:lnTo>
                <a:lnTo>
                  <a:pt x="312340" y="162902"/>
                </a:lnTo>
                <a:lnTo>
                  <a:pt x="316015" y="162122"/>
                </a:lnTo>
                <a:lnTo>
                  <a:pt x="319690" y="161308"/>
                </a:lnTo>
                <a:lnTo>
                  <a:pt x="323364" y="160460"/>
                </a:lnTo>
                <a:lnTo>
                  <a:pt x="327039" y="159582"/>
                </a:lnTo>
                <a:lnTo>
                  <a:pt x="330713" y="158675"/>
                </a:lnTo>
                <a:lnTo>
                  <a:pt x="334388" y="157742"/>
                </a:lnTo>
                <a:lnTo>
                  <a:pt x="338063" y="156784"/>
                </a:lnTo>
                <a:lnTo>
                  <a:pt x="341737" y="155803"/>
                </a:lnTo>
                <a:lnTo>
                  <a:pt x="345412" y="154801"/>
                </a:lnTo>
                <a:lnTo>
                  <a:pt x="349086" y="153781"/>
                </a:lnTo>
                <a:lnTo>
                  <a:pt x="352761" y="152746"/>
                </a:lnTo>
                <a:lnTo>
                  <a:pt x="356436" y="151703"/>
                </a:lnTo>
                <a:lnTo>
                  <a:pt x="360110" y="150657"/>
                </a:lnTo>
                <a:lnTo>
                  <a:pt x="363785" y="149615"/>
                </a:lnTo>
                <a:lnTo>
                  <a:pt x="367459" y="148585"/>
                </a:lnTo>
                <a:lnTo>
                  <a:pt x="371134" y="147574"/>
                </a:lnTo>
                <a:lnTo>
                  <a:pt x="374809" y="146590"/>
                </a:lnTo>
                <a:lnTo>
                  <a:pt x="378483" y="145642"/>
                </a:lnTo>
                <a:lnTo>
                  <a:pt x="382158" y="144743"/>
                </a:lnTo>
                <a:lnTo>
                  <a:pt x="385832" y="143902"/>
                </a:lnTo>
                <a:lnTo>
                  <a:pt x="389507" y="143119"/>
                </a:lnTo>
                <a:lnTo>
                  <a:pt x="393182" y="142400"/>
                </a:lnTo>
                <a:lnTo>
                  <a:pt x="396856" y="141745"/>
                </a:lnTo>
                <a:lnTo>
                  <a:pt x="400531" y="141152"/>
                </a:lnTo>
                <a:lnTo>
                  <a:pt x="404205" y="140617"/>
                </a:lnTo>
                <a:lnTo>
                  <a:pt x="407880" y="140133"/>
                </a:lnTo>
                <a:lnTo>
                  <a:pt x="411555" y="139691"/>
                </a:lnTo>
                <a:lnTo>
                  <a:pt x="415229" y="139280"/>
                </a:lnTo>
                <a:lnTo>
                  <a:pt x="418904" y="138880"/>
                </a:lnTo>
                <a:lnTo>
                  <a:pt x="422578" y="138475"/>
                </a:lnTo>
                <a:lnTo>
                  <a:pt x="426253" y="138049"/>
                </a:lnTo>
                <a:lnTo>
                  <a:pt x="429928" y="137588"/>
                </a:lnTo>
                <a:lnTo>
                  <a:pt x="433602" y="137076"/>
                </a:lnTo>
                <a:lnTo>
                  <a:pt x="437277" y="136500"/>
                </a:lnTo>
                <a:lnTo>
                  <a:pt x="440951" y="135849"/>
                </a:lnTo>
                <a:lnTo>
                  <a:pt x="444626" y="135103"/>
                </a:lnTo>
                <a:lnTo>
                  <a:pt x="448301" y="134258"/>
                </a:lnTo>
                <a:lnTo>
                  <a:pt x="451975" y="133313"/>
                </a:lnTo>
                <a:lnTo>
                  <a:pt x="455650" y="132267"/>
                </a:lnTo>
                <a:lnTo>
                  <a:pt x="459324" y="131119"/>
                </a:lnTo>
                <a:lnTo>
                  <a:pt x="462999" y="129871"/>
                </a:lnTo>
                <a:lnTo>
                  <a:pt x="466674" y="128526"/>
                </a:lnTo>
                <a:lnTo>
                  <a:pt x="470348" y="127087"/>
                </a:lnTo>
                <a:lnTo>
                  <a:pt x="474023" y="125558"/>
                </a:lnTo>
                <a:lnTo>
                  <a:pt x="477697" y="123940"/>
                </a:lnTo>
                <a:lnTo>
                  <a:pt x="481372" y="122251"/>
                </a:lnTo>
                <a:lnTo>
                  <a:pt x="485047" y="120502"/>
                </a:lnTo>
                <a:lnTo>
                  <a:pt x="488721" y="118701"/>
                </a:lnTo>
                <a:lnTo>
                  <a:pt x="492396" y="116860"/>
                </a:lnTo>
                <a:lnTo>
                  <a:pt x="496070" y="114990"/>
                </a:lnTo>
                <a:lnTo>
                  <a:pt x="499745" y="113103"/>
                </a:lnTo>
                <a:lnTo>
                  <a:pt x="503420" y="111211"/>
                </a:lnTo>
                <a:lnTo>
                  <a:pt x="507094" y="109329"/>
                </a:lnTo>
                <a:lnTo>
                  <a:pt x="510769" y="107469"/>
                </a:lnTo>
                <a:lnTo>
                  <a:pt x="514443" y="105642"/>
                </a:lnTo>
                <a:lnTo>
                  <a:pt x="518118" y="103853"/>
                </a:lnTo>
                <a:lnTo>
                  <a:pt x="521793" y="102108"/>
                </a:lnTo>
                <a:lnTo>
                  <a:pt x="525467" y="100408"/>
                </a:lnTo>
                <a:lnTo>
                  <a:pt x="529142" y="98752"/>
                </a:lnTo>
                <a:lnTo>
                  <a:pt x="532816" y="97137"/>
                </a:lnTo>
                <a:lnTo>
                  <a:pt x="536491" y="95554"/>
                </a:lnTo>
                <a:lnTo>
                  <a:pt x="540166" y="93994"/>
                </a:lnTo>
                <a:lnTo>
                  <a:pt x="543840" y="92438"/>
                </a:lnTo>
                <a:lnTo>
                  <a:pt x="547515" y="90875"/>
                </a:lnTo>
                <a:lnTo>
                  <a:pt x="551189" y="89292"/>
                </a:lnTo>
                <a:lnTo>
                  <a:pt x="554864" y="87677"/>
                </a:lnTo>
                <a:lnTo>
                  <a:pt x="558539" y="86021"/>
                </a:lnTo>
                <a:lnTo>
                  <a:pt x="562213" y="84318"/>
                </a:lnTo>
                <a:lnTo>
                  <a:pt x="565888" y="82567"/>
                </a:lnTo>
                <a:lnTo>
                  <a:pt x="569562" y="80761"/>
                </a:lnTo>
                <a:lnTo>
                  <a:pt x="573237" y="78914"/>
                </a:lnTo>
                <a:lnTo>
                  <a:pt x="576912" y="77036"/>
                </a:lnTo>
                <a:lnTo>
                  <a:pt x="580586" y="75139"/>
                </a:lnTo>
                <a:lnTo>
                  <a:pt x="584261" y="73235"/>
                </a:lnTo>
                <a:lnTo>
                  <a:pt x="587935" y="71336"/>
                </a:lnTo>
                <a:lnTo>
                  <a:pt x="591610" y="69454"/>
                </a:lnTo>
                <a:lnTo>
                  <a:pt x="595285" y="67598"/>
                </a:lnTo>
                <a:lnTo>
                  <a:pt x="598959" y="65778"/>
                </a:lnTo>
                <a:lnTo>
                  <a:pt x="602634" y="63998"/>
                </a:lnTo>
                <a:lnTo>
                  <a:pt x="606308" y="62255"/>
                </a:lnTo>
                <a:lnTo>
                  <a:pt x="609983" y="60542"/>
                </a:lnTo>
                <a:lnTo>
                  <a:pt x="613658" y="58852"/>
                </a:lnTo>
                <a:lnTo>
                  <a:pt x="617332" y="57176"/>
                </a:lnTo>
                <a:lnTo>
                  <a:pt x="621007" y="55500"/>
                </a:lnTo>
                <a:lnTo>
                  <a:pt x="624681" y="53814"/>
                </a:lnTo>
                <a:lnTo>
                  <a:pt x="628356" y="52103"/>
                </a:lnTo>
                <a:lnTo>
                  <a:pt x="632031" y="50348"/>
                </a:lnTo>
                <a:lnTo>
                  <a:pt x="635705" y="48542"/>
                </a:lnTo>
                <a:lnTo>
                  <a:pt x="639380" y="46678"/>
                </a:lnTo>
                <a:lnTo>
                  <a:pt x="643054" y="44748"/>
                </a:lnTo>
                <a:lnTo>
                  <a:pt x="646729" y="42750"/>
                </a:lnTo>
                <a:lnTo>
                  <a:pt x="650404" y="40682"/>
                </a:lnTo>
                <a:lnTo>
                  <a:pt x="654078" y="38547"/>
                </a:lnTo>
                <a:lnTo>
                  <a:pt x="657753" y="36349"/>
                </a:lnTo>
                <a:lnTo>
                  <a:pt x="661427" y="34091"/>
                </a:lnTo>
                <a:lnTo>
                  <a:pt x="665102" y="31786"/>
                </a:lnTo>
                <a:lnTo>
                  <a:pt x="668777" y="29451"/>
                </a:lnTo>
                <a:lnTo>
                  <a:pt x="672451" y="27102"/>
                </a:lnTo>
                <a:lnTo>
                  <a:pt x="676126" y="24754"/>
                </a:lnTo>
                <a:lnTo>
                  <a:pt x="679800" y="22427"/>
                </a:lnTo>
                <a:lnTo>
                  <a:pt x="683475" y="20138"/>
                </a:lnTo>
                <a:lnTo>
                  <a:pt x="687150" y="17906"/>
                </a:lnTo>
                <a:lnTo>
                  <a:pt x="690824" y="15753"/>
                </a:lnTo>
                <a:lnTo>
                  <a:pt x="694499" y="13712"/>
                </a:lnTo>
                <a:lnTo>
                  <a:pt x="698173" y="11789"/>
                </a:lnTo>
                <a:lnTo>
                  <a:pt x="701848" y="9997"/>
                </a:lnTo>
                <a:lnTo>
                  <a:pt x="705523" y="8348"/>
                </a:lnTo>
                <a:lnTo>
                  <a:pt x="709197" y="6849"/>
                </a:lnTo>
                <a:lnTo>
                  <a:pt x="712872" y="5507"/>
                </a:lnTo>
                <a:lnTo>
                  <a:pt x="716546" y="4324"/>
                </a:lnTo>
                <a:lnTo>
                  <a:pt x="720221" y="3298"/>
                </a:lnTo>
                <a:lnTo>
                  <a:pt x="723896" y="2440"/>
                </a:lnTo>
                <a:lnTo>
                  <a:pt x="727570" y="1737"/>
                </a:lnTo>
                <a:lnTo>
                  <a:pt x="731245" y="1169"/>
                </a:lnTo>
                <a:lnTo>
                  <a:pt x="734919" y="727"/>
                </a:lnTo>
                <a:lnTo>
                  <a:pt x="738594" y="400"/>
                </a:lnTo>
                <a:lnTo>
                  <a:pt x="742269" y="177"/>
                </a:lnTo>
                <a:lnTo>
                  <a:pt x="745943" y="47"/>
                </a:lnTo>
                <a:lnTo>
                  <a:pt x="749618" y="0"/>
                </a:lnTo>
                <a:lnTo>
                  <a:pt x="753292" y="27"/>
                </a:lnTo>
                <a:lnTo>
                  <a:pt x="756967" y="124"/>
                </a:lnTo>
                <a:lnTo>
                  <a:pt x="760642" y="274"/>
                </a:lnTo>
                <a:lnTo>
                  <a:pt x="764316" y="469"/>
                </a:lnTo>
                <a:lnTo>
                  <a:pt x="767991" y="703"/>
                </a:lnTo>
                <a:lnTo>
                  <a:pt x="771665" y="968"/>
                </a:lnTo>
                <a:lnTo>
                  <a:pt x="775340" y="1257"/>
                </a:lnTo>
                <a:lnTo>
                  <a:pt x="779015" y="1562"/>
                </a:lnTo>
                <a:lnTo>
                  <a:pt x="782689" y="1876"/>
                </a:lnTo>
                <a:lnTo>
                  <a:pt x="786364" y="2189"/>
                </a:lnTo>
                <a:lnTo>
                  <a:pt x="790038" y="2493"/>
                </a:lnTo>
                <a:lnTo>
                  <a:pt x="793713" y="2782"/>
                </a:lnTo>
                <a:lnTo>
                  <a:pt x="797388" y="3050"/>
                </a:lnTo>
                <a:lnTo>
                  <a:pt x="801062" y="3296"/>
                </a:lnTo>
                <a:lnTo>
                  <a:pt x="804737" y="3518"/>
                </a:lnTo>
                <a:lnTo>
                  <a:pt x="808411" y="3720"/>
                </a:lnTo>
                <a:lnTo>
                  <a:pt x="812086" y="3908"/>
                </a:lnTo>
                <a:lnTo>
                  <a:pt x="815761" y="4091"/>
                </a:lnTo>
                <a:lnTo>
                  <a:pt x="819435" y="4287"/>
                </a:lnTo>
                <a:lnTo>
                  <a:pt x="823110" y="4514"/>
                </a:lnTo>
                <a:lnTo>
                  <a:pt x="826784" y="4792"/>
                </a:lnTo>
                <a:lnTo>
                  <a:pt x="830459" y="5140"/>
                </a:lnTo>
                <a:lnTo>
                  <a:pt x="834134" y="5582"/>
                </a:lnTo>
                <a:lnTo>
                  <a:pt x="837808" y="6138"/>
                </a:lnTo>
                <a:lnTo>
                  <a:pt x="841483" y="6828"/>
                </a:lnTo>
                <a:lnTo>
                  <a:pt x="845157" y="7671"/>
                </a:lnTo>
                <a:lnTo>
                  <a:pt x="848832" y="8707"/>
                </a:lnTo>
                <a:lnTo>
                  <a:pt x="852507" y="9931"/>
                </a:lnTo>
                <a:lnTo>
                  <a:pt x="856181" y="11343"/>
                </a:lnTo>
                <a:lnTo>
                  <a:pt x="859856" y="12944"/>
                </a:lnTo>
                <a:lnTo>
                  <a:pt x="863530" y="14730"/>
                </a:lnTo>
                <a:lnTo>
                  <a:pt x="867205" y="16692"/>
                </a:lnTo>
                <a:lnTo>
                  <a:pt x="870880" y="18819"/>
                </a:lnTo>
                <a:lnTo>
                  <a:pt x="874554" y="21094"/>
                </a:lnTo>
                <a:lnTo>
                  <a:pt x="878229" y="23502"/>
                </a:lnTo>
                <a:lnTo>
                  <a:pt x="881903" y="26018"/>
                </a:lnTo>
                <a:lnTo>
                  <a:pt x="885578" y="28606"/>
                </a:lnTo>
                <a:lnTo>
                  <a:pt x="889253" y="31240"/>
                </a:lnTo>
                <a:lnTo>
                  <a:pt x="892927" y="33896"/>
                </a:lnTo>
                <a:lnTo>
                  <a:pt x="896602" y="36551"/>
                </a:lnTo>
                <a:lnTo>
                  <a:pt x="900276" y="39183"/>
                </a:lnTo>
                <a:lnTo>
                  <a:pt x="903951" y="41775"/>
                </a:lnTo>
                <a:lnTo>
                  <a:pt x="907626" y="44311"/>
                </a:lnTo>
                <a:lnTo>
                  <a:pt x="911300" y="46769"/>
                </a:lnTo>
                <a:lnTo>
                  <a:pt x="914975" y="49150"/>
                </a:lnTo>
                <a:lnTo>
                  <a:pt x="918649" y="51455"/>
                </a:lnTo>
                <a:lnTo>
                  <a:pt x="922324" y="53685"/>
                </a:lnTo>
                <a:lnTo>
                  <a:pt x="925999" y="55848"/>
                </a:lnTo>
                <a:lnTo>
                  <a:pt x="929673" y="57952"/>
                </a:lnTo>
                <a:lnTo>
                  <a:pt x="933348" y="60008"/>
                </a:lnTo>
                <a:lnTo>
                  <a:pt x="937022" y="62031"/>
                </a:lnTo>
                <a:lnTo>
                  <a:pt x="940697" y="64035"/>
                </a:lnTo>
                <a:lnTo>
                  <a:pt x="944372" y="66039"/>
                </a:lnTo>
                <a:lnTo>
                  <a:pt x="948046" y="68060"/>
                </a:lnTo>
                <a:lnTo>
                  <a:pt x="951721" y="70110"/>
                </a:lnTo>
                <a:lnTo>
                  <a:pt x="955395" y="72200"/>
                </a:lnTo>
                <a:lnTo>
                  <a:pt x="959070" y="74339"/>
                </a:lnTo>
                <a:lnTo>
                  <a:pt x="962745" y="76534"/>
                </a:lnTo>
                <a:lnTo>
                  <a:pt x="966419" y="78787"/>
                </a:lnTo>
                <a:lnTo>
                  <a:pt x="970094" y="81101"/>
                </a:lnTo>
                <a:lnTo>
                  <a:pt x="973768" y="83480"/>
                </a:lnTo>
                <a:lnTo>
                  <a:pt x="977443" y="85911"/>
                </a:lnTo>
                <a:lnTo>
                  <a:pt x="981118" y="88385"/>
                </a:lnTo>
                <a:lnTo>
                  <a:pt x="984792" y="90894"/>
                </a:lnTo>
                <a:lnTo>
                  <a:pt x="988467" y="93430"/>
                </a:lnTo>
                <a:lnTo>
                  <a:pt x="992141" y="95982"/>
                </a:lnTo>
                <a:lnTo>
                  <a:pt x="995816" y="98540"/>
                </a:lnTo>
                <a:lnTo>
                  <a:pt x="999491" y="101096"/>
                </a:lnTo>
                <a:lnTo>
                  <a:pt x="1003165" y="103637"/>
                </a:lnTo>
                <a:lnTo>
                  <a:pt x="1006840" y="106154"/>
                </a:lnTo>
                <a:lnTo>
                  <a:pt x="1010514" y="108640"/>
                </a:lnTo>
                <a:lnTo>
                  <a:pt x="1014189" y="111090"/>
                </a:lnTo>
                <a:lnTo>
                  <a:pt x="1017864" y="113498"/>
                </a:lnTo>
                <a:lnTo>
                  <a:pt x="1021538" y="115860"/>
                </a:lnTo>
                <a:lnTo>
                  <a:pt x="1025213" y="118172"/>
                </a:lnTo>
                <a:lnTo>
                  <a:pt x="1028887" y="120433"/>
                </a:lnTo>
                <a:lnTo>
                  <a:pt x="1032562" y="122639"/>
                </a:lnTo>
                <a:lnTo>
                  <a:pt x="1036237" y="124783"/>
                </a:lnTo>
                <a:lnTo>
                  <a:pt x="1039911" y="126873"/>
                </a:lnTo>
                <a:lnTo>
                  <a:pt x="1043586" y="128909"/>
                </a:lnTo>
                <a:lnTo>
                  <a:pt x="1047260" y="130893"/>
                </a:lnTo>
                <a:lnTo>
                  <a:pt x="1050935" y="132826"/>
                </a:lnTo>
                <a:lnTo>
                  <a:pt x="1054610" y="134710"/>
                </a:lnTo>
                <a:lnTo>
                  <a:pt x="1058284" y="136545"/>
                </a:lnTo>
                <a:lnTo>
                  <a:pt x="1061959" y="138334"/>
                </a:lnTo>
                <a:lnTo>
                  <a:pt x="1065633" y="140072"/>
                </a:lnTo>
                <a:lnTo>
                  <a:pt x="1069308" y="141764"/>
                </a:lnTo>
                <a:lnTo>
                  <a:pt x="1072983" y="143411"/>
                </a:lnTo>
                <a:lnTo>
                  <a:pt x="1076657" y="145013"/>
                </a:lnTo>
                <a:lnTo>
                  <a:pt x="1080332" y="146571"/>
                </a:lnTo>
                <a:lnTo>
                  <a:pt x="1084006" y="148084"/>
                </a:lnTo>
                <a:lnTo>
                  <a:pt x="1087681" y="149552"/>
                </a:lnTo>
                <a:lnTo>
                  <a:pt x="1091356" y="150976"/>
                </a:lnTo>
                <a:lnTo>
                  <a:pt x="1095030" y="152355"/>
                </a:lnTo>
                <a:lnTo>
                  <a:pt x="1098705" y="153686"/>
                </a:lnTo>
                <a:lnTo>
                  <a:pt x="1102379" y="154977"/>
                </a:lnTo>
                <a:lnTo>
                  <a:pt x="1106054" y="156231"/>
                </a:lnTo>
                <a:lnTo>
                  <a:pt x="1109729" y="157449"/>
                </a:lnTo>
                <a:lnTo>
                  <a:pt x="1113403" y="158635"/>
                </a:lnTo>
                <a:lnTo>
                  <a:pt x="1117078" y="159792"/>
                </a:lnTo>
                <a:lnTo>
                  <a:pt x="1120752" y="160921"/>
                </a:lnTo>
                <a:lnTo>
                  <a:pt x="1124427" y="162026"/>
                </a:lnTo>
                <a:lnTo>
                  <a:pt x="1128102" y="163105"/>
                </a:lnTo>
                <a:lnTo>
                  <a:pt x="1131776" y="164162"/>
                </a:lnTo>
                <a:lnTo>
                  <a:pt x="1135451" y="165197"/>
                </a:lnTo>
                <a:lnTo>
                  <a:pt x="1139125" y="166210"/>
                </a:lnTo>
                <a:lnTo>
                  <a:pt x="1142800" y="167199"/>
                </a:lnTo>
                <a:lnTo>
                  <a:pt x="1146475" y="168161"/>
                </a:lnTo>
                <a:lnTo>
                  <a:pt x="1150149" y="169095"/>
                </a:lnTo>
                <a:lnTo>
                  <a:pt x="1153824" y="169997"/>
                </a:lnTo>
                <a:lnTo>
                  <a:pt x="1157498" y="170862"/>
                </a:lnTo>
                <a:lnTo>
                  <a:pt x="1161173" y="171686"/>
                </a:lnTo>
                <a:lnTo>
                  <a:pt x="1164848" y="172468"/>
                </a:lnTo>
                <a:lnTo>
                  <a:pt x="1168522" y="173207"/>
                </a:lnTo>
                <a:lnTo>
                  <a:pt x="1172197" y="173901"/>
                </a:lnTo>
                <a:lnTo>
                  <a:pt x="1175871" y="174551"/>
                </a:lnTo>
                <a:lnTo>
                  <a:pt x="1179546" y="175156"/>
                </a:lnTo>
                <a:lnTo>
                  <a:pt x="1183221" y="175718"/>
                </a:lnTo>
                <a:lnTo>
                  <a:pt x="1186895" y="176237"/>
                </a:lnTo>
                <a:lnTo>
                  <a:pt x="1190570" y="176711"/>
                </a:lnTo>
                <a:lnTo>
                  <a:pt x="1194244" y="177150"/>
                </a:lnTo>
                <a:lnTo>
                  <a:pt x="1197919" y="177557"/>
                </a:lnTo>
                <a:lnTo>
                  <a:pt x="1201594" y="177936"/>
                </a:lnTo>
                <a:lnTo>
                  <a:pt x="1205268" y="178292"/>
                </a:lnTo>
                <a:lnTo>
                  <a:pt x="1208943" y="178628"/>
                </a:lnTo>
                <a:lnTo>
                  <a:pt x="1212617" y="178948"/>
                </a:lnTo>
                <a:lnTo>
                  <a:pt x="1216292" y="179255"/>
                </a:lnTo>
                <a:lnTo>
                  <a:pt x="1219967" y="179552"/>
                </a:lnTo>
                <a:lnTo>
                  <a:pt x="1223641" y="179842"/>
                </a:lnTo>
                <a:lnTo>
                  <a:pt x="1227316" y="180127"/>
                </a:lnTo>
                <a:lnTo>
                  <a:pt x="1230990" y="180409"/>
                </a:lnTo>
                <a:lnTo>
                  <a:pt x="1234665" y="180687"/>
                </a:lnTo>
                <a:lnTo>
                  <a:pt x="1238340" y="180962"/>
                </a:lnTo>
                <a:lnTo>
                  <a:pt x="1242014" y="181234"/>
                </a:lnTo>
                <a:lnTo>
                  <a:pt x="1245689" y="181501"/>
                </a:lnTo>
                <a:lnTo>
                  <a:pt x="1249363" y="181763"/>
                </a:lnTo>
                <a:lnTo>
                  <a:pt x="1253038" y="182017"/>
                </a:lnTo>
                <a:lnTo>
                  <a:pt x="1256713" y="182264"/>
                </a:lnTo>
                <a:lnTo>
                  <a:pt x="1260387" y="182502"/>
                </a:lnTo>
                <a:lnTo>
                  <a:pt x="1264062" y="182731"/>
                </a:lnTo>
                <a:lnTo>
                  <a:pt x="1267736" y="182950"/>
                </a:lnTo>
                <a:lnTo>
                  <a:pt x="1271411" y="183158"/>
                </a:lnTo>
                <a:lnTo>
                  <a:pt x="1275086" y="183354"/>
                </a:lnTo>
                <a:lnTo>
                  <a:pt x="1278760" y="183540"/>
                </a:lnTo>
                <a:lnTo>
                  <a:pt x="1282435" y="183713"/>
                </a:lnTo>
                <a:lnTo>
                  <a:pt x="1286109" y="183874"/>
                </a:lnTo>
                <a:lnTo>
                  <a:pt x="1289784" y="184023"/>
                </a:lnTo>
                <a:lnTo>
                  <a:pt x="1293459" y="184161"/>
                </a:lnTo>
                <a:lnTo>
                  <a:pt x="1297133" y="184287"/>
                </a:lnTo>
                <a:lnTo>
                  <a:pt x="1300808" y="184402"/>
                </a:lnTo>
                <a:lnTo>
                  <a:pt x="1304482" y="184505"/>
                </a:lnTo>
                <a:lnTo>
                  <a:pt x="1308157" y="184597"/>
                </a:lnTo>
                <a:lnTo>
                  <a:pt x="1311832" y="184677"/>
                </a:lnTo>
                <a:lnTo>
                  <a:pt x="1315506" y="184746"/>
                </a:lnTo>
                <a:lnTo>
                  <a:pt x="1319181" y="184804"/>
                </a:lnTo>
                <a:lnTo>
                  <a:pt x="1322855" y="184852"/>
                </a:lnTo>
                <a:lnTo>
                  <a:pt x="1326530" y="184891"/>
                </a:lnTo>
                <a:lnTo>
                  <a:pt x="1330205" y="184921"/>
                </a:lnTo>
                <a:lnTo>
                  <a:pt x="1333879" y="184944"/>
                </a:lnTo>
                <a:lnTo>
                  <a:pt x="1337554" y="184960"/>
                </a:lnTo>
                <a:lnTo>
                  <a:pt x="1341228" y="184971"/>
                </a:lnTo>
                <a:lnTo>
                  <a:pt x="1344903" y="184976"/>
                </a:lnTo>
                <a:lnTo>
                  <a:pt x="1348577" y="184979"/>
                </a:lnTo>
                <a:lnTo>
                  <a:pt x="1352252" y="184979"/>
                </a:lnTo>
                <a:lnTo>
                  <a:pt x="1355927" y="184978"/>
                </a:lnTo>
                <a:lnTo>
                  <a:pt x="1359601" y="184977"/>
                </a:lnTo>
                <a:lnTo>
                  <a:pt x="1363276" y="184977"/>
                </a:lnTo>
                <a:lnTo>
                  <a:pt x="1366950" y="184978"/>
                </a:lnTo>
                <a:lnTo>
                  <a:pt x="1370625" y="184981"/>
                </a:lnTo>
                <a:lnTo>
                  <a:pt x="1374300" y="184986"/>
                </a:lnTo>
                <a:lnTo>
                  <a:pt x="1377974" y="184993"/>
                </a:lnTo>
                <a:lnTo>
                  <a:pt x="1381649" y="185002"/>
                </a:lnTo>
                <a:lnTo>
                  <a:pt x="1385323" y="185014"/>
                </a:lnTo>
                <a:lnTo>
                  <a:pt x="1388998" y="185027"/>
                </a:lnTo>
                <a:lnTo>
                  <a:pt x="1392673" y="185041"/>
                </a:lnTo>
                <a:lnTo>
                  <a:pt x="1396347" y="185057"/>
                </a:lnTo>
                <a:lnTo>
                  <a:pt x="1400022" y="185073"/>
                </a:lnTo>
                <a:lnTo>
                  <a:pt x="1403696" y="185089"/>
                </a:lnTo>
                <a:lnTo>
                  <a:pt x="1407371" y="185104"/>
                </a:lnTo>
                <a:lnTo>
                  <a:pt x="1411046" y="185119"/>
                </a:lnTo>
                <a:lnTo>
                  <a:pt x="1414720" y="185134"/>
                </a:lnTo>
                <a:lnTo>
                  <a:pt x="1418395" y="185147"/>
                </a:lnTo>
                <a:lnTo>
                  <a:pt x="1422069" y="185158"/>
                </a:lnTo>
                <a:lnTo>
                  <a:pt x="1425744" y="185169"/>
                </a:lnTo>
                <a:lnTo>
                  <a:pt x="1429419" y="185178"/>
                </a:lnTo>
                <a:lnTo>
                  <a:pt x="1433093" y="185185"/>
                </a:lnTo>
                <a:lnTo>
                  <a:pt x="1436768" y="185192"/>
                </a:lnTo>
                <a:lnTo>
                  <a:pt x="1440442" y="185197"/>
                </a:lnTo>
                <a:lnTo>
                  <a:pt x="1444117" y="185201"/>
                </a:lnTo>
                <a:lnTo>
                  <a:pt x="1447792" y="185205"/>
                </a:lnTo>
                <a:lnTo>
                  <a:pt x="1451466" y="185207"/>
                </a:lnTo>
                <a:lnTo>
                  <a:pt x="1455141" y="185210"/>
                </a:lnTo>
                <a:lnTo>
                  <a:pt x="1458815" y="185211"/>
                </a:lnTo>
                <a:lnTo>
                  <a:pt x="1462490" y="185212"/>
                </a:lnTo>
                <a:lnTo>
                  <a:pt x="1466165" y="185213"/>
                </a:lnTo>
                <a:lnTo>
                  <a:pt x="1469839" y="185214"/>
                </a:lnTo>
                <a:lnTo>
                  <a:pt x="1473514" y="185214"/>
                </a:lnTo>
                <a:lnTo>
                  <a:pt x="1477188" y="185215"/>
                </a:lnTo>
                <a:lnTo>
                  <a:pt x="1480863" y="185215"/>
                </a:lnTo>
                <a:lnTo>
                  <a:pt x="1484538" y="185215"/>
                </a:lnTo>
                <a:lnTo>
                  <a:pt x="1488212" y="185215"/>
                </a:lnTo>
                <a:lnTo>
                  <a:pt x="1491887" y="185215"/>
                </a:lnTo>
                <a:lnTo>
                  <a:pt x="1495561" y="185215"/>
                </a:lnTo>
                <a:lnTo>
                  <a:pt x="1499236" y="185215"/>
                </a:lnTo>
                <a:lnTo>
                  <a:pt x="1502911" y="185215"/>
                </a:lnTo>
                <a:lnTo>
                  <a:pt x="1506585" y="185215"/>
                </a:lnTo>
                <a:lnTo>
                  <a:pt x="1510260" y="185215"/>
                </a:lnTo>
                <a:lnTo>
                  <a:pt x="1513934" y="185215"/>
                </a:lnTo>
                <a:lnTo>
                  <a:pt x="1517609" y="185215"/>
                </a:lnTo>
                <a:lnTo>
                  <a:pt x="1521284" y="185215"/>
                </a:lnTo>
                <a:lnTo>
                  <a:pt x="1524958" y="185215"/>
                </a:lnTo>
                <a:lnTo>
                  <a:pt x="1528633" y="185215"/>
                </a:lnTo>
                <a:lnTo>
                  <a:pt x="1532307" y="185215"/>
                </a:lnTo>
                <a:lnTo>
                  <a:pt x="1535982" y="185215"/>
                </a:lnTo>
                <a:lnTo>
                  <a:pt x="1539657" y="185215"/>
                </a:lnTo>
                <a:lnTo>
                  <a:pt x="1543331" y="185215"/>
                </a:lnTo>
                <a:lnTo>
                  <a:pt x="1547006" y="185215"/>
                </a:lnTo>
                <a:lnTo>
                  <a:pt x="1550680" y="185215"/>
                </a:lnTo>
                <a:lnTo>
                  <a:pt x="1554355" y="185215"/>
                </a:lnTo>
                <a:lnTo>
                  <a:pt x="1558030" y="185215"/>
                </a:lnTo>
                <a:lnTo>
                  <a:pt x="1561704" y="185215"/>
                </a:lnTo>
                <a:lnTo>
                  <a:pt x="1565379" y="185215"/>
                </a:lnTo>
                <a:lnTo>
                  <a:pt x="1569053" y="185215"/>
                </a:lnTo>
                <a:lnTo>
                  <a:pt x="1572728" y="185215"/>
                </a:lnTo>
                <a:lnTo>
                  <a:pt x="1576403" y="185215"/>
                </a:lnTo>
                <a:lnTo>
                  <a:pt x="1580077" y="185215"/>
                </a:lnTo>
                <a:lnTo>
                  <a:pt x="1583752" y="185215"/>
                </a:lnTo>
                <a:lnTo>
                  <a:pt x="1587426" y="185215"/>
                </a:lnTo>
                <a:lnTo>
                  <a:pt x="1591101" y="185215"/>
                </a:lnTo>
                <a:lnTo>
                  <a:pt x="1594776" y="185215"/>
                </a:lnTo>
                <a:lnTo>
                  <a:pt x="1598450" y="185215"/>
                </a:lnTo>
                <a:lnTo>
                  <a:pt x="1602125" y="185215"/>
                </a:lnTo>
                <a:lnTo>
                  <a:pt x="1605799" y="185215"/>
                </a:lnTo>
                <a:lnTo>
                  <a:pt x="1609474" y="185215"/>
                </a:lnTo>
                <a:lnTo>
                  <a:pt x="1613149" y="185215"/>
                </a:lnTo>
                <a:lnTo>
                  <a:pt x="1616823" y="185215"/>
                </a:lnTo>
                <a:lnTo>
                  <a:pt x="1620498" y="185215"/>
                </a:lnTo>
                <a:lnTo>
                  <a:pt x="1624172" y="185215"/>
                </a:lnTo>
                <a:lnTo>
                  <a:pt x="1627847" y="185215"/>
                </a:lnTo>
                <a:lnTo>
                  <a:pt x="1631522" y="185215"/>
                </a:lnTo>
                <a:lnTo>
                  <a:pt x="1635196" y="185215"/>
                </a:lnTo>
                <a:lnTo>
                  <a:pt x="1638871" y="185215"/>
                </a:lnTo>
                <a:lnTo>
                  <a:pt x="1642545" y="185215"/>
                </a:lnTo>
                <a:lnTo>
                  <a:pt x="1646220" y="185215"/>
                </a:lnTo>
                <a:lnTo>
                  <a:pt x="1649895" y="185215"/>
                </a:lnTo>
                <a:lnTo>
                  <a:pt x="1653569" y="185215"/>
                </a:lnTo>
                <a:lnTo>
                  <a:pt x="1657244" y="185215"/>
                </a:lnTo>
                <a:lnTo>
                  <a:pt x="1660918" y="185215"/>
                </a:lnTo>
                <a:lnTo>
                  <a:pt x="1664593" y="185215"/>
                </a:lnTo>
                <a:lnTo>
                  <a:pt x="1668268" y="185215"/>
                </a:lnTo>
                <a:lnTo>
                  <a:pt x="1671942" y="185215"/>
                </a:lnTo>
                <a:lnTo>
                  <a:pt x="1675617" y="185215"/>
                </a:lnTo>
                <a:lnTo>
                  <a:pt x="1679291" y="185215"/>
                </a:lnTo>
                <a:lnTo>
                  <a:pt x="1682966" y="185215"/>
                </a:lnTo>
                <a:lnTo>
                  <a:pt x="1686641" y="185215"/>
                </a:lnTo>
                <a:lnTo>
                  <a:pt x="1690315" y="185215"/>
                </a:lnTo>
                <a:lnTo>
                  <a:pt x="1693990" y="185215"/>
                </a:lnTo>
                <a:lnTo>
                  <a:pt x="1697664" y="185215"/>
                </a:lnTo>
                <a:lnTo>
                  <a:pt x="1701339" y="185215"/>
                </a:lnTo>
                <a:lnTo>
                  <a:pt x="1705014" y="185215"/>
                </a:lnTo>
                <a:lnTo>
                  <a:pt x="1708688" y="185215"/>
                </a:lnTo>
                <a:lnTo>
                  <a:pt x="1712363" y="185215"/>
                </a:lnTo>
                <a:lnTo>
                  <a:pt x="1716037" y="185215"/>
                </a:lnTo>
                <a:lnTo>
                  <a:pt x="1719712" y="185215"/>
                </a:lnTo>
                <a:lnTo>
                  <a:pt x="1723387" y="185215"/>
                </a:lnTo>
                <a:lnTo>
                  <a:pt x="1727061" y="185215"/>
                </a:lnTo>
                <a:lnTo>
                  <a:pt x="1730736" y="185215"/>
                </a:lnTo>
                <a:lnTo>
                  <a:pt x="1734410" y="185215"/>
                </a:lnTo>
                <a:lnTo>
                  <a:pt x="1738085" y="185215"/>
                </a:lnTo>
                <a:lnTo>
                  <a:pt x="1741760" y="185215"/>
                </a:lnTo>
                <a:lnTo>
                  <a:pt x="1745434" y="185215"/>
                </a:lnTo>
                <a:lnTo>
                  <a:pt x="1749109" y="185215"/>
                </a:lnTo>
                <a:lnTo>
                  <a:pt x="1752783" y="185215"/>
                </a:lnTo>
                <a:lnTo>
                  <a:pt x="1756458" y="185215"/>
                </a:lnTo>
                <a:lnTo>
                  <a:pt x="1760133" y="185215"/>
                </a:lnTo>
                <a:lnTo>
                  <a:pt x="1763807" y="185215"/>
                </a:lnTo>
                <a:lnTo>
                  <a:pt x="1767482" y="185215"/>
                </a:lnTo>
                <a:lnTo>
                  <a:pt x="1771156" y="185215"/>
                </a:lnTo>
                <a:lnTo>
                  <a:pt x="1774831" y="185215"/>
                </a:lnTo>
                <a:lnTo>
                  <a:pt x="1778506" y="185215"/>
                </a:lnTo>
                <a:lnTo>
                  <a:pt x="1782180" y="185215"/>
                </a:lnTo>
                <a:lnTo>
                  <a:pt x="1785855" y="185215"/>
                </a:lnTo>
                <a:lnTo>
                  <a:pt x="1789529" y="185215"/>
                </a:lnTo>
                <a:lnTo>
                  <a:pt x="1793204" y="185215"/>
                </a:lnTo>
                <a:lnTo>
                  <a:pt x="1796879" y="185215"/>
                </a:lnTo>
                <a:lnTo>
                  <a:pt x="1800553" y="185215"/>
                </a:lnTo>
                <a:lnTo>
                  <a:pt x="1804228" y="185215"/>
                </a:lnTo>
                <a:lnTo>
                  <a:pt x="1807902" y="185215"/>
                </a:lnTo>
                <a:lnTo>
                  <a:pt x="1811577" y="185215"/>
                </a:lnTo>
                <a:lnTo>
                  <a:pt x="1815252" y="185215"/>
                </a:lnTo>
                <a:lnTo>
                  <a:pt x="1818926" y="185215"/>
                </a:lnTo>
                <a:lnTo>
                  <a:pt x="1822601" y="185215"/>
                </a:lnTo>
                <a:lnTo>
                  <a:pt x="1826275" y="185215"/>
                </a:lnTo>
                <a:lnTo>
                  <a:pt x="1829950" y="185215"/>
                </a:lnTo>
                <a:lnTo>
                  <a:pt x="1833625" y="185215"/>
                </a:lnTo>
                <a:lnTo>
                  <a:pt x="1837299" y="185215"/>
                </a:lnTo>
                <a:lnTo>
                  <a:pt x="1840974" y="185215"/>
                </a:lnTo>
                <a:lnTo>
                  <a:pt x="1844648" y="185215"/>
                </a:lnTo>
                <a:lnTo>
                  <a:pt x="1848323" y="185215"/>
                </a:lnTo>
                <a:lnTo>
                  <a:pt x="1851998" y="185215"/>
                </a:lnTo>
                <a:lnTo>
                  <a:pt x="1855672" y="185215"/>
                </a:lnTo>
                <a:lnTo>
                  <a:pt x="1859347" y="185215"/>
                </a:lnTo>
                <a:lnTo>
                  <a:pt x="1863021" y="185215"/>
                </a:lnTo>
                <a:lnTo>
                  <a:pt x="1866696" y="185215"/>
                </a:lnTo>
                <a:lnTo>
                  <a:pt x="1870371" y="185215"/>
                </a:lnTo>
                <a:lnTo>
                  <a:pt x="1874045" y="185215"/>
                </a:lnTo>
                <a:lnTo>
                  <a:pt x="1877720" y="185215"/>
                </a:lnTo>
                <a:lnTo>
                  <a:pt x="1874045" y="185215"/>
                </a:lnTo>
                <a:lnTo>
                  <a:pt x="1870371" y="185215"/>
                </a:lnTo>
                <a:lnTo>
                  <a:pt x="1866696" y="185215"/>
                </a:lnTo>
                <a:lnTo>
                  <a:pt x="1863021" y="185215"/>
                </a:lnTo>
                <a:lnTo>
                  <a:pt x="1859347" y="185215"/>
                </a:lnTo>
                <a:lnTo>
                  <a:pt x="1855672" y="185215"/>
                </a:lnTo>
                <a:lnTo>
                  <a:pt x="1851998" y="185215"/>
                </a:lnTo>
                <a:lnTo>
                  <a:pt x="1848323" y="185215"/>
                </a:lnTo>
                <a:lnTo>
                  <a:pt x="1844648" y="185215"/>
                </a:lnTo>
                <a:lnTo>
                  <a:pt x="1840974" y="185215"/>
                </a:lnTo>
                <a:lnTo>
                  <a:pt x="1837299" y="185215"/>
                </a:lnTo>
                <a:lnTo>
                  <a:pt x="1833625" y="185215"/>
                </a:lnTo>
                <a:lnTo>
                  <a:pt x="1829950" y="185215"/>
                </a:lnTo>
                <a:lnTo>
                  <a:pt x="1826275" y="185215"/>
                </a:lnTo>
                <a:lnTo>
                  <a:pt x="1822601" y="185215"/>
                </a:lnTo>
                <a:lnTo>
                  <a:pt x="1818926" y="185215"/>
                </a:lnTo>
                <a:lnTo>
                  <a:pt x="1815252" y="185215"/>
                </a:lnTo>
                <a:lnTo>
                  <a:pt x="1811577" y="185215"/>
                </a:lnTo>
                <a:lnTo>
                  <a:pt x="1807902" y="185215"/>
                </a:lnTo>
                <a:lnTo>
                  <a:pt x="1804228" y="185215"/>
                </a:lnTo>
                <a:lnTo>
                  <a:pt x="1800553" y="185215"/>
                </a:lnTo>
                <a:lnTo>
                  <a:pt x="1796879" y="185215"/>
                </a:lnTo>
                <a:lnTo>
                  <a:pt x="1793204" y="185215"/>
                </a:lnTo>
                <a:lnTo>
                  <a:pt x="1789529" y="185215"/>
                </a:lnTo>
                <a:lnTo>
                  <a:pt x="1785855" y="185215"/>
                </a:lnTo>
                <a:lnTo>
                  <a:pt x="1782180" y="185215"/>
                </a:lnTo>
                <a:lnTo>
                  <a:pt x="1778506" y="185215"/>
                </a:lnTo>
                <a:lnTo>
                  <a:pt x="1774831" y="185215"/>
                </a:lnTo>
                <a:lnTo>
                  <a:pt x="1771156" y="185215"/>
                </a:lnTo>
                <a:lnTo>
                  <a:pt x="1767482" y="185215"/>
                </a:lnTo>
                <a:lnTo>
                  <a:pt x="1763807" y="185215"/>
                </a:lnTo>
                <a:lnTo>
                  <a:pt x="1760133" y="185215"/>
                </a:lnTo>
                <a:lnTo>
                  <a:pt x="1756458" y="185215"/>
                </a:lnTo>
                <a:lnTo>
                  <a:pt x="1752783" y="185215"/>
                </a:lnTo>
                <a:lnTo>
                  <a:pt x="1749109" y="185215"/>
                </a:lnTo>
                <a:lnTo>
                  <a:pt x="1745434" y="185215"/>
                </a:lnTo>
                <a:lnTo>
                  <a:pt x="1741760" y="185215"/>
                </a:lnTo>
                <a:lnTo>
                  <a:pt x="1738085" y="185215"/>
                </a:lnTo>
                <a:lnTo>
                  <a:pt x="1734410" y="185215"/>
                </a:lnTo>
                <a:lnTo>
                  <a:pt x="1730736" y="185215"/>
                </a:lnTo>
                <a:lnTo>
                  <a:pt x="1727061" y="185215"/>
                </a:lnTo>
                <a:lnTo>
                  <a:pt x="1723387" y="185215"/>
                </a:lnTo>
                <a:lnTo>
                  <a:pt x="1719712" y="185215"/>
                </a:lnTo>
                <a:lnTo>
                  <a:pt x="1716037" y="185215"/>
                </a:lnTo>
                <a:lnTo>
                  <a:pt x="1712363" y="185215"/>
                </a:lnTo>
                <a:lnTo>
                  <a:pt x="1708688" y="185215"/>
                </a:lnTo>
                <a:lnTo>
                  <a:pt x="1705014" y="185215"/>
                </a:lnTo>
                <a:lnTo>
                  <a:pt x="1701339" y="185215"/>
                </a:lnTo>
                <a:lnTo>
                  <a:pt x="1697664" y="185215"/>
                </a:lnTo>
                <a:lnTo>
                  <a:pt x="1693990" y="185215"/>
                </a:lnTo>
                <a:lnTo>
                  <a:pt x="1690315" y="185215"/>
                </a:lnTo>
                <a:lnTo>
                  <a:pt x="1686641" y="185215"/>
                </a:lnTo>
                <a:lnTo>
                  <a:pt x="1682966" y="185215"/>
                </a:lnTo>
                <a:lnTo>
                  <a:pt x="1679291" y="185215"/>
                </a:lnTo>
                <a:lnTo>
                  <a:pt x="1675617" y="185215"/>
                </a:lnTo>
                <a:lnTo>
                  <a:pt x="1671942" y="185215"/>
                </a:lnTo>
                <a:lnTo>
                  <a:pt x="1668268" y="185215"/>
                </a:lnTo>
                <a:lnTo>
                  <a:pt x="1664593" y="185215"/>
                </a:lnTo>
                <a:lnTo>
                  <a:pt x="1660918" y="185215"/>
                </a:lnTo>
                <a:lnTo>
                  <a:pt x="1657244" y="185215"/>
                </a:lnTo>
                <a:lnTo>
                  <a:pt x="1653569" y="185215"/>
                </a:lnTo>
                <a:lnTo>
                  <a:pt x="1649895" y="185215"/>
                </a:lnTo>
                <a:lnTo>
                  <a:pt x="1646220" y="185215"/>
                </a:lnTo>
                <a:lnTo>
                  <a:pt x="1642545" y="185215"/>
                </a:lnTo>
                <a:lnTo>
                  <a:pt x="1638871" y="185215"/>
                </a:lnTo>
                <a:lnTo>
                  <a:pt x="1635196" y="185215"/>
                </a:lnTo>
                <a:lnTo>
                  <a:pt x="1631522" y="185215"/>
                </a:lnTo>
                <a:lnTo>
                  <a:pt x="1627847" y="185215"/>
                </a:lnTo>
                <a:lnTo>
                  <a:pt x="1624172" y="185215"/>
                </a:lnTo>
                <a:lnTo>
                  <a:pt x="1620498" y="185215"/>
                </a:lnTo>
                <a:lnTo>
                  <a:pt x="1616823" y="185215"/>
                </a:lnTo>
                <a:lnTo>
                  <a:pt x="1613149" y="185215"/>
                </a:lnTo>
                <a:lnTo>
                  <a:pt x="1609474" y="185215"/>
                </a:lnTo>
                <a:lnTo>
                  <a:pt x="1605799" y="185215"/>
                </a:lnTo>
                <a:lnTo>
                  <a:pt x="1602125" y="185215"/>
                </a:lnTo>
                <a:lnTo>
                  <a:pt x="1598450" y="185215"/>
                </a:lnTo>
                <a:lnTo>
                  <a:pt x="1594776" y="185215"/>
                </a:lnTo>
                <a:lnTo>
                  <a:pt x="1591101" y="185215"/>
                </a:lnTo>
                <a:lnTo>
                  <a:pt x="1587426" y="185215"/>
                </a:lnTo>
                <a:lnTo>
                  <a:pt x="1583752" y="185215"/>
                </a:lnTo>
                <a:lnTo>
                  <a:pt x="1580077" y="185215"/>
                </a:lnTo>
                <a:lnTo>
                  <a:pt x="1576403" y="185215"/>
                </a:lnTo>
                <a:lnTo>
                  <a:pt x="1572728" y="185215"/>
                </a:lnTo>
                <a:lnTo>
                  <a:pt x="1569053" y="185215"/>
                </a:lnTo>
                <a:lnTo>
                  <a:pt x="1565379" y="185215"/>
                </a:lnTo>
                <a:lnTo>
                  <a:pt x="1561704" y="185215"/>
                </a:lnTo>
                <a:lnTo>
                  <a:pt x="1558030" y="185215"/>
                </a:lnTo>
                <a:lnTo>
                  <a:pt x="1554355" y="185215"/>
                </a:lnTo>
                <a:lnTo>
                  <a:pt x="1550680" y="185215"/>
                </a:lnTo>
                <a:lnTo>
                  <a:pt x="1547006" y="185215"/>
                </a:lnTo>
                <a:lnTo>
                  <a:pt x="1543331" y="185215"/>
                </a:lnTo>
                <a:lnTo>
                  <a:pt x="1539657" y="185215"/>
                </a:lnTo>
                <a:lnTo>
                  <a:pt x="1535982" y="185215"/>
                </a:lnTo>
                <a:lnTo>
                  <a:pt x="1532307" y="185215"/>
                </a:lnTo>
                <a:lnTo>
                  <a:pt x="1528633" y="185215"/>
                </a:lnTo>
                <a:lnTo>
                  <a:pt x="1524958" y="185215"/>
                </a:lnTo>
                <a:lnTo>
                  <a:pt x="1521284" y="185215"/>
                </a:lnTo>
                <a:lnTo>
                  <a:pt x="1517609" y="185215"/>
                </a:lnTo>
                <a:lnTo>
                  <a:pt x="1513934" y="185215"/>
                </a:lnTo>
                <a:lnTo>
                  <a:pt x="1510260" y="185215"/>
                </a:lnTo>
                <a:lnTo>
                  <a:pt x="1506585" y="185215"/>
                </a:lnTo>
                <a:lnTo>
                  <a:pt x="1502911" y="185215"/>
                </a:lnTo>
                <a:lnTo>
                  <a:pt x="1499236" y="185215"/>
                </a:lnTo>
                <a:lnTo>
                  <a:pt x="1495561" y="185215"/>
                </a:lnTo>
                <a:lnTo>
                  <a:pt x="1491887" y="185215"/>
                </a:lnTo>
                <a:lnTo>
                  <a:pt x="1488212" y="185215"/>
                </a:lnTo>
                <a:lnTo>
                  <a:pt x="1484538" y="185215"/>
                </a:lnTo>
                <a:lnTo>
                  <a:pt x="1480863" y="185215"/>
                </a:lnTo>
                <a:lnTo>
                  <a:pt x="1477188" y="185215"/>
                </a:lnTo>
                <a:lnTo>
                  <a:pt x="1473514" y="185215"/>
                </a:lnTo>
                <a:lnTo>
                  <a:pt x="1469839" y="185215"/>
                </a:lnTo>
                <a:lnTo>
                  <a:pt x="1466165" y="185215"/>
                </a:lnTo>
                <a:lnTo>
                  <a:pt x="1462490" y="185215"/>
                </a:lnTo>
                <a:lnTo>
                  <a:pt x="1458815" y="185215"/>
                </a:lnTo>
                <a:lnTo>
                  <a:pt x="1455141" y="185215"/>
                </a:lnTo>
                <a:lnTo>
                  <a:pt x="1451466" y="185215"/>
                </a:lnTo>
                <a:lnTo>
                  <a:pt x="1447792" y="185215"/>
                </a:lnTo>
                <a:lnTo>
                  <a:pt x="1444117" y="185215"/>
                </a:lnTo>
                <a:lnTo>
                  <a:pt x="1440442" y="185215"/>
                </a:lnTo>
                <a:lnTo>
                  <a:pt x="1436768" y="185215"/>
                </a:lnTo>
                <a:lnTo>
                  <a:pt x="1433093" y="185215"/>
                </a:lnTo>
                <a:lnTo>
                  <a:pt x="1429419" y="185215"/>
                </a:lnTo>
                <a:lnTo>
                  <a:pt x="1425744" y="185215"/>
                </a:lnTo>
                <a:lnTo>
                  <a:pt x="1422069" y="185215"/>
                </a:lnTo>
                <a:lnTo>
                  <a:pt x="1418395" y="185215"/>
                </a:lnTo>
                <a:lnTo>
                  <a:pt x="1414720" y="185215"/>
                </a:lnTo>
                <a:lnTo>
                  <a:pt x="1411046" y="185215"/>
                </a:lnTo>
                <a:lnTo>
                  <a:pt x="1407371" y="185215"/>
                </a:lnTo>
                <a:lnTo>
                  <a:pt x="1403696" y="185215"/>
                </a:lnTo>
                <a:lnTo>
                  <a:pt x="1400022" y="185215"/>
                </a:lnTo>
                <a:lnTo>
                  <a:pt x="1396347" y="185215"/>
                </a:lnTo>
                <a:lnTo>
                  <a:pt x="1392673" y="185215"/>
                </a:lnTo>
                <a:lnTo>
                  <a:pt x="1388998" y="185215"/>
                </a:lnTo>
                <a:lnTo>
                  <a:pt x="1385323" y="185215"/>
                </a:lnTo>
                <a:lnTo>
                  <a:pt x="1381649" y="185215"/>
                </a:lnTo>
                <a:lnTo>
                  <a:pt x="1377974" y="185215"/>
                </a:lnTo>
                <a:lnTo>
                  <a:pt x="1374300" y="185215"/>
                </a:lnTo>
                <a:lnTo>
                  <a:pt x="1370625" y="185215"/>
                </a:lnTo>
                <a:lnTo>
                  <a:pt x="1366950" y="185215"/>
                </a:lnTo>
                <a:lnTo>
                  <a:pt x="1363276" y="185215"/>
                </a:lnTo>
                <a:lnTo>
                  <a:pt x="1359601" y="185215"/>
                </a:lnTo>
                <a:lnTo>
                  <a:pt x="1355927" y="185215"/>
                </a:lnTo>
                <a:lnTo>
                  <a:pt x="1352252" y="185215"/>
                </a:lnTo>
                <a:lnTo>
                  <a:pt x="1348577" y="185215"/>
                </a:lnTo>
                <a:lnTo>
                  <a:pt x="1344903" y="185215"/>
                </a:lnTo>
                <a:lnTo>
                  <a:pt x="1341228" y="185215"/>
                </a:lnTo>
                <a:lnTo>
                  <a:pt x="1337554" y="185215"/>
                </a:lnTo>
                <a:lnTo>
                  <a:pt x="1333879" y="185215"/>
                </a:lnTo>
                <a:lnTo>
                  <a:pt x="1330205" y="185215"/>
                </a:lnTo>
                <a:lnTo>
                  <a:pt x="1326530" y="185215"/>
                </a:lnTo>
                <a:lnTo>
                  <a:pt x="1322855" y="185215"/>
                </a:lnTo>
                <a:lnTo>
                  <a:pt x="1319181" y="185215"/>
                </a:lnTo>
                <a:lnTo>
                  <a:pt x="1315506" y="185215"/>
                </a:lnTo>
                <a:lnTo>
                  <a:pt x="1311832" y="185215"/>
                </a:lnTo>
                <a:lnTo>
                  <a:pt x="1308157" y="185215"/>
                </a:lnTo>
                <a:lnTo>
                  <a:pt x="1304482" y="185215"/>
                </a:lnTo>
                <a:lnTo>
                  <a:pt x="1300808" y="185215"/>
                </a:lnTo>
                <a:lnTo>
                  <a:pt x="1297133" y="185215"/>
                </a:lnTo>
                <a:lnTo>
                  <a:pt x="1293459" y="185215"/>
                </a:lnTo>
                <a:lnTo>
                  <a:pt x="1289784" y="185215"/>
                </a:lnTo>
                <a:lnTo>
                  <a:pt x="1286109" y="185215"/>
                </a:lnTo>
                <a:lnTo>
                  <a:pt x="1282435" y="185215"/>
                </a:lnTo>
                <a:lnTo>
                  <a:pt x="1278760" y="185215"/>
                </a:lnTo>
                <a:lnTo>
                  <a:pt x="1275086" y="185215"/>
                </a:lnTo>
                <a:lnTo>
                  <a:pt x="1271411" y="185215"/>
                </a:lnTo>
                <a:lnTo>
                  <a:pt x="1267736" y="185215"/>
                </a:lnTo>
                <a:lnTo>
                  <a:pt x="1264062" y="185215"/>
                </a:lnTo>
                <a:lnTo>
                  <a:pt x="1260387" y="185215"/>
                </a:lnTo>
                <a:lnTo>
                  <a:pt x="1256713" y="185215"/>
                </a:lnTo>
                <a:lnTo>
                  <a:pt x="1253038" y="185215"/>
                </a:lnTo>
                <a:lnTo>
                  <a:pt x="1249363" y="185215"/>
                </a:lnTo>
                <a:lnTo>
                  <a:pt x="1245689" y="185215"/>
                </a:lnTo>
                <a:lnTo>
                  <a:pt x="1242014" y="185215"/>
                </a:lnTo>
                <a:lnTo>
                  <a:pt x="1238340" y="185215"/>
                </a:lnTo>
                <a:lnTo>
                  <a:pt x="1234665" y="185215"/>
                </a:lnTo>
                <a:lnTo>
                  <a:pt x="1230990" y="185215"/>
                </a:lnTo>
                <a:lnTo>
                  <a:pt x="1227316" y="185215"/>
                </a:lnTo>
                <a:lnTo>
                  <a:pt x="1223641" y="185215"/>
                </a:lnTo>
                <a:lnTo>
                  <a:pt x="1219967" y="185215"/>
                </a:lnTo>
                <a:lnTo>
                  <a:pt x="1216292" y="185215"/>
                </a:lnTo>
                <a:lnTo>
                  <a:pt x="1212617" y="185215"/>
                </a:lnTo>
                <a:lnTo>
                  <a:pt x="1208943" y="185215"/>
                </a:lnTo>
                <a:lnTo>
                  <a:pt x="1205268" y="185215"/>
                </a:lnTo>
                <a:lnTo>
                  <a:pt x="1201594" y="185215"/>
                </a:lnTo>
                <a:lnTo>
                  <a:pt x="1197919" y="185215"/>
                </a:lnTo>
                <a:lnTo>
                  <a:pt x="1194244" y="185215"/>
                </a:lnTo>
                <a:lnTo>
                  <a:pt x="1190570" y="185215"/>
                </a:lnTo>
                <a:lnTo>
                  <a:pt x="1186895" y="185215"/>
                </a:lnTo>
                <a:lnTo>
                  <a:pt x="1183221" y="185215"/>
                </a:lnTo>
                <a:lnTo>
                  <a:pt x="1179546" y="185215"/>
                </a:lnTo>
                <a:lnTo>
                  <a:pt x="1175871" y="185215"/>
                </a:lnTo>
                <a:lnTo>
                  <a:pt x="1172197" y="185215"/>
                </a:lnTo>
                <a:lnTo>
                  <a:pt x="1168522" y="185215"/>
                </a:lnTo>
                <a:lnTo>
                  <a:pt x="1164848" y="185215"/>
                </a:lnTo>
                <a:lnTo>
                  <a:pt x="1161173" y="185215"/>
                </a:lnTo>
                <a:lnTo>
                  <a:pt x="1157498" y="185215"/>
                </a:lnTo>
                <a:lnTo>
                  <a:pt x="1153824" y="185215"/>
                </a:lnTo>
                <a:lnTo>
                  <a:pt x="1150149" y="185215"/>
                </a:lnTo>
                <a:lnTo>
                  <a:pt x="1146475" y="185215"/>
                </a:lnTo>
                <a:lnTo>
                  <a:pt x="1142800" y="185215"/>
                </a:lnTo>
                <a:lnTo>
                  <a:pt x="1139125" y="185215"/>
                </a:lnTo>
                <a:lnTo>
                  <a:pt x="1135451" y="185215"/>
                </a:lnTo>
                <a:lnTo>
                  <a:pt x="1131776" y="185215"/>
                </a:lnTo>
                <a:lnTo>
                  <a:pt x="1128102" y="185215"/>
                </a:lnTo>
                <a:lnTo>
                  <a:pt x="1124427" y="185215"/>
                </a:lnTo>
                <a:lnTo>
                  <a:pt x="1120752" y="185215"/>
                </a:lnTo>
                <a:lnTo>
                  <a:pt x="1117078" y="185215"/>
                </a:lnTo>
                <a:lnTo>
                  <a:pt x="1113403" y="185215"/>
                </a:lnTo>
                <a:lnTo>
                  <a:pt x="1109729" y="185215"/>
                </a:lnTo>
                <a:lnTo>
                  <a:pt x="1106054" y="185215"/>
                </a:lnTo>
                <a:lnTo>
                  <a:pt x="1102379" y="185215"/>
                </a:lnTo>
                <a:lnTo>
                  <a:pt x="1098705" y="185215"/>
                </a:lnTo>
                <a:lnTo>
                  <a:pt x="1095030" y="185215"/>
                </a:lnTo>
                <a:lnTo>
                  <a:pt x="1091356" y="185215"/>
                </a:lnTo>
                <a:lnTo>
                  <a:pt x="1087681" y="185215"/>
                </a:lnTo>
                <a:lnTo>
                  <a:pt x="1084006" y="185215"/>
                </a:lnTo>
                <a:lnTo>
                  <a:pt x="1080332" y="185215"/>
                </a:lnTo>
                <a:lnTo>
                  <a:pt x="1076657" y="185215"/>
                </a:lnTo>
                <a:lnTo>
                  <a:pt x="1072983" y="185215"/>
                </a:lnTo>
                <a:lnTo>
                  <a:pt x="1069308" y="185215"/>
                </a:lnTo>
                <a:lnTo>
                  <a:pt x="1065633" y="185215"/>
                </a:lnTo>
                <a:lnTo>
                  <a:pt x="1061959" y="185215"/>
                </a:lnTo>
                <a:lnTo>
                  <a:pt x="1058284" y="185215"/>
                </a:lnTo>
                <a:lnTo>
                  <a:pt x="1054610" y="185215"/>
                </a:lnTo>
                <a:lnTo>
                  <a:pt x="1050935" y="185215"/>
                </a:lnTo>
                <a:lnTo>
                  <a:pt x="1047260" y="185215"/>
                </a:lnTo>
                <a:lnTo>
                  <a:pt x="1043586" y="185215"/>
                </a:lnTo>
                <a:lnTo>
                  <a:pt x="1039911" y="185215"/>
                </a:lnTo>
                <a:lnTo>
                  <a:pt x="1036237" y="185215"/>
                </a:lnTo>
                <a:lnTo>
                  <a:pt x="1032562" y="185215"/>
                </a:lnTo>
                <a:lnTo>
                  <a:pt x="1028887" y="185215"/>
                </a:lnTo>
                <a:lnTo>
                  <a:pt x="1025213" y="185215"/>
                </a:lnTo>
                <a:lnTo>
                  <a:pt x="1021538" y="185215"/>
                </a:lnTo>
                <a:lnTo>
                  <a:pt x="1017864" y="185215"/>
                </a:lnTo>
                <a:lnTo>
                  <a:pt x="1014189" y="185215"/>
                </a:lnTo>
                <a:lnTo>
                  <a:pt x="1010514" y="185215"/>
                </a:lnTo>
                <a:lnTo>
                  <a:pt x="1006840" y="185215"/>
                </a:lnTo>
                <a:lnTo>
                  <a:pt x="1003165" y="185215"/>
                </a:lnTo>
                <a:lnTo>
                  <a:pt x="999491" y="185215"/>
                </a:lnTo>
                <a:lnTo>
                  <a:pt x="995816" y="185215"/>
                </a:lnTo>
                <a:lnTo>
                  <a:pt x="992141" y="185215"/>
                </a:lnTo>
                <a:lnTo>
                  <a:pt x="988467" y="185215"/>
                </a:lnTo>
                <a:lnTo>
                  <a:pt x="984792" y="185215"/>
                </a:lnTo>
                <a:lnTo>
                  <a:pt x="981118" y="185215"/>
                </a:lnTo>
                <a:lnTo>
                  <a:pt x="977443" y="185215"/>
                </a:lnTo>
                <a:lnTo>
                  <a:pt x="973768" y="185215"/>
                </a:lnTo>
                <a:lnTo>
                  <a:pt x="970094" y="185215"/>
                </a:lnTo>
                <a:lnTo>
                  <a:pt x="966419" y="185215"/>
                </a:lnTo>
                <a:lnTo>
                  <a:pt x="962745" y="185215"/>
                </a:lnTo>
                <a:lnTo>
                  <a:pt x="959070" y="185215"/>
                </a:lnTo>
                <a:lnTo>
                  <a:pt x="955395" y="185215"/>
                </a:lnTo>
                <a:lnTo>
                  <a:pt x="951721" y="185215"/>
                </a:lnTo>
                <a:lnTo>
                  <a:pt x="948046" y="185215"/>
                </a:lnTo>
                <a:lnTo>
                  <a:pt x="944372" y="185215"/>
                </a:lnTo>
                <a:lnTo>
                  <a:pt x="940697" y="185215"/>
                </a:lnTo>
                <a:lnTo>
                  <a:pt x="937022" y="185215"/>
                </a:lnTo>
                <a:lnTo>
                  <a:pt x="933348" y="185215"/>
                </a:lnTo>
                <a:lnTo>
                  <a:pt x="929673" y="185215"/>
                </a:lnTo>
                <a:lnTo>
                  <a:pt x="925999" y="185215"/>
                </a:lnTo>
                <a:lnTo>
                  <a:pt x="922324" y="185215"/>
                </a:lnTo>
                <a:lnTo>
                  <a:pt x="918649" y="185215"/>
                </a:lnTo>
                <a:lnTo>
                  <a:pt x="914975" y="185215"/>
                </a:lnTo>
                <a:lnTo>
                  <a:pt x="911300" y="185215"/>
                </a:lnTo>
                <a:lnTo>
                  <a:pt x="907626" y="185215"/>
                </a:lnTo>
                <a:lnTo>
                  <a:pt x="903951" y="185215"/>
                </a:lnTo>
                <a:lnTo>
                  <a:pt x="900276" y="185215"/>
                </a:lnTo>
                <a:lnTo>
                  <a:pt x="896602" y="185215"/>
                </a:lnTo>
                <a:lnTo>
                  <a:pt x="892927" y="185215"/>
                </a:lnTo>
                <a:lnTo>
                  <a:pt x="889253" y="185215"/>
                </a:lnTo>
                <a:lnTo>
                  <a:pt x="885578" y="185215"/>
                </a:lnTo>
                <a:lnTo>
                  <a:pt x="881903" y="185215"/>
                </a:lnTo>
                <a:lnTo>
                  <a:pt x="878229" y="185215"/>
                </a:lnTo>
                <a:lnTo>
                  <a:pt x="874554" y="185215"/>
                </a:lnTo>
                <a:lnTo>
                  <a:pt x="870880" y="185215"/>
                </a:lnTo>
                <a:lnTo>
                  <a:pt x="867205" y="185215"/>
                </a:lnTo>
                <a:lnTo>
                  <a:pt x="863530" y="185215"/>
                </a:lnTo>
                <a:lnTo>
                  <a:pt x="859856" y="185215"/>
                </a:lnTo>
                <a:lnTo>
                  <a:pt x="856181" y="185215"/>
                </a:lnTo>
                <a:lnTo>
                  <a:pt x="852507" y="185215"/>
                </a:lnTo>
                <a:lnTo>
                  <a:pt x="848832" y="185215"/>
                </a:lnTo>
                <a:lnTo>
                  <a:pt x="845157" y="185215"/>
                </a:lnTo>
                <a:lnTo>
                  <a:pt x="841483" y="185215"/>
                </a:lnTo>
                <a:lnTo>
                  <a:pt x="837808" y="185215"/>
                </a:lnTo>
                <a:lnTo>
                  <a:pt x="834134" y="185215"/>
                </a:lnTo>
                <a:lnTo>
                  <a:pt x="830459" y="185215"/>
                </a:lnTo>
                <a:lnTo>
                  <a:pt x="826784" y="185215"/>
                </a:lnTo>
                <a:lnTo>
                  <a:pt x="823110" y="185215"/>
                </a:lnTo>
                <a:lnTo>
                  <a:pt x="819435" y="185215"/>
                </a:lnTo>
                <a:lnTo>
                  <a:pt x="815761" y="185215"/>
                </a:lnTo>
                <a:lnTo>
                  <a:pt x="812086" y="185215"/>
                </a:lnTo>
                <a:lnTo>
                  <a:pt x="808411" y="185215"/>
                </a:lnTo>
                <a:lnTo>
                  <a:pt x="804737" y="185215"/>
                </a:lnTo>
                <a:lnTo>
                  <a:pt x="801062" y="185215"/>
                </a:lnTo>
                <a:lnTo>
                  <a:pt x="797388" y="185215"/>
                </a:lnTo>
                <a:lnTo>
                  <a:pt x="793713" y="185215"/>
                </a:lnTo>
                <a:lnTo>
                  <a:pt x="790038" y="185215"/>
                </a:lnTo>
                <a:lnTo>
                  <a:pt x="786364" y="185215"/>
                </a:lnTo>
                <a:lnTo>
                  <a:pt x="782689" y="185215"/>
                </a:lnTo>
                <a:lnTo>
                  <a:pt x="779015" y="185215"/>
                </a:lnTo>
                <a:lnTo>
                  <a:pt x="775340" y="185215"/>
                </a:lnTo>
                <a:lnTo>
                  <a:pt x="771665" y="185215"/>
                </a:lnTo>
                <a:lnTo>
                  <a:pt x="767991" y="185215"/>
                </a:lnTo>
                <a:lnTo>
                  <a:pt x="764316" y="185215"/>
                </a:lnTo>
                <a:lnTo>
                  <a:pt x="760642" y="185215"/>
                </a:lnTo>
                <a:lnTo>
                  <a:pt x="756967" y="185215"/>
                </a:lnTo>
                <a:lnTo>
                  <a:pt x="753292" y="185215"/>
                </a:lnTo>
                <a:lnTo>
                  <a:pt x="749618" y="185215"/>
                </a:lnTo>
                <a:lnTo>
                  <a:pt x="745943" y="185215"/>
                </a:lnTo>
                <a:lnTo>
                  <a:pt x="742269" y="185215"/>
                </a:lnTo>
                <a:lnTo>
                  <a:pt x="738594" y="185215"/>
                </a:lnTo>
                <a:lnTo>
                  <a:pt x="734919" y="185215"/>
                </a:lnTo>
                <a:lnTo>
                  <a:pt x="731245" y="185215"/>
                </a:lnTo>
                <a:lnTo>
                  <a:pt x="727570" y="185215"/>
                </a:lnTo>
                <a:lnTo>
                  <a:pt x="723896" y="185215"/>
                </a:lnTo>
                <a:lnTo>
                  <a:pt x="720221" y="185215"/>
                </a:lnTo>
                <a:lnTo>
                  <a:pt x="716546" y="185215"/>
                </a:lnTo>
                <a:lnTo>
                  <a:pt x="712872" y="185215"/>
                </a:lnTo>
                <a:lnTo>
                  <a:pt x="709197" y="185215"/>
                </a:lnTo>
                <a:lnTo>
                  <a:pt x="705523" y="185215"/>
                </a:lnTo>
                <a:lnTo>
                  <a:pt x="701848" y="185215"/>
                </a:lnTo>
                <a:lnTo>
                  <a:pt x="698173" y="185215"/>
                </a:lnTo>
                <a:lnTo>
                  <a:pt x="694499" y="185215"/>
                </a:lnTo>
                <a:lnTo>
                  <a:pt x="690824" y="185215"/>
                </a:lnTo>
                <a:lnTo>
                  <a:pt x="687150" y="185215"/>
                </a:lnTo>
                <a:lnTo>
                  <a:pt x="683475" y="185215"/>
                </a:lnTo>
                <a:lnTo>
                  <a:pt x="679800" y="185215"/>
                </a:lnTo>
                <a:lnTo>
                  <a:pt x="676126" y="185215"/>
                </a:lnTo>
                <a:lnTo>
                  <a:pt x="672451" y="185215"/>
                </a:lnTo>
                <a:lnTo>
                  <a:pt x="668777" y="185215"/>
                </a:lnTo>
                <a:lnTo>
                  <a:pt x="665102" y="185215"/>
                </a:lnTo>
                <a:lnTo>
                  <a:pt x="661427" y="185215"/>
                </a:lnTo>
                <a:lnTo>
                  <a:pt x="657753" y="185215"/>
                </a:lnTo>
                <a:lnTo>
                  <a:pt x="654078" y="185215"/>
                </a:lnTo>
                <a:lnTo>
                  <a:pt x="650404" y="185215"/>
                </a:lnTo>
                <a:lnTo>
                  <a:pt x="646729" y="185215"/>
                </a:lnTo>
                <a:lnTo>
                  <a:pt x="643054" y="185215"/>
                </a:lnTo>
                <a:lnTo>
                  <a:pt x="639380" y="185215"/>
                </a:lnTo>
                <a:lnTo>
                  <a:pt x="635705" y="185215"/>
                </a:lnTo>
                <a:lnTo>
                  <a:pt x="632031" y="185215"/>
                </a:lnTo>
                <a:lnTo>
                  <a:pt x="628356" y="185215"/>
                </a:lnTo>
                <a:lnTo>
                  <a:pt x="624681" y="185215"/>
                </a:lnTo>
                <a:lnTo>
                  <a:pt x="621007" y="185215"/>
                </a:lnTo>
                <a:lnTo>
                  <a:pt x="617332" y="185215"/>
                </a:lnTo>
                <a:lnTo>
                  <a:pt x="613658" y="185215"/>
                </a:lnTo>
                <a:lnTo>
                  <a:pt x="609983" y="185215"/>
                </a:lnTo>
                <a:lnTo>
                  <a:pt x="606308" y="185215"/>
                </a:lnTo>
                <a:lnTo>
                  <a:pt x="602634" y="185215"/>
                </a:lnTo>
                <a:lnTo>
                  <a:pt x="598959" y="185215"/>
                </a:lnTo>
                <a:lnTo>
                  <a:pt x="595285" y="185215"/>
                </a:lnTo>
                <a:lnTo>
                  <a:pt x="591610" y="185215"/>
                </a:lnTo>
                <a:lnTo>
                  <a:pt x="587935" y="185215"/>
                </a:lnTo>
                <a:lnTo>
                  <a:pt x="584261" y="185215"/>
                </a:lnTo>
                <a:lnTo>
                  <a:pt x="580586" y="185215"/>
                </a:lnTo>
                <a:lnTo>
                  <a:pt x="576912" y="185215"/>
                </a:lnTo>
                <a:lnTo>
                  <a:pt x="573237" y="185215"/>
                </a:lnTo>
                <a:lnTo>
                  <a:pt x="569562" y="185215"/>
                </a:lnTo>
                <a:lnTo>
                  <a:pt x="565888" y="185215"/>
                </a:lnTo>
                <a:lnTo>
                  <a:pt x="562213" y="185215"/>
                </a:lnTo>
                <a:lnTo>
                  <a:pt x="558539" y="185215"/>
                </a:lnTo>
                <a:lnTo>
                  <a:pt x="554864" y="185215"/>
                </a:lnTo>
                <a:lnTo>
                  <a:pt x="551189" y="185215"/>
                </a:lnTo>
                <a:lnTo>
                  <a:pt x="547515" y="185215"/>
                </a:lnTo>
                <a:lnTo>
                  <a:pt x="543840" y="185215"/>
                </a:lnTo>
                <a:lnTo>
                  <a:pt x="540166" y="185215"/>
                </a:lnTo>
                <a:lnTo>
                  <a:pt x="536491" y="185215"/>
                </a:lnTo>
                <a:lnTo>
                  <a:pt x="532816" y="185215"/>
                </a:lnTo>
                <a:lnTo>
                  <a:pt x="529142" y="185215"/>
                </a:lnTo>
                <a:lnTo>
                  <a:pt x="525467" y="185215"/>
                </a:lnTo>
                <a:lnTo>
                  <a:pt x="521793" y="185215"/>
                </a:lnTo>
                <a:lnTo>
                  <a:pt x="518118" y="185215"/>
                </a:lnTo>
                <a:lnTo>
                  <a:pt x="514443" y="185215"/>
                </a:lnTo>
                <a:lnTo>
                  <a:pt x="510769" y="185215"/>
                </a:lnTo>
                <a:lnTo>
                  <a:pt x="507094" y="185215"/>
                </a:lnTo>
                <a:lnTo>
                  <a:pt x="503420" y="185215"/>
                </a:lnTo>
                <a:lnTo>
                  <a:pt x="499745" y="185215"/>
                </a:lnTo>
                <a:lnTo>
                  <a:pt x="496070" y="185215"/>
                </a:lnTo>
                <a:lnTo>
                  <a:pt x="492396" y="185215"/>
                </a:lnTo>
                <a:lnTo>
                  <a:pt x="488721" y="185215"/>
                </a:lnTo>
                <a:lnTo>
                  <a:pt x="485047" y="185215"/>
                </a:lnTo>
                <a:lnTo>
                  <a:pt x="481372" y="185215"/>
                </a:lnTo>
                <a:lnTo>
                  <a:pt x="477697" y="185215"/>
                </a:lnTo>
                <a:lnTo>
                  <a:pt x="474023" y="185215"/>
                </a:lnTo>
                <a:lnTo>
                  <a:pt x="470348" y="185215"/>
                </a:lnTo>
                <a:lnTo>
                  <a:pt x="466674" y="185215"/>
                </a:lnTo>
                <a:lnTo>
                  <a:pt x="462999" y="185215"/>
                </a:lnTo>
                <a:lnTo>
                  <a:pt x="459324" y="185215"/>
                </a:lnTo>
                <a:lnTo>
                  <a:pt x="455650" y="185215"/>
                </a:lnTo>
                <a:lnTo>
                  <a:pt x="451975" y="185215"/>
                </a:lnTo>
                <a:lnTo>
                  <a:pt x="448301" y="185215"/>
                </a:lnTo>
                <a:lnTo>
                  <a:pt x="444626" y="185215"/>
                </a:lnTo>
                <a:lnTo>
                  <a:pt x="440951" y="185215"/>
                </a:lnTo>
                <a:lnTo>
                  <a:pt x="437277" y="185215"/>
                </a:lnTo>
                <a:lnTo>
                  <a:pt x="433602" y="185215"/>
                </a:lnTo>
                <a:lnTo>
                  <a:pt x="429928" y="185215"/>
                </a:lnTo>
                <a:lnTo>
                  <a:pt x="426253" y="185215"/>
                </a:lnTo>
                <a:lnTo>
                  <a:pt x="422578" y="185215"/>
                </a:lnTo>
                <a:lnTo>
                  <a:pt x="418904" y="185215"/>
                </a:lnTo>
                <a:lnTo>
                  <a:pt x="415229" y="185215"/>
                </a:lnTo>
                <a:lnTo>
                  <a:pt x="411555" y="185215"/>
                </a:lnTo>
                <a:lnTo>
                  <a:pt x="407880" y="185215"/>
                </a:lnTo>
                <a:lnTo>
                  <a:pt x="404205" y="185215"/>
                </a:lnTo>
                <a:lnTo>
                  <a:pt x="400531" y="185215"/>
                </a:lnTo>
                <a:lnTo>
                  <a:pt x="396856" y="185215"/>
                </a:lnTo>
                <a:lnTo>
                  <a:pt x="393182" y="185215"/>
                </a:lnTo>
                <a:lnTo>
                  <a:pt x="389507" y="185215"/>
                </a:lnTo>
                <a:lnTo>
                  <a:pt x="385832" y="185215"/>
                </a:lnTo>
                <a:lnTo>
                  <a:pt x="382158" y="185215"/>
                </a:lnTo>
                <a:lnTo>
                  <a:pt x="378483" y="185215"/>
                </a:lnTo>
                <a:lnTo>
                  <a:pt x="374809" y="185215"/>
                </a:lnTo>
                <a:lnTo>
                  <a:pt x="371134" y="185215"/>
                </a:lnTo>
                <a:lnTo>
                  <a:pt x="367459" y="185215"/>
                </a:lnTo>
                <a:lnTo>
                  <a:pt x="363785" y="185215"/>
                </a:lnTo>
                <a:lnTo>
                  <a:pt x="360110" y="185215"/>
                </a:lnTo>
                <a:lnTo>
                  <a:pt x="356436" y="185215"/>
                </a:lnTo>
                <a:lnTo>
                  <a:pt x="352761" y="185215"/>
                </a:lnTo>
                <a:lnTo>
                  <a:pt x="349086" y="185215"/>
                </a:lnTo>
                <a:lnTo>
                  <a:pt x="345412" y="185215"/>
                </a:lnTo>
                <a:lnTo>
                  <a:pt x="341737" y="185215"/>
                </a:lnTo>
                <a:lnTo>
                  <a:pt x="338063" y="185215"/>
                </a:lnTo>
                <a:lnTo>
                  <a:pt x="334388" y="185215"/>
                </a:lnTo>
                <a:lnTo>
                  <a:pt x="330713" y="185215"/>
                </a:lnTo>
                <a:lnTo>
                  <a:pt x="327039" y="185215"/>
                </a:lnTo>
                <a:lnTo>
                  <a:pt x="323364" y="185215"/>
                </a:lnTo>
                <a:lnTo>
                  <a:pt x="319690" y="185215"/>
                </a:lnTo>
                <a:lnTo>
                  <a:pt x="316015" y="185215"/>
                </a:lnTo>
                <a:lnTo>
                  <a:pt x="312340" y="185215"/>
                </a:lnTo>
                <a:lnTo>
                  <a:pt x="308666" y="185215"/>
                </a:lnTo>
                <a:lnTo>
                  <a:pt x="304991" y="185215"/>
                </a:lnTo>
                <a:lnTo>
                  <a:pt x="301317" y="185215"/>
                </a:lnTo>
                <a:lnTo>
                  <a:pt x="297642" y="185215"/>
                </a:lnTo>
                <a:lnTo>
                  <a:pt x="293967" y="185215"/>
                </a:lnTo>
                <a:lnTo>
                  <a:pt x="290293" y="185215"/>
                </a:lnTo>
                <a:lnTo>
                  <a:pt x="286618" y="185215"/>
                </a:lnTo>
                <a:lnTo>
                  <a:pt x="282944" y="185215"/>
                </a:lnTo>
                <a:lnTo>
                  <a:pt x="279269" y="185215"/>
                </a:lnTo>
                <a:lnTo>
                  <a:pt x="275594" y="185215"/>
                </a:lnTo>
                <a:lnTo>
                  <a:pt x="271920" y="185215"/>
                </a:lnTo>
                <a:lnTo>
                  <a:pt x="268245" y="185215"/>
                </a:lnTo>
                <a:lnTo>
                  <a:pt x="264571" y="185215"/>
                </a:lnTo>
                <a:lnTo>
                  <a:pt x="260896" y="185215"/>
                </a:lnTo>
                <a:lnTo>
                  <a:pt x="257221" y="185215"/>
                </a:lnTo>
                <a:lnTo>
                  <a:pt x="253547" y="185215"/>
                </a:lnTo>
                <a:lnTo>
                  <a:pt x="249872" y="185215"/>
                </a:lnTo>
                <a:lnTo>
                  <a:pt x="246198" y="185215"/>
                </a:lnTo>
                <a:lnTo>
                  <a:pt x="242523" y="185215"/>
                </a:lnTo>
                <a:lnTo>
                  <a:pt x="238848" y="185215"/>
                </a:lnTo>
                <a:lnTo>
                  <a:pt x="235174" y="185215"/>
                </a:lnTo>
                <a:lnTo>
                  <a:pt x="231499" y="185215"/>
                </a:lnTo>
                <a:lnTo>
                  <a:pt x="227825" y="185215"/>
                </a:lnTo>
                <a:lnTo>
                  <a:pt x="224150" y="185215"/>
                </a:lnTo>
                <a:lnTo>
                  <a:pt x="220475" y="185215"/>
                </a:lnTo>
                <a:lnTo>
                  <a:pt x="216801" y="185215"/>
                </a:lnTo>
                <a:lnTo>
                  <a:pt x="213126" y="185215"/>
                </a:lnTo>
                <a:lnTo>
                  <a:pt x="209452" y="185215"/>
                </a:lnTo>
                <a:lnTo>
                  <a:pt x="205777" y="185215"/>
                </a:lnTo>
                <a:lnTo>
                  <a:pt x="202102" y="185215"/>
                </a:lnTo>
                <a:lnTo>
                  <a:pt x="198428" y="185215"/>
                </a:lnTo>
                <a:lnTo>
                  <a:pt x="194753" y="185215"/>
                </a:lnTo>
                <a:lnTo>
                  <a:pt x="191079" y="185215"/>
                </a:lnTo>
                <a:lnTo>
                  <a:pt x="187404" y="185215"/>
                </a:lnTo>
                <a:lnTo>
                  <a:pt x="183729" y="185215"/>
                </a:lnTo>
                <a:lnTo>
                  <a:pt x="180055" y="185215"/>
                </a:lnTo>
                <a:lnTo>
                  <a:pt x="176380" y="185215"/>
                </a:lnTo>
                <a:lnTo>
                  <a:pt x="172706" y="185215"/>
                </a:lnTo>
                <a:lnTo>
                  <a:pt x="169031" y="185215"/>
                </a:lnTo>
                <a:lnTo>
                  <a:pt x="165356" y="185215"/>
                </a:lnTo>
                <a:lnTo>
                  <a:pt x="161682" y="185215"/>
                </a:lnTo>
                <a:lnTo>
                  <a:pt x="158007" y="185215"/>
                </a:lnTo>
                <a:lnTo>
                  <a:pt x="154333" y="185215"/>
                </a:lnTo>
                <a:lnTo>
                  <a:pt x="150658" y="185215"/>
                </a:lnTo>
                <a:lnTo>
                  <a:pt x="146983" y="185215"/>
                </a:lnTo>
                <a:lnTo>
                  <a:pt x="143309" y="185215"/>
                </a:lnTo>
                <a:lnTo>
                  <a:pt x="139634" y="185215"/>
                </a:lnTo>
                <a:lnTo>
                  <a:pt x="135960" y="185215"/>
                </a:lnTo>
                <a:lnTo>
                  <a:pt x="132285" y="185215"/>
                </a:lnTo>
                <a:lnTo>
                  <a:pt x="128610" y="185215"/>
                </a:lnTo>
                <a:lnTo>
                  <a:pt x="124936" y="185215"/>
                </a:lnTo>
                <a:lnTo>
                  <a:pt x="121261" y="185215"/>
                </a:lnTo>
                <a:lnTo>
                  <a:pt x="117587" y="185215"/>
                </a:lnTo>
                <a:lnTo>
                  <a:pt x="113912" y="185215"/>
                </a:lnTo>
                <a:lnTo>
                  <a:pt x="110237" y="185215"/>
                </a:lnTo>
                <a:lnTo>
                  <a:pt x="106563" y="185215"/>
                </a:lnTo>
                <a:lnTo>
                  <a:pt x="102888" y="185215"/>
                </a:lnTo>
                <a:lnTo>
                  <a:pt x="99214" y="185215"/>
                </a:lnTo>
                <a:lnTo>
                  <a:pt x="95539" y="185215"/>
                </a:lnTo>
                <a:lnTo>
                  <a:pt x="91864" y="185215"/>
                </a:lnTo>
                <a:lnTo>
                  <a:pt x="88190" y="185215"/>
                </a:lnTo>
                <a:lnTo>
                  <a:pt x="84515" y="185215"/>
                </a:lnTo>
                <a:lnTo>
                  <a:pt x="80841" y="185215"/>
                </a:lnTo>
                <a:lnTo>
                  <a:pt x="77166" y="185215"/>
                </a:lnTo>
                <a:lnTo>
                  <a:pt x="73491" y="185215"/>
                </a:lnTo>
                <a:lnTo>
                  <a:pt x="69817" y="185215"/>
                </a:lnTo>
                <a:lnTo>
                  <a:pt x="66142" y="185215"/>
                </a:lnTo>
                <a:lnTo>
                  <a:pt x="62468" y="185215"/>
                </a:lnTo>
                <a:lnTo>
                  <a:pt x="58793" y="185215"/>
                </a:lnTo>
                <a:lnTo>
                  <a:pt x="55118" y="185215"/>
                </a:lnTo>
                <a:lnTo>
                  <a:pt x="51444" y="185215"/>
                </a:lnTo>
                <a:lnTo>
                  <a:pt x="47769" y="185215"/>
                </a:lnTo>
                <a:lnTo>
                  <a:pt x="44095" y="185215"/>
                </a:lnTo>
                <a:lnTo>
                  <a:pt x="40420" y="185215"/>
                </a:lnTo>
                <a:lnTo>
                  <a:pt x="36745" y="185215"/>
                </a:lnTo>
                <a:lnTo>
                  <a:pt x="33071" y="185215"/>
                </a:lnTo>
                <a:lnTo>
                  <a:pt x="29396" y="185215"/>
                </a:lnTo>
                <a:lnTo>
                  <a:pt x="25722" y="185215"/>
                </a:lnTo>
                <a:lnTo>
                  <a:pt x="22047" y="185215"/>
                </a:lnTo>
                <a:lnTo>
                  <a:pt x="18372" y="185215"/>
                </a:lnTo>
                <a:lnTo>
                  <a:pt x="14698" y="185215"/>
                </a:lnTo>
                <a:lnTo>
                  <a:pt x="11023" y="185215"/>
                </a:lnTo>
                <a:lnTo>
                  <a:pt x="7349" y="185215"/>
                </a:lnTo>
                <a:lnTo>
                  <a:pt x="3674" y="185215"/>
                </a:lnTo>
                <a:lnTo>
                  <a:pt x="0" y="185215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05" name="pl105"/>
          <p:cNvSpPr/>
          <p:nvPr/>
        </p:nvSpPr>
        <p:spPr>
          <a:xfrm>
            <a:off x="6702581" y="2554478"/>
            <a:ext cx="1877720" cy="185215"/>
          </a:xfrm>
          <a:custGeom>
            <a:avLst/>
            <a:gdLst/>
            <a:ahLst/>
            <a:cxnLst/>
            <a:rect l="0" t="0" r="0" b="0"/>
            <a:pathLst>
              <a:path w="1877720" h="185215">
                <a:moveTo>
                  <a:pt x="0" y="184504"/>
                </a:moveTo>
                <a:lnTo>
                  <a:pt x="3674" y="184440"/>
                </a:lnTo>
                <a:lnTo>
                  <a:pt x="7349" y="184378"/>
                </a:lnTo>
                <a:lnTo>
                  <a:pt x="11023" y="184316"/>
                </a:lnTo>
                <a:lnTo>
                  <a:pt x="14698" y="184254"/>
                </a:lnTo>
                <a:lnTo>
                  <a:pt x="18372" y="184193"/>
                </a:lnTo>
                <a:lnTo>
                  <a:pt x="22047" y="184133"/>
                </a:lnTo>
                <a:lnTo>
                  <a:pt x="25722" y="184072"/>
                </a:lnTo>
                <a:lnTo>
                  <a:pt x="29396" y="184011"/>
                </a:lnTo>
                <a:lnTo>
                  <a:pt x="33071" y="183949"/>
                </a:lnTo>
                <a:lnTo>
                  <a:pt x="36745" y="183886"/>
                </a:lnTo>
                <a:lnTo>
                  <a:pt x="40420" y="183821"/>
                </a:lnTo>
                <a:lnTo>
                  <a:pt x="44095" y="183755"/>
                </a:lnTo>
                <a:lnTo>
                  <a:pt x="47769" y="183688"/>
                </a:lnTo>
                <a:lnTo>
                  <a:pt x="51444" y="183620"/>
                </a:lnTo>
                <a:lnTo>
                  <a:pt x="55118" y="183552"/>
                </a:lnTo>
                <a:lnTo>
                  <a:pt x="58793" y="183483"/>
                </a:lnTo>
                <a:lnTo>
                  <a:pt x="62468" y="183415"/>
                </a:lnTo>
                <a:lnTo>
                  <a:pt x="66142" y="183347"/>
                </a:lnTo>
                <a:lnTo>
                  <a:pt x="69817" y="183280"/>
                </a:lnTo>
                <a:lnTo>
                  <a:pt x="73491" y="183214"/>
                </a:lnTo>
                <a:lnTo>
                  <a:pt x="77166" y="183147"/>
                </a:lnTo>
                <a:lnTo>
                  <a:pt x="80841" y="183080"/>
                </a:lnTo>
                <a:lnTo>
                  <a:pt x="84515" y="183011"/>
                </a:lnTo>
                <a:lnTo>
                  <a:pt x="88190" y="182938"/>
                </a:lnTo>
                <a:lnTo>
                  <a:pt x="91864" y="182861"/>
                </a:lnTo>
                <a:lnTo>
                  <a:pt x="95539" y="182776"/>
                </a:lnTo>
                <a:lnTo>
                  <a:pt x="99214" y="182683"/>
                </a:lnTo>
                <a:lnTo>
                  <a:pt x="102888" y="182578"/>
                </a:lnTo>
                <a:lnTo>
                  <a:pt x="106563" y="182459"/>
                </a:lnTo>
                <a:lnTo>
                  <a:pt x="110237" y="182325"/>
                </a:lnTo>
                <a:lnTo>
                  <a:pt x="113912" y="182174"/>
                </a:lnTo>
                <a:lnTo>
                  <a:pt x="117587" y="182006"/>
                </a:lnTo>
                <a:lnTo>
                  <a:pt x="121261" y="181819"/>
                </a:lnTo>
                <a:lnTo>
                  <a:pt x="124936" y="181614"/>
                </a:lnTo>
                <a:lnTo>
                  <a:pt x="128610" y="181390"/>
                </a:lnTo>
                <a:lnTo>
                  <a:pt x="132285" y="181148"/>
                </a:lnTo>
                <a:lnTo>
                  <a:pt x="135960" y="180886"/>
                </a:lnTo>
                <a:lnTo>
                  <a:pt x="139634" y="180610"/>
                </a:lnTo>
                <a:lnTo>
                  <a:pt x="143309" y="180321"/>
                </a:lnTo>
                <a:lnTo>
                  <a:pt x="146983" y="180021"/>
                </a:lnTo>
                <a:lnTo>
                  <a:pt x="150658" y="179712"/>
                </a:lnTo>
                <a:lnTo>
                  <a:pt x="154333" y="179397"/>
                </a:lnTo>
                <a:lnTo>
                  <a:pt x="158007" y="179077"/>
                </a:lnTo>
                <a:lnTo>
                  <a:pt x="161682" y="178755"/>
                </a:lnTo>
                <a:lnTo>
                  <a:pt x="165356" y="178433"/>
                </a:lnTo>
                <a:lnTo>
                  <a:pt x="169031" y="178113"/>
                </a:lnTo>
                <a:lnTo>
                  <a:pt x="172706" y="177795"/>
                </a:lnTo>
                <a:lnTo>
                  <a:pt x="176380" y="177482"/>
                </a:lnTo>
                <a:lnTo>
                  <a:pt x="180055" y="177172"/>
                </a:lnTo>
                <a:lnTo>
                  <a:pt x="183729" y="176867"/>
                </a:lnTo>
                <a:lnTo>
                  <a:pt x="187404" y="176566"/>
                </a:lnTo>
                <a:lnTo>
                  <a:pt x="191079" y="176269"/>
                </a:lnTo>
                <a:lnTo>
                  <a:pt x="194753" y="175975"/>
                </a:lnTo>
                <a:lnTo>
                  <a:pt x="198428" y="175685"/>
                </a:lnTo>
                <a:lnTo>
                  <a:pt x="202102" y="175397"/>
                </a:lnTo>
                <a:lnTo>
                  <a:pt x="205777" y="175110"/>
                </a:lnTo>
                <a:lnTo>
                  <a:pt x="209452" y="174825"/>
                </a:lnTo>
                <a:lnTo>
                  <a:pt x="213126" y="174541"/>
                </a:lnTo>
                <a:lnTo>
                  <a:pt x="216801" y="174258"/>
                </a:lnTo>
                <a:lnTo>
                  <a:pt x="220475" y="173974"/>
                </a:lnTo>
                <a:lnTo>
                  <a:pt x="224150" y="173690"/>
                </a:lnTo>
                <a:lnTo>
                  <a:pt x="227825" y="173404"/>
                </a:lnTo>
                <a:lnTo>
                  <a:pt x="231499" y="173116"/>
                </a:lnTo>
                <a:lnTo>
                  <a:pt x="235174" y="172825"/>
                </a:lnTo>
                <a:lnTo>
                  <a:pt x="238848" y="172529"/>
                </a:lnTo>
                <a:lnTo>
                  <a:pt x="242523" y="172227"/>
                </a:lnTo>
                <a:lnTo>
                  <a:pt x="246198" y="171917"/>
                </a:lnTo>
                <a:lnTo>
                  <a:pt x="249872" y="171598"/>
                </a:lnTo>
                <a:lnTo>
                  <a:pt x="253547" y="171268"/>
                </a:lnTo>
                <a:lnTo>
                  <a:pt x="257221" y="170924"/>
                </a:lnTo>
                <a:lnTo>
                  <a:pt x="260896" y="170563"/>
                </a:lnTo>
                <a:lnTo>
                  <a:pt x="264571" y="170184"/>
                </a:lnTo>
                <a:lnTo>
                  <a:pt x="268245" y="169787"/>
                </a:lnTo>
                <a:lnTo>
                  <a:pt x="271920" y="169368"/>
                </a:lnTo>
                <a:lnTo>
                  <a:pt x="275594" y="168926"/>
                </a:lnTo>
                <a:lnTo>
                  <a:pt x="279269" y="168459"/>
                </a:lnTo>
                <a:lnTo>
                  <a:pt x="282944" y="167967"/>
                </a:lnTo>
                <a:lnTo>
                  <a:pt x="286618" y="167447"/>
                </a:lnTo>
                <a:lnTo>
                  <a:pt x="290293" y="166894"/>
                </a:lnTo>
                <a:lnTo>
                  <a:pt x="293967" y="166309"/>
                </a:lnTo>
                <a:lnTo>
                  <a:pt x="297642" y="165693"/>
                </a:lnTo>
                <a:lnTo>
                  <a:pt x="301317" y="165045"/>
                </a:lnTo>
                <a:lnTo>
                  <a:pt x="304991" y="164363"/>
                </a:lnTo>
                <a:lnTo>
                  <a:pt x="308666" y="163649"/>
                </a:lnTo>
                <a:lnTo>
                  <a:pt x="312340" y="162902"/>
                </a:lnTo>
                <a:lnTo>
                  <a:pt x="316015" y="162122"/>
                </a:lnTo>
                <a:lnTo>
                  <a:pt x="319690" y="161308"/>
                </a:lnTo>
                <a:lnTo>
                  <a:pt x="323364" y="160460"/>
                </a:lnTo>
                <a:lnTo>
                  <a:pt x="327039" y="159582"/>
                </a:lnTo>
                <a:lnTo>
                  <a:pt x="330713" y="158675"/>
                </a:lnTo>
                <a:lnTo>
                  <a:pt x="334388" y="157742"/>
                </a:lnTo>
                <a:lnTo>
                  <a:pt x="338063" y="156784"/>
                </a:lnTo>
                <a:lnTo>
                  <a:pt x="341737" y="155803"/>
                </a:lnTo>
                <a:lnTo>
                  <a:pt x="345412" y="154801"/>
                </a:lnTo>
                <a:lnTo>
                  <a:pt x="349086" y="153781"/>
                </a:lnTo>
                <a:lnTo>
                  <a:pt x="352761" y="152746"/>
                </a:lnTo>
                <a:lnTo>
                  <a:pt x="356436" y="151703"/>
                </a:lnTo>
                <a:lnTo>
                  <a:pt x="360110" y="150657"/>
                </a:lnTo>
                <a:lnTo>
                  <a:pt x="363785" y="149615"/>
                </a:lnTo>
                <a:lnTo>
                  <a:pt x="367459" y="148585"/>
                </a:lnTo>
                <a:lnTo>
                  <a:pt x="371134" y="147574"/>
                </a:lnTo>
                <a:lnTo>
                  <a:pt x="374809" y="146590"/>
                </a:lnTo>
                <a:lnTo>
                  <a:pt x="378483" y="145642"/>
                </a:lnTo>
                <a:lnTo>
                  <a:pt x="382158" y="144743"/>
                </a:lnTo>
                <a:lnTo>
                  <a:pt x="385832" y="143902"/>
                </a:lnTo>
                <a:lnTo>
                  <a:pt x="389507" y="143119"/>
                </a:lnTo>
                <a:lnTo>
                  <a:pt x="393182" y="142400"/>
                </a:lnTo>
                <a:lnTo>
                  <a:pt x="396856" y="141745"/>
                </a:lnTo>
                <a:lnTo>
                  <a:pt x="400531" y="141152"/>
                </a:lnTo>
                <a:lnTo>
                  <a:pt x="404205" y="140617"/>
                </a:lnTo>
                <a:lnTo>
                  <a:pt x="407880" y="140133"/>
                </a:lnTo>
                <a:lnTo>
                  <a:pt x="411555" y="139691"/>
                </a:lnTo>
                <a:lnTo>
                  <a:pt x="415229" y="139280"/>
                </a:lnTo>
                <a:lnTo>
                  <a:pt x="418904" y="138880"/>
                </a:lnTo>
                <a:lnTo>
                  <a:pt x="422578" y="138475"/>
                </a:lnTo>
                <a:lnTo>
                  <a:pt x="426253" y="138049"/>
                </a:lnTo>
                <a:lnTo>
                  <a:pt x="429928" y="137588"/>
                </a:lnTo>
                <a:lnTo>
                  <a:pt x="433602" y="137076"/>
                </a:lnTo>
                <a:lnTo>
                  <a:pt x="437277" y="136500"/>
                </a:lnTo>
                <a:lnTo>
                  <a:pt x="440951" y="135849"/>
                </a:lnTo>
                <a:lnTo>
                  <a:pt x="444626" y="135103"/>
                </a:lnTo>
                <a:lnTo>
                  <a:pt x="448301" y="134258"/>
                </a:lnTo>
                <a:lnTo>
                  <a:pt x="451975" y="133313"/>
                </a:lnTo>
                <a:lnTo>
                  <a:pt x="455650" y="132267"/>
                </a:lnTo>
                <a:lnTo>
                  <a:pt x="459324" y="131119"/>
                </a:lnTo>
                <a:lnTo>
                  <a:pt x="462999" y="129871"/>
                </a:lnTo>
                <a:lnTo>
                  <a:pt x="466674" y="128526"/>
                </a:lnTo>
                <a:lnTo>
                  <a:pt x="470348" y="127087"/>
                </a:lnTo>
                <a:lnTo>
                  <a:pt x="474023" y="125558"/>
                </a:lnTo>
                <a:lnTo>
                  <a:pt x="477697" y="123940"/>
                </a:lnTo>
                <a:lnTo>
                  <a:pt x="481372" y="122251"/>
                </a:lnTo>
                <a:lnTo>
                  <a:pt x="485047" y="120502"/>
                </a:lnTo>
                <a:lnTo>
                  <a:pt x="488721" y="118701"/>
                </a:lnTo>
                <a:lnTo>
                  <a:pt x="492396" y="116860"/>
                </a:lnTo>
                <a:lnTo>
                  <a:pt x="496070" y="114990"/>
                </a:lnTo>
                <a:lnTo>
                  <a:pt x="499745" y="113103"/>
                </a:lnTo>
                <a:lnTo>
                  <a:pt x="503420" y="111211"/>
                </a:lnTo>
                <a:lnTo>
                  <a:pt x="507094" y="109329"/>
                </a:lnTo>
                <a:lnTo>
                  <a:pt x="510769" y="107469"/>
                </a:lnTo>
                <a:lnTo>
                  <a:pt x="514443" y="105642"/>
                </a:lnTo>
                <a:lnTo>
                  <a:pt x="518118" y="103853"/>
                </a:lnTo>
                <a:lnTo>
                  <a:pt x="521793" y="102108"/>
                </a:lnTo>
                <a:lnTo>
                  <a:pt x="525467" y="100408"/>
                </a:lnTo>
                <a:lnTo>
                  <a:pt x="529142" y="98752"/>
                </a:lnTo>
                <a:lnTo>
                  <a:pt x="532816" y="97137"/>
                </a:lnTo>
                <a:lnTo>
                  <a:pt x="536491" y="95554"/>
                </a:lnTo>
                <a:lnTo>
                  <a:pt x="540166" y="93994"/>
                </a:lnTo>
                <a:lnTo>
                  <a:pt x="543840" y="92438"/>
                </a:lnTo>
                <a:lnTo>
                  <a:pt x="547515" y="90875"/>
                </a:lnTo>
                <a:lnTo>
                  <a:pt x="551189" y="89292"/>
                </a:lnTo>
                <a:lnTo>
                  <a:pt x="554864" y="87677"/>
                </a:lnTo>
                <a:lnTo>
                  <a:pt x="558539" y="86021"/>
                </a:lnTo>
                <a:lnTo>
                  <a:pt x="562213" y="84318"/>
                </a:lnTo>
                <a:lnTo>
                  <a:pt x="565888" y="82567"/>
                </a:lnTo>
                <a:lnTo>
                  <a:pt x="569562" y="80761"/>
                </a:lnTo>
                <a:lnTo>
                  <a:pt x="573237" y="78914"/>
                </a:lnTo>
                <a:lnTo>
                  <a:pt x="576912" y="77036"/>
                </a:lnTo>
                <a:lnTo>
                  <a:pt x="580586" y="75139"/>
                </a:lnTo>
                <a:lnTo>
                  <a:pt x="584261" y="73235"/>
                </a:lnTo>
                <a:lnTo>
                  <a:pt x="587935" y="71336"/>
                </a:lnTo>
                <a:lnTo>
                  <a:pt x="591610" y="69454"/>
                </a:lnTo>
                <a:lnTo>
                  <a:pt x="595285" y="67598"/>
                </a:lnTo>
                <a:lnTo>
                  <a:pt x="598959" y="65778"/>
                </a:lnTo>
                <a:lnTo>
                  <a:pt x="602634" y="63998"/>
                </a:lnTo>
                <a:lnTo>
                  <a:pt x="606308" y="62255"/>
                </a:lnTo>
                <a:lnTo>
                  <a:pt x="609983" y="60542"/>
                </a:lnTo>
                <a:lnTo>
                  <a:pt x="613658" y="58852"/>
                </a:lnTo>
                <a:lnTo>
                  <a:pt x="617332" y="57176"/>
                </a:lnTo>
                <a:lnTo>
                  <a:pt x="621007" y="55500"/>
                </a:lnTo>
                <a:lnTo>
                  <a:pt x="624681" y="53814"/>
                </a:lnTo>
                <a:lnTo>
                  <a:pt x="628356" y="52103"/>
                </a:lnTo>
                <a:lnTo>
                  <a:pt x="632031" y="50348"/>
                </a:lnTo>
                <a:lnTo>
                  <a:pt x="635705" y="48542"/>
                </a:lnTo>
                <a:lnTo>
                  <a:pt x="639380" y="46678"/>
                </a:lnTo>
                <a:lnTo>
                  <a:pt x="643054" y="44748"/>
                </a:lnTo>
                <a:lnTo>
                  <a:pt x="646729" y="42750"/>
                </a:lnTo>
                <a:lnTo>
                  <a:pt x="650404" y="40682"/>
                </a:lnTo>
                <a:lnTo>
                  <a:pt x="654078" y="38547"/>
                </a:lnTo>
                <a:lnTo>
                  <a:pt x="657753" y="36349"/>
                </a:lnTo>
                <a:lnTo>
                  <a:pt x="661427" y="34091"/>
                </a:lnTo>
                <a:lnTo>
                  <a:pt x="665102" y="31786"/>
                </a:lnTo>
                <a:lnTo>
                  <a:pt x="668777" y="29451"/>
                </a:lnTo>
                <a:lnTo>
                  <a:pt x="672451" y="27102"/>
                </a:lnTo>
                <a:lnTo>
                  <a:pt x="676126" y="24754"/>
                </a:lnTo>
                <a:lnTo>
                  <a:pt x="679800" y="22427"/>
                </a:lnTo>
                <a:lnTo>
                  <a:pt x="683475" y="20138"/>
                </a:lnTo>
                <a:lnTo>
                  <a:pt x="687150" y="17906"/>
                </a:lnTo>
                <a:lnTo>
                  <a:pt x="690824" y="15753"/>
                </a:lnTo>
                <a:lnTo>
                  <a:pt x="694499" y="13712"/>
                </a:lnTo>
                <a:lnTo>
                  <a:pt x="698173" y="11789"/>
                </a:lnTo>
                <a:lnTo>
                  <a:pt x="701848" y="9997"/>
                </a:lnTo>
                <a:lnTo>
                  <a:pt x="705523" y="8348"/>
                </a:lnTo>
                <a:lnTo>
                  <a:pt x="709197" y="6849"/>
                </a:lnTo>
                <a:lnTo>
                  <a:pt x="712872" y="5507"/>
                </a:lnTo>
                <a:lnTo>
                  <a:pt x="716546" y="4324"/>
                </a:lnTo>
                <a:lnTo>
                  <a:pt x="720221" y="3298"/>
                </a:lnTo>
                <a:lnTo>
                  <a:pt x="723896" y="2440"/>
                </a:lnTo>
                <a:lnTo>
                  <a:pt x="727570" y="1737"/>
                </a:lnTo>
                <a:lnTo>
                  <a:pt x="731245" y="1169"/>
                </a:lnTo>
                <a:lnTo>
                  <a:pt x="734919" y="727"/>
                </a:lnTo>
                <a:lnTo>
                  <a:pt x="738594" y="400"/>
                </a:lnTo>
                <a:lnTo>
                  <a:pt x="742269" y="177"/>
                </a:lnTo>
                <a:lnTo>
                  <a:pt x="745943" y="47"/>
                </a:lnTo>
                <a:lnTo>
                  <a:pt x="749618" y="0"/>
                </a:lnTo>
                <a:lnTo>
                  <a:pt x="753292" y="27"/>
                </a:lnTo>
                <a:lnTo>
                  <a:pt x="756967" y="124"/>
                </a:lnTo>
                <a:lnTo>
                  <a:pt x="760642" y="274"/>
                </a:lnTo>
                <a:lnTo>
                  <a:pt x="764316" y="469"/>
                </a:lnTo>
                <a:lnTo>
                  <a:pt x="767991" y="703"/>
                </a:lnTo>
                <a:lnTo>
                  <a:pt x="771665" y="968"/>
                </a:lnTo>
                <a:lnTo>
                  <a:pt x="775340" y="1257"/>
                </a:lnTo>
                <a:lnTo>
                  <a:pt x="779015" y="1562"/>
                </a:lnTo>
                <a:lnTo>
                  <a:pt x="782689" y="1876"/>
                </a:lnTo>
                <a:lnTo>
                  <a:pt x="786364" y="2189"/>
                </a:lnTo>
                <a:lnTo>
                  <a:pt x="790038" y="2493"/>
                </a:lnTo>
                <a:lnTo>
                  <a:pt x="793713" y="2782"/>
                </a:lnTo>
                <a:lnTo>
                  <a:pt x="797388" y="3050"/>
                </a:lnTo>
                <a:lnTo>
                  <a:pt x="801062" y="3296"/>
                </a:lnTo>
                <a:lnTo>
                  <a:pt x="804737" y="3518"/>
                </a:lnTo>
                <a:lnTo>
                  <a:pt x="808411" y="3720"/>
                </a:lnTo>
                <a:lnTo>
                  <a:pt x="812086" y="3908"/>
                </a:lnTo>
                <a:lnTo>
                  <a:pt x="815761" y="4091"/>
                </a:lnTo>
                <a:lnTo>
                  <a:pt x="819435" y="4287"/>
                </a:lnTo>
                <a:lnTo>
                  <a:pt x="823110" y="4514"/>
                </a:lnTo>
                <a:lnTo>
                  <a:pt x="826784" y="4792"/>
                </a:lnTo>
                <a:lnTo>
                  <a:pt x="830459" y="5140"/>
                </a:lnTo>
                <a:lnTo>
                  <a:pt x="834134" y="5582"/>
                </a:lnTo>
                <a:lnTo>
                  <a:pt x="837808" y="6138"/>
                </a:lnTo>
                <a:lnTo>
                  <a:pt x="841483" y="6828"/>
                </a:lnTo>
                <a:lnTo>
                  <a:pt x="845157" y="7671"/>
                </a:lnTo>
                <a:lnTo>
                  <a:pt x="848832" y="8707"/>
                </a:lnTo>
                <a:lnTo>
                  <a:pt x="852507" y="9931"/>
                </a:lnTo>
                <a:lnTo>
                  <a:pt x="856181" y="11343"/>
                </a:lnTo>
                <a:lnTo>
                  <a:pt x="859856" y="12944"/>
                </a:lnTo>
                <a:lnTo>
                  <a:pt x="863530" y="14730"/>
                </a:lnTo>
                <a:lnTo>
                  <a:pt x="867205" y="16692"/>
                </a:lnTo>
                <a:lnTo>
                  <a:pt x="870880" y="18819"/>
                </a:lnTo>
                <a:lnTo>
                  <a:pt x="874554" y="21094"/>
                </a:lnTo>
                <a:lnTo>
                  <a:pt x="878229" y="23502"/>
                </a:lnTo>
                <a:lnTo>
                  <a:pt x="881903" y="26018"/>
                </a:lnTo>
                <a:lnTo>
                  <a:pt x="885578" y="28606"/>
                </a:lnTo>
                <a:lnTo>
                  <a:pt x="889253" y="31240"/>
                </a:lnTo>
                <a:lnTo>
                  <a:pt x="892927" y="33896"/>
                </a:lnTo>
                <a:lnTo>
                  <a:pt x="896602" y="36551"/>
                </a:lnTo>
                <a:lnTo>
                  <a:pt x="900276" y="39183"/>
                </a:lnTo>
                <a:lnTo>
                  <a:pt x="903951" y="41775"/>
                </a:lnTo>
                <a:lnTo>
                  <a:pt x="907626" y="44311"/>
                </a:lnTo>
                <a:lnTo>
                  <a:pt x="911300" y="46769"/>
                </a:lnTo>
                <a:lnTo>
                  <a:pt x="914975" y="49150"/>
                </a:lnTo>
                <a:lnTo>
                  <a:pt x="918649" y="51455"/>
                </a:lnTo>
                <a:lnTo>
                  <a:pt x="922324" y="53685"/>
                </a:lnTo>
                <a:lnTo>
                  <a:pt x="925999" y="55848"/>
                </a:lnTo>
                <a:lnTo>
                  <a:pt x="929673" y="57952"/>
                </a:lnTo>
                <a:lnTo>
                  <a:pt x="933348" y="60008"/>
                </a:lnTo>
                <a:lnTo>
                  <a:pt x="937022" y="62031"/>
                </a:lnTo>
                <a:lnTo>
                  <a:pt x="940697" y="64035"/>
                </a:lnTo>
                <a:lnTo>
                  <a:pt x="944372" y="66039"/>
                </a:lnTo>
                <a:lnTo>
                  <a:pt x="948046" y="68060"/>
                </a:lnTo>
                <a:lnTo>
                  <a:pt x="951721" y="70110"/>
                </a:lnTo>
                <a:lnTo>
                  <a:pt x="955395" y="72200"/>
                </a:lnTo>
                <a:lnTo>
                  <a:pt x="959070" y="74339"/>
                </a:lnTo>
                <a:lnTo>
                  <a:pt x="962745" y="76534"/>
                </a:lnTo>
                <a:lnTo>
                  <a:pt x="966419" y="78787"/>
                </a:lnTo>
                <a:lnTo>
                  <a:pt x="970094" y="81101"/>
                </a:lnTo>
                <a:lnTo>
                  <a:pt x="973768" y="83480"/>
                </a:lnTo>
                <a:lnTo>
                  <a:pt x="977443" y="85911"/>
                </a:lnTo>
                <a:lnTo>
                  <a:pt x="981118" y="88385"/>
                </a:lnTo>
                <a:lnTo>
                  <a:pt x="984792" y="90894"/>
                </a:lnTo>
                <a:lnTo>
                  <a:pt x="988467" y="93430"/>
                </a:lnTo>
                <a:lnTo>
                  <a:pt x="992141" y="95982"/>
                </a:lnTo>
                <a:lnTo>
                  <a:pt x="995816" y="98540"/>
                </a:lnTo>
                <a:lnTo>
                  <a:pt x="999491" y="101096"/>
                </a:lnTo>
                <a:lnTo>
                  <a:pt x="1003165" y="103637"/>
                </a:lnTo>
                <a:lnTo>
                  <a:pt x="1006840" y="106154"/>
                </a:lnTo>
                <a:lnTo>
                  <a:pt x="1010514" y="108640"/>
                </a:lnTo>
                <a:lnTo>
                  <a:pt x="1014189" y="111090"/>
                </a:lnTo>
                <a:lnTo>
                  <a:pt x="1017864" y="113498"/>
                </a:lnTo>
                <a:lnTo>
                  <a:pt x="1021538" y="115860"/>
                </a:lnTo>
                <a:lnTo>
                  <a:pt x="1025213" y="118172"/>
                </a:lnTo>
                <a:lnTo>
                  <a:pt x="1028887" y="120433"/>
                </a:lnTo>
                <a:lnTo>
                  <a:pt x="1032562" y="122639"/>
                </a:lnTo>
                <a:lnTo>
                  <a:pt x="1036237" y="124783"/>
                </a:lnTo>
                <a:lnTo>
                  <a:pt x="1039911" y="126873"/>
                </a:lnTo>
                <a:lnTo>
                  <a:pt x="1043586" y="128909"/>
                </a:lnTo>
                <a:lnTo>
                  <a:pt x="1047260" y="130893"/>
                </a:lnTo>
                <a:lnTo>
                  <a:pt x="1050935" y="132826"/>
                </a:lnTo>
                <a:lnTo>
                  <a:pt x="1054610" y="134710"/>
                </a:lnTo>
                <a:lnTo>
                  <a:pt x="1058284" y="136545"/>
                </a:lnTo>
                <a:lnTo>
                  <a:pt x="1061959" y="138334"/>
                </a:lnTo>
                <a:lnTo>
                  <a:pt x="1065633" y="140072"/>
                </a:lnTo>
                <a:lnTo>
                  <a:pt x="1069308" y="141764"/>
                </a:lnTo>
                <a:lnTo>
                  <a:pt x="1072983" y="143411"/>
                </a:lnTo>
                <a:lnTo>
                  <a:pt x="1076657" y="145013"/>
                </a:lnTo>
                <a:lnTo>
                  <a:pt x="1080332" y="146571"/>
                </a:lnTo>
                <a:lnTo>
                  <a:pt x="1084006" y="148084"/>
                </a:lnTo>
                <a:lnTo>
                  <a:pt x="1087681" y="149552"/>
                </a:lnTo>
                <a:lnTo>
                  <a:pt x="1091356" y="150976"/>
                </a:lnTo>
                <a:lnTo>
                  <a:pt x="1095030" y="152355"/>
                </a:lnTo>
                <a:lnTo>
                  <a:pt x="1098705" y="153686"/>
                </a:lnTo>
                <a:lnTo>
                  <a:pt x="1102379" y="154977"/>
                </a:lnTo>
                <a:lnTo>
                  <a:pt x="1106054" y="156231"/>
                </a:lnTo>
                <a:lnTo>
                  <a:pt x="1109729" y="157449"/>
                </a:lnTo>
                <a:lnTo>
                  <a:pt x="1113403" y="158635"/>
                </a:lnTo>
                <a:lnTo>
                  <a:pt x="1117078" y="159792"/>
                </a:lnTo>
                <a:lnTo>
                  <a:pt x="1120752" y="160921"/>
                </a:lnTo>
                <a:lnTo>
                  <a:pt x="1124427" y="162026"/>
                </a:lnTo>
                <a:lnTo>
                  <a:pt x="1128102" y="163105"/>
                </a:lnTo>
                <a:lnTo>
                  <a:pt x="1131776" y="164162"/>
                </a:lnTo>
                <a:lnTo>
                  <a:pt x="1135451" y="165197"/>
                </a:lnTo>
                <a:lnTo>
                  <a:pt x="1139125" y="166210"/>
                </a:lnTo>
                <a:lnTo>
                  <a:pt x="1142800" y="167199"/>
                </a:lnTo>
                <a:lnTo>
                  <a:pt x="1146475" y="168161"/>
                </a:lnTo>
                <a:lnTo>
                  <a:pt x="1150149" y="169095"/>
                </a:lnTo>
                <a:lnTo>
                  <a:pt x="1153824" y="169997"/>
                </a:lnTo>
                <a:lnTo>
                  <a:pt x="1157498" y="170862"/>
                </a:lnTo>
                <a:lnTo>
                  <a:pt x="1161173" y="171686"/>
                </a:lnTo>
                <a:lnTo>
                  <a:pt x="1164848" y="172468"/>
                </a:lnTo>
                <a:lnTo>
                  <a:pt x="1168522" y="173207"/>
                </a:lnTo>
                <a:lnTo>
                  <a:pt x="1172197" y="173901"/>
                </a:lnTo>
                <a:lnTo>
                  <a:pt x="1175871" y="174551"/>
                </a:lnTo>
                <a:lnTo>
                  <a:pt x="1179546" y="175156"/>
                </a:lnTo>
                <a:lnTo>
                  <a:pt x="1183221" y="175718"/>
                </a:lnTo>
                <a:lnTo>
                  <a:pt x="1186895" y="176237"/>
                </a:lnTo>
                <a:lnTo>
                  <a:pt x="1190570" y="176711"/>
                </a:lnTo>
                <a:lnTo>
                  <a:pt x="1194244" y="177150"/>
                </a:lnTo>
                <a:lnTo>
                  <a:pt x="1197919" y="177557"/>
                </a:lnTo>
                <a:lnTo>
                  <a:pt x="1201594" y="177936"/>
                </a:lnTo>
                <a:lnTo>
                  <a:pt x="1205268" y="178292"/>
                </a:lnTo>
                <a:lnTo>
                  <a:pt x="1208943" y="178628"/>
                </a:lnTo>
                <a:lnTo>
                  <a:pt x="1212617" y="178948"/>
                </a:lnTo>
                <a:lnTo>
                  <a:pt x="1216292" y="179255"/>
                </a:lnTo>
                <a:lnTo>
                  <a:pt x="1219967" y="179552"/>
                </a:lnTo>
                <a:lnTo>
                  <a:pt x="1223641" y="179842"/>
                </a:lnTo>
                <a:lnTo>
                  <a:pt x="1227316" y="180127"/>
                </a:lnTo>
                <a:lnTo>
                  <a:pt x="1230990" y="180409"/>
                </a:lnTo>
                <a:lnTo>
                  <a:pt x="1234665" y="180687"/>
                </a:lnTo>
                <a:lnTo>
                  <a:pt x="1238340" y="180962"/>
                </a:lnTo>
                <a:lnTo>
                  <a:pt x="1242014" y="181234"/>
                </a:lnTo>
                <a:lnTo>
                  <a:pt x="1245689" y="181501"/>
                </a:lnTo>
                <a:lnTo>
                  <a:pt x="1249363" y="181763"/>
                </a:lnTo>
                <a:lnTo>
                  <a:pt x="1253038" y="182017"/>
                </a:lnTo>
                <a:lnTo>
                  <a:pt x="1256713" y="182264"/>
                </a:lnTo>
                <a:lnTo>
                  <a:pt x="1260387" y="182502"/>
                </a:lnTo>
                <a:lnTo>
                  <a:pt x="1264062" y="182731"/>
                </a:lnTo>
                <a:lnTo>
                  <a:pt x="1267736" y="182950"/>
                </a:lnTo>
                <a:lnTo>
                  <a:pt x="1271411" y="183158"/>
                </a:lnTo>
                <a:lnTo>
                  <a:pt x="1275086" y="183354"/>
                </a:lnTo>
                <a:lnTo>
                  <a:pt x="1278760" y="183540"/>
                </a:lnTo>
                <a:lnTo>
                  <a:pt x="1282435" y="183713"/>
                </a:lnTo>
                <a:lnTo>
                  <a:pt x="1286109" y="183874"/>
                </a:lnTo>
                <a:lnTo>
                  <a:pt x="1289784" y="184023"/>
                </a:lnTo>
                <a:lnTo>
                  <a:pt x="1293459" y="184161"/>
                </a:lnTo>
                <a:lnTo>
                  <a:pt x="1297133" y="184287"/>
                </a:lnTo>
                <a:lnTo>
                  <a:pt x="1300808" y="184402"/>
                </a:lnTo>
                <a:lnTo>
                  <a:pt x="1304482" y="184505"/>
                </a:lnTo>
                <a:lnTo>
                  <a:pt x="1308157" y="184597"/>
                </a:lnTo>
                <a:lnTo>
                  <a:pt x="1311832" y="184677"/>
                </a:lnTo>
                <a:lnTo>
                  <a:pt x="1315506" y="184746"/>
                </a:lnTo>
                <a:lnTo>
                  <a:pt x="1319181" y="184804"/>
                </a:lnTo>
                <a:lnTo>
                  <a:pt x="1322855" y="184852"/>
                </a:lnTo>
                <a:lnTo>
                  <a:pt x="1326530" y="184891"/>
                </a:lnTo>
                <a:lnTo>
                  <a:pt x="1330205" y="184921"/>
                </a:lnTo>
                <a:lnTo>
                  <a:pt x="1333879" y="184944"/>
                </a:lnTo>
                <a:lnTo>
                  <a:pt x="1337554" y="184960"/>
                </a:lnTo>
                <a:lnTo>
                  <a:pt x="1341228" y="184971"/>
                </a:lnTo>
                <a:lnTo>
                  <a:pt x="1344903" y="184976"/>
                </a:lnTo>
                <a:lnTo>
                  <a:pt x="1348577" y="184979"/>
                </a:lnTo>
                <a:lnTo>
                  <a:pt x="1352252" y="184979"/>
                </a:lnTo>
                <a:lnTo>
                  <a:pt x="1355927" y="184978"/>
                </a:lnTo>
                <a:lnTo>
                  <a:pt x="1359601" y="184977"/>
                </a:lnTo>
                <a:lnTo>
                  <a:pt x="1363276" y="184977"/>
                </a:lnTo>
                <a:lnTo>
                  <a:pt x="1366950" y="184978"/>
                </a:lnTo>
                <a:lnTo>
                  <a:pt x="1370625" y="184981"/>
                </a:lnTo>
                <a:lnTo>
                  <a:pt x="1374300" y="184986"/>
                </a:lnTo>
                <a:lnTo>
                  <a:pt x="1377974" y="184993"/>
                </a:lnTo>
                <a:lnTo>
                  <a:pt x="1381649" y="185002"/>
                </a:lnTo>
                <a:lnTo>
                  <a:pt x="1385323" y="185014"/>
                </a:lnTo>
                <a:lnTo>
                  <a:pt x="1388998" y="185027"/>
                </a:lnTo>
                <a:lnTo>
                  <a:pt x="1392673" y="185041"/>
                </a:lnTo>
                <a:lnTo>
                  <a:pt x="1396347" y="185057"/>
                </a:lnTo>
                <a:lnTo>
                  <a:pt x="1400022" y="185073"/>
                </a:lnTo>
                <a:lnTo>
                  <a:pt x="1403696" y="185089"/>
                </a:lnTo>
                <a:lnTo>
                  <a:pt x="1407371" y="185104"/>
                </a:lnTo>
                <a:lnTo>
                  <a:pt x="1411046" y="185119"/>
                </a:lnTo>
                <a:lnTo>
                  <a:pt x="1414720" y="185134"/>
                </a:lnTo>
                <a:lnTo>
                  <a:pt x="1418395" y="185147"/>
                </a:lnTo>
                <a:lnTo>
                  <a:pt x="1422069" y="185158"/>
                </a:lnTo>
                <a:lnTo>
                  <a:pt x="1425744" y="185169"/>
                </a:lnTo>
                <a:lnTo>
                  <a:pt x="1429419" y="185178"/>
                </a:lnTo>
                <a:lnTo>
                  <a:pt x="1433093" y="185185"/>
                </a:lnTo>
                <a:lnTo>
                  <a:pt x="1436768" y="185192"/>
                </a:lnTo>
                <a:lnTo>
                  <a:pt x="1440442" y="185197"/>
                </a:lnTo>
                <a:lnTo>
                  <a:pt x="1444117" y="185201"/>
                </a:lnTo>
                <a:lnTo>
                  <a:pt x="1447792" y="185205"/>
                </a:lnTo>
                <a:lnTo>
                  <a:pt x="1451466" y="185207"/>
                </a:lnTo>
                <a:lnTo>
                  <a:pt x="1455141" y="185210"/>
                </a:lnTo>
                <a:lnTo>
                  <a:pt x="1458815" y="185211"/>
                </a:lnTo>
                <a:lnTo>
                  <a:pt x="1462490" y="185212"/>
                </a:lnTo>
                <a:lnTo>
                  <a:pt x="1466165" y="185213"/>
                </a:lnTo>
                <a:lnTo>
                  <a:pt x="1469839" y="185214"/>
                </a:lnTo>
                <a:lnTo>
                  <a:pt x="1473514" y="185214"/>
                </a:lnTo>
                <a:lnTo>
                  <a:pt x="1477188" y="185215"/>
                </a:lnTo>
                <a:lnTo>
                  <a:pt x="1480863" y="185215"/>
                </a:lnTo>
                <a:lnTo>
                  <a:pt x="1484538" y="185215"/>
                </a:lnTo>
                <a:lnTo>
                  <a:pt x="1488212" y="185215"/>
                </a:lnTo>
                <a:lnTo>
                  <a:pt x="1491887" y="185215"/>
                </a:lnTo>
                <a:lnTo>
                  <a:pt x="1495561" y="185215"/>
                </a:lnTo>
                <a:lnTo>
                  <a:pt x="1499236" y="185215"/>
                </a:lnTo>
                <a:lnTo>
                  <a:pt x="1502911" y="185215"/>
                </a:lnTo>
                <a:lnTo>
                  <a:pt x="1506585" y="185215"/>
                </a:lnTo>
                <a:lnTo>
                  <a:pt x="1510260" y="185215"/>
                </a:lnTo>
                <a:lnTo>
                  <a:pt x="1513934" y="185215"/>
                </a:lnTo>
                <a:lnTo>
                  <a:pt x="1517609" y="185215"/>
                </a:lnTo>
                <a:lnTo>
                  <a:pt x="1521284" y="185215"/>
                </a:lnTo>
                <a:lnTo>
                  <a:pt x="1524958" y="185215"/>
                </a:lnTo>
                <a:lnTo>
                  <a:pt x="1528633" y="185215"/>
                </a:lnTo>
                <a:lnTo>
                  <a:pt x="1532307" y="185215"/>
                </a:lnTo>
                <a:lnTo>
                  <a:pt x="1535982" y="185215"/>
                </a:lnTo>
                <a:lnTo>
                  <a:pt x="1539657" y="185215"/>
                </a:lnTo>
                <a:lnTo>
                  <a:pt x="1543331" y="185215"/>
                </a:lnTo>
                <a:lnTo>
                  <a:pt x="1547006" y="185215"/>
                </a:lnTo>
                <a:lnTo>
                  <a:pt x="1550680" y="185215"/>
                </a:lnTo>
                <a:lnTo>
                  <a:pt x="1554355" y="185215"/>
                </a:lnTo>
                <a:lnTo>
                  <a:pt x="1558030" y="185215"/>
                </a:lnTo>
                <a:lnTo>
                  <a:pt x="1561704" y="185215"/>
                </a:lnTo>
                <a:lnTo>
                  <a:pt x="1565379" y="185215"/>
                </a:lnTo>
                <a:lnTo>
                  <a:pt x="1569053" y="185215"/>
                </a:lnTo>
                <a:lnTo>
                  <a:pt x="1572728" y="185215"/>
                </a:lnTo>
                <a:lnTo>
                  <a:pt x="1576403" y="185215"/>
                </a:lnTo>
                <a:lnTo>
                  <a:pt x="1580077" y="185215"/>
                </a:lnTo>
                <a:lnTo>
                  <a:pt x="1583752" y="185215"/>
                </a:lnTo>
                <a:lnTo>
                  <a:pt x="1587426" y="185215"/>
                </a:lnTo>
                <a:lnTo>
                  <a:pt x="1591101" y="185215"/>
                </a:lnTo>
                <a:lnTo>
                  <a:pt x="1594776" y="185215"/>
                </a:lnTo>
                <a:lnTo>
                  <a:pt x="1598450" y="185215"/>
                </a:lnTo>
                <a:lnTo>
                  <a:pt x="1602125" y="185215"/>
                </a:lnTo>
                <a:lnTo>
                  <a:pt x="1605799" y="185215"/>
                </a:lnTo>
                <a:lnTo>
                  <a:pt x="1609474" y="185215"/>
                </a:lnTo>
                <a:lnTo>
                  <a:pt x="1613149" y="185215"/>
                </a:lnTo>
                <a:lnTo>
                  <a:pt x="1616823" y="185215"/>
                </a:lnTo>
                <a:lnTo>
                  <a:pt x="1620498" y="185215"/>
                </a:lnTo>
                <a:lnTo>
                  <a:pt x="1624172" y="185215"/>
                </a:lnTo>
                <a:lnTo>
                  <a:pt x="1627847" y="185215"/>
                </a:lnTo>
                <a:lnTo>
                  <a:pt x="1631522" y="185215"/>
                </a:lnTo>
                <a:lnTo>
                  <a:pt x="1635196" y="185215"/>
                </a:lnTo>
                <a:lnTo>
                  <a:pt x="1638871" y="185215"/>
                </a:lnTo>
                <a:lnTo>
                  <a:pt x="1642545" y="185215"/>
                </a:lnTo>
                <a:lnTo>
                  <a:pt x="1646220" y="185215"/>
                </a:lnTo>
                <a:lnTo>
                  <a:pt x="1649895" y="185215"/>
                </a:lnTo>
                <a:lnTo>
                  <a:pt x="1653569" y="185215"/>
                </a:lnTo>
                <a:lnTo>
                  <a:pt x="1657244" y="185215"/>
                </a:lnTo>
                <a:lnTo>
                  <a:pt x="1660918" y="185215"/>
                </a:lnTo>
                <a:lnTo>
                  <a:pt x="1664593" y="185215"/>
                </a:lnTo>
                <a:lnTo>
                  <a:pt x="1668268" y="185215"/>
                </a:lnTo>
                <a:lnTo>
                  <a:pt x="1671942" y="185215"/>
                </a:lnTo>
                <a:lnTo>
                  <a:pt x="1675617" y="185215"/>
                </a:lnTo>
                <a:lnTo>
                  <a:pt x="1679291" y="185215"/>
                </a:lnTo>
                <a:lnTo>
                  <a:pt x="1682966" y="185215"/>
                </a:lnTo>
                <a:lnTo>
                  <a:pt x="1686641" y="185215"/>
                </a:lnTo>
                <a:lnTo>
                  <a:pt x="1690315" y="185215"/>
                </a:lnTo>
                <a:lnTo>
                  <a:pt x="1693990" y="185215"/>
                </a:lnTo>
                <a:lnTo>
                  <a:pt x="1697664" y="185215"/>
                </a:lnTo>
                <a:lnTo>
                  <a:pt x="1701339" y="185215"/>
                </a:lnTo>
                <a:lnTo>
                  <a:pt x="1705014" y="185215"/>
                </a:lnTo>
                <a:lnTo>
                  <a:pt x="1708688" y="185215"/>
                </a:lnTo>
                <a:lnTo>
                  <a:pt x="1712363" y="185215"/>
                </a:lnTo>
                <a:lnTo>
                  <a:pt x="1716037" y="185215"/>
                </a:lnTo>
                <a:lnTo>
                  <a:pt x="1719712" y="185215"/>
                </a:lnTo>
                <a:lnTo>
                  <a:pt x="1723387" y="185215"/>
                </a:lnTo>
                <a:lnTo>
                  <a:pt x="1727061" y="185215"/>
                </a:lnTo>
                <a:lnTo>
                  <a:pt x="1730736" y="185215"/>
                </a:lnTo>
                <a:lnTo>
                  <a:pt x="1734410" y="185215"/>
                </a:lnTo>
                <a:lnTo>
                  <a:pt x="1738085" y="185215"/>
                </a:lnTo>
                <a:lnTo>
                  <a:pt x="1741760" y="185215"/>
                </a:lnTo>
                <a:lnTo>
                  <a:pt x="1745434" y="185215"/>
                </a:lnTo>
                <a:lnTo>
                  <a:pt x="1749109" y="185215"/>
                </a:lnTo>
                <a:lnTo>
                  <a:pt x="1752783" y="185215"/>
                </a:lnTo>
                <a:lnTo>
                  <a:pt x="1756458" y="185215"/>
                </a:lnTo>
                <a:lnTo>
                  <a:pt x="1760133" y="185215"/>
                </a:lnTo>
                <a:lnTo>
                  <a:pt x="1763807" y="185215"/>
                </a:lnTo>
                <a:lnTo>
                  <a:pt x="1767482" y="185215"/>
                </a:lnTo>
                <a:lnTo>
                  <a:pt x="1771156" y="185215"/>
                </a:lnTo>
                <a:lnTo>
                  <a:pt x="1774831" y="185215"/>
                </a:lnTo>
                <a:lnTo>
                  <a:pt x="1778506" y="185215"/>
                </a:lnTo>
                <a:lnTo>
                  <a:pt x="1782180" y="185215"/>
                </a:lnTo>
                <a:lnTo>
                  <a:pt x="1785855" y="185215"/>
                </a:lnTo>
                <a:lnTo>
                  <a:pt x="1789529" y="185215"/>
                </a:lnTo>
                <a:lnTo>
                  <a:pt x="1793204" y="185215"/>
                </a:lnTo>
                <a:lnTo>
                  <a:pt x="1796879" y="185215"/>
                </a:lnTo>
                <a:lnTo>
                  <a:pt x="1800553" y="185215"/>
                </a:lnTo>
                <a:lnTo>
                  <a:pt x="1804228" y="185215"/>
                </a:lnTo>
                <a:lnTo>
                  <a:pt x="1807902" y="185215"/>
                </a:lnTo>
                <a:lnTo>
                  <a:pt x="1811577" y="185215"/>
                </a:lnTo>
                <a:lnTo>
                  <a:pt x="1815252" y="185215"/>
                </a:lnTo>
                <a:lnTo>
                  <a:pt x="1818926" y="185215"/>
                </a:lnTo>
                <a:lnTo>
                  <a:pt x="1822601" y="185215"/>
                </a:lnTo>
                <a:lnTo>
                  <a:pt x="1826275" y="185215"/>
                </a:lnTo>
                <a:lnTo>
                  <a:pt x="1829950" y="185215"/>
                </a:lnTo>
                <a:lnTo>
                  <a:pt x="1833625" y="185215"/>
                </a:lnTo>
                <a:lnTo>
                  <a:pt x="1837299" y="185215"/>
                </a:lnTo>
                <a:lnTo>
                  <a:pt x="1840974" y="185215"/>
                </a:lnTo>
                <a:lnTo>
                  <a:pt x="1844648" y="185215"/>
                </a:lnTo>
                <a:lnTo>
                  <a:pt x="1848323" y="185215"/>
                </a:lnTo>
                <a:lnTo>
                  <a:pt x="1851998" y="185215"/>
                </a:lnTo>
                <a:lnTo>
                  <a:pt x="1855672" y="185215"/>
                </a:lnTo>
                <a:lnTo>
                  <a:pt x="1859347" y="185215"/>
                </a:lnTo>
                <a:lnTo>
                  <a:pt x="1863021" y="185215"/>
                </a:lnTo>
                <a:lnTo>
                  <a:pt x="1866696" y="185215"/>
                </a:lnTo>
                <a:lnTo>
                  <a:pt x="1870371" y="185215"/>
                </a:lnTo>
                <a:lnTo>
                  <a:pt x="1874045" y="185215"/>
                </a:lnTo>
                <a:lnTo>
                  <a:pt x="1877720" y="185215"/>
                </a:lnTo>
              </a:path>
            </a:pathLst>
          </a:custGeom>
          <a:ln w="27101" cap="flat">
            <a:solidFill>
              <a:srgbClr val="00BFC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6" name="pg106"/>
          <p:cNvSpPr/>
          <p:nvPr/>
        </p:nvSpPr>
        <p:spPr>
          <a:xfrm>
            <a:off x="6702581" y="2594896"/>
            <a:ext cx="1877720" cy="144797"/>
          </a:xfrm>
          <a:custGeom>
            <a:avLst/>
            <a:gdLst/>
            <a:ahLst/>
            <a:cxnLst/>
            <a:rect l="0" t="0" r="0" b="0"/>
            <a:pathLst>
              <a:path w="1877720" h="144797">
                <a:moveTo>
                  <a:pt x="0" y="139657"/>
                </a:moveTo>
                <a:lnTo>
                  <a:pt x="3674" y="139245"/>
                </a:lnTo>
                <a:lnTo>
                  <a:pt x="7349" y="138828"/>
                </a:lnTo>
                <a:lnTo>
                  <a:pt x="11023" y="138406"/>
                </a:lnTo>
                <a:lnTo>
                  <a:pt x="14698" y="137983"/>
                </a:lnTo>
                <a:lnTo>
                  <a:pt x="18372" y="137559"/>
                </a:lnTo>
                <a:lnTo>
                  <a:pt x="22047" y="137137"/>
                </a:lnTo>
                <a:lnTo>
                  <a:pt x="25722" y="136718"/>
                </a:lnTo>
                <a:lnTo>
                  <a:pt x="29396" y="136304"/>
                </a:lnTo>
                <a:lnTo>
                  <a:pt x="33071" y="135895"/>
                </a:lnTo>
                <a:lnTo>
                  <a:pt x="36745" y="135490"/>
                </a:lnTo>
                <a:lnTo>
                  <a:pt x="40420" y="135092"/>
                </a:lnTo>
                <a:lnTo>
                  <a:pt x="44095" y="134699"/>
                </a:lnTo>
                <a:lnTo>
                  <a:pt x="47769" y="134311"/>
                </a:lnTo>
                <a:lnTo>
                  <a:pt x="51444" y="133928"/>
                </a:lnTo>
                <a:lnTo>
                  <a:pt x="55118" y="133548"/>
                </a:lnTo>
                <a:lnTo>
                  <a:pt x="58793" y="133172"/>
                </a:lnTo>
                <a:lnTo>
                  <a:pt x="62468" y="132797"/>
                </a:lnTo>
                <a:lnTo>
                  <a:pt x="66142" y="132422"/>
                </a:lnTo>
                <a:lnTo>
                  <a:pt x="69817" y="132048"/>
                </a:lnTo>
                <a:lnTo>
                  <a:pt x="73491" y="131672"/>
                </a:lnTo>
                <a:lnTo>
                  <a:pt x="77166" y="131293"/>
                </a:lnTo>
                <a:lnTo>
                  <a:pt x="80841" y="130912"/>
                </a:lnTo>
                <a:lnTo>
                  <a:pt x="84515" y="130527"/>
                </a:lnTo>
                <a:lnTo>
                  <a:pt x="88190" y="130138"/>
                </a:lnTo>
                <a:lnTo>
                  <a:pt x="91864" y="129744"/>
                </a:lnTo>
                <a:lnTo>
                  <a:pt x="95539" y="129346"/>
                </a:lnTo>
                <a:lnTo>
                  <a:pt x="99214" y="128943"/>
                </a:lnTo>
                <a:lnTo>
                  <a:pt x="102888" y="128534"/>
                </a:lnTo>
                <a:lnTo>
                  <a:pt x="106563" y="128121"/>
                </a:lnTo>
                <a:lnTo>
                  <a:pt x="110237" y="127703"/>
                </a:lnTo>
                <a:lnTo>
                  <a:pt x="113912" y="127281"/>
                </a:lnTo>
                <a:lnTo>
                  <a:pt x="117587" y="126854"/>
                </a:lnTo>
                <a:lnTo>
                  <a:pt x="121261" y="126422"/>
                </a:lnTo>
                <a:lnTo>
                  <a:pt x="124936" y="125984"/>
                </a:lnTo>
                <a:lnTo>
                  <a:pt x="128610" y="125540"/>
                </a:lnTo>
                <a:lnTo>
                  <a:pt x="132285" y="125091"/>
                </a:lnTo>
                <a:lnTo>
                  <a:pt x="135960" y="124636"/>
                </a:lnTo>
                <a:lnTo>
                  <a:pt x="139634" y="124174"/>
                </a:lnTo>
                <a:lnTo>
                  <a:pt x="143309" y="123704"/>
                </a:lnTo>
                <a:lnTo>
                  <a:pt x="146983" y="123227"/>
                </a:lnTo>
                <a:lnTo>
                  <a:pt x="150658" y="122740"/>
                </a:lnTo>
                <a:lnTo>
                  <a:pt x="154333" y="122244"/>
                </a:lnTo>
                <a:lnTo>
                  <a:pt x="158007" y="121739"/>
                </a:lnTo>
                <a:lnTo>
                  <a:pt x="161682" y="121224"/>
                </a:lnTo>
                <a:lnTo>
                  <a:pt x="165356" y="120701"/>
                </a:lnTo>
                <a:lnTo>
                  <a:pt x="169031" y="120168"/>
                </a:lnTo>
                <a:lnTo>
                  <a:pt x="172706" y="119627"/>
                </a:lnTo>
                <a:lnTo>
                  <a:pt x="176380" y="119076"/>
                </a:lnTo>
                <a:lnTo>
                  <a:pt x="180055" y="118519"/>
                </a:lnTo>
                <a:lnTo>
                  <a:pt x="183729" y="117957"/>
                </a:lnTo>
                <a:lnTo>
                  <a:pt x="187404" y="117389"/>
                </a:lnTo>
                <a:lnTo>
                  <a:pt x="191079" y="116819"/>
                </a:lnTo>
                <a:lnTo>
                  <a:pt x="194753" y="116246"/>
                </a:lnTo>
                <a:lnTo>
                  <a:pt x="198428" y="115673"/>
                </a:lnTo>
                <a:lnTo>
                  <a:pt x="202102" y="115100"/>
                </a:lnTo>
                <a:lnTo>
                  <a:pt x="205777" y="114528"/>
                </a:lnTo>
                <a:lnTo>
                  <a:pt x="209452" y="113959"/>
                </a:lnTo>
                <a:lnTo>
                  <a:pt x="213126" y="113393"/>
                </a:lnTo>
                <a:lnTo>
                  <a:pt x="216801" y="112830"/>
                </a:lnTo>
                <a:lnTo>
                  <a:pt x="220475" y="112271"/>
                </a:lnTo>
                <a:lnTo>
                  <a:pt x="224150" y="111717"/>
                </a:lnTo>
                <a:lnTo>
                  <a:pt x="227825" y="111166"/>
                </a:lnTo>
                <a:lnTo>
                  <a:pt x="231499" y="110619"/>
                </a:lnTo>
                <a:lnTo>
                  <a:pt x="235174" y="110075"/>
                </a:lnTo>
                <a:lnTo>
                  <a:pt x="238848" y="109534"/>
                </a:lnTo>
                <a:lnTo>
                  <a:pt x="242523" y="108995"/>
                </a:lnTo>
                <a:lnTo>
                  <a:pt x="246198" y="108459"/>
                </a:lnTo>
                <a:lnTo>
                  <a:pt x="249872" y="107925"/>
                </a:lnTo>
                <a:lnTo>
                  <a:pt x="253547" y="107392"/>
                </a:lnTo>
                <a:lnTo>
                  <a:pt x="257221" y="106861"/>
                </a:lnTo>
                <a:lnTo>
                  <a:pt x="260896" y="106332"/>
                </a:lnTo>
                <a:lnTo>
                  <a:pt x="264571" y="105804"/>
                </a:lnTo>
                <a:lnTo>
                  <a:pt x="268245" y="105277"/>
                </a:lnTo>
                <a:lnTo>
                  <a:pt x="271920" y="104752"/>
                </a:lnTo>
                <a:lnTo>
                  <a:pt x="275594" y="104229"/>
                </a:lnTo>
                <a:lnTo>
                  <a:pt x="279269" y="103708"/>
                </a:lnTo>
                <a:lnTo>
                  <a:pt x="282944" y="103187"/>
                </a:lnTo>
                <a:lnTo>
                  <a:pt x="286618" y="102668"/>
                </a:lnTo>
                <a:lnTo>
                  <a:pt x="290293" y="102149"/>
                </a:lnTo>
                <a:lnTo>
                  <a:pt x="293967" y="101629"/>
                </a:lnTo>
                <a:lnTo>
                  <a:pt x="297642" y="101108"/>
                </a:lnTo>
                <a:lnTo>
                  <a:pt x="301317" y="100584"/>
                </a:lnTo>
                <a:lnTo>
                  <a:pt x="304991" y="100055"/>
                </a:lnTo>
                <a:lnTo>
                  <a:pt x="308666" y="99520"/>
                </a:lnTo>
                <a:lnTo>
                  <a:pt x="312340" y="98976"/>
                </a:lnTo>
                <a:lnTo>
                  <a:pt x="316015" y="98422"/>
                </a:lnTo>
                <a:lnTo>
                  <a:pt x="319690" y="97857"/>
                </a:lnTo>
                <a:lnTo>
                  <a:pt x="323364" y="97272"/>
                </a:lnTo>
                <a:lnTo>
                  <a:pt x="327039" y="96670"/>
                </a:lnTo>
                <a:lnTo>
                  <a:pt x="330713" y="96048"/>
                </a:lnTo>
                <a:lnTo>
                  <a:pt x="334388" y="95404"/>
                </a:lnTo>
                <a:lnTo>
                  <a:pt x="338063" y="94736"/>
                </a:lnTo>
                <a:lnTo>
                  <a:pt x="341737" y="94043"/>
                </a:lnTo>
                <a:lnTo>
                  <a:pt x="345412" y="93320"/>
                </a:lnTo>
                <a:lnTo>
                  <a:pt x="349086" y="92564"/>
                </a:lnTo>
                <a:lnTo>
                  <a:pt x="352761" y="91778"/>
                </a:lnTo>
                <a:lnTo>
                  <a:pt x="356436" y="90963"/>
                </a:lnTo>
                <a:lnTo>
                  <a:pt x="360110" y="90119"/>
                </a:lnTo>
                <a:lnTo>
                  <a:pt x="363785" y="89245"/>
                </a:lnTo>
                <a:lnTo>
                  <a:pt x="367459" y="88344"/>
                </a:lnTo>
                <a:lnTo>
                  <a:pt x="371134" y="87414"/>
                </a:lnTo>
                <a:lnTo>
                  <a:pt x="374809" y="86458"/>
                </a:lnTo>
                <a:lnTo>
                  <a:pt x="378483" y="85482"/>
                </a:lnTo>
                <a:lnTo>
                  <a:pt x="382158" y="84488"/>
                </a:lnTo>
                <a:lnTo>
                  <a:pt x="385832" y="83479"/>
                </a:lnTo>
                <a:lnTo>
                  <a:pt x="389507" y="82459"/>
                </a:lnTo>
                <a:lnTo>
                  <a:pt x="393182" y="81430"/>
                </a:lnTo>
                <a:lnTo>
                  <a:pt x="396856" y="80395"/>
                </a:lnTo>
                <a:lnTo>
                  <a:pt x="400531" y="79358"/>
                </a:lnTo>
                <a:lnTo>
                  <a:pt x="404205" y="78322"/>
                </a:lnTo>
                <a:lnTo>
                  <a:pt x="407880" y="77287"/>
                </a:lnTo>
                <a:lnTo>
                  <a:pt x="411555" y="76257"/>
                </a:lnTo>
                <a:lnTo>
                  <a:pt x="415229" y="75230"/>
                </a:lnTo>
                <a:lnTo>
                  <a:pt x="418904" y="74207"/>
                </a:lnTo>
                <a:lnTo>
                  <a:pt x="422578" y="73189"/>
                </a:lnTo>
                <a:lnTo>
                  <a:pt x="426253" y="72173"/>
                </a:lnTo>
                <a:lnTo>
                  <a:pt x="429928" y="71156"/>
                </a:lnTo>
                <a:lnTo>
                  <a:pt x="433602" y="70138"/>
                </a:lnTo>
                <a:lnTo>
                  <a:pt x="437277" y="69115"/>
                </a:lnTo>
                <a:lnTo>
                  <a:pt x="440951" y="68086"/>
                </a:lnTo>
                <a:lnTo>
                  <a:pt x="444626" y="67047"/>
                </a:lnTo>
                <a:lnTo>
                  <a:pt x="448301" y="65994"/>
                </a:lnTo>
                <a:lnTo>
                  <a:pt x="451975" y="64929"/>
                </a:lnTo>
                <a:lnTo>
                  <a:pt x="455650" y="63849"/>
                </a:lnTo>
                <a:lnTo>
                  <a:pt x="459324" y="62755"/>
                </a:lnTo>
                <a:lnTo>
                  <a:pt x="462999" y="61647"/>
                </a:lnTo>
                <a:lnTo>
                  <a:pt x="466674" y="60525"/>
                </a:lnTo>
                <a:lnTo>
                  <a:pt x="470348" y="59392"/>
                </a:lnTo>
                <a:lnTo>
                  <a:pt x="474023" y="58251"/>
                </a:lnTo>
                <a:lnTo>
                  <a:pt x="477697" y="57106"/>
                </a:lnTo>
                <a:lnTo>
                  <a:pt x="481372" y="55962"/>
                </a:lnTo>
                <a:lnTo>
                  <a:pt x="485047" y="54823"/>
                </a:lnTo>
                <a:lnTo>
                  <a:pt x="488721" y="53693"/>
                </a:lnTo>
                <a:lnTo>
                  <a:pt x="492396" y="52576"/>
                </a:lnTo>
                <a:lnTo>
                  <a:pt x="496070" y="51483"/>
                </a:lnTo>
                <a:lnTo>
                  <a:pt x="499745" y="50414"/>
                </a:lnTo>
                <a:lnTo>
                  <a:pt x="503420" y="49371"/>
                </a:lnTo>
                <a:lnTo>
                  <a:pt x="507094" y="48359"/>
                </a:lnTo>
                <a:lnTo>
                  <a:pt x="510769" y="47377"/>
                </a:lnTo>
                <a:lnTo>
                  <a:pt x="514443" y="46427"/>
                </a:lnTo>
                <a:lnTo>
                  <a:pt x="518118" y="45509"/>
                </a:lnTo>
                <a:lnTo>
                  <a:pt x="521793" y="44627"/>
                </a:lnTo>
                <a:lnTo>
                  <a:pt x="525467" y="43771"/>
                </a:lnTo>
                <a:lnTo>
                  <a:pt x="529142" y="42939"/>
                </a:lnTo>
                <a:lnTo>
                  <a:pt x="532816" y="42127"/>
                </a:lnTo>
                <a:lnTo>
                  <a:pt x="536491" y="41330"/>
                </a:lnTo>
                <a:lnTo>
                  <a:pt x="540166" y="40543"/>
                </a:lnTo>
                <a:lnTo>
                  <a:pt x="543840" y="39761"/>
                </a:lnTo>
                <a:lnTo>
                  <a:pt x="547515" y="38977"/>
                </a:lnTo>
                <a:lnTo>
                  <a:pt x="551189" y="38185"/>
                </a:lnTo>
                <a:lnTo>
                  <a:pt x="554864" y="37381"/>
                </a:lnTo>
                <a:lnTo>
                  <a:pt x="558539" y="36561"/>
                </a:lnTo>
                <a:lnTo>
                  <a:pt x="562213" y="35723"/>
                </a:lnTo>
                <a:lnTo>
                  <a:pt x="565888" y="34862"/>
                </a:lnTo>
                <a:lnTo>
                  <a:pt x="569562" y="33975"/>
                </a:lnTo>
                <a:lnTo>
                  <a:pt x="573237" y="33061"/>
                </a:lnTo>
                <a:lnTo>
                  <a:pt x="576912" y="32124"/>
                </a:lnTo>
                <a:lnTo>
                  <a:pt x="580586" y="31163"/>
                </a:lnTo>
                <a:lnTo>
                  <a:pt x="584261" y="30182"/>
                </a:lnTo>
                <a:lnTo>
                  <a:pt x="587935" y="29183"/>
                </a:lnTo>
                <a:lnTo>
                  <a:pt x="591610" y="28169"/>
                </a:lnTo>
                <a:lnTo>
                  <a:pt x="595285" y="27141"/>
                </a:lnTo>
                <a:lnTo>
                  <a:pt x="598959" y="26107"/>
                </a:lnTo>
                <a:lnTo>
                  <a:pt x="602634" y="25070"/>
                </a:lnTo>
                <a:lnTo>
                  <a:pt x="606308" y="24035"/>
                </a:lnTo>
                <a:lnTo>
                  <a:pt x="609983" y="23004"/>
                </a:lnTo>
                <a:lnTo>
                  <a:pt x="613658" y="21981"/>
                </a:lnTo>
                <a:lnTo>
                  <a:pt x="617332" y="20969"/>
                </a:lnTo>
                <a:lnTo>
                  <a:pt x="621007" y="19972"/>
                </a:lnTo>
                <a:lnTo>
                  <a:pt x="624681" y="18991"/>
                </a:lnTo>
                <a:lnTo>
                  <a:pt x="628356" y="18026"/>
                </a:lnTo>
                <a:lnTo>
                  <a:pt x="632031" y="17079"/>
                </a:lnTo>
                <a:lnTo>
                  <a:pt x="635705" y="16150"/>
                </a:lnTo>
                <a:lnTo>
                  <a:pt x="639380" y="15238"/>
                </a:lnTo>
                <a:lnTo>
                  <a:pt x="643054" y="14346"/>
                </a:lnTo>
                <a:lnTo>
                  <a:pt x="646729" y="13475"/>
                </a:lnTo>
                <a:lnTo>
                  <a:pt x="650404" y="12621"/>
                </a:lnTo>
                <a:lnTo>
                  <a:pt x="654078" y="11784"/>
                </a:lnTo>
                <a:lnTo>
                  <a:pt x="657753" y="10965"/>
                </a:lnTo>
                <a:lnTo>
                  <a:pt x="661427" y="10164"/>
                </a:lnTo>
                <a:lnTo>
                  <a:pt x="665102" y="9382"/>
                </a:lnTo>
                <a:lnTo>
                  <a:pt x="668777" y="8621"/>
                </a:lnTo>
                <a:lnTo>
                  <a:pt x="672451" y="7882"/>
                </a:lnTo>
                <a:lnTo>
                  <a:pt x="676126" y="7165"/>
                </a:lnTo>
                <a:lnTo>
                  <a:pt x="679800" y="6471"/>
                </a:lnTo>
                <a:lnTo>
                  <a:pt x="683475" y="5803"/>
                </a:lnTo>
                <a:lnTo>
                  <a:pt x="687150" y="5160"/>
                </a:lnTo>
                <a:lnTo>
                  <a:pt x="690824" y="4547"/>
                </a:lnTo>
                <a:lnTo>
                  <a:pt x="694499" y="3970"/>
                </a:lnTo>
                <a:lnTo>
                  <a:pt x="698173" y="3427"/>
                </a:lnTo>
                <a:lnTo>
                  <a:pt x="701848" y="2919"/>
                </a:lnTo>
                <a:lnTo>
                  <a:pt x="705523" y="2448"/>
                </a:lnTo>
                <a:lnTo>
                  <a:pt x="709197" y="2015"/>
                </a:lnTo>
                <a:lnTo>
                  <a:pt x="712872" y="1621"/>
                </a:lnTo>
                <a:lnTo>
                  <a:pt x="716546" y="1269"/>
                </a:lnTo>
                <a:lnTo>
                  <a:pt x="720221" y="966"/>
                </a:lnTo>
                <a:lnTo>
                  <a:pt x="723896" y="704"/>
                </a:lnTo>
                <a:lnTo>
                  <a:pt x="727570" y="484"/>
                </a:lnTo>
                <a:lnTo>
                  <a:pt x="731245" y="305"/>
                </a:lnTo>
                <a:lnTo>
                  <a:pt x="734919" y="167"/>
                </a:lnTo>
                <a:lnTo>
                  <a:pt x="738594" y="69"/>
                </a:lnTo>
                <a:lnTo>
                  <a:pt x="742269" y="13"/>
                </a:lnTo>
                <a:lnTo>
                  <a:pt x="745943" y="0"/>
                </a:lnTo>
                <a:lnTo>
                  <a:pt x="749618" y="22"/>
                </a:lnTo>
                <a:lnTo>
                  <a:pt x="753292" y="80"/>
                </a:lnTo>
                <a:lnTo>
                  <a:pt x="756967" y="172"/>
                </a:lnTo>
                <a:lnTo>
                  <a:pt x="760642" y="297"/>
                </a:lnTo>
                <a:lnTo>
                  <a:pt x="764316" y="454"/>
                </a:lnTo>
                <a:lnTo>
                  <a:pt x="767991" y="648"/>
                </a:lnTo>
                <a:lnTo>
                  <a:pt x="771665" y="876"/>
                </a:lnTo>
                <a:lnTo>
                  <a:pt x="775340" y="1136"/>
                </a:lnTo>
                <a:lnTo>
                  <a:pt x="779015" y="1430"/>
                </a:lnTo>
                <a:lnTo>
                  <a:pt x="782689" y="1758"/>
                </a:lnTo>
                <a:lnTo>
                  <a:pt x="786364" y="2122"/>
                </a:lnTo>
                <a:lnTo>
                  <a:pt x="790038" y="2524"/>
                </a:lnTo>
                <a:lnTo>
                  <a:pt x="793713" y="2973"/>
                </a:lnTo>
                <a:lnTo>
                  <a:pt x="797388" y="3465"/>
                </a:lnTo>
                <a:lnTo>
                  <a:pt x="801062" y="4001"/>
                </a:lnTo>
                <a:lnTo>
                  <a:pt x="804737" y="4582"/>
                </a:lnTo>
                <a:lnTo>
                  <a:pt x="808411" y="5209"/>
                </a:lnTo>
                <a:lnTo>
                  <a:pt x="812086" y="5884"/>
                </a:lnTo>
                <a:lnTo>
                  <a:pt x="815761" y="6609"/>
                </a:lnTo>
                <a:lnTo>
                  <a:pt x="819435" y="7390"/>
                </a:lnTo>
                <a:lnTo>
                  <a:pt x="823110" y="8218"/>
                </a:lnTo>
                <a:lnTo>
                  <a:pt x="826784" y="9091"/>
                </a:lnTo>
                <a:lnTo>
                  <a:pt x="830459" y="10007"/>
                </a:lnTo>
                <a:lnTo>
                  <a:pt x="834134" y="10965"/>
                </a:lnTo>
                <a:lnTo>
                  <a:pt x="837808" y="11961"/>
                </a:lnTo>
                <a:lnTo>
                  <a:pt x="841483" y="12995"/>
                </a:lnTo>
                <a:lnTo>
                  <a:pt x="845157" y="14065"/>
                </a:lnTo>
                <a:lnTo>
                  <a:pt x="848832" y="15163"/>
                </a:lnTo>
                <a:lnTo>
                  <a:pt x="852507" y="16285"/>
                </a:lnTo>
                <a:lnTo>
                  <a:pt x="856181" y="17430"/>
                </a:lnTo>
                <a:lnTo>
                  <a:pt x="859856" y="18596"/>
                </a:lnTo>
                <a:lnTo>
                  <a:pt x="863530" y="19779"/>
                </a:lnTo>
                <a:lnTo>
                  <a:pt x="867205" y="20982"/>
                </a:lnTo>
                <a:lnTo>
                  <a:pt x="870880" y="22200"/>
                </a:lnTo>
                <a:lnTo>
                  <a:pt x="874554" y="23434"/>
                </a:lnTo>
                <a:lnTo>
                  <a:pt x="878229" y="24682"/>
                </a:lnTo>
                <a:lnTo>
                  <a:pt x="881903" y="25946"/>
                </a:lnTo>
                <a:lnTo>
                  <a:pt x="885578" y="27225"/>
                </a:lnTo>
                <a:lnTo>
                  <a:pt x="889253" y="28521"/>
                </a:lnTo>
                <a:lnTo>
                  <a:pt x="892927" y="29837"/>
                </a:lnTo>
                <a:lnTo>
                  <a:pt x="896602" y="31172"/>
                </a:lnTo>
                <a:lnTo>
                  <a:pt x="900276" y="32526"/>
                </a:lnTo>
                <a:lnTo>
                  <a:pt x="903951" y="33900"/>
                </a:lnTo>
                <a:lnTo>
                  <a:pt x="907626" y="35294"/>
                </a:lnTo>
                <a:lnTo>
                  <a:pt x="911300" y="36708"/>
                </a:lnTo>
                <a:lnTo>
                  <a:pt x="914975" y="38143"/>
                </a:lnTo>
                <a:lnTo>
                  <a:pt x="918649" y="39601"/>
                </a:lnTo>
                <a:lnTo>
                  <a:pt x="922324" y="41077"/>
                </a:lnTo>
                <a:lnTo>
                  <a:pt x="925999" y="42572"/>
                </a:lnTo>
                <a:lnTo>
                  <a:pt x="929673" y="44083"/>
                </a:lnTo>
                <a:lnTo>
                  <a:pt x="933348" y="45610"/>
                </a:lnTo>
                <a:lnTo>
                  <a:pt x="937022" y="47151"/>
                </a:lnTo>
                <a:lnTo>
                  <a:pt x="940697" y="48706"/>
                </a:lnTo>
                <a:lnTo>
                  <a:pt x="944372" y="50273"/>
                </a:lnTo>
                <a:lnTo>
                  <a:pt x="948046" y="51848"/>
                </a:lnTo>
                <a:lnTo>
                  <a:pt x="951721" y="53430"/>
                </a:lnTo>
                <a:lnTo>
                  <a:pt x="955395" y="55017"/>
                </a:lnTo>
                <a:lnTo>
                  <a:pt x="959070" y="56607"/>
                </a:lnTo>
                <a:lnTo>
                  <a:pt x="962745" y="58197"/>
                </a:lnTo>
                <a:lnTo>
                  <a:pt x="966419" y="59785"/>
                </a:lnTo>
                <a:lnTo>
                  <a:pt x="970094" y="61367"/>
                </a:lnTo>
                <a:lnTo>
                  <a:pt x="973768" y="62943"/>
                </a:lnTo>
                <a:lnTo>
                  <a:pt x="977443" y="64509"/>
                </a:lnTo>
                <a:lnTo>
                  <a:pt x="981118" y="66063"/>
                </a:lnTo>
                <a:lnTo>
                  <a:pt x="984792" y="67603"/>
                </a:lnTo>
                <a:lnTo>
                  <a:pt x="988467" y="69128"/>
                </a:lnTo>
                <a:lnTo>
                  <a:pt x="992141" y="70633"/>
                </a:lnTo>
                <a:lnTo>
                  <a:pt x="995816" y="72118"/>
                </a:lnTo>
                <a:lnTo>
                  <a:pt x="999491" y="73585"/>
                </a:lnTo>
                <a:lnTo>
                  <a:pt x="1003165" y="75032"/>
                </a:lnTo>
                <a:lnTo>
                  <a:pt x="1006840" y="76461"/>
                </a:lnTo>
                <a:lnTo>
                  <a:pt x="1010514" y="77871"/>
                </a:lnTo>
                <a:lnTo>
                  <a:pt x="1014189" y="79263"/>
                </a:lnTo>
                <a:lnTo>
                  <a:pt x="1017864" y="80636"/>
                </a:lnTo>
                <a:lnTo>
                  <a:pt x="1021538" y="81997"/>
                </a:lnTo>
                <a:lnTo>
                  <a:pt x="1025213" y="83346"/>
                </a:lnTo>
                <a:lnTo>
                  <a:pt x="1028887" y="84685"/>
                </a:lnTo>
                <a:lnTo>
                  <a:pt x="1032562" y="86017"/>
                </a:lnTo>
                <a:lnTo>
                  <a:pt x="1036237" y="87341"/>
                </a:lnTo>
                <a:lnTo>
                  <a:pt x="1039911" y="88661"/>
                </a:lnTo>
                <a:lnTo>
                  <a:pt x="1043586" y="89976"/>
                </a:lnTo>
                <a:lnTo>
                  <a:pt x="1047260" y="91289"/>
                </a:lnTo>
                <a:lnTo>
                  <a:pt x="1050935" y="92597"/>
                </a:lnTo>
                <a:lnTo>
                  <a:pt x="1054610" y="93901"/>
                </a:lnTo>
                <a:lnTo>
                  <a:pt x="1058284" y="95200"/>
                </a:lnTo>
                <a:lnTo>
                  <a:pt x="1061959" y="96492"/>
                </a:lnTo>
                <a:lnTo>
                  <a:pt x="1065633" y="97773"/>
                </a:lnTo>
                <a:lnTo>
                  <a:pt x="1069308" y="99042"/>
                </a:lnTo>
                <a:lnTo>
                  <a:pt x="1072983" y="100295"/>
                </a:lnTo>
                <a:lnTo>
                  <a:pt x="1076657" y="101531"/>
                </a:lnTo>
                <a:lnTo>
                  <a:pt x="1080332" y="102746"/>
                </a:lnTo>
                <a:lnTo>
                  <a:pt x="1084006" y="103939"/>
                </a:lnTo>
                <a:lnTo>
                  <a:pt x="1087681" y="105107"/>
                </a:lnTo>
                <a:lnTo>
                  <a:pt x="1091356" y="106242"/>
                </a:lnTo>
                <a:lnTo>
                  <a:pt x="1095030" y="107348"/>
                </a:lnTo>
                <a:lnTo>
                  <a:pt x="1098705" y="108424"/>
                </a:lnTo>
                <a:lnTo>
                  <a:pt x="1102379" y="109470"/>
                </a:lnTo>
                <a:lnTo>
                  <a:pt x="1106054" y="110486"/>
                </a:lnTo>
                <a:lnTo>
                  <a:pt x="1109729" y="111472"/>
                </a:lnTo>
                <a:lnTo>
                  <a:pt x="1113403" y="112428"/>
                </a:lnTo>
                <a:lnTo>
                  <a:pt x="1117078" y="113352"/>
                </a:lnTo>
                <a:lnTo>
                  <a:pt x="1120752" y="114252"/>
                </a:lnTo>
                <a:lnTo>
                  <a:pt x="1124427" y="115128"/>
                </a:lnTo>
                <a:lnTo>
                  <a:pt x="1128102" y="115983"/>
                </a:lnTo>
                <a:lnTo>
                  <a:pt x="1131776" y="116818"/>
                </a:lnTo>
                <a:lnTo>
                  <a:pt x="1135451" y="117636"/>
                </a:lnTo>
                <a:lnTo>
                  <a:pt x="1139125" y="118436"/>
                </a:lnTo>
                <a:lnTo>
                  <a:pt x="1142800" y="119221"/>
                </a:lnTo>
                <a:lnTo>
                  <a:pt x="1146475" y="119993"/>
                </a:lnTo>
                <a:lnTo>
                  <a:pt x="1150149" y="120753"/>
                </a:lnTo>
                <a:lnTo>
                  <a:pt x="1153824" y="121502"/>
                </a:lnTo>
                <a:lnTo>
                  <a:pt x="1157498" y="122239"/>
                </a:lnTo>
                <a:lnTo>
                  <a:pt x="1161173" y="122965"/>
                </a:lnTo>
                <a:lnTo>
                  <a:pt x="1164848" y="123676"/>
                </a:lnTo>
                <a:lnTo>
                  <a:pt x="1168522" y="124374"/>
                </a:lnTo>
                <a:lnTo>
                  <a:pt x="1172197" y="125058"/>
                </a:lnTo>
                <a:lnTo>
                  <a:pt x="1175871" y="125727"/>
                </a:lnTo>
                <a:lnTo>
                  <a:pt x="1179546" y="126380"/>
                </a:lnTo>
                <a:lnTo>
                  <a:pt x="1183221" y="127016"/>
                </a:lnTo>
                <a:lnTo>
                  <a:pt x="1186895" y="127635"/>
                </a:lnTo>
                <a:lnTo>
                  <a:pt x="1190570" y="128233"/>
                </a:lnTo>
                <a:lnTo>
                  <a:pt x="1194244" y="128812"/>
                </a:lnTo>
                <a:lnTo>
                  <a:pt x="1197919" y="129374"/>
                </a:lnTo>
                <a:lnTo>
                  <a:pt x="1201594" y="129918"/>
                </a:lnTo>
                <a:lnTo>
                  <a:pt x="1205268" y="130446"/>
                </a:lnTo>
                <a:lnTo>
                  <a:pt x="1208943" y="130957"/>
                </a:lnTo>
                <a:lnTo>
                  <a:pt x="1212617" y="131454"/>
                </a:lnTo>
                <a:lnTo>
                  <a:pt x="1216292" y="131936"/>
                </a:lnTo>
                <a:lnTo>
                  <a:pt x="1219967" y="132408"/>
                </a:lnTo>
                <a:lnTo>
                  <a:pt x="1223641" y="132871"/>
                </a:lnTo>
                <a:lnTo>
                  <a:pt x="1227316" y="133326"/>
                </a:lnTo>
                <a:lnTo>
                  <a:pt x="1230990" y="133775"/>
                </a:lnTo>
                <a:lnTo>
                  <a:pt x="1234665" y="134219"/>
                </a:lnTo>
                <a:lnTo>
                  <a:pt x="1238340" y="134659"/>
                </a:lnTo>
                <a:lnTo>
                  <a:pt x="1242014" y="135096"/>
                </a:lnTo>
                <a:lnTo>
                  <a:pt x="1245689" y="135531"/>
                </a:lnTo>
                <a:lnTo>
                  <a:pt x="1249363" y="135964"/>
                </a:lnTo>
                <a:lnTo>
                  <a:pt x="1253038" y="136394"/>
                </a:lnTo>
                <a:lnTo>
                  <a:pt x="1256713" y="136822"/>
                </a:lnTo>
                <a:lnTo>
                  <a:pt x="1260387" y="137247"/>
                </a:lnTo>
                <a:lnTo>
                  <a:pt x="1264062" y="137666"/>
                </a:lnTo>
                <a:lnTo>
                  <a:pt x="1267736" y="138080"/>
                </a:lnTo>
                <a:lnTo>
                  <a:pt x="1271411" y="138486"/>
                </a:lnTo>
                <a:lnTo>
                  <a:pt x="1275086" y="138884"/>
                </a:lnTo>
                <a:lnTo>
                  <a:pt x="1278760" y="139273"/>
                </a:lnTo>
                <a:lnTo>
                  <a:pt x="1282435" y="139650"/>
                </a:lnTo>
                <a:lnTo>
                  <a:pt x="1286109" y="140016"/>
                </a:lnTo>
                <a:lnTo>
                  <a:pt x="1289784" y="140365"/>
                </a:lnTo>
                <a:lnTo>
                  <a:pt x="1293459" y="140700"/>
                </a:lnTo>
                <a:lnTo>
                  <a:pt x="1297133" y="141019"/>
                </a:lnTo>
                <a:lnTo>
                  <a:pt x="1300808" y="141323"/>
                </a:lnTo>
                <a:lnTo>
                  <a:pt x="1304482" y="141611"/>
                </a:lnTo>
                <a:lnTo>
                  <a:pt x="1308157" y="141882"/>
                </a:lnTo>
                <a:lnTo>
                  <a:pt x="1311832" y="142134"/>
                </a:lnTo>
                <a:lnTo>
                  <a:pt x="1315506" y="142369"/>
                </a:lnTo>
                <a:lnTo>
                  <a:pt x="1319181" y="142587"/>
                </a:lnTo>
                <a:lnTo>
                  <a:pt x="1322855" y="142788"/>
                </a:lnTo>
                <a:lnTo>
                  <a:pt x="1326530" y="142975"/>
                </a:lnTo>
                <a:lnTo>
                  <a:pt x="1330205" y="143146"/>
                </a:lnTo>
                <a:lnTo>
                  <a:pt x="1333879" y="143303"/>
                </a:lnTo>
                <a:lnTo>
                  <a:pt x="1337554" y="143445"/>
                </a:lnTo>
                <a:lnTo>
                  <a:pt x="1341228" y="143572"/>
                </a:lnTo>
                <a:lnTo>
                  <a:pt x="1344903" y="143688"/>
                </a:lnTo>
                <a:lnTo>
                  <a:pt x="1348577" y="143793"/>
                </a:lnTo>
                <a:lnTo>
                  <a:pt x="1352252" y="143887"/>
                </a:lnTo>
                <a:lnTo>
                  <a:pt x="1355927" y="143971"/>
                </a:lnTo>
                <a:lnTo>
                  <a:pt x="1359601" y="144046"/>
                </a:lnTo>
                <a:lnTo>
                  <a:pt x="1363276" y="144111"/>
                </a:lnTo>
                <a:lnTo>
                  <a:pt x="1366950" y="144168"/>
                </a:lnTo>
                <a:lnTo>
                  <a:pt x="1370625" y="144218"/>
                </a:lnTo>
                <a:lnTo>
                  <a:pt x="1374300" y="144262"/>
                </a:lnTo>
                <a:lnTo>
                  <a:pt x="1377974" y="144299"/>
                </a:lnTo>
                <a:lnTo>
                  <a:pt x="1381649" y="144331"/>
                </a:lnTo>
                <a:lnTo>
                  <a:pt x="1385323" y="144357"/>
                </a:lnTo>
                <a:lnTo>
                  <a:pt x="1388998" y="144378"/>
                </a:lnTo>
                <a:lnTo>
                  <a:pt x="1392673" y="144394"/>
                </a:lnTo>
                <a:lnTo>
                  <a:pt x="1396347" y="144406"/>
                </a:lnTo>
                <a:lnTo>
                  <a:pt x="1400022" y="144415"/>
                </a:lnTo>
                <a:lnTo>
                  <a:pt x="1403696" y="144420"/>
                </a:lnTo>
                <a:lnTo>
                  <a:pt x="1407371" y="144422"/>
                </a:lnTo>
                <a:lnTo>
                  <a:pt x="1411046" y="144422"/>
                </a:lnTo>
                <a:lnTo>
                  <a:pt x="1414720" y="144419"/>
                </a:lnTo>
                <a:lnTo>
                  <a:pt x="1418395" y="144414"/>
                </a:lnTo>
                <a:lnTo>
                  <a:pt x="1422069" y="144408"/>
                </a:lnTo>
                <a:lnTo>
                  <a:pt x="1425744" y="144400"/>
                </a:lnTo>
                <a:lnTo>
                  <a:pt x="1429419" y="144392"/>
                </a:lnTo>
                <a:lnTo>
                  <a:pt x="1433093" y="144383"/>
                </a:lnTo>
                <a:lnTo>
                  <a:pt x="1436768" y="144375"/>
                </a:lnTo>
                <a:lnTo>
                  <a:pt x="1440442" y="144366"/>
                </a:lnTo>
                <a:lnTo>
                  <a:pt x="1444117" y="144359"/>
                </a:lnTo>
                <a:lnTo>
                  <a:pt x="1447792" y="144352"/>
                </a:lnTo>
                <a:lnTo>
                  <a:pt x="1451466" y="144347"/>
                </a:lnTo>
                <a:lnTo>
                  <a:pt x="1455141" y="144343"/>
                </a:lnTo>
                <a:lnTo>
                  <a:pt x="1458815" y="144341"/>
                </a:lnTo>
                <a:lnTo>
                  <a:pt x="1462490" y="144341"/>
                </a:lnTo>
                <a:lnTo>
                  <a:pt x="1466165" y="144343"/>
                </a:lnTo>
                <a:lnTo>
                  <a:pt x="1469839" y="144347"/>
                </a:lnTo>
                <a:lnTo>
                  <a:pt x="1473514" y="144353"/>
                </a:lnTo>
                <a:lnTo>
                  <a:pt x="1477188" y="144361"/>
                </a:lnTo>
                <a:lnTo>
                  <a:pt x="1480863" y="144372"/>
                </a:lnTo>
                <a:lnTo>
                  <a:pt x="1484538" y="144384"/>
                </a:lnTo>
                <a:lnTo>
                  <a:pt x="1488212" y="144399"/>
                </a:lnTo>
                <a:lnTo>
                  <a:pt x="1491887" y="144415"/>
                </a:lnTo>
                <a:lnTo>
                  <a:pt x="1495561" y="144433"/>
                </a:lnTo>
                <a:lnTo>
                  <a:pt x="1499236" y="144452"/>
                </a:lnTo>
                <a:lnTo>
                  <a:pt x="1502911" y="144472"/>
                </a:lnTo>
                <a:lnTo>
                  <a:pt x="1506585" y="144493"/>
                </a:lnTo>
                <a:lnTo>
                  <a:pt x="1510260" y="144515"/>
                </a:lnTo>
                <a:lnTo>
                  <a:pt x="1513934" y="144536"/>
                </a:lnTo>
                <a:lnTo>
                  <a:pt x="1517609" y="144558"/>
                </a:lnTo>
                <a:lnTo>
                  <a:pt x="1521284" y="144579"/>
                </a:lnTo>
                <a:lnTo>
                  <a:pt x="1524958" y="144600"/>
                </a:lnTo>
                <a:lnTo>
                  <a:pt x="1528633" y="144620"/>
                </a:lnTo>
                <a:lnTo>
                  <a:pt x="1532307" y="144639"/>
                </a:lnTo>
                <a:lnTo>
                  <a:pt x="1535982" y="144657"/>
                </a:lnTo>
                <a:lnTo>
                  <a:pt x="1539657" y="144673"/>
                </a:lnTo>
                <a:lnTo>
                  <a:pt x="1543331" y="144689"/>
                </a:lnTo>
                <a:lnTo>
                  <a:pt x="1547006" y="144703"/>
                </a:lnTo>
                <a:lnTo>
                  <a:pt x="1550680" y="144716"/>
                </a:lnTo>
                <a:lnTo>
                  <a:pt x="1554355" y="144728"/>
                </a:lnTo>
                <a:lnTo>
                  <a:pt x="1558030" y="144739"/>
                </a:lnTo>
                <a:lnTo>
                  <a:pt x="1561704" y="144748"/>
                </a:lnTo>
                <a:lnTo>
                  <a:pt x="1565379" y="144756"/>
                </a:lnTo>
                <a:lnTo>
                  <a:pt x="1569053" y="144763"/>
                </a:lnTo>
                <a:lnTo>
                  <a:pt x="1572728" y="144769"/>
                </a:lnTo>
                <a:lnTo>
                  <a:pt x="1576403" y="144774"/>
                </a:lnTo>
                <a:lnTo>
                  <a:pt x="1580077" y="144778"/>
                </a:lnTo>
                <a:lnTo>
                  <a:pt x="1583752" y="144782"/>
                </a:lnTo>
                <a:lnTo>
                  <a:pt x="1587426" y="144785"/>
                </a:lnTo>
                <a:lnTo>
                  <a:pt x="1591101" y="144787"/>
                </a:lnTo>
                <a:lnTo>
                  <a:pt x="1594776" y="144789"/>
                </a:lnTo>
                <a:lnTo>
                  <a:pt x="1598450" y="144791"/>
                </a:lnTo>
                <a:lnTo>
                  <a:pt x="1602125" y="144792"/>
                </a:lnTo>
                <a:lnTo>
                  <a:pt x="1605799" y="144794"/>
                </a:lnTo>
                <a:lnTo>
                  <a:pt x="1609474" y="144794"/>
                </a:lnTo>
                <a:lnTo>
                  <a:pt x="1613149" y="144795"/>
                </a:lnTo>
                <a:lnTo>
                  <a:pt x="1616823" y="144796"/>
                </a:lnTo>
                <a:lnTo>
                  <a:pt x="1620498" y="144796"/>
                </a:lnTo>
                <a:lnTo>
                  <a:pt x="1624172" y="144796"/>
                </a:lnTo>
                <a:lnTo>
                  <a:pt x="1627847" y="144796"/>
                </a:lnTo>
                <a:lnTo>
                  <a:pt x="1631522" y="144797"/>
                </a:lnTo>
                <a:lnTo>
                  <a:pt x="1635196" y="144797"/>
                </a:lnTo>
                <a:lnTo>
                  <a:pt x="1638871" y="144797"/>
                </a:lnTo>
                <a:lnTo>
                  <a:pt x="1642545" y="144797"/>
                </a:lnTo>
                <a:lnTo>
                  <a:pt x="1646220" y="144797"/>
                </a:lnTo>
                <a:lnTo>
                  <a:pt x="1649895" y="144797"/>
                </a:lnTo>
                <a:lnTo>
                  <a:pt x="1653569" y="144797"/>
                </a:lnTo>
                <a:lnTo>
                  <a:pt x="1657244" y="144797"/>
                </a:lnTo>
                <a:lnTo>
                  <a:pt x="1660918" y="144797"/>
                </a:lnTo>
                <a:lnTo>
                  <a:pt x="1664593" y="144797"/>
                </a:lnTo>
                <a:lnTo>
                  <a:pt x="1668268" y="144797"/>
                </a:lnTo>
                <a:lnTo>
                  <a:pt x="1671942" y="144797"/>
                </a:lnTo>
                <a:lnTo>
                  <a:pt x="1675617" y="144797"/>
                </a:lnTo>
                <a:lnTo>
                  <a:pt x="1679291" y="144797"/>
                </a:lnTo>
                <a:lnTo>
                  <a:pt x="1682966" y="144797"/>
                </a:lnTo>
                <a:lnTo>
                  <a:pt x="1686641" y="144797"/>
                </a:lnTo>
                <a:lnTo>
                  <a:pt x="1690315" y="144797"/>
                </a:lnTo>
                <a:lnTo>
                  <a:pt x="1693990" y="144797"/>
                </a:lnTo>
                <a:lnTo>
                  <a:pt x="1697664" y="144797"/>
                </a:lnTo>
                <a:lnTo>
                  <a:pt x="1701339" y="144797"/>
                </a:lnTo>
                <a:lnTo>
                  <a:pt x="1705014" y="144797"/>
                </a:lnTo>
                <a:lnTo>
                  <a:pt x="1708688" y="144797"/>
                </a:lnTo>
                <a:lnTo>
                  <a:pt x="1712363" y="144797"/>
                </a:lnTo>
                <a:lnTo>
                  <a:pt x="1716037" y="144797"/>
                </a:lnTo>
                <a:lnTo>
                  <a:pt x="1719712" y="144797"/>
                </a:lnTo>
                <a:lnTo>
                  <a:pt x="1723387" y="144797"/>
                </a:lnTo>
                <a:lnTo>
                  <a:pt x="1727061" y="144797"/>
                </a:lnTo>
                <a:lnTo>
                  <a:pt x="1730736" y="144797"/>
                </a:lnTo>
                <a:lnTo>
                  <a:pt x="1734410" y="144797"/>
                </a:lnTo>
                <a:lnTo>
                  <a:pt x="1738085" y="144797"/>
                </a:lnTo>
                <a:lnTo>
                  <a:pt x="1741760" y="144797"/>
                </a:lnTo>
                <a:lnTo>
                  <a:pt x="1745434" y="144797"/>
                </a:lnTo>
                <a:lnTo>
                  <a:pt x="1749109" y="144797"/>
                </a:lnTo>
                <a:lnTo>
                  <a:pt x="1752783" y="144797"/>
                </a:lnTo>
                <a:lnTo>
                  <a:pt x="1756458" y="144797"/>
                </a:lnTo>
                <a:lnTo>
                  <a:pt x="1760133" y="144797"/>
                </a:lnTo>
                <a:lnTo>
                  <a:pt x="1763807" y="144797"/>
                </a:lnTo>
                <a:lnTo>
                  <a:pt x="1767482" y="144797"/>
                </a:lnTo>
                <a:lnTo>
                  <a:pt x="1771156" y="144797"/>
                </a:lnTo>
                <a:lnTo>
                  <a:pt x="1774831" y="144797"/>
                </a:lnTo>
                <a:lnTo>
                  <a:pt x="1778506" y="144797"/>
                </a:lnTo>
                <a:lnTo>
                  <a:pt x="1782180" y="144797"/>
                </a:lnTo>
                <a:lnTo>
                  <a:pt x="1785855" y="144797"/>
                </a:lnTo>
                <a:lnTo>
                  <a:pt x="1789529" y="144797"/>
                </a:lnTo>
                <a:lnTo>
                  <a:pt x="1793204" y="144797"/>
                </a:lnTo>
                <a:lnTo>
                  <a:pt x="1796879" y="144797"/>
                </a:lnTo>
                <a:lnTo>
                  <a:pt x="1800553" y="144797"/>
                </a:lnTo>
                <a:lnTo>
                  <a:pt x="1804228" y="144797"/>
                </a:lnTo>
                <a:lnTo>
                  <a:pt x="1807902" y="144797"/>
                </a:lnTo>
                <a:lnTo>
                  <a:pt x="1811577" y="144797"/>
                </a:lnTo>
                <a:lnTo>
                  <a:pt x="1815252" y="144797"/>
                </a:lnTo>
                <a:lnTo>
                  <a:pt x="1818926" y="144797"/>
                </a:lnTo>
                <a:lnTo>
                  <a:pt x="1822601" y="144797"/>
                </a:lnTo>
                <a:lnTo>
                  <a:pt x="1826275" y="144797"/>
                </a:lnTo>
                <a:lnTo>
                  <a:pt x="1829950" y="144797"/>
                </a:lnTo>
                <a:lnTo>
                  <a:pt x="1833625" y="144797"/>
                </a:lnTo>
                <a:lnTo>
                  <a:pt x="1837299" y="144797"/>
                </a:lnTo>
                <a:lnTo>
                  <a:pt x="1840974" y="144797"/>
                </a:lnTo>
                <a:lnTo>
                  <a:pt x="1844648" y="144797"/>
                </a:lnTo>
                <a:lnTo>
                  <a:pt x="1848323" y="144797"/>
                </a:lnTo>
                <a:lnTo>
                  <a:pt x="1851998" y="144797"/>
                </a:lnTo>
                <a:lnTo>
                  <a:pt x="1855672" y="144797"/>
                </a:lnTo>
                <a:lnTo>
                  <a:pt x="1859347" y="144797"/>
                </a:lnTo>
                <a:lnTo>
                  <a:pt x="1863021" y="144797"/>
                </a:lnTo>
                <a:lnTo>
                  <a:pt x="1866696" y="144797"/>
                </a:lnTo>
                <a:lnTo>
                  <a:pt x="1870371" y="144797"/>
                </a:lnTo>
                <a:lnTo>
                  <a:pt x="1874045" y="144797"/>
                </a:lnTo>
                <a:lnTo>
                  <a:pt x="1877720" y="144797"/>
                </a:lnTo>
                <a:lnTo>
                  <a:pt x="1874045" y="144797"/>
                </a:lnTo>
                <a:lnTo>
                  <a:pt x="1870371" y="144797"/>
                </a:lnTo>
                <a:lnTo>
                  <a:pt x="1866696" y="144797"/>
                </a:lnTo>
                <a:lnTo>
                  <a:pt x="1863021" y="144797"/>
                </a:lnTo>
                <a:lnTo>
                  <a:pt x="1859347" y="144797"/>
                </a:lnTo>
                <a:lnTo>
                  <a:pt x="1855672" y="144797"/>
                </a:lnTo>
                <a:lnTo>
                  <a:pt x="1851998" y="144797"/>
                </a:lnTo>
                <a:lnTo>
                  <a:pt x="1848323" y="144797"/>
                </a:lnTo>
                <a:lnTo>
                  <a:pt x="1844648" y="144797"/>
                </a:lnTo>
                <a:lnTo>
                  <a:pt x="1840974" y="144797"/>
                </a:lnTo>
                <a:lnTo>
                  <a:pt x="1837299" y="144797"/>
                </a:lnTo>
                <a:lnTo>
                  <a:pt x="1833625" y="144797"/>
                </a:lnTo>
                <a:lnTo>
                  <a:pt x="1829950" y="144797"/>
                </a:lnTo>
                <a:lnTo>
                  <a:pt x="1826275" y="144797"/>
                </a:lnTo>
                <a:lnTo>
                  <a:pt x="1822601" y="144797"/>
                </a:lnTo>
                <a:lnTo>
                  <a:pt x="1818926" y="144797"/>
                </a:lnTo>
                <a:lnTo>
                  <a:pt x="1815252" y="144797"/>
                </a:lnTo>
                <a:lnTo>
                  <a:pt x="1811577" y="144797"/>
                </a:lnTo>
                <a:lnTo>
                  <a:pt x="1807902" y="144797"/>
                </a:lnTo>
                <a:lnTo>
                  <a:pt x="1804228" y="144797"/>
                </a:lnTo>
                <a:lnTo>
                  <a:pt x="1800553" y="144797"/>
                </a:lnTo>
                <a:lnTo>
                  <a:pt x="1796879" y="144797"/>
                </a:lnTo>
                <a:lnTo>
                  <a:pt x="1793204" y="144797"/>
                </a:lnTo>
                <a:lnTo>
                  <a:pt x="1789529" y="144797"/>
                </a:lnTo>
                <a:lnTo>
                  <a:pt x="1785855" y="144797"/>
                </a:lnTo>
                <a:lnTo>
                  <a:pt x="1782180" y="144797"/>
                </a:lnTo>
                <a:lnTo>
                  <a:pt x="1778506" y="144797"/>
                </a:lnTo>
                <a:lnTo>
                  <a:pt x="1774831" y="144797"/>
                </a:lnTo>
                <a:lnTo>
                  <a:pt x="1771156" y="144797"/>
                </a:lnTo>
                <a:lnTo>
                  <a:pt x="1767482" y="144797"/>
                </a:lnTo>
                <a:lnTo>
                  <a:pt x="1763807" y="144797"/>
                </a:lnTo>
                <a:lnTo>
                  <a:pt x="1760133" y="144797"/>
                </a:lnTo>
                <a:lnTo>
                  <a:pt x="1756458" y="144797"/>
                </a:lnTo>
                <a:lnTo>
                  <a:pt x="1752783" y="144797"/>
                </a:lnTo>
                <a:lnTo>
                  <a:pt x="1749109" y="144797"/>
                </a:lnTo>
                <a:lnTo>
                  <a:pt x="1745434" y="144797"/>
                </a:lnTo>
                <a:lnTo>
                  <a:pt x="1741760" y="144797"/>
                </a:lnTo>
                <a:lnTo>
                  <a:pt x="1738085" y="144797"/>
                </a:lnTo>
                <a:lnTo>
                  <a:pt x="1734410" y="144797"/>
                </a:lnTo>
                <a:lnTo>
                  <a:pt x="1730736" y="144797"/>
                </a:lnTo>
                <a:lnTo>
                  <a:pt x="1727061" y="144797"/>
                </a:lnTo>
                <a:lnTo>
                  <a:pt x="1723387" y="144797"/>
                </a:lnTo>
                <a:lnTo>
                  <a:pt x="1719712" y="144797"/>
                </a:lnTo>
                <a:lnTo>
                  <a:pt x="1716037" y="144797"/>
                </a:lnTo>
                <a:lnTo>
                  <a:pt x="1712363" y="144797"/>
                </a:lnTo>
                <a:lnTo>
                  <a:pt x="1708688" y="144797"/>
                </a:lnTo>
                <a:lnTo>
                  <a:pt x="1705014" y="144797"/>
                </a:lnTo>
                <a:lnTo>
                  <a:pt x="1701339" y="144797"/>
                </a:lnTo>
                <a:lnTo>
                  <a:pt x="1697664" y="144797"/>
                </a:lnTo>
                <a:lnTo>
                  <a:pt x="1693990" y="144797"/>
                </a:lnTo>
                <a:lnTo>
                  <a:pt x="1690315" y="144797"/>
                </a:lnTo>
                <a:lnTo>
                  <a:pt x="1686641" y="144797"/>
                </a:lnTo>
                <a:lnTo>
                  <a:pt x="1682966" y="144797"/>
                </a:lnTo>
                <a:lnTo>
                  <a:pt x="1679291" y="144797"/>
                </a:lnTo>
                <a:lnTo>
                  <a:pt x="1675617" y="144797"/>
                </a:lnTo>
                <a:lnTo>
                  <a:pt x="1671942" y="144797"/>
                </a:lnTo>
                <a:lnTo>
                  <a:pt x="1668268" y="144797"/>
                </a:lnTo>
                <a:lnTo>
                  <a:pt x="1664593" y="144797"/>
                </a:lnTo>
                <a:lnTo>
                  <a:pt x="1660918" y="144797"/>
                </a:lnTo>
                <a:lnTo>
                  <a:pt x="1657244" y="144797"/>
                </a:lnTo>
                <a:lnTo>
                  <a:pt x="1653569" y="144797"/>
                </a:lnTo>
                <a:lnTo>
                  <a:pt x="1649895" y="144797"/>
                </a:lnTo>
                <a:lnTo>
                  <a:pt x="1646220" y="144797"/>
                </a:lnTo>
                <a:lnTo>
                  <a:pt x="1642545" y="144797"/>
                </a:lnTo>
                <a:lnTo>
                  <a:pt x="1638871" y="144797"/>
                </a:lnTo>
                <a:lnTo>
                  <a:pt x="1635196" y="144797"/>
                </a:lnTo>
                <a:lnTo>
                  <a:pt x="1631522" y="144797"/>
                </a:lnTo>
                <a:lnTo>
                  <a:pt x="1627847" y="144797"/>
                </a:lnTo>
                <a:lnTo>
                  <a:pt x="1624172" y="144797"/>
                </a:lnTo>
                <a:lnTo>
                  <a:pt x="1620498" y="144797"/>
                </a:lnTo>
                <a:lnTo>
                  <a:pt x="1616823" y="144797"/>
                </a:lnTo>
                <a:lnTo>
                  <a:pt x="1613149" y="144797"/>
                </a:lnTo>
                <a:lnTo>
                  <a:pt x="1609474" y="144797"/>
                </a:lnTo>
                <a:lnTo>
                  <a:pt x="1605799" y="144797"/>
                </a:lnTo>
                <a:lnTo>
                  <a:pt x="1602125" y="144797"/>
                </a:lnTo>
                <a:lnTo>
                  <a:pt x="1598450" y="144797"/>
                </a:lnTo>
                <a:lnTo>
                  <a:pt x="1594776" y="144797"/>
                </a:lnTo>
                <a:lnTo>
                  <a:pt x="1591101" y="144797"/>
                </a:lnTo>
                <a:lnTo>
                  <a:pt x="1587426" y="144797"/>
                </a:lnTo>
                <a:lnTo>
                  <a:pt x="1583752" y="144797"/>
                </a:lnTo>
                <a:lnTo>
                  <a:pt x="1580077" y="144797"/>
                </a:lnTo>
                <a:lnTo>
                  <a:pt x="1576403" y="144797"/>
                </a:lnTo>
                <a:lnTo>
                  <a:pt x="1572728" y="144797"/>
                </a:lnTo>
                <a:lnTo>
                  <a:pt x="1569053" y="144797"/>
                </a:lnTo>
                <a:lnTo>
                  <a:pt x="1565379" y="144797"/>
                </a:lnTo>
                <a:lnTo>
                  <a:pt x="1561704" y="144797"/>
                </a:lnTo>
                <a:lnTo>
                  <a:pt x="1558030" y="144797"/>
                </a:lnTo>
                <a:lnTo>
                  <a:pt x="1554355" y="144797"/>
                </a:lnTo>
                <a:lnTo>
                  <a:pt x="1550680" y="144797"/>
                </a:lnTo>
                <a:lnTo>
                  <a:pt x="1547006" y="144797"/>
                </a:lnTo>
                <a:lnTo>
                  <a:pt x="1543331" y="144797"/>
                </a:lnTo>
                <a:lnTo>
                  <a:pt x="1539657" y="144797"/>
                </a:lnTo>
                <a:lnTo>
                  <a:pt x="1535982" y="144797"/>
                </a:lnTo>
                <a:lnTo>
                  <a:pt x="1532307" y="144797"/>
                </a:lnTo>
                <a:lnTo>
                  <a:pt x="1528633" y="144797"/>
                </a:lnTo>
                <a:lnTo>
                  <a:pt x="1524958" y="144797"/>
                </a:lnTo>
                <a:lnTo>
                  <a:pt x="1521284" y="144797"/>
                </a:lnTo>
                <a:lnTo>
                  <a:pt x="1517609" y="144797"/>
                </a:lnTo>
                <a:lnTo>
                  <a:pt x="1513934" y="144797"/>
                </a:lnTo>
                <a:lnTo>
                  <a:pt x="1510260" y="144797"/>
                </a:lnTo>
                <a:lnTo>
                  <a:pt x="1506585" y="144797"/>
                </a:lnTo>
                <a:lnTo>
                  <a:pt x="1502911" y="144797"/>
                </a:lnTo>
                <a:lnTo>
                  <a:pt x="1499236" y="144797"/>
                </a:lnTo>
                <a:lnTo>
                  <a:pt x="1495561" y="144797"/>
                </a:lnTo>
                <a:lnTo>
                  <a:pt x="1491887" y="144797"/>
                </a:lnTo>
                <a:lnTo>
                  <a:pt x="1488212" y="144797"/>
                </a:lnTo>
                <a:lnTo>
                  <a:pt x="1484538" y="144797"/>
                </a:lnTo>
                <a:lnTo>
                  <a:pt x="1480863" y="144797"/>
                </a:lnTo>
                <a:lnTo>
                  <a:pt x="1477188" y="144797"/>
                </a:lnTo>
                <a:lnTo>
                  <a:pt x="1473514" y="144797"/>
                </a:lnTo>
                <a:lnTo>
                  <a:pt x="1469839" y="144797"/>
                </a:lnTo>
                <a:lnTo>
                  <a:pt x="1466165" y="144797"/>
                </a:lnTo>
                <a:lnTo>
                  <a:pt x="1462490" y="144797"/>
                </a:lnTo>
                <a:lnTo>
                  <a:pt x="1458815" y="144797"/>
                </a:lnTo>
                <a:lnTo>
                  <a:pt x="1455141" y="144797"/>
                </a:lnTo>
                <a:lnTo>
                  <a:pt x="1451466" y="144797"/>
                </a:lnTo>
                <a:lnTo>
                  <a:pt x="1447792" y="144797"/>
                </a:lnTo>
                <a:lnTo>
                  <a:pt x="1444117" y="144797"/>
                </a:lnTo>
                <a:lnTo>
                  <a:pt x="1440442" y="144797"/>
                </a:lnTo>
                <a:lnTo>
                  <a:pt x="1436768" y="144797"/>
                </a:lnTo>
                <a:lnTo>
                  <a:pt x="1433093" y="144797"/>
                </a:lnTo>
                <a:lnTo>
                  <a:pt x="1429419" y="144797"/>
                </a:lnTo>
                <a:lnTo>
                  <a:pt x="1425744" y="144797"/>
                </a:lnTo>
                <a:lnTo>
                  <a:pt x="1422069" y="144797"/>
                </a:lnTo>
                <a:lnTo>
                  <a:pt x="1418395" y="144797"/>
                </a:lnTo>
                <a:lnTo>
                  <a:pt x="1414720" y="144797"/>
                </a:lnTo>
                <a:lnTo>
                  <a:pt x="1411046" y="144797"/>
                </a:lnTo>
                <a:lnTo>
                  <a:pt x="1407371" y="144797"/>
                </a:lnTo>
                <a:lnTo>
                  <a:pt x="1403696" y="144797"/>
                </a:lnTo>
                <a:lnTo>
                  <a:pt x="1400022" y="144797"/>
                </a:lnTo>
                <a:lnTo>
                  <a:pt x="1396347" y="144797"/>
                </a:lnTo>
                <a:lnTo>
                  <a:pt x="1392673" y="144797"/>
                </a:lnTo>
                <a:lnTo>
                  <a:pt x="1388998" y="144797"/>
                </a:lnTo>
                <a:lnTo>
                  <a:pt x="1385323" y="144797"/>
                </a:lnTo>
                <a:lnTo>
                  <a:pt x="1381649" y="144797"/>
                </a:lnTo>
                <a:lnTo>
                  <a:pt x="1377974" y="144797"/>
                </a:lnTo>
                <a:lnTo>
                  <a:pt x="1374300" y="144797"/>
                </a:lnTo>
                <a:lnTo>
                  <a:pt x="1370625" y="144797"/>
                </a:lnTo>
                <a:lnTo>
                  <a:pt x="1366950" y="144797"/>
                </a:lnTo>
                <a:lnTo>
                  <a:pt x="1363276" y="144797"/>
                </a:lnTo>
                <a:lnTo>
                  <a:pt x="1359601" y="144797"/>
                </a:lnTo>
                <a:lnTo>
                  <a:pt x="1355927" y="144797"/>
                </a:lnTo>
                <a:lnTo>
                  <a:pt x="1352252" y="144797"/>
                </a:lnTo>
                <a:lnTo>
                  <a:pt x="1348577" y="144797"/>
                </a:lnTo>
                <a:lnTo>
                  <a:pt x="1344903" y="144797"/>
                </a:lnTo>
                <a:lnTo>
                  <a:pt x="1341228" y="144797"/>
                </a:lnTo>
                <a:lnTo>
                  <a:pt x="1337554" y="144797"/>
                </a:lnTo>
                <a:lnTo>
                  <a:pt x="1333879" y="144797"/>
                </a:lnTo>
                <a:lnTo>
                  <a:pt x="1330205" y="144797"/>
                </a:lnTo>
                <a:lnTo>
                  <a:pt x="1326530" y="144797"/>
                </a:lnTo>
                <a:lnTo>
                  <a:pt x="1322855" y="144797"/>
                </a:lnTo>
                <a:lnTo>
                  <a:pt x="1319181" y="144797"/>
                </a:lnTo>
                <a:lnTo>
                  <a:pt x="1315506" y="144797"/>
                </a:lnTo>
                <a:lnTo>
                  <a:pt x="1311832" y="144797"/>
                </a:lnTo>
                <a:lnTo>
                  <a:pt x="1308157" y="144797"/>
                </a:lnTo>
                <a:lnTo>
                  <a:pt x="1304482" y="144797"/>
                </a:lnTo>
                <a:lnTo>
                  <a:pt x="1300808" y="144797"/>
                </a:lnTo>
                <a:lnTo>
                  <a:pt x="1297133" y="144797"/>
                </a:lnTo>
                <a:lnTo>
                  <a:pt x="1293459" y="144797"/>
                </a:lnTo>
                <a:lnTo>
                  <a:pt x="1289784" y="144797"/>
                </a:lnTo>
                <a:lnTo>
                  <a:pt x="1286109" y="144797"/>
                </a:lnTo>
                <a:lnTo>
                  <a:pt x="1282435" y="144797"/>
                </a:lnTo>
                <a:lnTo>
                  <a:pt x="1278760" y="144797"/>
                </a:lnTo>
                <a:lnTo>
                  <a:pt x="1275086" y="144797"/>
                </a:lnTo>
                <a:lnTo>
                  <a:pt x="1271411" y="144797"/>
                </a:lnTo>
                <a:lnTo>
                  <a:pt x="1267736" y="144797"/>
                </a:lnTo>
                <a:lnTo>
                  <a:pt x="1264062" y="144797"/>
                </a:lnTo>
                <a:lnTo>
                  <a:pt x="1260387" y="144797"/>
                </a:lnTo>
                <a:lnTo>
                  <a:pt x="1256713" y="144797"/>
                </a:lnTo>
                <a:lnTo>
                  <a:pt x="1253038" y="144797"/>
                </a:lnTo>
                <a:lnTo>
                  <a:pt x="1249363" y="144797"/>
                </a:lnTo>
                <a:lnTo>
                  <a:pt x="1245689" y="144797"/>
                </a:lnTo>
                <a:lnTo>
                  <a:pt x="1242014" y="144797"/>
                </a:lnTo>
                <a:lnTo>
                  <a:pt x="1238340" y="144797"/>
                </a:lnTo>
                <a:lnTo>
                  <a:pt x="1234665" y="144797"/>
                </a:lnTo>
                <a:lnTo>
                  <a:pt x="1230990" y="144797"/>
                </a:lnTo>
                <a:lnTo>
                  <a:pt x="1227316" y="144797"/>
                </a:lnTo>
                <a:lnTo>
                  <a:pt x="1223641" y="144797"/>
                </a:lnTo>
                <a:lnTo>
                  <a:pt x="1219967" y="144797"/>
                </a:lnTo>
                <a:lnTo>
                  <a:pt x="1216292" y="144797"/>
                </a:lnTo>
                <a:lnTo>
                  <a:pt x="1212617" y="144797"/>
                </a:lnTo>
                <a:lnTo>
                  <a:pt x="1208943" y="144797"/>
                </a:lnTo>
                <a:lnTo>
                  <a:pt x="1205268" y="144797"/>
                </a:lnTo>
                <a:lnTo>
                  <a:pt x="1201594" y="144797"/>
                </a:lnTo>
                <a:lnTo>
                  <a:pt x="1197919" y="144797"/>
                </a:lnTo>
                <a:lnTo>
                  <a:pt x="1194244" y="144797"/>
                </a:lnTo>
                <a:lnTo>
                  <a:pt x="1190570" y="144797"/>
                </a:lnTo>
                <a:lnTo>
                  <a:pt x="1186895" y="144797"/>
                </a:lnTo>
                <a:lnTo>
                  <a:pt x="1183221" y="144797"/>
                </a:lnTo>
                <a:lnTo>
                  <a:pt x="1179546" y="144797"/>
                </a:lnTo>
                <a:lnTo>
                  <a:pt x="1175871" y="144797"/>
                </a:lnTo>
                <a:lnTo>
                  <a:pt x="1172197" y="144797"/>
                </a:lnTo>
                <a:lnTo>
                  <a:pt x="1168522" y="144797"/>
                </a:lnTo>
                <a:lnTo>
                  <a:pt x="1164848" y="144797"/>
                </a:lnTo>
                <a:lnTo>
                  <a:pt x="1161173" y="144797"/>
                </a:lnTo>
                <a:lnTo>
                  <a:pt x="1157498" y="144797"/>
                </a:lnTo>
                <a:lnTo>
                  <a:pt x="1153824" y="144797"/>
                </a:lnTo>
                <a:lnTo>
                  <a:pt x="1150149" y="144797"/>
                </a:lnTo>
                <a:lnTo>
                  <a:pt x="1146475" y="144797"/>
                </a:lnTo>
                <a:lnTo>
                  <a:pt x="1142800" y="144797"/>
                </a:lnTo>
                <a:lnTo>
                  <a:pt x="1139125" y="144797"/>
                </a:lnTo>
                <a:lnTo>
                  <a:pt x="1135451" y="144797"/>
                </a:lnTo>
                <a:lnTo>
                  <a:pt x="1131776" y="144797"/>
                </a:lnTo>
                <a:lnTo>
                  <a:pt x="1128102" y="144797"/>
                </a:lnTo>
                <a:lnTo>
                  <a:pt x="1124427" y="144797"/>
                </a:lnTo>
                <a:lnTo>
                  <a:pt x="1120752" y="144797"/>
                </a:lnTo>
                <a:lnTo>
                  <a:pt x="1117078" y="144797"/>
                </a:lnTo>
                <a:lnTo>
                  <a:pt x="1113403" y="144797"/>
                </a:lnTo>
                <a:lnTo>
                  <a:pt x="1109729" y="144797"/>
                </a:lnTo>
                <a:lnTo>
                  <a:pt x="1106054" y="144797"/>
                </a:lnTo>
                <a:lnTo>
                  <a:pt x="1102379" y="144797"/>
                </a:lnTo>
                <a:lnTo>
                  <a:pt x="1098705" y="144797"/>
                </a:lnTo>
                <a:lnTo>
                  <a:pt x="1095030" y="144797"/>
                </a:lnTo>
                <a:lnTo>
                  <a:pt x="1091356" y="144797"/>
                </a:lnTo>
                <a:lnTo>
                  <a:pt x="1087681" y="144797"/>
                </a:lnTo>
                <a:lnTo>
                  <a:pt x="1084006" y="144797"/>
                </a:lnTo>
                <a:lnTo>
                  <a:pt x="1080332" y="144797"/>
                </a:lnTo>
                <a:lnTo>
                  <a:pt x="1076657" y="144797"/>
                </a:lnTo>
                <a:lnTo>
                  <a:pt x="1072983" y="144797"/>
                </a:lnTo>
                <a:lnTo>
                  <a:pt x="1069308" y="144797"/>
                </a:lnTo>
                <a:lnTo>
                  <a:pt x="1065633" y="144797"/>
                </a:lnTo>
                <a:lnTo>
                  <a:pt x="1061959" y="144797"/>
                </a:lnTo>
                <a:lnTo>
                  <a:pt x="1058284" y="144797"/>
                </a:lnTo>
                <a:lnTo>
                  <a:pt x="1054610" y="144797"/>
                </a:lnTo>
                <a:lnTo>
                  <a:pt x="1050935" y="144797"/>
                </a:lnTo>
                <a:lnTo>
                  <a:pt x="1047260" y="144797"/>
                </a:lnTo>
                <a:lnTo>
                  <a:pt x="1043586" y="144797"/>
                </a:lnTo>
                <a:lnTo>
                  <a:pt x="1039911" y="144797"/>
                </a:lnTo>
                <a:lnTo>
                  <a:pt x="1036237" y="144797"/>
                </a:lnTo>
                <a:lnTo>
                  <a:pt x="1032562" y="144797"/>
                </a:lnTo>
                <a:lnTo>
                  <a:pt x="1028887" y="144797"/>
                </a:lnTo>
                <a:lnTo>
                  <a:pt x="1025213" y="144797"/>
                </a:lnTo>
                <a:lnTo>
                  <a:pt x="1021538" y="144797"/>
                </a:lnTo>
                <a:lnTo>
                  <a:pt x="1017864" y="144797"/>
                </a:lnTo>
                <a:lnTo>
                  <a:pt x="1014189" y="144797"/>
                </a:lnTo>
                <a:lnTo>
                  <a:pt x="1010514" y="144797"/>
                </a:lnTo>
                <a:lnTo>
                  <a:pt x="1006840" y="144797"/>
                </a:lnTo>
                <a:lnTo>
                  <a:pt x="1003165" y="144797"/>
                </a:lnTo>
                <a:lnTo>
                  <a:pt x="999491" y="144797"/>
                </a:lnTo>
                <a:lnTo>
                  <a:pt x="995816" y="144797"/>
                </a:lnTo>
                <a:lnTo>
                  <a:pt x="992141" y="144797"/>
                </a:lnTo>
                <a:lnTo>
                  <a:pt x="988467" y="144797"/>
                </a:lnTo>
                <a:lnTo>
                  <a:pt x="984792" y="144797"/>
                </a:lnTo>
                <a:lnTo>
                  <a:pt x="981118" y="144797"/>
                </a:lnTo>
                <a:lnTo>
                  <a:pt x="977443" y="144797"/>
                </a:lnTo>
                <a:lnTo>
                  <a:pt x="973768" y="144797"/>
                </a:lnTo>
                <a:lnTo>
                  <a:pt x="970094" y="144797"/>
                </a:lnTo>
                <a:lnTo>
                  <a:pt x="966419" y="144797"/>
                </a:lnTo>
                <a:lnTo>
                  <a:pt x="962745" y="144797"/>
                </a:lnTo>
                <a:lnTo>
                  <a:pt x="959070" y="144797"/>
                </a:lnTo>
                <a:lnTo>
                  <a:pt x="955395" y="144797"/>
                </a:lnTo>
                <a:lnTo>
                  <a:pt x="951721" y="144797"/>
                </a:lnTo>
                <a:lnTo>
                  <a:pt x="948046" y="144797"/>
                </a:lnTo>
                <a:lnTo>
                  <a:pt x="944372" y="144797"/>
                </a:lnTo>
                <a:lnTo>
                  <a:pt x="940697" y="144797"/>
                </a:lnTo>
                <a:lnTo>
                  <a:pt x="937022" y="144797"/>
                </a:lnTo>
                <a:lnTo>
                  <a:pt x="933348" y="144797"/>
                </a:lnTo>
                <a:lnTo>
                  <a:pt x="929673" y="144797"/>
                </a:lnTo>
                <a:lnTo>
                  <a:pt x="925999" y="144797"/>
                </a:lnTo>
                <a:lnTo>
                  <a:pt x="922324" y="144797"/>
                </a:lnTo>
                <a:lnTo>
                  <a:pt x="918649" y="144797"/>
                </a:lnTo>
                <a:lnTo>
                  <a:pt x="914975" y="144797"/>
                </a:lnTo>
                <a:lnTo>
                  <a:pt x="911300" y="144797"/>
                </a:lnTo>
                <a:lnTo>
                  <a:pt x="907626" y="144797"/>
                </a:lnTo>
                <a:lnTo>
                  <a:pt x="903951" y="144797"/>
                </a:lnTo>
                <a:lnTo>
                  <a:pt x="900276" y="144797"/>
                </a:lnTo>
                <a:lnTo>
                  <a:pt x="896602" y="144797"/>
                </a:lnTo>
                <a:lnTo>
                  <a:pt x="892927" y="144797"/>
                </a:lnTo>
                <a:lnTo>
                  <a:pt x="889253" y="144797"/>
                </a:lnTo>
                <a:lnTo>
                  <a:pt x="885578" y="144797"/>
                </a:lnTo>
                <a:lnTo>
                  <a:pt x="881903" y="144797"/>
                </a:lnTo>
                <a:lnTo>
                  <a:pt x="878229" y="144797"/>
                </a:lnTo>
                <a:lnTo>
                  <a:pt x="874554" y="144797"/>
                </a:lnTo>
                <a:lnTo>
                  <a:pt x="870880" y="144797"/>
                </a:lnTo>
                <a:lnTo>
                  <a:pt x="867205" y="144797"/>
                </a:lnTo>
                <a:lnTo>
                  <a:pt x="863530" y="144797"/>
                </a:lnTo>
                <a:lnTo>
                  <a:pt x="859856" y="144797"/>
                </a:lnTo>
                <a:lnTo>
                  <a:pt x="856181" y="144797"/>
                </a:lnTo>
                <a:lnTo>
                  <a:pt x="852507" y="144797"/>
                </a:lnTo>
                <a:lnTo>
                  <a:pt x="848832" y="144797"/>
                </a:lnTo>
                <a:lnTo>
                  <a:pt x="845157" y="144797"/>
                </a:lnTo>
                <a:lnTo>
                  <a:pt x="841483" y="144797"/>
                </a:lnTo>
                <a:lnTo>
                  <a:pt x="837808" y="144797"/>
                </a:lnTo>
                <a:lnTo>
                  <a:pt x="834134" y="144797"/>
                </a:lnTo>
                <a:lnTo>
                  <a:pt x="830459" y="144797"/>
                </a:lnTo>
                <a:lnTo>
                  <a:pt x="826784" y="144797"/>
                </a:lnTo>
                <a:lnTo>
                  <a:pt x="823110" y="144797"/>
                </a:lnTo>
                <a:lnTo>
                  <a:pt x="819435" y="144797"/>
                </a:lnTo>
                <a:lnTo>
                  <a:pt x="815761" y="144797"/>
                </a:lnTo>
                <a:lnTo>
                  <a:pt x="812086" y="144797"/>
                </a:lnTo>
                <a:lnTo>
                  <a:pt x="808411" y="144797"/>
                </a:lnTo>
                <a:lnTo>
                  <a:pt x="804737" y="144797"/>
                </a:lnTo>
                <a:lnTo>
                  <a:pt x="801062" y="144797"/>
                </a:lnTo>
                <a:lnTo>
                  <a:pt x="797388" y="144797"/>
                </a:lnTo>
                <a:lnTo>
                  <a:pt x="793713" y="144797"/>
                </a:lnTo>
                <a:lnTo>
                  <a:pt x="790038" y="144797"/>
                </a:lnTo>
                <a:lnTo>
                  <a:pt x="786364" y="144797"/>
                </a:lnTo>
                <a:lnTo>
                  <a:pt x="782689" y="144797"/>
                </a:lnTo>
                <a:lnTo>
                  <a:pt x="779015" y="144797"/>
                </a:lnTo>
                <a:lnTo>
                  <a:pt x="775340" y="144797"/>
                </a:lnTo>
                <a:lnTo>
                  <a:pt x="771665" y="144797"/>
                </a:lnTo>
                <a:lnTo>
                  <a:pt x="767991" y="144797"/>
                </a:lnTo>
                <a:lnTo>
                  <a:pt x="764316" y="144797"/>
                </a:lnTo>
                <a:lnTo>
                  <a:pt x="760642" y="144797"/>
                </a:lnTo>
                <a:lnTo>
                  <a:pt x="756967" y="144797"/>
                </a:lnTo>
                <a:lnTo>
                  <a:pt x="753292" y="144797"/>
                </a:lnTo>
                <a:lnTo>
                  <a:pt x="749618" y="144797"/>
                </a:lnTo>
                <a:lnTo>
                  <a:pt x="745943" y="144797"/>
                </a:lnTo>
                <a:lnTo>
                  <a:pt x="742269" y="144797"/>
                </a:lnTo>
                <a:lnTo>
                  <a:pt x="738594" y="144797"/>
                </a:lnTo>
                <a:lnTo>
                  <a:pt x="734919" y="144797"/>
                </a:lnTo>
                <a:lnTo>
                  <a:pt x="731245" y="144797"/>
                </a:lnTo>
                <a:lnTo>
                  <a:pt x="727570" y="144797"/>
                </a:lnTo>
                <a:lnTo>
                  <a:pt x="723896" y="144797"/>
                </a:lnTo>
                <a:lnTo>
                  <a:pt x="720221" y="144797"/>
                </a:lnTo>
                <a:lnTo>
                  <a:pt x="716546" y="144797"/>
                </a:lnTo>
                <a:lnTo>
                  <a:pt x="712872" y="144797"/>
                </a:lnTo>
                <a:lnTo>
                  <a:pt x="709197" y="144797"/>
                </a:lnTo>
                <a:lnTo>
                  <a:pt x="705523" y="144797"/>
                </a:lnTo>
                <a:lnTo>
                  <a:pt x="701848" y="144797"/>
                </a:lnTo>
                <a:lnTo>
                  <a:pt x="698173" y="144797"/>
                </a:lnTo>
                <a:lnTo>
                  <a:pt x="694499" y="144797"/>
                </a:lnTo>
                <a:lnTo>
                  <a:pt x="690824" y="144797"/>
                </a:lnTo>
                <a:lnTo>
                  <a:pt x="687150" y="144797"/>
                </a:lnTo>
                <a:lnTo>
                  <a:pt x="683475" y="144797"/>
                </a:lnTo>
                <a:lnTo>
                  <a:pt x="679800" y="144797"/>
                </a:lnTo>
                <a:lnTo>
                  <a:pt x="676126" y="144797"/>
                </a:lnTo>
                <a:lnTo>
                  <a:pt x="672451" y="144797"/>
                </a:lnTo>
                <a:lnTo>
                  <a:pt x="668777" y="144797"/>
                </a:lnTo>
                <a:lnTo>
                  <a:pt x="665102" y="144797"/>
                </a:lnTo>
                <a:lnTo>
                  <a:pt x="661427" y="144797"/>
                </a:lnTo>
                <a:lnTo>
                  <a:pt x="657753" y="144797"/>
                </a:lnTo>
                <a:lnTo>
                  <a:pt x="654078" y="144797"/>
                </a:lnTo>
                <a:lnTo>
                  <a:pt x="650404" y="144797"/>
                </a:lnTo>
                <a:lnTo>
                  <a:pt x="646729" y="144797"/>
                </a:lnTo>
                <a:lnTo>
                  <a:pt x="643054" y="144797"/>
                </a:lnTo>
                <a:lnTo>
                  <a:pt x="639380" y="144797"/>
                </a:lnTo>
                <a:lnTo>
                  <a:pt x="635705" y="144797"/>
                </a:lnTo>
                <a:lnTo>
                  <a:pt x="632031" y="144797"/>
                </a:lnTo>
                <a:lnTo>
                  <a:pt x="628356" y="144797"/>
                </a:lnTo>
                <a:lnTo>
                  <a:pt x="624681" y="144797"/>
                </a:lnTo>
                <a:lnTo>
                  <a:pt x="621007" y="144797"/>
                </a:lnTo>
                <a:lnTo>
                  <a:pt x="617332" y="144797"/>
                </a:lnTo>
                <a:lnTo>
                  <a:pt x="613658" y="144797"/>
                </a:lnTo>
                <a:lnTo>
                  <a:pt x="609983" y="144797"/>
                </a:lnTo>
                <a:lnTo>
                  <a:pt x="606308" y="144797"/>
                </a:lnTo>
                <a:lnTo>
                  <a:pt x="602634" y="144797"/>
                </a:lnTo>
                <a:lnTo>
                  <a:pt x="598959" y="144797"/>
                </a:lnTo>
                <a:lnTo>
                  <a:pt x="595285" y="144797"/>
                </a:lnTo>
                <a:lnTo>
                  <a:pt x="591610" y="144797"/>
                </a:lnTo>
                <a:lnTo>
                  <a:pt x="587935" y="144797"/>
                </a:lnTo>
                <a:lnTo>
                  <a:pt x="584261" y="144797"/>
                </a:lnTo>
                <a:lnTo>
                  <a:pt x="580586" y="144797"/>
                </a:lnTo>
                <a:lnTo>
                  <a:pt x="576912" y="144797"/>
                </a:lnTo>
                <a:lnTo>
                  <a:pt x="573237" y="144797"/>
                </a:lnTo>
                <a:lnTo>
                  <a:pt x="569562" y="144797"/>
                </a:lnTo>
                <a:lnTo>
                  <a:pt x="565888" y="144797"/>
                </a:lnTo>
                <a:lnTo>
                  <a:pt x="562213" y="144797"/>
                </a:lnTo>
                <a:lnTo>
                  <a:pt x="558539" y="144797"/>
                </a:lnTo>
                <a:lnTo>
                  <a:pt x="554864" y="144797"/>
                </a:lnTo>
                <a:lnTo>
                  <a:pt x="551189" y="144797"/>
                </a:lnTo>
                <a:lnTo>
                  <a:pt x="547515" y="144797"/>
                </a:lnTo>
                <a:lnTo>
                  <a:pt x="543840" y="144797"/>
                </a:lnTo>
                <a:lnTo>
                  <a:pt x="540166" y="144797"/>
                </a:lnTo>
                <a:lnTo>
                  <a:pt x="536491" y="144797"/>
                </a:lnTo>
                <a:lnTo>
                  <a:pt x="532816" y="144797"/>
                </a:lnTo>
                <a:lnTo>
                  <a:pt x="529142" y="144797"/>
                </a:lnTo>
                <a:lnTo>
                  <a:pt x="525467" y="144797"/>
                </a:lnTo>
                <a:lnTo>
                  <a:pt x="521793" y="144797"/>
                </a:lnTo>
                <a:lnTo>
                  <a:pt x="518118" y="144797"/>
                </a:lnTo>
                <a:lnTo>
                  <a:pt x="514443" y="144797"/>
                </a:lnTo>
                <a:lnTo>
                  <a:pt x="510769" y="144797"/>
                </a:lnTo>
                <a:lnTo>
                  <a:pt x="507094" y="144797"/>
                </a:lnTo>
                <a:lnTo>
                  <a:pt x="503420" y="144797"/>
                </a:lnTo>
                <a:lnTo>
                  <a:pt x="499745" y="144797"/>
                </a:lnTo>
                <a:lnTo>
                  <a:pt x="496070" y="144797"/>
                </a:lnTo>
                <a:lnTo>
                  <a:pt x="492396" y="144797"/>
                </a:lnTo>
                <a:lnTo>
                  <a:pt x="488721" y="144797"/>
                </a:lnTo>
                <a:lnTo>
                  <a:pt x="485047" y="144797"/>
                </a:lnTo>
                <a:lnTo>
                  <a:pt x="481372" y="144797"/>
                </a:lnTo>
                <a:lnTo>
                  <a:pt x="477697" y="144797"/>
                </a:lnTo>
                <a:lnTo>
                  <a:pt x="474023" y="144797"/>
                </a:lnTo>
                <a:lnTo>
                  <a:pt x="470348" y="144797"/>
                </a:lnTo>
                <a:lnTo>
                  <a:pt x="466674" y="144797"/>
                </a:lnTo>
                <a:lnTo>
                  <a:pt x="462999" y="144797"/>
                </a:lnTo>
                <a:lnTo>
                  <a:pt x="459324" y="144797"/>
                </a:lnTo>
                <a:lnTo>
                  <a:pt x="455650" y="144797"/>
                </a:lnTo>
                <a:lnTo>
                  <a:pt x="451975" y="144797"/>
                </a:lnTo>
                <a:lnTo>
                  <a:pt x="448301" y="144797"/>
                </a:lnTo>
                <a:lnTo>
                  <a:pt x="444626" y="144797"/>
                </a:lnTo>
                <a:lnTo>
                  <a:pt x="440951" y="144797"/>
                </a:lnTo>
                <a:lnTo>
                  <a:pt x="437277" y="144797"/>
                </a:lnTo>
                <a:lnTo>
                  <a:pt x="433602" y="144797"/>
                </a:lnTo>
                <a:lnTo>
                  <a:pt x="429928" y="144797"/>
                </a:lnTo>
                <a:lnTo>
                  <a:pt x="426253" y="144797"/>
                </a:lnTo>
                <a:lnTo>
                  <a:pt x="422578" y="144797"/>
                </a:lnTo>
                <a:lnTo>
                  <a:pt x="418904" y="144797"/>
                </a:lnTo>
                <a:lnTo>
                  <a:pt x="415229" y="144797"/>
                </a:lnTo>
                <a:lnTo>
                  <a:pt x="411555" y="144797"/>
                </a:lnTo>
                <a:lnTo>
                  <a:pt x="407880" y="144797"/>
                </a:lnTo>
                <a:lnTo>
                  <a:pt x="404205" y="144797"/>
                </a:lnTo>
                <a:lnTo>
                  <a:pt x="400531" y="144797"/>
                </a:lnTo>
                <a:lnTo>
                  <a:pt x="396856" y="144797"/>
                </a:lnTo>
                <a:lnTo>
                  <a:pt x="393182" y="144797"/>
                </a:lnTo>
                <a:lnTo>
                  <a:pt x="389507" y="144797"/>
                </a:lnTo>
                <a:lnTo>
                  <a:pt x="385832" y="144797"/>
                </a:lnTo>
                <a:lnTo>
                  <a:pt x="382158" y="144797"/>
                </a:lnTo>
                <a:lnTo>
                  <a:pt x="378483" y="144797"/>
                </a:lnTo>
                <a:lnTo>
                  <a:pt x="374809" y="144797"/>
                </a:lnTo>
                <a:lnTo>
                  <a:pt x="371134" y="144797"/>
                </a:lnTo>
                <a:lnTo>
                  <a:pt x="367459" y="144797"/>
                </a:lnTo>
                <a:lnTo>
                  <a:pt x="363785" y="144797"/>
                </a:lnTo>
                <a:lnTo>
                  <a:pt x="360110" y="144797"/>
                </a:lnTo>
                <a:lnTo>
                  <a:pt x="356436" y="144797"/>
                </a:lnTo>
                <a:lnTo>
                  <a:pt x="352761" y="144797"/>
                </a:lnTo>
                <a:lnTo>
                  <a:pt x="349086" y="144797"/>
                </a:lnTo>
                <a:lnTo>
                  <a:pt x="345412" y="144797"/>
                </a:lnTo>
                <a:lnTo>
                  <a:pt x="341737" y="144797"/>
                </a:lnTo>
                <a:lnTo>
                  <a:pt x="338063" y="144797"/>
                </a:lnTo>
                <a:lnTo>
                  <a:pt x="334388" y="144797"/>
                </a:lnTo>
                <a:lnTo>
                  <a:pt x="330713" y="144797"/>
                </a:lnTo>
                <a:lnTo>
                  <a:pt x="327039" y="144797"/>
                </a:lnTo>
                <a:lnTo>
                  <a:pt x="323364" y="144797"/>
                </a:lnTo>
                <a:lnTo>
                  <a:pt x="319690" y="144797"/>
                </a:lnTo>
                <a:lnTo>
                  <a:pt x="316015" y="144797"/>
                </a:lnTo>
                <a:lnTo>
                  <a:pt x="312340" y="144797"/>
                </a:lnTo>
                <a:lnTo>
                  <a:pt x="308666" y="144797"/>
                </a:lnTo>
                <a:lnTo>
                  <a:pt x="304991" y="144797"/>
                </a:lnTo>
                <a:lnTo>
                  <a:pt x="301317" y="144797"/>
                </a:lnTo>
                <a:lnTo>
                  <a:pt x="297642" y="144797"/>
                </a:lnTo>
                <a:lnTo>
                  <a:pt x="293967" y="144797"/>
                </a:lnTo>
                <a:lnTo>
                  <a:pt x="290293" y="144797"/>
                </a:lnTo>
                <a:lnTo>
                  <a:pt x="286618" y="144797"/>
                </a:lnTo>
                <a:lnTo>
                  <a:pt x="282944" y="144797"/>
                </a:lnTo>
                <a:lnTo>
                  <a:pt x="279269" y="144797"/>
                </a:lnTo>
                <a:lnTo>
                  <a:pt x="275594" y="144797"/>
                </a:lnTo>
                <a:lnTo>
                  <a:pt x="271920" y="144797"/>
                </a:lnTo>
                <a:lnTo>
                  <a:pt x="268245" y="144797"/>
                </a:lnTo>
                <a:lnTo>
                  <a:pt x="264571" y="144797"/>
                </a:lnTo>
                <a:lnTo>
                  <a:pt x="260896" y="144797"/>
                </a:lnTo>
                <a:lnTo>
                  <a:pt x="257221" y="144797"/>
                </a:lnTo>
                <a:lnTo>
                  <a:pt x="253547" y="144797"/>
                </a:lnTo>
                <a:lnTo>
                  <a:pt x="249872" y="144797"/>
                </a:lnTo>
                <a:lnTo>
                  <a:pt x="246198" y="144797"/>
                </a:lnTo>
                <a:lnTo>
                  <a:pt x="242523" y="144797"/>
                </a:lnTo>
                <a:lnTo>
                  <a:pt x="238848" y="144797"/>
                </a:lnTo>
                <a:lnTo>
                  <a:pt x="235174" y="144797"/>
                </a:lnTo>
                <a:lnTo>
                  <a:pt x="231499" y="144797"/>
                </a:lnTo>
                <a:lnTo>
                  <a:pt x="227825" y="144797"/>
                </a:lnTo>
                <a:lnTo>
                  <a:pt x="224150" y="144797"/>
                </a:lnTo>
                <a:lnTo>
                  <a:pt x="220475" y="144797"/>
                </a:lnTo>
                <a:lnTo>
                  <a:pt x="216801" y="144797"/>
                </a:lnTo>
                <a:lnTo>
                  <a:pt x="213126" y="144797"/>
                </a:lnTo>
                <a:lnTo>
                  <a:pt x="209452" y="144797"/>
                </a:lnTo>
                <a:lnTo>
                  <a:pt x="205777" y="144797"/>
                </a:lnTo>
                <a:lnTo>
                  <a:pt x="202102" y="144797"/>
                </a:lnTo>
                <a:lnTo>
                  <a:pt x="198428" y="144797"/>
                </a:lnTo>
                <a:lnTo>
                  <a:pt x="194753" y="144797"/>
                </a:lnTo>
                <a:lnTo>
                  <a:pt x="191079" y="144797"/>
                </a:lnTo>
                <a:lnTo>
                  <a:pt x="187404" y="144797"/>
                </a:lnTo>
                <a:lnTo>
                  <a:pt x="183729" y="144797"/>
                </a:lnTo>
                <a:lnTo>
                  <a:pt x="180055" y="144797"/>
                </a:lnTo>
                <a:lnTo>
                  <a:pt x="176380" y="144797"/>
                </a:lnTo>
                <a:lnTo>
                  <a:pt x="172706" y="144797"/>
                </a:lnTo>
                <a:lnTo>
                  <a:pt x="169031" y="144797"/>
                </a:lnTo>
                <a:lnTo>
                  <a:pt x="165356" y="144797"/>
                </a:lnTo>
                <a:lnTo>
                  <a:pt x="161682" y="144797"/>
                </a:lnTo>
                <a:lnTo>
                  <a:pt x="158007" y="144797"/>
                </a:lnTo>
                <a:lnTo>
                  <a:pt x="154333" y="144797"/>
                </a:lnTo>
                <a:lnTo>
                  <a:pt x="150658" y="144797"/>
                </a:lnTo>
                <a:lnTo>
                  <a:pt x="146983" y="144797"/>
                </a:lnTo>
                <a:lnTo>
                  <a:pt x="143309" y="144797"/>
                </a:lnTo>
                <a:lnTo>
                  <a:pt x="139634" y="144797"/>
                </a:lnTo>
                <a:lnTo>
                  <a:pt x="135960" y="144797"/>
                </a:lnTo>
                <a:lnTo>
                  <a:pt x="132285" y="144797"/>
                </a:lnTo>
                <a:lnTo>
                  <a:pt x="128610" y="144797"/>
                </a:lnTo>
                <a:lnTo>
                  <a:pt x="124936" y="144797"/>
                </a:lnTo>
                <a:lnTo>
                  <a:pt x="121261" y="144797"/>
                </a:lnTo>
                <a:lnTo>
                  <a:pt x="117587" y="144797"/>
                </a:lnTo>
                <a:lnTo>
                  <a:pt x="113912" y="144797"/>
                </a:lnTo>
                <a:lnTo>
                  <a:pt x="110237" y="144797"/>
                </a:lnTo>
                <a:lnTo>
                  <a:pt x="106563" y="144797"/>
                </a:lnTo>
                <a:lnTo>
                  <a:pt x="102888" y="144797"/>
                </a:lnTo>
                <a:lnTo>
                  <a:pt x="99214" y="144797"/>
                </a:lnTo>
                <a:lnTo>
                  <a:pt x="95539" y="144797"/>
                </a:lnTo>
                <a:lnTo>
                  <a:pt x="91864" y="144797"/>
                </a:lnTo>
                <a:lnTo>
                  <a:pt x="88190" y="144797"/>
                </a:lnTo>
                <a:lnTo>
                  <a:pt x="84515" y="144797"/>
                </a:lnTo>
                <a:lnTo>
                  <a:pt x="80841" y="144797"/>
                </a:lnTo>
                <a:lnTo>
                  <a:pt x="77166" y="144797"/>
                </a:lnTo>
                <a:lnTo>
                  <a:pt x="73491" y="144797"/>
                </a:lnTo>
                <a:lnTo>
                  <a:pt x="69817" y="144797"/>
                </a:lnTo>
                <a:lnTo>
                  <a:pt x="66142" y="144797"/>
                </a:lnTo>
                <a:lnTo>
                  <a:pt x="62468" y="144797"/>
                </a:lnTo>
                <a:lnTo>
                  <a:pt x="58793" y="144797"/>
                </a:lnTo>
                <a:lnTo>
                  <a:pt x="55118" y="144797"/>
                </a:lnTo>
                <a:lnTo>
                  <a:pt x="51444" y="144797"/>
                </a:lnTo>
                <a:lnTo>
                  <a:pt x="47769" y="144797"/>
                </a:lnTo>
                <a:lnTo>
                  <a:pt x="44095" y="144797"/>
                </a:lnTo>
                <a:lnTo>
                  <a:pt x="40420" y="144797"/>
                </a:lnTo>
                <a:lnTo>
                  <a:pt x="36745" y="144797"/>
                </a:lnTo>
                <a:lnTo>
                  <a:pt x="33071" y="144797"/>
                </a:lnTo>
                <a:lnTo>
                  <a:pt x="29396" y="144797"/>
                </a:lnTo>
                <a:lnTo>
                  <a:pt x="25722" y="144797"/>
                </a:lnTo>
                <a:lnTo>
                  <a:pt x="22047" y="144797"/>
                </a:lnTo>
                <a:lnTo>
                  <a:pt x="18372" y="144797"/>
                </a:lnTo>
                <a:lnTo>
                  <a:pt x="14698" y="144797"/>
                </a:lnTo>
                <a:lnTo>
                  <a:pt x="11023" y="144797"/>
                </a:lnTo>
                <a:lnTo>
                  <a:pt x="7349" y="144797"/>
                </a:lnTo>
                <a:lnTo>
                  <a:pt x="3674" y="144797"/>
                </a:lnTo>
                <a:lnTo>
                  <a:pt x="0" y="144797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07" name="pl107"/>
          <p:cNvSpPr/>
          <p:nvPr/>
        </p:nvSpPr>
        <p:spPr>
          <a:xfrm>
            <a:off x="6702581" y="2594896"/>
            <a:ext cx="1877720" cy="144797"/>
          </a:xfrm>
          <a:custGeom>
            <a:avLst/>
            <a:gdLst/>
            <a:ahLst/>
            <a:cxnLst/>
            <a:rect l="0" t="0" r="0" b="0"/>
            <a:pathLst>
              <a:path w="1877720" h="144797">
                <a:moveTo>
                  <a:pt x="0" y="139657"/>
                </a:moveTo>
                <a:lnTo>
                  <a:pt x="3674" y="139245"/>
                </a:lnTo>
                <a:lnTo>
                  <a:pt x="7349" y="138828"/>
                </a:lnTo>
                <a:lnTo>
                  <a:pt x="11023" y="138406"/>
                </a:lnTo>
                <a:lnTo>
                  <a:pt x="14698" y="137983"/>
                </a:lnTo>
                <a:lnTo>
                  <a:pt x="18372" y="137559"/>
                </a:lnTo>
                <a:lnTo>
                  <a:pt x="22047" y="137137"/>
                </a:lnTo>
                <a:lnTo>
                  <a:pt x="25722" y="136718"/>
                </a:lnTo>
                <a:lnTo>
                  <a:pt x="29396" y="136304"/>
                </a:lnTo>
                <a:lnTo>
                  <a:pt x="33071" y="135895"/>
                </a:lnTo>
                <a:lnTo>
                  <a:pt x="36745" y="135490"/>
                </a:lnTo>
                <a:lnTo>
                  <a:pt x="40420" y="135092"/>
                </a:lnTo>
                <a:lnTo>
                  <a:pt x="44095" y="134699"/>
                </a:lnTo>
                <a:lnTo>
                  <a:pt x="47769" y="134311"/>
                </a:lnTo>
                <a:lnTo>
                  <a:pt x="51444" y="133928"/>
                </a:lnTo>
                <a:lnTo>
                  <a:pt x="55118" y="133548"/>
                </a:lnTo>
                <a:lnTo>
                  <a:pt x="58793" y="133172"/>
                </a:lnTo>
                <a:lnTo>
                  <a:pt x="62468" y="132797"/>
                </a:lnTo>
                <a:lnTo>
                  <a:pt x="66142" y="132422"/>
                </a:lnTo>
                <a:lnTo>
                  <a:pt x="69817" y="132048"/>
                </a:lnTo>
                <a:lnTo>
                  <a:pt x="73491" y="131672"/>
                </a:lnTo>
                <a:lnTo>
                  <a:pt x="77166" y="131293"/>
                </a:lnTo>
                <a:lnTo>
                  <a:pt x="80841" y="130912"/>
                </a:lnTo>
                <a:lnTo>
                  <a:pt x="84515" y="130527"/>
                </a:lnTo>
                <a:lnTo>
                  <a:pt x="88190" y="130138"/>
                </a:lnTo>
                <a:lnTo>
                  <a:pt x="91864" y="129744"/>
                </a:lnTo>
                <a:lnTo>
                  <a:pt x="95539" y="129346"/>
                </a:lnTo>
                <a:lnTo>
                  <a:pt x="99214" y="128943"/>
                </a:lnTo>
                <a:lnTo>
                  <a:pt x="102888" y="128534"/>
                </a:lnTo>
                <a:lnTo>
                  <a:pt x="106563" y="128121"/>
                </a:lnTo>
                <a:lnTo>
                  <a:pt x="110237" y="127703"/>
                </a:lnTo>
                <a:lnTo>
                  <a:pt x="113912" y="127281"/>
                </a:lnTo>
                <a:lnTo>
                  <a:pt x="117587" y="126854"/>
                </a:lnTo>
                <a:lnTo>
                  <a:pt x="121261" y="126422"/>
                </a:lnTo>
                <a:lnTo>
                  <a:pt x="124936" y="125984"/>
                </a:lnTo>
                <a:lnTo>
                  <a:pt x="128610" y="125540"/>
                </a:lnTo>
                <a:lnTo>
                  <a:pt x="132285" y="125091"/>
                </a:lnTo>
                <a:lnTo>
                  <a:pt x="135960" y="124636"/>
                </a:lnTo>
                <a:lnTo>
                  <a:pt x="139634" y="124174"/>
                </a:lnTo>
                <a:lnTo>
                  <a:pt x="143309" y="123704"/>
                </a:lnTo>
                <a:lnTo>
                  <a:pt x="146983" y="123227"/>
                </a:lnTo>
                <a:lnTo>
                  <a:pt x="150658" y="122740"/>
                </a:lnTo>
                <a:lnTo>
                  <a:pt x="154333" y="122244"/>
                </a:lnTo>
                <a:lnTo>
                  <a:pt x="158007" y="121739"/>
                </a:lnTo>
                <a:lnTo>
                  <a:pt x="161682" y="121224"/>
                </a:lnTo>
                <a:lnTo>
                  <a:pt x="165356" y="120701"/>
                </a:lnTo>
                <a:lnTo>
                  <a:pt x="169031" y="120168"/>
                </a:lnTo>
                <a:lnTo>
                  <a:pt x="172706" y="119627"/>
                </a:lnTo>
                <a:lnTo>
                  <a:pt x="176380" y="119076"/>
                </a:lnTo>
                <a:lnTo>
                  <a:pt x="180055" y="118519"/>
                </a:lnTo>
                <a:lnTo>
                  <a:pt x="183729" y="117957"/>
                </a:lnTo>
                <a:lnTo>
                  <a:pt x="187404" y="117389"/>
                </a:lnTo>
                <a:lnTo>
                  <a:pt x="191079" y="116819"/>
                </a:lnTo>
                <a:lnTo>
                  <a:pt x="194753" y="116246"/>
                </a:lnTo>
                <a:lnTo>
                  <a:pt x="198428" y="115673"/>
                </a:lnTo>
                <a:lnTo>
                  <a:pt x="202102" y="115100"/>
                </a:lnTo>
                <a:lnTo>
                  <a:pt x="205777" y="114528"/>
                </a:lnTo>
                <a:lnTo>
                  <a:pt x="209452" y="113959"/>
                </a:lnTo>
                <a:lnTo>
                  <a:pt x="213126" y="113393"/>
                </a:lnTo>
                <a:lnTo>
                  <a:pt x="216801" y="112830"/>
                </a:lnTo>
                <a:lnTo>
                  <a:pt x="220475" y="112271"/>
                </a:lnTo>
                <a:lnTo>
                  <a:pt x="224150" y="111717"/>
                </a:lnTo>
                <a:lnTo>
                  <a:pt x="227825" y="111166"/>
                </a:lnTo>
                <a:lnTo>
                  <a:pt x="231499" y="110619"/>
                </a:lnTo>
                <a:lnTo>
                  <a:pt x="235174" y="110075"/>
                </a:lnTo>
                <a:lnTo>
                  <a:pt x="238848" y="109534"/>
                </a:lnTo>
                <a:lnTo>
                  <a:pt x="242523" y="108995"/>
                </a:lnTo>
                <a:lnTo>
                  <a:pt x="246198" y="108459"/>
                </a:lnTo>
                <a:lnTo>
                  <a:pt x="249872" y="107925"/>
                </a:lnTo>
                <a:lnTo>
                  <a:pt x="253547" y="107392"/>
                </a:lnTo>
                <a:lnTo>
                  <a:pt x="257221" y="106861"/>
                </a:lnTo>
                <a:lnTo>
                  <a:pt x="260896" y="106332"/>
                </a:lnTo>
                <a:lnTo>
                  <a:pt x="264571" y="105804"/>
                </a:lnTo>
                <a:lnTo>
                  <a:pt x="268245" y="105277"/>
                </a:lnTo>
                <a:lnTo>
                  <a:pt x="271920" y="104752"/>
                </a:lnTo>
                <a:lnTo>
                  <a:pt x="275594" y="104229"/>
                </a:lnTo>
                <a:lnTo>
                  <a:pt x="279269" y="103708"/>
                </a:lnTo>
                <a:lnTo>
                  <a:pt x="282944" y="103187"/>
                </a:lnTo>
                <a:lnTo>
                  <a:pt x="286618" y="102668"/>
                </a:lnTo>
                <a:lnTo>
                  <a:pt x="290293" y="102149"/>
                </a:lnTo>
                <a:lnTo>
                  <a:pt x="293967" y="101629"/>
                </a:lnTo>
                <a:lnTo>
                  <a:pt x="297642" y="101108"/>
                </a:lnTo>
                <a:lnTo>
                  <a:pt x="301317" y="100584"/>
                </a:lnTo>
                <a:lnTo>
                  <a:pt x="304991" y="100055"/>
                </a:lnTo>
                <a:lnTo>
                  <a:pt x="308666" y="99520"/>
                </a:lnTo>
                <a:lnTo>
                  <a:pt x="312340" y="98976"/>
                </a:lnTo>
                <a:lnTo>
                  <a:pt x="316015" y="98422"/>
                </a:lnTo>
                <a:lnTo>
                  <a:pt x="319690" y="97857"/>
                </a:lnTo>
                <a:lnTo>
                  <a:pt x="323364" y="97272"/>
                </a:lnTo>
                <a:lnTo>
                  <a:pt x="327039" y="96670"/>
                </a:lnTo>
                <a:lnTo>
                  <a:pt x="330713" y="96048"/>
                </a:lnTo>
                <a:lnTo>
                  <a:pt x="334388" y="95404"/>
                </a:lnTo>
                <a:lnTo>
                  <a:pt x="338063" y="94736"/>
                </a:lnTo>
                <a:lnTo>
                  <a:pt x="341737" y="94043"/>
                </a:lnTo>
                <a:lnTo>
                  <a:pt x="345412" y="93320"/>
                </a:lnTo>
                <a:lnTo>
                  <a:pt x="349086" y="92564"/>
                </a:lnTo>
                <a:lnTo>
                  <a:pt x="352761" y="91778"/>
                </a:lnTo>
                <a:lnTo>
                  <a:pt x="356436" y="90963"/>
                </a:lnTo>
                <a:lnTo>
                  <a:pt x="360110" y="90119"/>
                </a:lnTo>
                <a:lnTo>
                  <a:pt x="363785" y="89245"/>
                </a:lnTo>
                <a:lnTo>
                  <a:pt x="367459" y="88344"/>
                </a:lnTo>
                <a:lnTo>
                  <a:pt x="371134" y="87414"/>
                </a:lnTo>
                <a:lnTo>
                  <a:pt x="374809" y="86458"/>
                </a:lnTo>
                <a:lnTo>
                  <a:pt x="378483" y="85482"/>
                </a:lnTo>
                <a:lnTo>
                  <a:pt x="382158" y="84488"/>
                </a:lnTo>
                <a:lnTo>
                  <a:pt x="385832" y="83479"/>
                </a:lnTo>
                <a:lnTo>
                  <a:pt x="389507" y="82459"/>
                </a:lnTo>
                <a:lnTo>
                  <a:pt x="393182" y="81430"/>
                </a:lnTo>
                <a:lnTo>
                  <a:pt x="396856" y="80395"/>
                </a:lnTo>
                <a:lnTo>
                  <a:pt x="400531" y="79358"/>
                </a:lnTo>
                <a:lnTo>
                  <a:pt x="404205" y="78322"/>
                </a:lnTo>
                <a:lnTo>
                  <a:pt x="407880" y="77287"/>
                </a:lnTo>
                <a:lnTo>
                  <a:pt x="411555" y="76257"/>
                </a:lnTo>
                <a:lnTo>
                  <a:pt x="415229" y="75230"/>
                </a:lnTo>
                <a:lnTo>
                  <a:pt x="418904" y="74207"/>
                </a:lnTo>
                <a:lnTo>
                  <a:pt x="422578" y="73189"/>
                </a:lnTo>
                <a:lnTo>
                  <a:pt x="426253" y="72173"/>
                </a:lnTo>
                <a:lnTo>
                  <a:pt x="429928" y="71156"/>
                </a:lnTo>
                <a:lnTo>
                  <a:pt x="433602" y="70138"/>
                </a:lnTo>
                <a:lnTo>
                  <a:pt x="437277" y="69115"/>
                </a:lnTo>
                <a:lnTo>
                  <a:pt x="440951" y="68086"/>
                </a:lnTo>
                <a:lnTo>
                  <a:pt x="444626" y="67047"/>
                </a:lnTo>
                <a:lnTo>
                  <a:pt x="448301" y="65994"/>
                </a:lnTo>
                <a:lnTo>
                  <a:pt x="451975" y="64929"/>
                </a:lnTo>
                <a:lnTo>
                  <a:pt x="455650" y="63849"/>
                </a:lnTo>
                <a:lnTo>
                  <a:pt x="459324" y="62755"/>
                </a:lnTo>
                <a:lnTo>
                  <a:pt x="462999" y="61647"/>
                </a:lnTo>
                <a:lnTo>
                  <a:pt x="466674" y="60525"/>
                </a:lnTo>
                <a:lnTo>
                  <a:pt x="470348" y="59392"/>
                </a:lnTo>
                <a:lnTo>
                  <a:pt x="474023" y="58251"/>
                </a:lnTo>
                <a:lnTo>
                  <a:pt x="477697" y="57106"/>
                </a:lnTo>
                <a:lnTo>
                  <a:pt x="481372" y="55962"/>
                </a:lnTo>
                <a:lnTo>
                  <a:pt x="485047" y="54823"/>
                </a:lnTo>
                <a:lnTo>
                  <a:pt x="488721" y="53693"/>
                </a:lnTo>
                <a:lnTo>
                  <a:pt x="492396" y="52576"/>
                </a:lnTo>
                <a:lnTo>
                  <a:pt x="496070" y="51483"/>
                </a:lnTo>
                <a:lnTo>
                  <a:pt x="499745" y="50414"/>
                </a:lnTo>
                <a:lnTo>
                  <a:pt x="503420" y="49371"/>
                </a:lnTo>
                <a:lnTo>
                  <a:pt x="507094" y="48359"/>
                </a:lnTo>
                <a:lnTo>
                  <a:pt x="510769" y="47377"/>
                </a:lnTo>
                <a:lnTo>
                  <a:pt x="514443" y="46427"/>
                </a:lnTo>
                <a:lnTo>
                  <a:pt x="518118" y="45509"/>
                </a:lnTo>
                <a:lnTo>
                  <a:pt x="521793" y="44627"/>
                </a:lnTo>
                <a:lnTo>
                  <a:pt x="525467" y="43771"/>
                </a:lnTo>
                <a:lnTo>
                  <a:pt x="529142" y="42939"/>
                </a:lnTo>
                <a:lnTo>
                  <a:pt x="532816" y="42127"/>
                </a:lnTo>
                <a:lnTo>
                  <a:pt x="536491" y="41330"/>
                </a:lnTo>
                <a:lnTo>
                  <a:pt x="540166" y="40543"/>
                </a:lnTo>
                <a:lnTo>
                  <a:pt x="543840" y="39761"/>
                </a:lnTo>
                <a:lnTo>
                  <a:pt x="547515" y="38977"/>
                </a:lnTo>
                <a:lnTo>
                  <a:pt x="551189" y="38185"/>
                </a:lnTo>
                <a:lnTo>
                  <a:pt x="554864" y="37381"/>
                </a:lnTo>
                <a:lnTo>
                  <a:pt x="558539" y="36561"/>
                </a:lnTo>
                <a:lnTo>
                  <a:pt x="562213" y="35723"/>
                </a:lnTo>
                <a:lnTo>
                  <a:pt x="565888" y="34862"/>
                </a:lnTo>
                <a:lnTo>
                  <a:pt x="569562" y="33975"/>
                </a:lnTo>
                <a:lnTo>
                  <a:pt x="573237" y="33061"/>
                </a:lnTo>
                <a:lnTo>
                  <a:pt x="576912" y="32124"/>
                </a:lnTo>
                <a:lnTo>
                  <a:pt x="580586" y="31163"/>
                </a:lnTo>
                <a:lnTo>
                  <a:pt x="584261" y="30182"/>
                </a:lnTo>
                <a:lnTo>
                  <a:pt x="587935" y="29183"/>
                </a:lnTo>
                <a:lnTo>
                  <a:pt x="591610" y="28169"/>
                </a:lnTo>
                <a:lnTo>
                  <a:pt x="595285" y="27141"/>
                </a:lnTo>
                <a:lnTo>
                  <a:pt x="598959" y="26107"/>
                </a:lnTo>
                <a:lnTo>
                  <a:pt x="602634" y="25070"/>
                </a:lnTo>
                <a:lnTo>
                  <a:pt x="606308" y="24035"/>
                </a:lnTo>
                <a:lnTo>
                  <a:pt x="609983" y="23004"/>
                </a:lnTo>
                <a:lnTo>
                  <a:pt x="613658" y="21981"/>
                </a:lnTo>
                <a:lnTo>
                  <a:pt x="617332" y="20969"/>
                </a:lnTo>
                <a:lnTo>
                  <a:pt x="621007" y="19972"/>
                </a:lnTo>
                <a:lnTo>
                  <a:pt x="624681" y="18991"/>
                </a:lnTo>
                <a:lnTo>
                  <a:pt x="628356" y="18026"/>
                </a:lnTo>
                <a:lnTo>
                  <a:pt x="632031" y="17079"/>
                </a:lnTo>
                <a:lnTo>
                  <a:pt x="635705" y="16150"/>
                </a:lnTo>
                <a:lnTo>
                  <a:pt x="639380" y="15238"/>
                </a:lnTo>
                <a:lnTo>
                  <a:pt x="643054" y="14346"/>
                </a:lnTo>
                <a:lnTo>
                  <a:pt x="646729" y="13475"/>
                </a:lnTo>
                <a:lnTo>
                  <a:pt x="650404" y="12621"/>
                </a:lnTo>
                <a:lnTo>
                  <a:pt x="654078" y="11784"/>
                </a:lnTo>
                <a:lnTo>
                  <a:pt x="657753" y="10965"/>
                </a:lnTo>
                <a:lnTo>
                  <a:pt x="661427" y="10164"/>
                </a:lnTo>
                <a:lnTo>
                  <a:pt x="665102" y="9382"/>
                </a:lnTo>
                <a:lnTo>
                  <a:pt x="668777" y="8621"/>
                </a:lnTo>
                <a:lnTo>
                  <a:pt x="672451" y="7882"/>
                </a:lnTo>
                <a:lnTo>
                  <a:pt x="676126" y="7165"/>
                </a:lnTo>
                <a:lnTo>
                  <a:pt x="679800" y="6471"/>
                </a:lnTo>
                <a:lnTo>
                  <a:pt x="683475" y="5803"/>
                </a:lnTo>
                <a:lnTo>
                  <a:pt x="687150" y="5160"/>
                </a:lnTo>
                <a:lnTo>
                  <a:pt x="690824" y="4547"/>
                </a:lnTo>
                <a:lnTo>
                  <a:pt x="694499" y="3970"/>
                </a:lnTo>
                <a:lnTo>
                  <a:pt x="698173" y="3427"/>
                </a:lnTo>
                <a:lnTo>
                  <a:pt x="701848" y="2919"/>
                </a:lnTo>
                <a:lnTo>
                  <a:pt x="705523" y="2448"/>
                </a:lnTo>
                <a:lnTo>
                  <a:pt x="709197" y="2015"/>
                </a:lnTo>
                <a:lnTo>
                  <a:pt x="712872" y="1621"/>
                </a:lnTo>
                <a:lnTo>
                  <a:pt x="716546" y="1269"/>
                </a:lnTo>
                <a:lnTo>
                  <a:pt x="720221" y="966"/>
                </a:lnTo>
                <a:lnTo>
                  <a:pt x="723896" y="704"/>
                </a:lnTo>
                <a:lnTo>
                  <a:pt x="727570" y="484"/>
                </a:lnTo>
                <a:lnTo>
                  <a:pt x="731245" y="305"/>
                </a:lnTo>
                <a:lnTo>
                  <a:pt x="734919" y="167"/>
                </a:lnTo>
                <a:lnTo>
                  <a:pt x="738594" y="69"/>
                </a:lnTo>
                <a:lnTo>
                  <a:pt x="742269" y="13"/>
                </a:lnTo>
                <a:lnTo>
                  <a:pt x="745943" y="0"/>
                </a:lnTo>
                <a:lnTo>
                  <a:pt x="749618" y="22"/>
                </a:lnTo>
                <a:lnTo>
                  <a:pt x="753292" y="80"/>
                </a:lnTo>
                <a:lnTo>
                  <a:pt x="756967" y="172"/>
                </a:lnTo>
                <a:lnTo>
                  <a:pt x="760642" y="297"/>
                </a:lnTo>
                <a:lnTo>
                  <a:pt x="764316" y="454"/>
                </a:lnTo>
                <a:lnTo>
                  <a:pt x="767991" y="648"/>
                </a:lnTo>
                <a:lnTo>
                  <a:pt x="771665" y="876"/>
                </a:lnTo>
                <a:lnTo>
                  <a:pt x="775340" y="1136"/>
                </a:lnTo>
                <a:lnTo>
                  <a:pt x="779015" y="1430"/>
                </a:lnTo>
                <a:lnTo>
                  <a:pt x="782689" y="1758"/>
                </a:lnTo>
                <a:lnTo>
                  <a:pt x="786364" y="2122"/>
                </a:lnTo>
                <a:lnTo>
                  <a:pt x="790038" y="2524"/>
                </a:lnTo>
                <a:lnTo>
                  <a:pt x="793713" y="2973"/>
                </a:lnTo>
                <a:lnTo>
                  <a:pt x="797388" y="3465"/>
                </a:lnTo>
                <a:lnTo>
                  <a:pt x="801062" y="4001"/>
                </a:lnTo>
                <a:lnTo>
                  <a:pt x="804737" y="4582"/>
                </a:lnTo>
                <a:lnTo>
                  <a:pt x="808411" y="5209"/>
                </a:lnTo>
                <a:lnTo>
                  <a:pt x="812086" y="5884"/>
                </a:lnTo>
                <a:lnTo>
                  <a:pt x="815761" y="6609"/>
                </a:lnTo>
                <a:lnTo>
                  <a:pt x="819435" y="7390"/>
                </a:lnTo>
                <a:lnTo>
                  <a:pt x="823110" y="8218"/>
                </a:lnTo>
                <a:lnTo>
                  <a:pt x="826784" y="9091"/>
                </a:lnTo>
                <a:lnTo>
                  <a:pt x="830459" y="10007"/>
                </a:lnTo>
                <a:lnTo>
                  <a:pt x="834134" y="10965"/>
                </a:lnTo>
                <a:lnTo>
                  <a:pt x="837808" y="11961"/>
                </a:lnTo>
                <a:lnTo>
                  <a:pt x="841483" y="12995"/>
                </a:lnTo>
                <a:lnTo>
                  <a:pt x="845157" y="14065"/>
                </a:lnTo>
                <a:lnTo>
                  <a:pt x="848832" y="15163"/>
                </a:lnTo>
                <a:lnTo>
                  <a:pt x="852507" y="16285"/>
                </a:lnTo>
                <a:lnTo>
                  <a:pt x="856181" y="17430"/>
                </a:lnTo>
                <a:lnTo>
                  <a:pt x="859856" y="18596"/>
                </a:lnTo>
                <a:lnTo>
                  <a:pt x="863530" y="19779"/>
                </a:lnTo>
                <a:lnTo>
                  <a:pt x="867205" y="20982"/>
                </a:lnTo>
                <a:lnTo>
                  <a:pt x="870880" y="22200"/>
                </a:lnTo>
                <a:lnTo>
                  <a:pt x="874554" y="23434"/>
                </a:lnTo>
                <a:lnTo>
                  <a:pt x="878229" y="24682"/>
                </a:lnTo>
                <a:lnTo>
                  <a:pt x="881903" y="25946"/>
                </a:lnTo>
                <a:lnTo>
                  <a:pt x="885578" y="27225"/>
                </a:lnTo>
                <a:lnTo>
                  <a:pt x="889253" y="28521"/>
                </a:lnTo>
                <a:lnTo>
                  <a:pt x="892927" y="29837"/>
                </a:lnTo>
                <a:lnTo>
                  <a:pt x="896602" y="31172"/>
                </a:lnTo>
                <a:lnTo>
                  <a:pt x="900276" y="32526"/>
                </a:lnTo>
                <a:lnTo>
                  <a:pt x="903951" y="33900"/>
                </a:lnTo>
                <a:lnTo>
                  <a:pt x="907626" y="35294"/>
                </a:lnTo>
                <a:lnTo>
                  <a:pt x="911300" y="36708"/>
                </a:lnTo>
                <a:lnTo>
                  <a:pt x="914975" y="38143"/>
                </a:lnTo>
                <a:lnTo>
                  <a:pt x="918649" y="39601"/>
                </a:lnTo>
                <a:lnTo>
                  <a:pt x="922324" y="41077"/>
                </a:lnTo>
                <a:lnTo>
                  <a:pt x="925999" y="42572"/>
                </a:lnTo>
                <a:lnTo>
                  <a:pt x="929673" y="44083"/>
                </a:lnTo>
                <a:lnTo>
                  <a:pt x="933348" y="45610"/>
                </a:lnTo>
                <a:lnTo>
                  <a:pt x="937022" y="47151"/>
                </a:lnTo>
                <a:lnTo>
                  <a:pt x="940697" y="48706"/>
                </a:lnTo>
                <a:lnTo>
                  <a:pt x="944372" y="50273"/>
                </a:lnTo>
                <a:lnTo>
                  <a:pt x="948046" y="51848"/>
                </a:lnTo>
                <a:lnTo>
                  <a:pt x="951721" y="53430"/>
                </a:lnTo>
                <a:lnTo>
                  <a:pt x="955395" y="55017"/>
                </a:lnTo>
                <a:lnTo>
                  <a:pt x="959070" y="56607"/>
                </a:lnTo>
                <a:lnTo>
                  <a:pt x="962745" y="58197"/>
                </a:lnTo>
                <a:lnTo>
                  <a:pt x="966419" y="59785"/>
                </a:lnTo>
                <a:lnTo>
                  <a:pt x="970094" y="61367"/>
                </a:lnTo>
                <a:lnTo>
                  <a:pt x="973768" y="62943"/>
                </a:lnTo>
                <a:lnTo>
                  <a:pt x="977443" y="64509"/>
                </a:lnTo>
                <a:lnTo>
                  <a:pt x="981118" y="66063"/>
                </a:lnTo>
                <a:lnTo>
                  <a:pt x="984792" y="67603"/>
                </a:lnTo>
                <a:lnTo>
                  <a:pt x="988467" y="69128"/>
                </a:lnTo>
                <a:lnTo>
                  <a:pt x="992141" y="70633"/>
                </a:lnTo>
                <a:lnTo>
                  <a:pt x="995816" y="72118"/>
                </a:lnTo>
                <a:lnTo>
                  <a:pt x="999491" y="73585"/>
                </a:lnTo>
                <a:lnTo>
                  <a:pt x="1003165" y="75032"/>
                </a:lnTo>
                <a:lnTo>
                  <a:pt x="1006840" y="76461"/>
                </a:lnTo>
                <a:lnTo>
                  <a:pt x="1010514" y="77871"/>
                </a:lnTo>
                <a:lnTo>
                  <a:pt x="1014189" y="79263"/>
                </a:lnTo>
                <a:lnTo>
                  <a:pt x="1017864" y="80636"/>
                </a:lnTo>
                <a:lnTo>
                  <a:pt x="1021538" y="81997"/>
                </a:lnTo>
                <a:lnTo>
                  <a:pt x="1025213" y="83346"/>
                </a:lnTo>
                <a:lnTo>
                  <a:pt x="1028887" y="84685"/>
                </a:lnTo>
                <a:lnTo>
                  <a:pt x="1032562" y="86017"/>
                </a:lnTo>
                <a:lnTo>
                  <a:pt x="1036237" y="87341"/>
                </a:lnTo>
                <a:lnTo>
                  <a:pt x="1039911" y="88661"/>
                </a:lnTo>
                <a:lnTo>
                  <a:pt x="1043586" y="89976"/>
                </a:lnTo>
                <a:lnTo>
                  <a:pt x="1047260" y="91289"/>
                </a:lnTo>
                <a:lnTo>
                  <a:pt x="1050935" y="92597"/>
                </a:lnTo>
                <a:lnTo>
                  <a:pt x="1054610" y="93901"/>
                </a:lnTo>
                <a:lnTo>
                  <a:pt x="1058284" y="95200"/>
                </a:lnTo>
                <a:lnTo>
                  <a:pt x="1061959" y="96492"/>
                </a:lnTo>
                <a:lnTo>
                  <a:pt x="1065633" y="97773"/>
                </a:lnTo>
                <a:lnTo>
                  <a:pt x="1069308" y="99042"/>
                </a:lnTo>
                <a:lnTo>
                  <a:pt x="1072983" y="100295"/>
                </a:lnTo>
                <a:lnTo>
                  <a:pt x="1076657" y="101531"/>
                </a:lnTo>
                <a:lnTo>
                  <a:pt x="1080332" y="102746"/>
                </a:lnTo>
                <a:lnTo>
                  <a:pt x="1084006" y="103939"/>
                </a:lnTo>
                <a:lnTo>
                  <a:pt x="1087681" y="105107"/>
                </a:lnTo>
                <a:lnTo>
                  <a:pt x="1091356" y="106242"/>
                </a:lnTo>
                <a:lnTo>
                  <a:pt x="1095030" y="107348"/>
                </a:lnTo>
                <a:lnTo>
                  <a:pt x="1098705" y="108424"/>
                </a:lnTo>
                <a:lnTo>
                  <a:pt x="1102379" y="109470"/>
                </a:lnTo>
                <a:lnTo>
                  <a:pt x="1106054" y="110486"/>
                </a:lnTo>
                <a:lnTo>
                  <a:pt x="1109729" y="111472"/>
                </a:lnTo>
                <a:lnTo>
                  <a:pt x="1113403" y="112428"/>
                </a:lnTo>
                <a:lnTo>
                  <a:pt x="1117078" y="113352"/>
                </a:lnTo>
                <a:lnTo>
                  <a:pt x="1120752" y="114252"/>
                </a:lnTo>
                <a:lnTo>
                  <a:pt x="1124427" y="115128"/>
                </a:lnTo>
                <a:lnTo>
                  <a:pt x="1128102" y="115983"/>
                </a:lnTo>
                <a:lnTo>
                  <a:pt x="1131776" y="116818"/>
                </a:lnTo>
                <a:lnTo>
                  <a:pt x="1135451" y="117636"/>
                </a:lnTo>
                <a:lnTo>
                  <a:pt x="1139125" y="118436"/>
                </a:lnTo>
                <a:lnTo>
                  <a:pt x="1142800" y="119221"/>
                </a:lnTo>
                <a:lnTo>
                  <a:pt x="1146475" y="119993"/>
                </a:lnTo>
                <a:lnTo>
                  <a:pt x="1150149" y="120753"/>
                </a:lnTo>
                <a:lnTo>
                  <a:pt x="1153824" y="121502"/>
                </a:lnTo>
                <a:lnTo>
                  <a:pt x="1157498" y="122239"/>
                </a:lnTo>
                <a:lnTo>
                  <a:pt x="1161173" y="122965"/>
                </a:lnTo>
                <a:lnTo>
                  <a:pt x="1164848" y="123676"/>
                </a:lnTo>
                <a:lnTo>
                  <a:pt x="1168522" y="124374"/>
                </a:lnTo>
                <a:lnTo>
                  <a:pt x="1172197" y="125058"/>
                </a:lnTo>
                <a:lnTo>
                  <a:pt x="1175871" y="125727"/>
                </a:lnTo>
                <a:lnTo>
                  <a:pt x="1179546" y="126380"/>
                </a:lnTo>
                <a:lnTo>
                  <a:pt x="1183221" y="127016"/>
                </a:lnTo>
                <a:lnTo>
                  <a:pt x="1186895" y="127635"/>
                </a:lnTo>
                <a:lnTo>
                  <a:pt x="1190570" y="128233"/>
                </a:lnTo>
                <a:lnTo>
                  <a:pt x="1194244" y="128812"/>
                </a:lnTo>
                <a:lnTo>
                  <a:pt x="1197919" y="129374"/>
                </a:lnTo>
                <a:lnTo>
                  <a:pt x="1201594" y="129918"/>
                </a:lnTo>
                <a:lnTo>
                  <a:pt x="1205268" y="130446"/>
                </a:lnTo>
                <a:lnTo>
                  <a:pt x="1208943" y="130957"/>
                </a:lnTo>
                <a:lnTo>
                  <a:pt x="1212617" y="131454"/>
                </a:lnTo>
                <a:lnTo>
                  <a:pt x="1216292" y="131936"/>
                </a:lnTo>
                <a:lnTo>
                  <a:pt x="1219967" y="132408"/>
                </a:lnTo>
                <a:lnTo>
                  <a:pt x="1223641" y="132871"/>
                </a:lnTo>
                <a:lnTo>
                  <a:pt x="1227316" y="133326"/>
                </a:lnTo>
                <a:lnTo>
                  <a:pt x="1230990" y="133775"/>
                </a:lnTo>
                <a:lnTo>
                  <a:pt x="1234665" y="134219"/>
                </a:lnTo>
                <a:lnTo>
                  <a:pt x="1238340" y="134659"/>
                </a:lnTo>
                <a:lnTo>
                  <a:pt x="1242014" y="135096"/>
                </a:lnTo>
                <a:lnTo>
                  <a:pt x="1245689" y="135531"/>
                </a:lnTo>
                <a:lnTo>
                  <a:pt x="1249363" y="135964"/>
                </a:lnTo>
                <a:lnTo>
                  <a:pt x="1253038" y="136394"/>
                </a:lnTo>
                <a:lnTo>
                  <a:pt x="1256713" y="136822"/>
                </a:lnTo>
                <a:lnTo>
                  <a:pt x="1260387" y="137247"/>
                </a:lnTo>
                <a:lnTo>
                  <a:pt x="1264062" y="137666"/>
                </a:lnTo>
                <a:lnTo>
                  <a:pt x="1267736" y="138080"/>
                </a:lnTo>
                <a:lnTo>
                  <a:pt x="1271411" y="138486"/>
                </a:lnTo>
                <a:lnTo>
                  <a:pt x="1275086" y="138884"/>
                </a:lnTo>
                <a:lnTo>
                  <a:pt x="1278760" y="139273"/>
                </a:lnTo>
                <a:lnTo>
                  <a:pt x="1282435" y="139650"/>
                </a:lnTo>
                <a:lnTo>
                  <a:pt x="1286109" y="140016"/>
                </a:lnTo>
                <a:lnTo>
                  <a:pt x="1289784" y="140365"/>
                </a:lnTo>
                <a:lnTo>
                  <a:pt x="1293459" y="140700"/>
                </a:lnTo>
                <a:lnTo>
                  <a:pt x="1297133" y="141019"/>
                </a:lnTo>
                <a:lnTo>
                  <a:pt x="1300808" y="141323"/>
                </a:lnTo>
                <a:lnTo>
                  <a:pt x="1304482" y="141611"/>
                </a:lnTo>
                <a:lnTo>
                  <a:pt x="1308157" y="141882"/>
                </a:lnTo>
                <a:lnTo>
                  <a:pt x="1311832" y="142134"/>
                </a:lnTo>
                <a:lnTo>
                  <a:pt x="1315506" y="142369"/>
                </a:lnTo>
                <a:lnTo>
                  <a:pt x="1319181" y="142587"/>
                </a:lnTo>
                <a:lnTo>
                  <a:pt x="1322855" y="142788"/>
                </a:lnTo>
                <a:lnTo>
                  <a:pt x="1326530" y="142975"/>
                </a:lnTo>
                <a:lnTo>
                  <a:pt x="1330205" y="143146"/>
                </a:lnTo>
                <a:lnTo>
                  <a:pt x="1333879" y="143303"/>
                </a:lnTo>
                <a:lnTo>
                  <a:pt x="1337554" y="143445"/>
                </a:lnTo>
                <a:lnTo>
                  <a:pt x="1341228" y="143572"/>
                </a:lnTo>
                <a:lnTo>
                  <a:pt x="1344903" y="143688"/>
                </a:lnTo>
                <a:lnTo>
                  <a:pt x="1348577" y="143793"/>
                </a:lnTo>
                <a:lnTo>
                  <a:pt x="1352252" y="143887"/>
                </a:lnTo>
                <a:lnTo>
                  <a:pt x="1355927" y="143971"/>
                </a:lnTo>
                <a:lnTo>
                  <a:pt x="1359601" y="144046"/>
                </a:lnTo>
                <a:lnTo>
                  <a:pt x="1363276" y="144111"/>
                </a:lnTo>
                <a:lnTo>
                  <a:pt x="1366950" y="144168"/>
                </a:lnTo>
                <a:lnTo>
                  <a:pt x="1370625" y="144218"/>
                </a:lnTo>
                <a:lnTo>
                  <a:pt x="1374300" y="144262"/>
                </a:lnTo>
                <a:lnTo>
                  <a:pt x="1377974" y="144299"/>
                </a:lnTo>
                <a:lnTo>
                  <a:pt x="1381649" y="144331"/>
                </a:lnTo>
                <a:lnTo>
                  <a:pt x="1385323" y="144357"/>
                </a:lnTo>
                <a:lnTo>
                  <a:pt x="1388998" y="144378"/>
                </a:lnTo>
                <a:lnTo>
                  <a:pt x="1392673" y="144394"/>
                </a:lnTo>
                <a:lnTo>
                  <a:pt x="1396347" y="144406"/>
                </a:lnTo>
                <a:lnTo>
                  <a:pt x="1400022" y="144415"/>
                </a:lnTo>
                <a:lnTo>
                  <a:pt x="1403696" y="144420"/>
                </a:lnTo>
                <a:lnTo>
                  <a:pt x="1407371" y="144422"/>
                </a:lnTo>
                <a:lnTo>
                  <a:pt x="1411046" y="144422"/>
                </a:lnTo>
                <a:lnTo>
                  <a:pt x="1414720" y="144419"/>
                </a:lnTo>
                <a:lnTo>
                  <a:pt x="1418395" y="144414"/>
                </a:lnTo>
                <a:lnTo>
                  <a:pt x="1422069" y="144408"/>
                </a:lnTo>
                <a:lnTo>
                  <a:pt x="1425744" y="144400"/>
                </a:lnTo>
                <a:lnTo>
                  <a:pt x="1429419" y="144392"/>
                </a:lnTo>
                <a:lnTo>
                  <a:pt x="1433093" y="144383"/>
                </a:lnTo>
                <a:lnTo>
                  <a:pt x="1436768" y="144375"/>
                </a:lnTo>
                <a:lnTo>
                  <a:pt x="1440442" y="144366"/>
                </a:lnTo>
                <a:lnTo>
                  <a:pt x="1444117" y="144359"/>
                </a:lnTo>
                <a:lnTo>
                  <a:pt x="1447792" y="144352"/>
                </a:lnTo>
                <a:lnTo>
                  <a:pt x="1451466" y="144347"/>
                </a:lnTo>
                <a:lnTo>
                  <a:pt x="1455141" y="144343"/>
                </a:lnTo>
                <a:lnTo>
                  <a:pt x="1458815" y="144341"/>
                </a:lnTo>
                <a:lnTo>
                  <a:pt x="1462490" y="144341"/>
                </a:lnTo>
                <a:lnTo>
                  <a:pt x="1466165" y="144343"/>
                </a:lnTo>
                <a:lnTo>
                  <a:pt x="1469839" y="144347"/>
                </a:lnTo>
                <a:lnTo>
                  <a:pt x="1473514" y="144353"/>
                </a:lnTo>
                <a:lnTo>
                  <a:pt x="1477188" y="144361"/>
                </a:lnTo>
                <a:lnTo>
                  <a:pt x="1480863" y="144372"/>
                </a:lnTo>
                <a:lnTo>
                  <a:pt x="1484538" y="144384"/>
                </a:lnTo>
                <a:lnTo>
                  <a:pt x="1488212" y="144399"/>
                </a:lnTo>
                <a:lnTo>
                  <a:pt x="1491887" y="144415"/>
                </a:lnTo>
                <a:lnTo>
                  <a:pt x="1495561" y="144433"/>
                </a:lnTo>
                <a:lnTo>
                  <a:pt x="1499236" y="144452"/>
                </a:lnTo>
                <a:lnTo>
                  <a:pt x="1502911" y="144472"/>
                </a:lnTo>
                <a:lnTo>
                  <a:pt x="1506585" y="144493"/>
                </a:lnTo>
                <a:lnTo>
                  <a:pt x="1510260" y="144515"/>
                </a:lnTo>
                <a:lnTo>
                  <a:pt x="1513934" y="144536"/>
                </a:lnTo>
                <a:lnTo>
                  <a:pt x="1517609" y="144558"/>
                </a:lnTo>
                <a:lnTo>
                  <a:pt x="1521284" y="144579"/>
                </a:lnTo>
                <a:lnTo>
                  <a:pt x="1524958" y="144600"/>
                </a:lnTo>
                <a:lnTo>
                  <a:pt x="1528633" y="144620"/>
                </a:lnTo>
                <a:lnTo>
                  <a:pt x="1532307" y="144639"/>
                </a:lnTo>
                <a:lnTo>
                  <a:pt x="1535982" y="144657"/>
                </a:lnTo>
                <a:lnTo>
                  <a:pt x="1539657" y="144673"/>
                </a:lnTo>
                <a:lnTo>
                  <a:pt x="1543331" y="144689"/>
                </a:lnTo>
                <a:lnTo>
                  <a:pt x="1547006" y="144703"/>
                </a:lnTo>
                <a:lnTo>
                  <a:pt x="1550680" y="144716"/>
                </a:lnTo>
                <a:lnTo>
                  <a:pt x="1554355" y="144728"/>
                </a:lnTo>
                <a:lnTo>
                  <a:pt x="1558030" y="144739"/>
                </a:lnTo>
                <a:lnTo>
                  <a:pt x="1561704" y="144748"/>
                </a:lnTo>
                <a:lnTo>
                  <a:pt x="1565379" y="144756"/>
                </a:lnTo>
                <a:lnTo>
                  <a:pt x="1569053" y="144763"/>
                </a:lnTo>
                <a:lnTo>
                  <a:pt x="1572728" y="144769"/>
                </a:lnTo>
                <a:lnTo>
                  <a:pt x="1576403" y="144774"/>
                </a:lnTo>
                <a:lnTo>
                  <a:pt x="1580077" y="144778"/>
                </a:lnTo>
                <a:lnTo>
                  <a:pt x="1583752" y="144782"/>
                </a:lnTo>
                <a:lnTo>
                  <a:pt x="1587426" y="144785"/>
                </a:lnTo>
                <a:lnTo>
                  <a:pt x="1591101" y="144787"/>
                </a:lnTo>
                <a:lnTo>
                  <a:pt x="1594776" y="144789"/>
                </a:lnTo>
                <a:lnTo>
                  <a:pt x="1598450" y="144791"/>
                </a:lnTo>
                <a:lnTo>
                  <a:pt x="1602125" y="144792"/>
                </a:lnTo>
                <a:lnTo>
                  <a:pt x="1605799" y="144794"/>
                </a:lnTo>
                <a:lnTo>
                  <a:pt x="1609474" y="144794"/>
                </a:lnTo>
                <a:lnTo>
                  <a:pt x="1613149" y="144795"/>
                </a:lnTo>
                <a:lnTo>
                  <a:pt x="1616823" y="144796"/>
                </a:lnTo>
                <a:lnTo>
                  <a:pt x="1620498" y="144796"/>
                </a:lnTo>
                <a:lnTo>
                  <a:pt x="1624172" y="144796"/>
                </a:lnTo>
                <a:lnTo>
                  <a:pt x="1627847" y="144796"/>
                </a:lnTo>
                <a:lnTo>
                  <a:pt x="1631522" y="144797"/>
                </a:lnTo>
                <a:lnTo>
                  <a:pt x="1635196" y="144797"/>
                </a:lnTo>
                <a:lnTo>
                  <a:pt x="1638871" y="144797"/>
                </a:lnTo>
                <a:lnTo>
                  <a:pt x="1642545" y="144797"/>
                </a:lnTo>
                <a:lnTo>
                  <a:pt x="1646220" y="144797"/>
                </a:lnTo>
                <a:lnTo>
                  <a:pt x="1649895" y="144797"/>
                </a:lnTo>
                <a:lnTo>
                  <a:pt x="1653569" y="144797"/>
                </a:lnTo>
                <a:lnTo>
                  <a:pt x="1657244" y="144797"/>
                </a:lnTo>
                <a:lnTo>
                  <a:pt x="1660918" y="144797"/>
                </a:lnTo>
                <a:lnTo>
                  <a:pt x="1664593" y="144797"/>
                </a:lnTo>
                <a:lnTo>
                  <a:pt x="1668268" y="144797"/>
                </a:lnTo>
                <a:lnTo>
                  <a:pt x="1671942" y="144797"/>
                </a:lnTo>
                <a:lnTo>
                  <a:pt x="1675617" y="144797"/>
                </a:lnTo>
                <a:lnTo>
                  <a:pt x="1679291" y="144797"/>
                </a:lnTo>
                <a:lnTo>
                  <a:pt x="1682966" y="144797"/>
                </a:lnTo>
                <a:lnTo>
                  <a:pt x="1686641" y="144797"/>
                </a:lnTo>
                <a:lnTo>
                  <a:pt x="1690315" y="144797"/>
                </a:lnTo>
                <a:lnTo>
                  <a:pt x="1693990" y="144797"/>
                </a:lnTo>
                <a:lnTo>
                  <a:pt x="1697664" y="144797"/>
                </a:lnTo>
                <a:lnTo>
                  <a:pt x="1701339" y="144797"/>
                </a:lnTo>
                <a:lnTo>
                  <a:pt x="1705014" y="144797"/>
                </a:lnTo>
                <a:lnTo>
                  <a:pt x="1708688" y="144797"/>
                </a:lnTo>
                <a:lnTo>
                  <a:pt x="1712363" y="144797"/>
                </a:lnTo>
                <a:lnTo>
                  <a:pt x="1716037" y="144797"/>
                </a:lnTo>
                <a:lnTo>
                  <a:pt x="1719712" y="144797"/>
                </a:lnTo>
                <a:lnTo>
                  <a:pt x="1723387" y="144797"/>
                </a:lnTo>
                <a:lnTo>
                  <a:pt x="1727061" y="144797"/>
                </a:lnTo>
                <a:lnTo>
                  <a:pt x="1730736" y="144797"/>
                </a:lnTo>
                <a:lnTo>
                  <a:pt x="1734410" y="144797"/>
                </a:lnTo>
                <a:lnTo>
                  <a:pt x="1738085" y="144797"/>
                </a:lnTo>
                <a:lnTo>
                  <a:pt x="1741760" y="144797"/>
                </a:lnTo>
                <a:lnTo>
                  <a:pt x="1745434" y="144797"/>
                </a:lnTo>
                <a:lnTo>
                  <a:pt x="1749109" y="144797"/>
                </a:lnTo>
                <a:lnTo>
                  <a:pt x="1752783" y="144797"/>
                </a:lnTo>
                <a:lnTo>
                  <a:pt x="1756458" y="144797"/>
                </a:lnTo>
                <a:lnTo>
                  <a:pt x="1760133" y="144797"/>
                </a:lnTo>
                <a:lnTo>
                  <a:pt x="1763807" y="144797"/>
                </a:lnTo>
                <a:lnTo>
                  <a:pt x="1767482" y="144797"/>
                </a:lnTo>
                <a:lnTo>
                  <a:pt x="1771156" y="144797"/>
                </a:lnTo>
                <a:lnTo>
                  <a:pt x="1774831" y="144797"/>
                </a:lnTo>
                <a:lnTo>
                  <a:pt x="1778506" y="144797"/>
                </a:lnTo>
                <a:lnTo>
                  <a:pt x="1782180" y="144797"/>
                </a:lnTo>
                <a:lnTo>
                  <a:pt x="1785855" y="144797"/>
                </a:lnTo>
                <a:lnTo>
                  <a:pt x="1789529" y="144797"/>
                </a:lnTo>
                <a:lnTo>
                  <a:pt x="1793204" y="144797"/>
                </a:lnTo>
                <a:lnTo>
                  <a:pt x="1796879" y="144797"/>
                </a:lnTo>
                <a:lnTo>
                  <a:pt x="1800553" y="144797"/>
                </a:lnTo>
                <a:lnTo>
                  <a:pt x="1804228" y="144797"/>
                </a:lnTo>
                <a:lnTo>
                  <a:pt x="1807902" y="144797"/>
                </a:lnTo>
                <a:lnTo>
                  <a:pt x="1811577" y="144797"/>
                </a:lnTo>
                <a:lnTo>
                  <a:pt x="1815252" y="144797"/>
                </a:lnTo>
                <a:lnTo>
                  <a:pt x="1818926" y="144797"/>
                </a:lnTo>
                <a:lnTo>
                  <a:pt x="1822601" y="144797"/>
                </a:lnTo>
                <a:lnTo>
                  <a:pt x="1826275" y="144797"/>
                </a:lnTo>
                <a:lnTo>
                  <a:pt x="1829950" y="144797"/>
                </a:lnTo>
                <a:lnTo>
                  <a:pt x="1833625" y="144797"/>
                </a:lnTo>
                <a:lnTo>
                  <a:pt x="1837299" y="144797"/>
                </a:lnTo>
                <a:lnTo>
                  <a:pt x="1840974" y="144797"/>
                </a:lnTo>
                <a:lnTo>
                  <a:pt x="1844648" y="144797"/>
                </a:lnTo>
                <a:lnTo>
                  <a:pt x="1848323" y="144797"/>
                </a:lnTo>
                <a:lnTo>
                  <a:pt x="1851998" y="144797"/>
                </a:lnTo>
                <a:lnTo>
                  <a:pt x="1855672" y="144797"/>
                </a:lnTo>
                <a:lnTo>
                  <a:pt x="1859347" y="144797"/>
                </a:lnTo>
                <a:lnTo>
                  <a:pt x="1863021" y="144797"/>
                </a:lnTo>
                <a:lnTo>
                  <a:pt x="1866696" y="144797"/>
                </a:lnTo>
                <a:lnTo>
                  <a:pt x="1870371" y="144797"/>
                </a:lnTo>
                <a:lnTo>
                  <a:pt x="1874045" y="144797"/>
                </a:lnTo>
                <a:lnTo>
                  <a:pt x="1877720" y="144797"/>
                </a:lnTo>
              </a:path>
            </a:pathLst>
          </a:custGeom>
          <a:ln w="27101" cap="flat">
            <a:solidFill>
              <a:srgbClr val="C77C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8" name="rc108"/>
          <p:cNvSpPr/>
          <p:nvPr/>
        </p:nvSpPr>
        <p:spPr>
          <a:xfrm>
            <a:off x="6608695" y="2115428"/>
            <a:ext cx="2065492" cy="653993"/>
          </a:xfrm>
          <a:prstGeom prst="rect">
            <a:avLst/>
          </a:prstGeom>
          <a:ln w="17246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9" name="rc109"/>
          <p:cNvSpPr/>
          <p:nvPr/>
        </p:nvSpPr>
        <p:spPr>
          <a:xfrm>
            <a:off x="6608695" y="2857989"/>
            <a:ext cx="2065492" cy="653993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0" name="pl110"/>
          <p:cNvSpPr/>
          <p:nvPr/>
        </p:nvSpPr>
        <p:spPr>
          <a:xfrm>
            <a:off x="6608695" y="3387009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1" name="pl111"/>
          <p:cNvSpPr/>
          <p:nvPr/>
        </p:nvSpPr>
        <p:spPr>
          <a:xfrm>
            <a:off x="6608695" y="3196518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2" name="pl112"/>
          <p:cNvSpPr/>
          <p:nvPr/>
        </p:nvSpPr>
        <p:spPr>
          <a:xfrm>
            <a:off x="6608695" y="3006026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3" name="pl113"/>
          <p:cNvSpPr/>
          <p:nvPr/>
        </p:nvSpPr>
        <p:spPr>
          <a:xfrm>
            <a:off x="6937297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4" name="pl114"/>
          <p:cNvSpPr/>
          <p:nvPr/>
        </p:nvSpPr>
        <p:spPr>
          <a:xfrm>
            <a:off x="7406727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5" name="pl115"/>
          <p:cNvSpPr/>
          <p:nvPr/>
        </p:nvSpPr>
        <p:spPr>
          <a:xfrm>
            <a:off x="7876157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6" name="pl116"/>
          <p:cNvSpPr/>
          <p:nvPr/>
        </p:nvSpPr>
        <p:spPr>
          <a:xfrm>
            <a:off x="8345587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7" name="pl117"/>
          <p:cNvSpPr/>
          <p:nvPr/>
        </p:nvSpPr>
        <p:spPr>
          <a:xfrm>
            <a:off x="6608695" y="3482255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8" name="pl118"/>
          <p:cNvSpPr/>
          <p:nvPr/>
        </p:nvSpPr>
        <p:spPr>
          <a:xfrm>
            <a:off x="6608695" y="3291764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9" name="pl119"/>
          <p:cNvSpPr/>
          <p:nvPr/>
        </p:nvSpPr>
        <p:spPr>
          <a:xfrm>
            <a:off x="6608695" y="3101272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0" name="pl120"/>
          <p:cNvSpPr/>
          <p:nvPr/>
        </p:nvSpPr>
        <p:spPr>
          <a:xfrm>
            <a:off x="6608695" y="2910781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1" name="pl121"/>
          <p:cNvSpPr/>
          <p:nvPr/>
        </p:nvSpPr>
        <p:spPr>
          <a:xfrm>
            <a:off x="6702581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2" name="pl122"/>
          <p:cNvSpPr/>
          <p:nvPr/>
        </p:nvSpPr>
        <p:spPr>
          <a:xfrm>
            <a:off x="7172012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3" name="pl123"/>
          <p:cNvSpPr/>
          <p:nvPr/>
        </p:nvSpPr>
        <p:spPr>
          <a:xfrm>
            <a:off x="7641442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4" name="pl124"/>
          <p:cNvSpPr/>
          <p:nvPr/>
        </p:nvSpPr>
        <p:spPr>
          <a:xfrm>
            <a:off x="8110872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5" name="pl125"/>
          <p:cNvSpPr/>
          <p:nvPr/>
        </p:nvSpPr>
        <p:spPr>
          <a:xfrm>
            <a:off x="8580302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6" name="pg126"/>
          <p:cNvSpPr/>
          <p:nvPr/>
        </p:nvSpPr>
        <p:spPr>
          <a:xfrm>
            <a:off x="6702581" y="3097584"/>
            <a:ext cx="1877720" cy="384670"/>
          </a:xfrm>
          <a:custGeom>
            <a:avLst/>
            <a:gdLst/>
            <a:ahLst/>
            <a:cxnLst/>
            <a:rect l="0" t="0" r="0" b="0"/>
            <a:pathLst>
              <a:path w="1877720" h="384670">
                <a:moveTo>
                  <a:pt x="0" y="384670"/>
                </a:moveTo>
                <a:lnTo>
                  <a:pt x="3674" y="384670"/>
                </a:lnTo>
                <a:lnTo>
                  <a:pt x="7349" y="384670"/>
                </a:lnTo>
                <a:lnTo>
                  <a:pt x="11023" y="384670"/>
                </a:lnTo>
                <a:lnTo>
                  <a:pt x="14698" y="384670"/>
                </a:lnTo>
                <a:lnTo>
                  <a:pt x="18372" y="384670"/>
                </a:lnTo>
                <a:lnTo>
                  <a:pt x="22047" y="384670"/>
                </a:lnTo>
                <a:lnTo>
                  <a:pt x="25722" y="384670"/>
                </a:lnTo>
                <a:lnTo>
                  <a:pt x="29396" y="384670"/>
                </a:lnTo>
                <a:lnTo>
                  <a:pt x="33071" y="384670"/>
                </a:lnTo>
                <a:lnTo>
                  <a:pt x="36745" y="384670"/>
                </a:lnTo>
                <a:lnTo>
                  <a:pt x="40420" y="384670"/>
                </a:lnTo>
                <a:lnTo>
                  <a:pt x="44095" y="384670"/>
                </a:lnTo>
                <a:lnTo>
                  <a:pt x="47769" y="384670"/>
                </a:lnTo>
                <a:lnTo>
                  <a:pt x="51444" y="384670"/>
                </a:lnTo>
                <a:lnTo>
                  <a:pt x="55118" y="384670"/>
                </a:lnTo>
                <a:lnTo>
                  <a:pt x="58793" y="384670"/>
                </a:lnTo>
                <a:lnTo>
                  <a:pt x="62468" y="384670"/>
                </a:lnTo>
                <a:lnTo>
                  <a:pt x="66142" y="384670"/>
                </a:lnTo>
                <a:lnTo>
                  <a:pt x="69817" y="384670"/>
                </a:lnTo>
                <a:lnTo>
                  <a:pt x="73491" y="384670"/>
                </a:lnTo>
                <a:lnTo>
                  <a:pt x="77166" y="384670"/>
                </a:lnTo>
                <a:lnTo>
                  <a:pt x="80841" y="384670"/>
                </a:lnTo>
                <a:lnTo>
                  <a:pt x="84515" y="384670"/>
                </a:lnTo>
                <a:lnTo>
                  <a:pt x="88190" y="384670"/>
                </a:lnTo>
                <a:lnTo>
                  <a:pt x="91864" y="384670"/>
                </a:lnTo>
                <a:lnTo>
                  <a:pt x="95539" y="384670"/>
                </a:lnTo>
                <a:lnTo>
                  <a:pt x="99214" y="384670"/>
                </a:lnTo>
                <a:lnTo>
                  <a:pt x="102888" y="384670"/>
                </a:lnTo>
                <a:lnTo>
                  <a:pt x="106563" y="384670"/>
                </a:lnTo>
                <a:lnTo>
                  <a:pt x="110237" y="384670"/>
                </a:lnTo>
                <a:lnTo>
                  <a:pt x="113912" y="384670"/>
                </a:lnTo>
                <a:lnTo>
                  <a:pt x="117587" y="384670"/>
                </a:lnTo>
                <a:lnTo>
                  <a:pt x="121261" y="384670"/>
                </a:lnTo>
                <a:lnTo>
                  <a:pt x="124936" y="384670"/>
                </a:lnTo>
                <a:lnTo>
                  <a:pt x="128610" y="384670"/>
                </a:lnTo>
                <a:lnTo>
                  <a:pt x="132285" y="384670"/>
                </a:lnTo>
                <a:lnTo>
                  <a:pt x="135960" y="384670"/>
                </a:lnTo>
                <a:lnTo>
                  <a:pt x="139634" y="384670"/>
                </a:lnTo>
                <a:lnTo>
                  <a:pt x="143309" y="384670"/>
                </a:lnTo>
                <a:lnTo>
                  <a:pt x="146983" y="384670"/>
                </a:lnTo>
                <a:lnTo>
                  <a:pt x="150658" y="384670"/>
                </a:lnTo>
                <a:lnTo>
                  <a:pt x="154333" y="384670"/>
                </a:lnTo>
                <a:lnTo>
                  <a:pt x="158007" y="384670"/>
                </a:lnTo>
                <a:lnTo>
                  <a:pt x="161682" y="384670"/>
                </a:lnTo>
                <a:lnTo>
                  <a:pt x="165356" y="384670"/>
                </a:lnTo>
                <a:lnTo>
                  <a:pt x="169031" y="384670"/>
                </a:lnTo>
                <a:lnTo>
                  <a:pt x="172706" y="384670"/>
                </a:lnTo>
                <a:lnTo>
                  <a:pt x="176380" y="384670"/>
                </a:lnTo>
                <a:lnTo>
                  <a:pt x="180055" y="384670"/>
                </a:lnTo>
                <a:lnTo>
                  <a:pt x="183729" y="384670"/>
                </a:lnTo>
                <a:lnTo>
                  <a:pt x="187404" y="384670"/>
                </a:lnTo>
                <a:lnTo>
                  <a:pt x="191079" y="384670"/>
                </a:lnTo>
                <a:lnTo>
                  <a:pt x="194753" y="384670"/>
                </a:lnTo>
                <a:lnTo>
                  <a:pt x="198428" y="384670"/>
                </a:lnTo>
                <a:lnTo>
                  <a:pt x="202102" y="384670"/>
                </a:lnTo>
                <a:lnTo>
                  <a:pt x="205777" y="384670"/>
                </a:lnTo>
                <a:lnTo>
                  <a:pt x="209452" y="384670"/>
                </a:lnTo>
                <a:lnTo>
                  <a:pt x="213126" y="384670"/>
                </a:lnTo>
                <a:lnTo>
                  <a:pt x="216801" y="384670"/>
                </a:lnTo>
                <a:lnTo>
                  <a:pt x="220475" y="384670"/>
                </a:lnTo>
                <a:lnTo>
                  <a:pt x="224150" y="384670"/>
                </a:lnTo>
                <a:lnTo>
                  <a:pt x="227825" y="384670"/>
                </a:lnTo>
                <a:lnTo>
                  <a:pt x="231499" y="384670"/>
                </a:lnTo>
                <a:lnTo>
                  <a:pt x="235174" y="384670"/>
                </a:lnTo>
                <a:lnTo>
                  <a:pt x="238848" y="384670"/>
                </a:lnTo>
                <a:lnTo>
                  <a:pt x="242523" y="384670"/>
                </a:lnTo>
                <a:lnTo>
                  <a:pt x="246198" y="384670"/>
                </a:lnTo>
                <a:lnTo>
                  <a:pt x="249872" y="384670"/>
                </a:lnTo>
                <a:lnTo>
                  <a:pt x="253547" y="384670"/>
                </a:lnTo>
                <a:lnTo>
                  <a:pt x="257221" y="384670"/>
                </a:lnTo>
                <a:lnTo>
                  <a:pt x="260896" y="384670"/>
                </a:lnTo>
                <a:lnTo>
                  <a:pt x="264571" y="384670"/>
                </a:lnTo>
                <a:lnTo>
                  <a:pt x="268245" y="384670"/>
                </a:lnTo>
                <a:lnTo>
                  <a:pt x="271920" y="384670"/>
                </a:lnTo>
                <a:lnTo>
                  <a:pt x="275594" y="384670"/>
                </a:lnTo>
                <a:lnTo>
                  <a:pt x="279269" y="384670"/>
                </a:lnTo>
                <a:lnTo>
                  <a:pt x="282944" y="384670"/>
                </a:lnTo>
                <a:lnTo>
                  <a:pt x="286618" y="384670"/>
                </a:lnTo>
                <a:lnTo>
                  <a:pt x="290293" y="384670"/>
                </a:lnTo>
                <a:lnTo>
                  <a:pt x="293967" y="384670"/>
                </a:lnTo>
                <a:lnTo>
                  <a:pt x="297642" y="384670"/>
                </a:lnTo>
                <a:lnTo>
                  <a:pt x="301317" y="384670"/>
                </a:lnTo>
                <a:lnTo>
                  <a:pt x="304991" y="384670"/>
                </a:lnTo>
                <a:lnTo>
                  <a:pt x="308666" y="384670"/>
                </a:lnTo>
                <a:lnTo>
                  <a:pt x="312340" y="384670"/>
                </a:lnTo>
                <a:lnTo>
                  <a:pt x="316015" y="384670"/>
                </a:lnTo>
                <a:lnTo>
                  <a:pt x="319690" y="384670"/>
                </a:lnTo>
                <a:lnTo>
                  <a:pt x="323364" y="384670"/>
                </a:lnTo>
                <a:lnTo>
                  <a:pt x="327039" y="384670"/>
                </a:lnTo>
                <a:lnTo>
                  <a:pt x="330713" y="384670"/>
                </a:lnTo>
                <a:lnTo>
                  <a:pt x="334388" y="384670"/>
                </a:lnTo>
                <a:lnTo>
                  <a:pt x="338063" y="384670"/>
                </a:lnTo>
                <a:lnTo>
                  <a:pt x="341737" y="384670"/>
                </a:lnTo>
                <a:lnTo>
                  <a:pt x="345412" y="384670"/>
                </a:lnTo>
                <a:lnTo>
                  <a:pt x="349086" y="384670"/>
                </a:lnTo>
                <a:lnTo>
                  <a:pt x="352761" y="384670"/>
                </a:lnTo>
                <a:lnTo>
                  <a:pt x="356436" y="384670"/>
                </a:lnTo>
                <a:lnTo>
                  <a:pt x="360110" y="384670"/>
                </a:lnTo>
                <a:lnTo>
                  <a:pt x="363785" y="384670"/>
                </a:lnTo>
                <a:lnTo>
                  <a:pt x="367459" y="384670"/>
                </a:lnTo>
                <a:lnTo>
                  <a:pt x="371134" y="384670"/>
                </a:lnTo>
                <a:lnTo>
                  <a:pt x="374809" y="384670"/>
                </a:lnTo>
                <a:lnTo>
                  <a:pt x="378483" y="384670"/>
                </a:lnTo>
                <a:lnTo>
                  <a:pt x="382158" y="384670"/>
                </a:lnTo>
                <a:lnTo>
                  <a:pt x="385832" y="384670"/>
                </a:lnTo>
                <a:lnTo>
                  <a:pt x="389507" y="384670"/>
                </a:lnTo>
                <a:lnTo>
                  <a:pt x="393182" y="384670"/>
                </a:lnTo>
                <a:lnTo>
                  <a:pt x="396856" y="384670"/>
                </a:lnTo>
                <a:lnTo>
                  <a:pt x="400531" y="384670"/>
                </a:lnTo>
                <a:lnTo>
                  <a:pt x="404205" y="384670"/>
                </a:lnTo>
                <a:lnTo>
                  <a:pt x="407880" y="384670"/>
                </a:lnTo>
                <a:lnTo>
                  <a:pt x="411555" y="384670"/>
                </a:lnTo>
                <a:lnTo>
                  <a:pt x="415229" y="384670"/>
                </a:lnTo>
                <a:lnTo>
                  <a:pt x="418904" y="384670"/>
                </a:lnTo>
                <a:lnTo>
                  <a:pt x="422578" y="384670"/>
                </a:lnTo>
                <a:lnTo>
                  <a:pt x="426253" y="384670"/>
                </a:lnTo>
                <a:lnTo>
                  <a:pt x="429928" y="384670"/>
                </a:lnTo>
                <a:lnTo>
                  <a:pt x="433602" y="384670"/>
                </a:lnTo>
                <a:lnTo>
                  <a:pt x="437277" y="384670"/>
                </a:lnTo>
                <a:lnTo>
                  <a:pt x="440951" y="384670"/>
                </a:lnTo>
                <a:lnTo>
                  <a:pt x="444626" y="384670"/>
                </a:lnTo>
                <a:lnTo>
                  <a:pt x="448301" y="384670"/>
                </a:lnTo>
                <a:lnTo>
                  <a:pt x="451975" y="384670"/>
                </a:lnTo>
                <a:lnTo>
                  <a:pt x="455650" y="384670"/>
                </a:lnTo>
                <a:lnTo>
                  <a:pt x="459324" y="384670"/>
                </a:lnTo>
                <a:lnTo>
                  <a:pt x="462999" y="384670"/>
                </a:lnTo>
                <a:lnTo>
                  <a:pt x="466674" y="384670"/>
                </a:lnTo>
                <a:lnTo>
                  <a:pt x="470348" y="384670"/>
                </a:lnTo>
                <a:lnTo>
                  <a:pt x="474023" y="384670"/>
                </a:lnTo>
                <a:lnTo>
                  <a:pt x="477697" y="384670"/>
                </a:lnTo>
                <a:lnTo>
                  <a:pt x="481372" y="384670"/>
                </a:lnTo>
                <a:lnTo>
                  <a:pt x="485047" y="384670"/>
                </a:lnTo>
                <a:lnTo>
                  <a:pt x="488721" y="384670"/>
                </a:lnTo>
                <a:lnTo>
                  <a:pt x="492396" y="384670"/>
                </a:lnTo>
                <a:lnTo>
                  <a:pt x="496070" y="384670"/>
                </a:lnTo>
                <a:lnTo>
                  <a:pt x="499745" y="384670"/>
                </a:lnTo>
                <a:lnTo>
                  <a:pt x="503420" y="384669"/>
                </a:lnTo>
                <a:lnTo>
                  <a:pt x="507094" y="384669"/>
                </a:lnTo>
                <a:lnTo>
                  <a:pt x="510769" y="384668"/>
                </a:lnTo>
                <a:lnTo>
                  <a:pt x="514443" y="384666"/>
                </a:lnTo>
                <a:lnTo>
                  <a:pt x="518118" y="384661"/>
                </a:lnTo>
                <a:lnTo>
                  <a:pt x="521793" y="384654"/>
                </a:lnTo>
                <a:lnTo>
                  <a:pt x="525467" y="384640"/>
                </a:lnTo>
                <a:lnTo>
                  <a:pt x="529142" y="384620"/>
                </a:lnTo>
                <a:lnTo>
                  <a:pt x="532816" y="384589"/>
                </a:lnTo>
                <a:lnTo>
                  <a:pt x="536491" y="384547"/>
                </a:lnTo>
                <a:lnTo>
                  <a:pt x="540166" y="384494"/>
                </a:lnTo>
                <a:lnTo>
                  <a:pt x="543840" y="384433"/>
                </a:lnTo>
                <a:lnTo>
                  <a:pt x="547515" y="384368"/>
                </a:lnTo>
                <a:lnTo>
                  <a:pt x="551189" y="384305"/>
                </a:lnTo>
                <a:lnTo>
                  <a:pt x="554864" y="384254"/>
                </a:lnTo>
                <a:lnTo>
                  <a:pt x="558539" y="384221"/>
                </a:lnTo>
                <a:lnTo>
                  <a:pt x="562213" y="384211"/>
                </a:lnTo>
                <a:lnTo>
                  <a:pt x="565888" y="384226"/>
                </a:lnTo>
                <a:lnTo>
                  <a:pt x="569562" y="384265"/>
                </a:lnTo>
                <a:lnTo>
                  <a:pt x="573237" y="384320"/>
                </a:lnTo>
                <a:lnTo>
                  <a:pt x="576912" y="384384"/>
                </a:lnTo>
                <a:lnTo>
                  <a:pt x="580586" y="384448"/>
                </a:lnTo>
                <a:lnTo>
                  <a:pt x="584261" y="384505"/>
                </a:lnTo>
                <a:lnTo>
                  <a:pt x="587935" y="384548"/>
                </a:lnTo>
                <a:lnTo>
                  <a:pt x="591610" y="384574"/>
                </a:lnTo>
                <a:lnTo>
                  <a:pt x="595285" y="384579"/>
                </a:lnTo>
                <a:lnTo>
                  <a:pt x="598959" y="384560"/>
                </a:lnTo>
                <a:lnTo>
                  <a:pt x="602634" y="384511"/>
                </a:lnTo>
                <a:lnTo>
                  <a:pt x="606308" y="384426"/>
                </a:lnTo>
                <a:lnTo>
                  <a:pt x="609983" y="384297"/>
                </a:lnTo>
                <a:lnTo>
                  <a:pt x="613658" y="384117"/>
                </a:lnTo>
                <a:lnTo>
                  <a:pt x="617332" y="383882"/>
                </a:lnTo>
                <a:lnTo>
                  <a:pt x="621007" y="383589"/>
                </a:lnTo>
                <a:lnTo>
                  <a:pt x="624681" y="383242"/>
                </a:lnTo>
                <a:lnTo>
                  <a:pt x="628356" y="382848"/>
                </a:lnTo>
                <a:lnTo>
                  <a:pt x="632031" y="382418"/>
                </a:lnTo>
                <a:lnTo>
                  <a:pt x="635705" y="381967"/>
                </a:lnTo>
                <a:lnTo>
                  <a:pt x="639380" y="381506"/>
                </a:lnTo>
                <a:lnTo>
                  <a:pt x="643054" y="381047"/>
                </a:lnTo>
                <a:lnTo>
                  <a:pt x="646729" y="380594"/>
                </a:lnTo>
                <a:lnTo>
                  <a:pt x="650404" y="380144"/>
                </a:lnTo>
                <a:lnTo>
                  <a:pt x="654078" y="379685"/>
                </a:lnTo>
                <a:lnTo>
                  <a:pt x="657753" y="379201"/>
                </a:lnTo>
                <a:lnTo>
                  <a:pt x="661427" y="378671"/>
                </a:lnTo>
                <a:lnTo>
                  <a:pt x="665102" y="378076"/>
                </a:lnTo>
                <a:lnTo>
                  <a:pt x="668777" y="377403"/>
                </a:lnTo>
                <a:lnTo>
                  <a:pt x="672451" y="376649"/>
                </a:lnTo>
                <a:lnTo>
                  <a:pt x="676126" y="375822"/>
                </a:lnTo>
                <a:lnTo>
                  <a:pt x="679800" y="374940"/>
                </a:lnTo>
                <a:lnTo>
                  <a:pt x="683475" y="374024"/>
                </a:lnTo>
                <a:lnTo>
                  <a:pt x="687150" y="373092"/>
                </a:lnTo>
                <a:lnTo>
                  <a:pt x="690824" y="372150"/>
                </a:lnTo>
                <a:lnTo>
                  <a:pt x="694499" y="371184"/>
                </a:lnTo>
                <a:lnTo>
                  <a:pt x="698173" y="370161"/>
                </a:lnTo>
                <a:lnTo>
                  <a:pt x="701848" y="369022"/>
                </a:lnTo>
                <a:lnTo>
                  <a:pt x="705523" y="367701"/>
                </a:lnTo>
                <a:lnTo>
                  <a:pt x="709197" y="366150"/>
                </a:lnTo>
                <a:lnTo>
                  <a:pt x="712872" y="364339"/>
                </a:lnTo>
                <a:lnTo>
                  <a:pt x="716546" y="362265"/>
                </a:lnTo>
                <a:lnTo>
                  <a:pt x="720221" y="359954"/>
                </a:lnTo>
                <a:lnTo>
                  <a:pt x="723896" y="357450"/>
                </a:lnTo>
                <a:lnTo>
                  <a:pt x="727570" y="354797"/>
                </a:lnTo>
                <a:lnTo>
                  <a:pt x="731245" y="352024"/>
                </a:lnTo>
                <a:lnTo>
                  <a:pt x="734919" y="349135"/>
                </a:lnTo>
                <a:lnTo>
                  <a:pt x="738594" y="346101"/>
                </a:lnTo>
                <a:lnTo>
                  <a:pt x="742269" y="342869"/>
                </a:lnTo>
                <a:lnTo>
                  <a:pt x="745943" y="339377"/>
                </a:lnTo>
                <a:lnTo>
                  <a:pt x="749618" y="335571"/>
                </a:lnTo>
                <a:lnTo>
                  <a:pt x="753292" y="331420"/>
                </a:lnTo>
                <a:lnTo>
                  <a:pt x="756967" y="326928"/>
                </a:lnTo>
                <a:lnTo>
                  <a:pt x="760642" y="322128"/>
                </a:lnTo>
                <a:lnTo>
                  <a:pt x="764316" y="317087"/>
                </a:lnTo>
                <a:lnTo>
                  <a:pt x="767991" y="311897"/>
                </a:lnTo>
                <a:lnTo>
                  <a:pt x="771665" y="306628"/>
                </a:lnTo>
                <a:lnTo>
                  <a:pt x="775340" y="301333"/>
                </a:lnTo>
                <a:lnTo>
                  <a:pt x="779015" y="296038"/>
                </a:lnTo>
                <a:lnTo>
                  <a:pt x="782689" y="290735"/>
                </a:lnTo>
                <a:lnTo>
                  <a:pt x="786364" y="285383"/>
                </a:lnTo>
                <a:lnTo>
                  <a:pt x="790038" y="279914"/>
                </a:lnTo>
                <a:lnTo>
                  <a:pt x="793713" y="274242"/>
                </a:lnTo>
                <a:lnTo>
                  <a:pt x="797388" y="268282"/>
                </a:lnTo>
                <a:lnTo>
                  <a:pt x="801062" y="261971"/>
                </a:lnTo>
                <a:lnTo>
                  <a:pt x="804737" y="255291"/>
                </a:lnTo>
                <a:lnTo>
                  <a:pt x="808411" y="248276"/>
                </a:lnTo>
                <a:lnTo>
                  <a:pt x="812086" y="241012"/>
                </a:lnTo>
                <a:lnTo>
                  <a:pt x="815761" y="233610"/>
                </a:lnTo>
                <a:lnTo>
                  <a:pt x="819435" y="226170"/>
                </a:lnTo>
                <a:lnTo>
                  <a:pt x="823110" y="218733"/>
                </a:lnTo>
                <a:lnTo>
                  <a:pt x="826784" y="211241"/>
                </a:lnTo>
                <a:lnTo>
                  <a:pt x="830459" y="203546"/>
                </a:lnTo>
                <a:lnTo>
                  <a:pt x="834134" y="195451"/>
                </a:lnTo>
                <a:lnTo>
                  <a:pt x="837808" y="186768"/>
                </a:lnTo>
                <a:lnTo>
                  <a:pt x="841483" y="177380"/>
                </a:lnTo>
                <a:lnTo>
                  <a:pt x="845157" y="167295"/>
                </a:lnTo>
                <a:lnTo>
                  <a:pt x="848832" y="156665"/>
                </a:lnTo>
                <a:lnTo>
                  <a:pt x="852507" y="145775"/>
                </a:lnTo>
                <a:lnTo>
                  <a:pt x="856181" y="134996"/>
                </a:lnTo>
                <a:lnTo>
                  <a:pt x="859856" y="124720"/>
                </a:lnTo>
                <a:lnTo>
                  <a:pt x="863530" y="115277"/>
                </a:lnTo>
                <a:lnTo>
                  <a:pt x="867205" y="106873"/>
                </a:lnTo>
                <a:lnTo>
                  <a:pt x="870880" y="99547"/>
                </a:lnTo>
                <a:lnTo>
                  <a:pt x="874554" y="93163"/>
                </a:lnTo>
                <a:lnTo>
                  <a:pt x="878229" y="87440"/>
                </a:lnTo>
                <a:lnTo>
                  <a:pt x="881903" y="82002"/>
                </a:lnTo>
                <a:lnTo>
                  <a:pt x="885578" y="76434"/>
                </a:lnTo>
                <a:lnTo>
                  <a:pt x="889253" y="70451"/>
                </a:lnTo>
                <a:lnTo>
                  <a:pt x="892927" y="63906"/>
                </a:lnTo>
                <a:lnTo>
                  <a:pt x="896602" y="56811"/>
                </a:lnTo>
                <a:lnTo>
                  <a:pt x="900276" y="49322"/>
                </a:lnTo>
                <a:lnTo>
                  <a:pt x="903951" y="41705"/>
                </a:lnTo>
                <a:lnTo>
                  <a:pt x="907626" y="34274"/>
                </a:lnTo>
                <a:lnTo>
                  <a:pt x="911300" y="27335"/>
                </a:lnTo>
                <a:lnTo>
                  <a:pt x="914975" y="21128"/>
                </a:lnTo>
                <a:lnTo>
                  <a:pt x="918649" y="15792"/>
                </a:lnTo>
                <a:lnTo>
                  <a:pt x="922324" y="11356"/>
                </a:lnTo>
                <a:lnTo>
                  <a:pt x="925999" y="7765"/>
                </a:lnTo>
                <a:lnTo>
                  <a:pt x="929673" y="4917"/>
                </a:lnTo>
                <a:lnTo>
                  <a:pt x="933348" y="2718"/>
                </a:lnTo>
                <a:lnTo>
                  <a:pt x="937022" y="1123"/>
                </a:lnTo>
                <a:lnTo>
                  <a:pt x="940697" y="183"/>
                </a:lnTo>
                <a:lnTo>
                  <a:pt x="944372" y="0"/>
                </a:lnTo>
                <a:lnTo>
                  <a:pt x="948046" y="671"/>
                </a:lnTo>
                <a:lnTo>
                  <a:pt x="951721" y="2303"/>
                </a:lnTo>
                <a:lnTo>
                  <a:pt x="955395" y="4959"/>
                </a:lnTo>
                <a:lnTo>
                  <a:pt x="959070" y="8634"/>
                </a:lnTo>
                <a:lnTo>
                  <a:pt x="962745" y="13253"/>
                </a:lnTo>
                <a:lnTo>
                  <a:pt x="966419" y="18660"/>
                </a:lnTo>
                <a:lnTo>
                  <a:pt x="970094" y="24636"/>
                </a:lnTo>
                <a:lnTo>
                  <a:pt x="973768" y="30915"/>
                </a:lnTo>
                <a:lnTo>
                  <a:pt x="977443" y="37225"/>
                </a:lnTo>
                <a:lnTo>
                  <a:pt x="981118" y="43340"/>
                </a:lnTo>
                <a:lnTo>
                  <a:pt x="984792" y="49117"/>
                </a:lnTo>
                <a:lnTo>
                  <a:pt x="988467" y="54538"/>
                </a:lnTo>
                <a:lnTo>
                  <a:pt x="992141" y="59703"/>
                </a:lnTo>
                <a:lnTo>
                  <a:pt x="995816" y="64809"/>
                </a:lnTo>
                <a:lnTo>
                  <a:pt x="999491" y="70101"/>
                </a:lnTo>
                <a:lnTo>
                  <a:pt x="1003165" y="75832"/>
                </a:lnTo>
                <a:lnTo>
                  <a:pt x="1006840" y="82136"/>
                </a:lnTo>
                <a:lnTo>
                  <a:pt x="1010514" y="89082"/>
                </a:lnTo>
                <a:lnTo>
                  <a:pt x="1014189" y="96682"/>
                </a:lnTo>
                <a:lnTo>
                  <a:pt x="1017864" y="104913"/>
                </a:lnTo>
                <a:lnTo>
                  <a:pt x="1021538" y="113735"/>
                </a:lnTo>
                <a:lnTo>
                  <a:pt x="1025213" y="123100"/>
                </a:lnTo>
                <a:lnTo>
                  <a:pt x="1028887" y="132947"/>
                </a:lnTo>
                <a:lnTo>
                  <a:pt x="1032562" y="143201"/>
                </a:lnTo>
                <a:lnTo>
                  <a:pt x="1036237" y="153764"/>
                </a:lnTo>
                <a:lnTo>
                  <a:pt x="1039911" y="164521"/>
                </a:lnTo>
                <a:lnTo>
                  <a:pt x="1043586" y="175338"/>
                </a:lnTo>
                <a:lnTo>
                  <a:pt x="1047260" y="186073"/>
                </a:lnTo>
                <a:lnTo>
                  <a:pt x="1050935" y="196571"/>
                </a:lnTo>
                <a:lnTo>
                  <a:pt x="1054610" y="206669"/>
                </a:lnTo>
                <a:lnTo>
                  <a:pt x="1058284" y="216191"/>
                </a:lnTo>
                <a:lnTo>
                  <a:pt x="1061959" y="224910"/>
                </a:lnTo>
                <a:lnTo>
                  <a:pt x="1065633" y="232735"/>
                </a:lnTo>
                <a:lnTo>
                  <a:pt x="1069308" y="239611"/>
                </a:lnTo>
                <a:lnTo>
                  <a:pt x="1072983" y="245580"/>
                </a:lnTo>
                <a:lnTo>
                  <a:pt x="1076657" y="250791"/>
                </a:lnTo>
                <a:lnTo>
                  <a:pt x="1080332" y="255488"/>
                </a:lnTo>
                <a:lnTo>
                  <a:pt x="1084006" y="259975"/>
                </a:lnTo>
                <a:lnTo>
                  <a:pt x="1087681" y="264568"/>
                </a:lnTo>
                <a:lnTo>
                  <a:pt x="1091356" y="269536"/>
                </a:lnTo>
                <a:lnTo>
                  <a:pt x="1095030" y="275054"/>
                </a:lnTo>
                <a:lnTo>
                  <a:pt x="1098705" y="281171"/>
                </a:lnTo>
                <a:lnTo>
                  <a:pt x="1102379" y="287806"/>
                </a:lnTo>
                <a:lnTo>
                  <a:pt x="1106054" y="294776"/>
                </a:lnTo>
                <a:lnTo>
                  <a:pt x="1109729" y="301845"/>
                </a:lnTo>
                <a:lnTo>
                  <a:pt x="1113403" y="308768"/>
                </a:lnTo>
                <a:lnTo>
                  <a:pt x="1117078" y="315344"/>
                </a:lnTo>
                <a:lnTo>
                  <a:pt x="1120752" y="321411"/>
                </a:lnTo>
                <a:lnTo>
                  <a:pt x="1124427" y="326916"/>
                </a:lnTo>
                <a:lnTo>
                  <a:pt x="1128102" y="331870"/>
                </a:lnTo>
                <a:lnTo>
                  <a:pt x="1131776" y="336307"/>
                </a:lnTo>
                <a:lnTo>
                  <a:pt x="1135451" y="340279"/>
                </a:lnTo>
                <a:lnTo>
                  <a:pt x="1139125" y="343852"/>
                </a:lnTo>
                <a:lnTo>
                  <a:pt x="1142800" y="347093"/>
                </a:lnTo>
                <a:lnTo>
                  <a:pt x="1146475" y="350071"/>
                </a:lnTo>
                <a:lnTo>
                  <a:pt x="1150149" y="352849"/>
                </a:lnTo>
                <a:lnTo>
                  <a:pt x="1153824" y="355474"/>
                </a:lnTo>
                <a:lnTo>
                  <a:pt x="1157498" y="357977"/>
                </a:lnTo>
                <a:lnTo>
                  <a:pt x="1161173" y="360367"/>
                </a:lnTo>
                <a:lnTo>
                  <a:pt x="1164848" y="362638"/>
                </a:lnTo>
                <a:lnTo>
                  <a:pt x="1168522" y="364774"/>
                </a:lnTo>
                <a:lnTo>
                  <a:pt x="1172197" y="366760"/>
                </a:lnTo>
                <a:lnTo>
                  <a:pt x="1175871" y="368589"/>
                </a:lnTo>
                <a:lnTo>
                  <a:pt x="1179546" y="370259"/>
                </a:lnTo>
                <a:lnTo>
                  <a:pt x="1183221" y="371775"/>
                </a:lnTo>
                <a:lnTo>
                  <a:pt x="1186895" y="373153"/>
                </a:lnTo>
                <a:lnTo>
                  <a:pt x="1190570" y="374395"/>
                </a:lnTo>
                <a:lnTo>
                  <a:pt x="1194244" y="375496"/>
                </a:lnTo>
                <a:lnTo>
                  <a:pt x="1197919" y="376449"/>
                </a:lnTo>
                <a:lnTo>
                  <a:pt x="1201594" y="377249"/>
                </a:lnTo>
                <a:lnTo>
                  <a:pt x="1205268" y="377896"/>
                </a:lnTo>
                <a:lnTo>
                  <a:pt x="1208943" y="378404"/>
                </a:lnTo>
                <a:lnTo>
                  <a:pt x="1212617" y="378797"/>
                </a:lnTo>
                <a:lnTo>
                  <a:pt x="1216292" y="379107"/>
                </a:lnTo>
                <a:lnTo>
                  <a:pt x="1219967" y="379372"/>
                </a:lnTo>
                <a:lnTo>
                  <a:pt x="1223641" y="379626"/>
                </a:lnTo>
                <a:lnTo>
                  <a:pt x="1227316" y="379896"/>
                </a:lnTo>
                <a:lnTo>
                  <a:pt x="1230990" y="380197"/>
                </a:lnTo>
                <a:lnTo>
                  <a:pt x="1234665" y="380533"/>
                </a:lnTo>
                <a:lnTo>
                  <a:pt x="1238340" y="380899"/>
                </a:lnTo>
                <a:lnTo>
                  <a:pt x="1242014" y="381283"/>
                </a:lnTo>
                <a:lnTo>
                  <a:pt x="1245689" y="381668"/>
                </a:lnTo>
                <a:lnTo>
                  <a:pt x="1249363" y="382042"/>
                </a:lnTo>
                <a:lnTo>
                  <a:pt x="1253038" y="382392"/>
                </a:lnTo>
                <a:lnTo>
                  <a:pt x="1256713" y="382712"/>
                </a:lnTo>
                <a:lnTo>
                  <a:pt x="1260387" y="383000"/>
                </a:lnTo>
                <a:lnTo>
                  <a:pt x="1264062" y="383254"/>
                </a:lnTo>
                <a:lnTo>
                  <a:pt x="1267736" y="383479"/>
                </a:lnTo>
                <a:lnTo>
                  <a:pt x="1271411" y="383677"/>
                </a:lnTo>
                <a:lnTo>
                  <a:pt x="1275086" y="383853"/>
                </a:lnTo>
                <a:lnTo>
                  <a:pt x="1278760" y="384008"/>
                </a:lnTo>
                <a:lnTo>
                  <a:pt x="1282435" y="384141"/>
                </a:lnTo>
                <a:lnTo>
                  <a:pt x="1286109" y="384250"/>
                </a:lnTo>
                <a:lnTo>
                  <a:pt x="1289784" y="384332"/>
                </a:lnTo>
                <a:lnTo>
                  <a:pt x="1293459" y="384384"/>
                </a:lnTo>
                <a:lnTo>
                  <a:pt x="1297133" y="384406"/>
                </a:lnTo>
                <a:lnTo>
                  <a:pt x="1300808" y="384397"/>
                </a:lnTo>
                <a:lnTo>
                  <a:pt x="1304482" y="384367"/>
                </a:lnTo>
                <a:lnTo>
                  <a:pt x="1308157" y="384322"/>
                </a:lnTo>
                <a:lnTo>
                  <a:pt x="1311832" y="384275"/>
                </a:lnTo>
                <a:lnTo>
                  <a:pt x="1315506" y="384235"/>
                </a:lnTo>
                <a:lnTo>
                  <a:pt x="1319181" y="384212"/>
                </a:lnTo>
                <a:lnTo>
                  <a:pt x="1322855" y="384211"/>
                </a:lnTo>
                <a:lnTo>
                  <a:pt x="1326530" y="384234"/>
                </a:lnTo>
                <a:lnTo>
                  <a:pt x="1330205" y="384277"/>
                </a:lnTo>
                <a:lnTo>
                  <a:pt x="1333879" y="384335"/>
                </a:lnTo>
                <a:lnTo>
                  <a:pt x="1337554" y="384400"/>
                </a:lnTo>
                <a:lnTo>
                  <a:pt x="1341228" y="384464"/>
                </a:lnTo>
                <a:lnTo>
                  <a:pt x="1344903" y="384522"/>
                </a:lnTo>
                <a:lnTo>
                  <a:pt x="1348577" y="384569"/>
                </a:lnTo>
                <a:lnTo>
                  <a:pt x="1352252" y="384605"/>
                </a:lnTo>
                <a:lnTo>
                  <a:pt x="1355927" y="384631"/>
                </a:lnTo>
                <a:lnTo>
                  <a:pt x="1359601" y="384648"/>
                </a:lnTo>
                <a:lnTo>
                  <a:pt x="1363276" y="384658"/>
                </a:lnTo>
                <a:lnTo>
                  <a:pt x="1366950" y="384664"/>
                </a:lnTo>
                <a:lnTo>
                  <a:pt x="1370625" y="384667"/>
                </a:lnTo>
                <a:lnTo>
                  <a:pt x="1374300" y="384668"/>
                </a:lnTo>
                <a:lnTo>
                  <a:pt x="1377974" y="384669"/>
                </a:lnTo>
                <a:lnTo>
                  <a:pt x="1381649" y="384670"/>
                </a:lnTo>
                <a:lnTo>
                  <a:pt x="1385323" y="384670"/>
                </a:lnTo>
                <a:lnTo>
                  <a:pt x="1388998" y="384670"/>
                </a:lnTo>
                <a:lnTo>
                  <a:pt x="1392673" y="384670"/>
                </a:lnTo>
                <a:lnTo>
                  <a:pt x="1396347" y="384670"/>
                </a:lnTo>
                <a:lnTo>
                  <a:pt x="1400022" y="384670"/>
                </a:lnTo>
                <a:lnTo>
                  <a:pt x="1403696" y="384670"/>
                </a:lnTo>
                <a:lnTo>
                  <a:pt x="1407371" y="384670"/>
                </a:lnTo>
                <a:lnTo>
                  <a:pt x="1411046" y="384670"/>
                </a:lnTo>
                <a:lnTo>
                  <a:pt x="1414720" y="384670"/>
                </a:lnTo>
                <a:lnTo>
                  <a:pt x="1418395" y="384670"/>
                </a:lnTo>
                <a:lnTo>
                  <a:pt x="1422069" y="384670"/>
                </a:lnTo>
                <a:lnTo>
                  <a:pt x="1425744" y="384670"/>
                </a:lnTo>
                <a:lnTo>
                  <a:pt x="1429419" y="384670"/>
                </a:lnTo>
                <a:lnTo>
                  <a:pt x="1433093" y="384670"/>
                </a:lnTo>
                <a:lnTo>
                  <a:pt x="1436768" y="384670"/>
                </a:lnTo>
                <a:lnTo>
                  <a:pt x="1440442" y="384670"/>
                </a:lnTo>
                <a:lnTo>
                  <a:pt x="1444117" y="384670"/>
                </a:lnTo>
                <a:lnTo>
                  <a:pt x="1447792" y="384670"/>
                </a:lnTo>
                <a:lnTo>
                  <a:pt x="1451466" y="384670"/>
                </a:lnTo>
                <a:lnTo>
                  <a:pt x="1455141" y="384670"/>
                </a:lnTo>
                <a:lnTo>
                  <a:pt x="1458815" y="384670"/>
                </a:lnTo>
                <a:lnTo>
                  <a:pt x="1462490" y="384670"/>
                </a:lnTo>
                <a:lnTo>
                  <a:pt x="1466165" y="384670"/>
                </a:lnTo>
                <a:lnTo>
                  <a:pt x="1469839" y="384670"/>
                </a:lnTo>
                <a:lnTo>
                  <a:pt x="1473514" y="384670"/>
                </a:lnTo>
                <a:lnTo>
                  <a:pt x="1477188" y="384670"/>
                </a:lnTo>
                <a:lnTo>
                  <a:pt x="1480863" y="384670"/>
                </a:lnTo>
                <a:lnTo>
                  <a:pt x="1484538" y="384670"/>
                </a:lnTo>
                <a:lnTo>
                  <a:pt x="1488212" y="384670"/>
                </a:lnTo>
                <a:lnTo>
                  <a:pt x="1491887" y="384670"/>
                </a:lnTo>
                <a:lnTo>
                  <a:pt x="1495561" y="384670"/>
                </a:lnTo>
                <a:lnTo>
                  <a:pt x="1499236" y="384670"/>
                </a:lnTo>
                <a:lnTo>
                  <a:pt x="1502911" y="384670"/>
                </a:lnTo>
                <a:lnTo>
                  <a:pt x="1506585" y="384670"/>
                </a:lnTo>
                <a:lnTo>
                  <a:pt x="1510260" y="384670"/>
                </a:lnTo>
                <a:lnTo>
                  <a:pt x="1513934" y="384670"/>
                </a:lnTo>
                <a:lnTo>
                  <a:pt x="1517609" y="384670"/>
                </a:lnTo>
                <a:lnTo>
                  <a:pt x="1521284" y="384670"/>
                </a:lnTo>
                <a:lnTo>
                  <a:pt x="1524958" y="384670"/>
                </a:lnTo>
                <a:lnTo>
                  <a:pt x="1528633" y="384670"/>
                </a:lnTo>
                <a:lnTo>
                  <a:pt x="1532307" y="384670"/>
                </a:lnTo>
                <a:lnTo>
                  <a:pt x="1535982" y="384670"/>
                </a:lnTo>
                <a:lnTo>
                  <a:pt x="1539657" y="384670"/>
                </a:lnTo>
                <a:lnTo>
                  <a:pt x="1543331" y="384670"/>
                </a:lnTo>
                <a:lnTo>
                  <a:pt x="1547006" y="384670"/>
                </a:lnTo>
                <a:lnTo>
                  <a:pt x="1550680" y="384670"/>
                </a:lnTo>
                <a:lnTo>
                  <a:pt x="1554355" y="384670"/>
                </a:lnTo>
                <a:lnTo>
                  <a:pt x="1558030" y="384670"/>
                </a:lnTo>
                <a:lnTo>
                  <a:pt x="1561704" y="384670"/>
                </a:lnTo>
                <a:lnTo>
                  <a:pt x="1565379" y="384670"/>
                </a:lnTo>
                <a:lnTo>
                  <a:pt x="1569053" y="384670"/>
                </a:lnTo>
                <a:lnTo>
                  <a:pt x="1572728" y="384670"/>
                </a:lnTo>
                <a:lnTo>
                  <a:pt x="1576403" y="384670"/>
                </a:lnTo>
                <a:lnTo>
                  <a:pt x="1580077" y="384670"/>
                </a:lnTo>
                <a:lnTo>
                  <a:pt x="1583752" y="384670"/>
                </a:lnTo>
                <a:lnTo>
                  <a:pt x="1587426" y="384670"/>
                </a:lnTo>
                <a:lnTo>
                  <a:pt x="1591101" y="384670"/>
                </a:lnTo>
                <a:lnTo>
                  <a:pt x="1594776" y="384670"/>
                </a:lnTo>
                <a:lnTo>
                  <a:pt x="1598450" y="384670"/>
                </a:lnTo>
                <a:lnTo>
                  <a:pt x="1602125" y="384670"/>
                </a:lnTo>
                <a:lnTo>
                  <a:pt x="1605799" y="384670"/>
                </a:lnTo>
                <a:lnTo>
                  <a:pt x="1609474" y="384670"/>
                </a:lnTo>
                <a:lnTo>
                  <a:pt x="1613149" y="384670"/>
                </a:lnTo>
                <a:lnTo>
                  <a:pt x="1616823" y="384670"/>
                </a:lnTo>
                <a:lnTo>
                  <a:pt x="1620498" y="384670"/>
                </a:lnTo>
                <a:lnTo>
                  <a:pt x="1624172" y="384670"/>
                </a:lnTo>
                <a:lnTo>
                  <a:pt x="1627847" y="384670"/>
                </a:lnTo>
                <a:lnTo>
                  <a:pt x="1631522" y="384670"/>
                </a:lnTo>
                <a:lnTo>
                  <a:pt x="1635196" y="384670"/>
                </a:lnTo>
                <a:lnTo>
                  <a:pt x="1638871" y="384670"/>
                </a:lnTo>
                <a:lnTo>
                  <a:pt x="1642545" y="384670"/>
                </a:lnTo>
                <a:lnTo>
                  <a:pt x="1646220" y="384670"/>
                </a:lnTo>
                <a:lnTo>
                  <a:pt x="1649895" y="384670"/>
                </a:lnTo>
                <a:lnTo>
                  <a:pt x="1653569" y="384670"/>
                </a:lnTo>
                <a:lnTo>
                  <a:pt x="1657244" y="384670"/>
                </a:lnTo>
                <a:lnTo>
                  <a:pt x="1660918" y="384670"/>
                </a:lnTo>
                <a:lnTo>
                  <a:pt x="1664593" y="384670"/>
                </a:lnTo>
                <a:lnTo>
                  <a:pt x="1668268" y="384670"/>
                </a:lnTo>
                <a:lnTo>
                  <a:pt x="1671942" y="384670"/>
                </a:lnTo>
                <a:lnTo>
                  <a:pt x="1675617" y="384670"/>
                </a:lnTo>
                <a:lnTo>
                  <a:pt x="1679291" y="384670"/>
                </a:lnTo>
                <a:lnTo>
                  <a:pt x="1682966" y="384670"/>
                </a:lnTo>
                <a:lnTo>
                  <a:pt x="1686641" y="384670"/>
                </a:lnTo>
                <a:lnTo>
                  <a:pt x="1690315" y="384670"/>
                </a:lnTo>
                <a:lnTo>
                  <a:pt x="1693990" y="384670"/>
                </a:lnTo>
                <a:lnTo>
                  <a:pt x="1697664" y="384670"/>
                </a:lnTo>
                <a:lnTo>
                  <a:pt x="1701339" y="384670"/>
                </a:lnTo>
                <a:lnTo>
                  <a:pt x="1705014" y="384670"/>
                </a:lnTo>
                <a:lnTo>
                  <a:pt x="1708688" y="384670"/>
                </a:lnTo>
                <a:lnTo>
                  <a:pt x="1712363" y="384670"/>
                </a:lnTo>
                <a:lnTo>
                  <a:pt x="1716037" y="384670"/>
                </a:lnTo>
                <a:lnTo>
                  <a:pt x="1719712" y="384670"/>
                </a:lnTo>
                <a:lnTo>
                  <a:pt x="1723387" y="384670"/>
                </a:lnTo>
                <a:lnTo>
                  <a:pt x="1727061" y="384670"/>
                </a:lnTo>
                <a:lnTo>
                  <a:pt x="1730736" y="384670"/>
                </a:lnTo>
                <a:lnTo>
                  <a:pt x="1734410" y="384670"/>
                </a:lnTo>
                <a:lnTo>
                  <a:pt x="1738085" y="384670"/>
                </a:lnTo>
                <a:lnTo>
                  <a:pt x="1741760" y="384670"/>
                </a:lnTo>
                <a:lnTo>
                  <a:pt x="1745434" y="384670"/>
                </a:lnTo>
                <a:lnTo>
                  <a:pt x="1749109" y="384670"/>
                </a:lnTo>
                <a:lnTo>
                  <a:pt x="1752783" y="384670"/>
                </a:lnTo>
                <a:lnTo>
                  <a:pt x="1756458" y="384670"/>
                </a:lnTo>
                <a:lnTo>
                  <a:pt x="1760133" y="384670"/>
                </a:lnTo>
                <a:lnTo>
                  <a:pt x="1763807" y="384670"/>
                </a:lnTo>
                <a:lnTo>
                  <a:pt x="1767482" y="384670"/>
                </a:lnTo>
                <a:lnTo>
                  <a:pt x="1771156" y="384670"/>
                </a:lnTo>
                <a:lnTo>
                  <a:pt x="1774831" y="384670"/>
                </a:lnTo>
                <a:lnTo>
                  <a:pt x="1778506" y="384670"/>
                </a:lnTo>
                <a:lnTo>
                  <a:pt x="1782180" y="384670"/>
                </a:lnTo>
                <a:lnTo>
                  <a:pt x="1785855" y="384670"/>
                </a:lnTo>
                <a:lnTo>
                  <a:pt x="1789529" y="384670"/>
                </a:lnTo>
                <a:lnTo>
                  <a:pt x="1793204" y="384670"/>
                </a:lnTo>
                <a:lnTo>
                  <a:pt x="1796879" y="384670"/>
                </a:lnTo>
                <a:lnTo>
                  <a:pt x="1800553" y="384670"/>
                </a:lnTo>
                <a:lnTo>
                  <a:pt x="1804228" y="384670"/>
                </a:lnTo>
                <a:lnTo>
                  <a:pt x="1807902" y="384670"/>
                </a:lnTo>
                <a:lnTo>
                  <a:pt x="1811577" y="384670"/>
                </a:lnTo>
                <a:lnTo>
                  <a:pt x="1815252" y="384670"/>
                </a:lnTo>
                <a:lnTo>
                  <a:pt x="1818926" y="384670"/>
                </a:lnTo>
                <a:lnTo>
                  <a:pt x="1822601" y="384670"/>
                </a:lnTo>
                <a:lnTo>
                  <a:pt x="1826275" y="384670"/>
                </a:lnTo>
                <a:lnTo>
                  <a:pt x="1829950" y="384670"/>
                </a:lnTo>
                <a:lnTo>
                  <a:pt x="1833625" y="384670"/>
                </a:lnTo>
                <a:lnTo>
                  <a:pt x="1837299" y="384670"/>
                </a:lnTo>
                <a:lnTo>
                  <a:pt x="1840974" y="384670"/>
                </a:lnTo>
                <a:lnTo>
                  <a:pt x="1844648" y="384670"/>
                </a:lnTo>
                <a:lnTo>
                  <a:pt x="1848323" y="384670"/>
                </a:lnTo>
                <a:lnTo>
                  <a:pt x="1851998" y="384670"/>
                </a:lnTo>
                <a:lnTo>
                  <a:pt x="1855672" y="384670"/>
                </a:lnTo>
                <a:lnTo>
                  <a:pt x="1859347" y="384670"/>
                </a:lnTo>
                <a:lnTo>
                  <a:pt x="1863021" y="384670"/>
                </a:lnTo>
                <a:lnTo>
                  <a:pt x="1866696" y="384670"/>
                </a:lnTo>
                <a:lnTo>
                  <a:pt x="1870371" y="384670"/>
                </a:lnTo>
                <a:lnTo>
                  <a:pt x="1874045" y="384670"/>
                </a:lnTo>
                <a:lnTo>
                  <a:pt x="1877720" y="384670"/>
                </a:lnTo>
                <a:lnTo>
                  <a:pt x="1874045" y="384670"/>
                </a:lnTo>
                <a:lnTo>
                  <a:pt x="1870371" y="384670"/>
                </a:lnTo>
                <a:lnTo>
                  <a:pt x="1866696" y="384670"/>
                </a:lnTo>
                <a:lnTo>
                  <a:pt x="1863021" y="384670"/>
                </a:lnTo>
                <a:lnTo>
                  <a:pt x="1859347" y="384670"/>
                </a:lnTo>
                <a:lnTo>
                  <a:pt x="1855672" y="384670"/>
                </a:lnTo>
                <a:lnTo>
                  <a:pt x="1851998" y="384670"/>
                </a:lnTo>
                <a:lnTo>
                  <a:pt x="1848323" y="384670"/>
                </a:lnTo>
                <a:lnTo>
                  <a:pt x="1844648" y="384670"/>
                </a:lnTo>
                <a:lnTo>
                  <a:pt x="1840974" y="384670"/>
                </a:lnTo>
                <a:lnTo>
                  <a:pt x="1837299" y="384670"/>
                </a:lnTo>
                <a:lnTo>
                  <a:pt x="1833625" y="384670"/>
                </a:lnTo>
                <a:lnTo>
                  <a:pt x="1829950" y="384670"/>
                </a:lnTo>
                <a:lnTo>
                  <a:pt x="1826275" y="384670"/>
                </a:lnTo>
                <a:lnTo>
                  <a:pt x="1822601" y="384670"/>
                </a:lnTo>
                <a:lnTo>
                  <a:pt x="1818926" y="384670"/>
                </a:lnTo>
                <a:lnTo>
                  <a:pt x="1815252" y="384670"/>
                </a:lnTo>
                <a:lnTo>
                  <a:pt x="1811577" y="384670"/>
                </a:lnTo>
                <a:lnTo>
                  <a:pt x="1807902" y="384670"/>
                </a:lnTo>
                <a:lnTo>
                  <a:pt x="1804228" y="384670"/>
                </a:lnTo>
                <a:lnTo>
                  <a:pt x="1800553" y="384670"/>
                </a:lnTo>
                <a:lnTo>
                  <a:pt x="1796879" y="384670"/>
                </a:lnTo>
                <a:lnTo>
                  <a:pt x="1793204" y="384670"/>
                </a:lnTo>
                <a:lnTo>
                  <a:pt x="1789529" y="384670"/>
                </a:lnTo>
                <a:lnTo>
                  <a:pt x="1785855" y="384670"/>
                </a:lnTo>
                <a:lnTo>
                  <a:pt x="1782180" y="384670"/>
                </a:lnTo>
                <a:lnTo>
                  <a:pt x="1778506" y="384670"/>
                </a:lnTo>
                <a:lnTo>
                  <a:pt x="1774831" y="384670"/>
                </a:lnTo>
                <a:lnTo>
                  <a:pt x="1771156" y="384670"/>
                </a:lnTo>
                <a:lnTo>
                  <a:pt x="1767482" y="384670"/>
                </a:lnTo>
                <a:lnTo>
                  <a:pt x="1763807" y="384670"/>
                </a:lnTo>
                <a:lnTo>
                  <a:pt x="1760133" y="384670"/>
                </a:lnTo>
                <a:lnTo>
                  <a:pt x="1756458" y="384670"/>
                </a:lnTo>
                <a:lnTo>
                  <a:pt x="1752783" y="384670"/>
                </a:lnTo>
                <a:lnTo>
                  <a:pt x="1749109" y="384670"/>
                </a:lnTo>
                <a:lnTo>
                  <a:pt x="1745434" y="384670"/>
                </a:lnTo>
                <a:lnTo>
                  <a:pt x="1741760" y="384670"/>
                </a:lnTo>
                <a:lnTo>
                  <a:pt x="1738085" y="384670"/>
                </a:lnTo>
                <a:lnTo>
                  <a:pt x="1734410" y="384670"/>
                </a:lnTo>
                <a:lnTo>
                  <a:pt x="1730736" y="384670"/>
                </a:lnTo>
                <a:lnTo>
                  <a:pt x="1727061" y="384670"/>
                </a:lnTo>
                <a:lnTo>
                  <a:pt x="1723387" y="384670"/>
                </a:lnTo>
                <a:lnTo>
                  <a:pt x="1719712" y="384670"/>
                </a:lnTo>
                <a:lnTo>
                  <a:pt x="1716037" y="384670"/>
                </a:lnTo>
                <a:lnTo>
                  <a:pt x="1712363" y="384670"/>
                </a:lnTo>
                <a:lnTo>
                  <a:pt x="1708688" y="384670"/>
                </a:lnTo>
                <a:lnTo>
                  <a:pt x="1705014" y="384670"/>
                </a:lnTo>
                <a:lnTo>
                  <a:pt x="1701339" y="384670"/>
                </a:lnTo>
                <a:lnTo>
                  <a:pt x="1697664" y="384670"/>
                </a:lnTo>
                <a:lnTo>
                  <a:pt x="1693990" y="384670"/>
                </a:lnTo>
                <a:lnTo>
                  <a:pt x="1690315" y="384670"/>
                </a:lnTo>
                <a:lnTo>
                  <a:pt x="1686641" y="384670"/>
                </a:lnTo>
                <a:lnTo>
                  <a:pt x="1682966" y="384670"/>
                </a:lnTo>
                <a:lnTo>
                  <a:pt x="1679291" y="384670"/>
                </a:lnTo>
                <a:lnTo>
                  <a:pt x="1675617" y="384670"/>
                </a:lnTo>
                <a:lnTo>
                  <a:pt x="1671942" y="384670"/>
                </a:lnTo>
                <a:lnTo>
                  <a:pt x="1668268" y="384670"/>
                </a:lnTo>
                <a:lnTo>
                  <a:pt x="1664593" y="384670"/>
                </a:lnTo>
                <a:lnTo>
                  <a:pt x="1660918" y="384670"/>
                </a:lnTo>
                <a:lnTo>
                  <a:pt x="1657244" y="384670"/>
                </a:lnTo>
                <a:lnTo>
                  <a:pt x="1653569" y="384670"/>
                </a:lnTo>
                <a:lnTo>
                  <a:pt x="1649895" y="384670"/>
                </a:lnTo>
                <a:lnTo>
                  <a:pt x="1646220" y="384670"/>
                </a:lnTo>
                <a:lnTo>
                  <a:pt x="1642545" y="384670"/>
                </a:lnTo>
                <a:lnTo>
                  <a:pt x="1638871" y="384670"/>
                </a:lnTo>
                <a:lnTo>
                  <a:pt x="1635196" y="384670"/>
                </a:lnTo>
                <a:lnTo>
                  <a:pt x="1631522" y="384670"/>
                </a:lnTo>
                <a:lnTo>
                  <a:pt x="1627847" y="384670"/>
                </a:lnTo>
                <a:lnTo>
                  <a:pt x="1624172" y="384670"/>
                </a:lnTo>
                <a:lnTo>
                  <a:pt x="1620498" y="384670"/>
                </a:lnTo>
                <a:lnTo>
                  <a:pt x="1616823" y="384670"/>
                </a:lnTo>
                <a:lnTo>
                  <a:pt x="1613149" y="384670"/>
                </a:lnTo>
                <a:lnTo>
                  <a:pt x="1609474" y="384670"/>
                </a:lnTo>
                <a:lnTo>
                  <a:pt x="1605799" y="384670"/>
                </a:lnTo>
                <a:lnTo>
                  <a:pt x="1602125" y="384670"/>
                </a:lnTo>
                <a:lnTo>
                  <a:pt x="1598450" y="384670"/>
                </a:lnTo>
                <a:lnTo>
                  <a:pt x="1594776" y="384670"/>
                </a:lnTo>
                <a:lnTo>
                  <a:pt x="1591101" y="384670"/>
                </a:lnTo>
                <a:lnTo>
                  <a:pt x="1587426" y="384670"/>
                </a:lnTo>
                <a:lnTo>
                  <a:pt x="1583752" y="384670"/>
                </a:lnTo>
                <a:lnTo>
                  <a:pt x="1580077" y="384670"/>
                </a:lnTo>
                <a:lnTo>
                  <a:pt x="1576403" y="384670"/>
                </a:lnTo>
                <a:lnTo>
                  <a:pt x="1572728" y="384670"/>
                </a:lnTo>
                <a:lnTo>
                  <a:pt x="1569053" y="384670"/>
                </a:lnTo>
                <a:lnTo>
                  <a:pt x="1565379" y="384670"/>
                </a:lnTo>
                <a:lnTo>
                  <a:pt x="1561704" y="384670"/>
                </a:lnTo>
                <a:lnTo>
                  <a:pt x="1558030" y="384670"/>
                </a:lnTo>
                <a:lnTo>
                  <a:pt x="1554355" y="384670"/>
                </a:lnTo>
                <a:lnTo>
                  <a:pt x="1550680" y="384670"/>
                </a:lnTo>
                <a:lnTo>
                  <a:pt x="1547006" y="384670"/>
                </a:lnTo>
                <a:lnTo>
                  <a:pt x="1543331" y="384670"/>
                </a:lnTo>
                <a:lnTo>
                  <a:pt x="1539657" y="384670"/>
                </a:lnTo>
                <a:lnTo>
                  <a:pt x="1535982" y="384670"/>
                </a:lnTo>
                <a:lnTo>
                  <a:pt x="1532307" y="384670"/>
                </a:lnTo>
                <a:lnTo>
                  <a:pt x="1528633" y="384670"/>
                </a:lnTo>
                <a:lnTo>
                  <a:pt x="1524958" y="384670"/>
                </a:lnTo>
                <a:lnTo>
                  <a:pt x="1521284" y="384670"/>
                </a:lnTo>
                <a:lnTo>
                  <a:pt x="1517609" y="384670"/>
                </a:lnTo>
                <a:lnTo>
                  <a:pt x="1513934" y="384670"/>
                </a:lnTo>
                <a:lnTo>
                  <a:pt x="1510260" y="384670"/>
                </a:lnTo>
                <a:lnTo>
                  <a:pt x="1506585" y="384670"/>
                </a:lnTo>
                <a:lnTo>
                  <a:pt x="1502911" y="384670"/>
                </a:lnTo>
                <a:lnTo>
                  <a:pt x="1499236" y="384670"/>
                </a:lnTo>
                <a:lnTo>
                  <a:pt x="1495561" y="384670"/>
                </a:lnTo>
                <a:lnTo>
                  <a:pt x="1491887" y="384670"/>
                </a:lnTo>
                <a:lnTo>
                  <a:pt x="1488212" y="384670"/>
                </a:lnTo>
                <a:lnTo>
                  <a:pt x="1484538" y="384670"/>
                </a:lnTo>
                <a:lnTo>
                  <a:pt x="1480863" y="384670"/>
                </a:lnTo>
                <a:lnTo>
                  <a:pt x="1477188" y="384670"/>
                </a:lnTo>
                <a:lnTo>
                  <a:pt x="1473514" y="384670"/>
                </a:lnTo>
                <a:lnTo>
                  <a:pt x="1469839" y="384670"/>
                </a:lnTo>
                <a:lnTo>
                  <a:pt x="1466165" y="384670"/>
                </a:lnTo>
                <a:lnTo>
                  <a:pt x="1462490" y="384670"/>
                </a:lnTo>
                <a:lnTo>
                  <a:pt x="1458815" y="384670"/>
                </a:lnTo>
                <a:lnTo>
                  <a:pt x="1455141" y="384670"/>
                </a:lnTo>
                <a:lnTo>
                  <a:pt x="1451466" y="384670"/>
                </a:lnTo>
                <a:lnTo>
                  <a:pt x="1447792" y="384670"/>
                </a:lnTo>
                <a:lnTo>
                  <a:pt x="1444117" y="384670"/>
                </a:lnTo>
                <a:lnTo>
                  <a:pt x="1440442" y="384670"/>
                </a:lnTo>
                <a:lnTo>
                  <a:pt x="1436768" y="384670"/>
                </a:lnTo>
                <a:lnTo>
                  <a:pt x="1433093" y="384670"/>
                </a:lnTo>
                <a:lnTo>
                  <a:pt x="1429419" y="384670"/>
                </a:lnTo>
                <a:lnTo>
                  <a:pt x="1425744" y="384670"/>
                </a:lnTo>
                <a:lnTo>
                  <a:pt x="1422069" y="384670"/>
                </a:lnTo>
                <a:lnTo>
                  <a:pt x="1418395" y="384670"/>
                </a:lnTo>
                <a:lnTo>
                  <a:pt x="1414720" y="384670"/>
                </a:lnTo>
                <a:lnTo>
                  <a:pt x="1411046" y="384670"/>
                </a:lnTo>
                <a:lnTo>
                  <a:pt x="1407371" y="384670"/>
                </a:lnTo>
                <a:lnTo>
                  <a:pt x="1403696" y="384670"/>
                </a:lnTo>
                <a:lnTo>
                  <a:pt x="1400022" y="384670"/>
                </a:lnTo>
                <a:lnTo>
                  <a:pt x="1396347" y="384670"/>
                </a:lnTo>
                <a:lnTo>
                  <a:pt x="1392673" y="384670"/>
                </a:lnTo>
                <a:lnTo>
                  <a:pt x="1388998" y="384670"/>
                </a:lnTo>
                <a:lnTo>
                  <a:pt x="1385323" y="384670"/>
                </a:lnTo>
                <a:lnTo>
                  <a:pt x="1381649" y="384670"/>
                </a:lnTo>
                <a:lnTo>
                  <a:pt x="1377974" y="384670"/>
                </a:lnTo>
                <a:lnTo>
                  <a:pt x="1374300" y="384670"/>
                </a:lnTo>
                <a:lnTo>
                  <a:pt x="1370625" y="384670"/>
                </a:lnTo>
                <a:lnTo>
                  <a:pt x="1366950" y="384670"/>
                </a:lnTo>
                <a:lnTo>
                  <a:pt x="1363276" y="384670"/>
                </a:lnTo>
                <a:lnTo>
                  <a:pt x="1359601" y="384670"/>
                </a:lnTo>
                <a:lnTo>
                  <a:pt x="1355927" y="384670"/>
                </a:lnTo>
                <a:lnTo>
                  <a:pt x="1352252" y="384670"/>
                </a:lnTo>
                <a:lnTo>
                  <a:pt x="1348577" y="384670"/>
                </a:lnTo>
                <a:lnTo>
                  <a:pt x="1344903" y="384670"/>
                </a:lnTo>
                <a:lnTo>
                  <a:pt x="1341228" y="384670"/>
                </a:lnTo>
                <a:lnTo>
                  <a:pt x="1337554" y="384670"/>
                </a:lnTo>
                <a:lnTo>
                  <a:pt x="1333879" y="384670"/>
                </a:lnTo>
                <a:lnTo>
                  <a:pt x="1330205" y="384670"/>
                </a:lnTo>
                <a:lnTo>
                  <a:pt x="1326530" y="384670"/>
                </a:lnTo>
                <a:lnTo>
                  <a:pt x="1322855" y="384670"/>
                </a:lnTo>
                <a:lnTo>
                  <a:pt x="1319181" y="384670"/>
                </a:lnTo>
                <a:lnTo>
                  <a:pt x="1315506" y="384670"/>
                </a:lnTo>
                <a:lnTo>
                  <a:pt x="1311832" y="384670"/>
                </a:lnTo>
                <a:lnTo>
                  <a:pt x="1308157" y="384670"/>
                </a:lnTo>
                <a:lnTo>
                  <a:pt x="1304482" y="384670"/>
                </a:lnTo>
                <a:lnTo>
                  <a:pt x="1300808" y="384670"/>
                </a:lnTo>
                <a:lnTo>
                  <a:pt x="1297133" y="384670"/>
                </a:lnTo>
                <a:lnTo>
                  <a:pt x="1293459" y="384670"/>
                </a:lnTo>
                <a:lnTo>
                  <a:pt x="1289784" y="384670"/>
                </a:lnTo>
                <a:lnTo>
                  <a:pt x="1286109" y="384670"/>
                </a:lnTo>
                <a:lnTo>
                  <a:pt x="1282435" y="384670"/>
                </a:lnTo>
                <a:lnTo>
                  <a:pt x="1278760" y="384670"/>
                </a:lnTo>
                <a:lnTo>
                  <a:pt x="1275086" y="384670"/>
                </a:lnTo>
                <a:lnTo>
                  <a:pt x="1271411" y="384670"/>
                </a:lnTo>
                <a:lnTo>
                  <a:pt x="1267736" y="384670"/>
                </a:lnTo>
                <a:lnTo>
                  <a:pt x="1264062" y="384670"/>
                </a:lnTo>
                <a:lnTo>
                  <a:pt x="1260387" y="384670"/>
                </a:lnTo>
                <a:lnTo>
                  <a:pt x="1256713" y="384670"/>
                </a:lnTo>
                <a:lnTo>
                  <a:pt x="1253038" y="384670"/>
                </a:lnTo>
                <a:lnTo>
                  <a:pt x="1249363" y="384670"/>
                </a:lnTo>
                <a:lnTo>
                  <a:pt x="1245689" y="384670"/>
                </a:lnTo>
                <a:lnTo>
                  <a:pt x="1242014" y="384670"/>
                </a:lnTo>
                <a:lnTo>
                  <a:pt x="1238340" y="384670"/>
                </a:lnTo>
                <a:lnTo>
                  <a:pt x="1234665" y="384670"/>
                </a:lnTo>
                <a:lnTo>
                  <a:pt x="1230990" y="384670"/>
                </a:lnTo>
                <a:lnTo>
                  <a:pt x="1227316" y="384670"/>
                </a:lnTo>
                <a:lnTo>
                  <a:pt x="1223641" y="384670"/>
                </a:lnTo>
                <a:lnTo>
                  <a:pt x="1219967" y="384670"/>
                </a:lnTo>
                <a:lnTo>
                  <a:pt x="1216292" y="384670"/>
                </a:lnTo>
                <a:lnTo>
                  <a:pt x="1212617" y="384670"/>
                </a:lnTo>
                <a:lnTo>
                  <a:pt x="1208943" y="384670"/>
                </a:lnTo>
                <a:lnTo>
                  <a:pt x="1205268" y="384670"/>
                </a:lnTo>
                <a:lnTo>
                  <a:pt x="1201594" y="384670"/>
                </a:lnTo>
                <a:lnTo>
                  <a:pt x="1197919" y="384670"/>
                </a:lnTo>
                <a:lnTo>
                  <a:pt x="1194244" y="384670"/>
                </a:lnTo>
                <a:lnTo>
                  <a:pt x="1190570" y="384670"/>
                </a:lnTo>
                <a:lnTo>
                  <a:pt x="1186895" y="384670"/>
                </a:lnTo>
                <a:lnTo>
                  <a:pt x="1183221" y="384670"/>
                </a:lnTo>
                <a:lnTo>
                  <a:pt x="1179546" y="384670"/>
                </a:lnTo>
                <a:lnTo>
                  <a:pt x="1175871" y="384670"/>
                </a:lnTo>
                <a:lnTo>
                  <a:pt x="1172197" y="384670"/>
                </a:lnTo>
                <a:lnTo>
                  <a:pt x="1168522" y="384670"/>
                </a:lnTo>
                <a:lnTo>
                  <a:pt x="1164848" y="384670"/>
                </a:lnTo>
                <a:lnTo>
                  <a:pt x="1161173" y="384670"/>
                </a:lnTo>
                <a:lnTo>
                  <a:pt x="1157498" y="384670"/>
                </a:lnTo>
                <a:lnTo>
                  <a:pt x="1153824" y="384670"/>
                </a:lnTo>
                <a:lnTo>
                  <a:pt x="1150149" y="384670"/>
                </a:lnTo>
                <a:lnTo>
                  <a:pt x="1146475" y="384670"/>
                </a:lnTo>
                <a:lnTo>
                  <a:pt x="1142800" y="384670"/>
                </a:lnTo>
                <a:lnTo>
                  <a:pt x="1139125" y="384670"/>
                </a:lnTo>
                <a:lnTo>
                  <a:pt x="1135451" y="384670"/>
                </a:lnTo>
                <a:lnTo>
                  <a:pt x="1131776" y="384670"/>
                </a:lnTo>
                <a:lnTo>
                  <a:pt x="1128102" y="384670"/>
                </a:lnTo>
                <a:lnTo>
                  <a:pt x="1124427" y="384670"/>
                </a:lnTo>
                <a:lnTo>
                  <a:pt x="1120752" y="384670"/>
                </a:lnTo>
                <a:lnTo>
                  <a:pt x="1117078" y="384670"/>
                </a:lnTo>
                <a:lnTo>
                  <a:pt x="1113403" y="384670"/>
                </a:lnTo>
                <a:lnTo>
                  <a:pt x="1109729" y="384670"/>
                </a:lnTo>
                <a:lnTo>
                  <a:pt x="1106054" y="384670"/>
                </a:lnTo>
                <a:lnTo>
                  <a:pt x="1102379" y="384670"/>
                </a:lnTo>
                <a:lnTo>
                  <a:pt x="1098705" y="384670"/>
                </a:lnTo>
                <a:lnTo>
                  <a:pt x="1095030" y="384670"/>
                </a:lnTo>
                <a:lnTo>
                  <a:pt x="1091356" y="384670"/>
                </a:lnTo>
                <a:lnTo>
                  <a:pt x="1087681" y="384670"/>
                </a:lnTo>
                <a:lnTo>
                  <a:pt x="1084006" y="384670"/>
                </a:lnTo>
                <a:lnTo>
                  <a:pt x="1080332" y="384670"/>
                </a:lnTo>
                <a:lnTo>
                  <a:pt x="1076657" y="384670"/>
                </a:lnTo>
                <a:lnTo>
                  <a:pt x="1072983" y="384670"/>
                </a:lnTo>
                <a:lnTo>
                  <a:pt x="1069308" y="384670"/>
                </a:lnTo>
                <a:lnTo>
                  <a:pt x="1065633" y="384670"/>
                </a:lnTo>
                <a:lnTo>
                  <a:pt x="1061959" y="384670"/>
                </a:lnTo>
                <a:lnTo>
                  <a:pt x="1058284" y="384670"/>
                </a:lnTo>
                <a:lnTo>
                  <a:pt x="1054610" y="384670"/>
                </a:lnTo>
                <a:lnTo>
                  <a:pt x="1050935" y="384670"/>
                </a:lnTo>
                <a:lnTo>
                  <a:pt x="1047260" y="384670"/>
                </a:lnTo>
                <a:lnTo>
                  <a:pt x="1043586" y="384670"/>
                </a:lnTo>
                <a:lnTo>
                  <a:pt x="1039911" y="384670"/>
                </a:lnTo>
                <a:lnTo>
                  <a:pt x="1036237" y="384670"/>
                </a:lnTo>
                <a:lnTo>
                  <a:pt x="1032562" y="384670"/>
                </a:lnTo>
                <a:lnTo>
                  <a:pt x="1028887" y="384670"/>
                </a:lnTo>
                <a:lnTo>
                  <a:pt x="1025213" y="384670"/>
                </a:lnTo>
                <a:lnTo>
                  <a:pt x="1021538" y="384670"/>
                </a:lnTo>
                <a:lnTo>
                  <a:pt x="1017864" y="384670"/>
                </a:lnTo>
                <a:lnTo>
                  <a:pt x="1014189" y="384670"/>
                </a:lnTo>
                <a:lnTo>
                  <a:pt x="1010514" y="384670"/>
                </a:lnTo>
                <a:lnTo>
                  <a:pt x="1006840" y="384670"/>
                </a:lnTo>
                <a:lnTo>
                  <a:pt x="1003165" y="384670"/>
                </a:lnTo>
                <a:lnTo>
                  <a:pt x="999491" y="384670"/>
                </a:lnTo>
                <a:lnTo>
                  <a:pt x="995816" y="384670"/>
                </a:lnTo>
                <a:lnTo>
                  <a:pt x="992141" y="384670"/>
                </a:lnTo>
                <a:lnTo>
                  <a:pt x="988467" y="384670"/>
                </a:lnTo>
                <a:lnTo>
                  <a:pt x="984792" y="384670"/>
                </a:lnTo>
                <a:lnTo>
                  <a:pt x="981118" y="384670"/>
                </a:lnTo>
                <a:lnTo>
                  <a:pt x="977443" y="384670"/>
                </a:lnTo>
                <a:lnTo>
                  <a:pt x="973768" y="384670"/>
                </a:lnTo>
                <a:lnTo>
                  <a:pt x="970094" y="384670"/>
                </a:lnTo>
                <a:lnTo>
                  <a:pt x="966419" y="384670"/>
                </a:lnTo>
                <a:lnTo>
                  <a:pt x="962745" y="384670"/>
                </a:lnTo>
                <a:lnTo>
                  <a:pt x="959070" y="384670"/>
                </a:lnTo>
                <a:lnTo>
                  <a:pt x="955395" y="384670"/>
                </a:lnTo>
                <a:lnTo>
                  <a:pt x="951721" y="384670"/>
                </a:lnTo>
                <a:lnTo>
                  <a:pt x="948046" y="384670"/>
                </a:lnTo>
                <a:lnTo>
                  <a:pt x="944372" y="384670"/>
                </a:lnTo>
                <a:lnTo>
                  <a:pt x="940697" y="384670"/>
                </a:lnTo>
                <a:lnTo>
                  <a:pt x="937022" y="384670"/>
                </a:lnTo>
                <a:lnTo>
                  <a:pt x="933348" y="384670"/>
                </a:lnTo>
                <a:lnTo>
                  <a:pt x="929673" y="384670"/>
                </a:lnTo>
                <a:lnTo>
                  <a:pt x="925999" y="384670"/>
                </a:lnTo>
                <a:lnTo>
                  <a:pt x="922324" y="384670"/>
                </a:lnTo>
                <a:lnTo>
                  <a:pt x="918649" y="384670"/>
                </a:lnTo>
                <a:lnTo>
                  <a:pt x="914975" y="384670"/>
                </a:lnTo>
                <a:lnTo>
                  <a:pt x="911300" y="384670"/>
                </a:lnTo>
                <a:lnTo>
                  <a:pt x="907626" y="384670"/>
                </a:lnTo>
                <a:lnTo>
                  <a:pt x="903951" y="384670"/>
                </a:lnTo>
                <a:lnTo>
                  <a:pt x="900276" y="384670"/>
                </a:lnTo>
                <a:lnTo>
                  <a:pt x="896602" y="384670"/>
                </a:lnTo>
                <a:lnTo>
                  <a:pt x="892927" y="384670"/>
                </a:lnTo>
                <a:lnTo>
                  <a:pt x="889253" y="384670"/>
                </a:lnTo>
                <a:lnTo>
                  <a:pt x="885578" y="384670"/>
                </a:lnTo>
                <a:lnTo>
                  <a:pt x="881903" y="384670"/>
                </a:lnTo>
                <a:lnTo>
                  <a:pt x="878229" y="384670"/>
                </a:lnTo>
                <a:lnTo>
                  <a:pt x="874554" y="384670"/>
                </a:lnTo>
                <a:lnTo>
                  <a:pt x="870880" y="384670"/>
                </a:lnTo>
                <a:lnTo>
                  <a:pt x="867205" y="384670"/>
                </a:lnTo>
                <a:lnTo>
                  <a:pt x="863530" y="384670"/>
                </a:lnTo>
                <a:lnTo>
                  <a:pt x="859856" y="384670"/>
                </a:lnTo>
                <a:lnTo>
                  <a:pt x="856181" y="384670"/>
                </a:lnTo>
                <a:lnTo>
                  <a:pt x="852507" y="384670"/>
                </a:lnTo>
                <a:lnTo>
                  <a:pt x="848832" y="384670"/>
                </a:lnTo>
                <a:lnTo>
                  <a:pt x="845157" y="384670"/>
                </a:lnTo>
                <a:lnTo>
                  <a:pt x="841483" y="384670"/>
                </a:lnTo>
                <a:lnTo>
                  <a:pt x="837808" y="384670"/>
                </a:lnTo>
                <a:lnTo>
                  <a:pt x="834134" y="384670"/>
                </a:lnTo>
                <a:lnTo>
                  <a:pt x="830459" y="384670"/>
                </a:lnTo>
                <a:lnTo>
                  <a:pt x="826784" y="384670"/>
                </a:lnTo>
                <a:lnTo>
                  <a:pt x="823110" y="384670"/>
                </a:lnTo>
                <a:lnTo>
                  <a:pt x="819435" y="384670"/>
                </a:lnTo>
                <a:lnTo>
                  <a:pt x="815761" y="384670"/>
                </a:lnTo>
                <a:lnTo>
                  <a:pt x="812086" y="384670"/>
                </a:lnTo>
                <a:lnTo>
                  <a:pt x="808411" y="384670"/>
                </a:lnTo>
                <a:lnTo>
                  <a:pt x="804737" y="384670"/>
                </a:lnTo>
                <a:lnTo>
                  <a:pt x="801062" y="384670"/>
                </a:lnTo>
                <a:lnTo>
                  <a:pt x="797388" y="384670"/>
                </a:lnTo>
                <a:lnTo>
                  <a:pt x="793713" y="384670"/>
                </a:lnTo>
                <a:lnTo>
                  <a:pt x="790038" y="384670"/>
                </a:lnTo>
                <a:lnTo>
                  <a:pt x="786364" y="384670"/>
                </a:lnTo>
                <a:lnTo>
                  <a:pt x="782689" y="384670"/>
                </a:lnTo>
                <a:lnTo>
                  <a:pt x="779015" y="384670"/>
                </a:lnTo>
                <a:lnTo>
                  <a:pt x="775340" y="384670"/>
                </a:lnTo>
                <a:lnTo>
                  <a:pt x="771665" y="384670"/>
                </a:lnTo>
                <a:lnTo>
                  <a:pt x="767991" y="384670"/>
                </a:lnTo>
                <a:lnTo>
                  <a:pt x="764316" y="384670"/>
                </a:lnTo>
                <a:lnTo>
                  <a:pt x="760642" y="384670"/>
                </a:lnTo>
                <a:lnTo>
                  <a:pt x="756967" y="384670"/>
                </a:lnTo>
                <a:lnTo>
                  <a:pt x="753292" y="384670"/>
                </a:lnTo>
                <a:lnTo>
                  <a:pt x="749618" y="384670"/>
                </a:lnTo>
                <a:lnTo>
                  <a:pt x="745943" y="384670"/>
                </a:lnTo>
                <a:lnTo>
                  <a:pt x="742269" y="384670"/>
                </a:lnTo>
                <a:lnTo>
                  <a:pt x="738594" y="384670"/>
                </a:lnTo>
                <a:lnTo>
                  <a:pt x="734919" y="384670"/>
                </a:lnTo>
                <a:lnTo>
                  <a:pt x="731245" y="384670"/>
                </a:lnTo>
                <a:lnTo>
                  <a:pt x="727570" y="384670"/>
                </a:lnTo>
                <a:lnTo>
                  <a:pt x="723896" y="384670"/>
                </a:lnTo>
                <a:lnTo>
                  <a:pt x="720221" y="384670"/>
                </a:lnTo>
                <a:lnTo>
                  <a:pt x="716546" y="384670"/>
                </a:lnTo>
                <a:lnTo>
                  <a:pt x="712872" y="384670"/>
                </a:lnTo>
                <a:lnTo>
                  <a:pt x="709197" y="384670"/>
                </a:lnTo>
                <a:lnTo>
                  <a:pt x="705523" y="384670"/>
                </a:lnTo>
                <a:lnTo>
                  <a:pt x="701848" y="384670"/>
                </a:lnTo>
                <a:lnTo>
                  <a:pt x="698173" y="384670"/>
                </a:lnTo>
                <a:lnTo>
                  <a:pt x="694499" y="384670"/>
                </a:lnTo>
                <a:lnTo>
                  <a:pt x="690824" y="384670"/>
                </a:lnTo>
                <a:lnTo>
                  <a:pt x="687150" y="384670"/>
                </a:lnTo>
                <a:lnTo>
                  <a:pt x="683475" y="384670"/>
                </a:lnTo>
                <a:lnTo>
                  <a:pt x="679800" y="384670"/>
                </a:lnTo>
                <a:lnTo>
                  <a:pt x="676126" y="384670"/>
                </a:lnTo>
                <a:lnTo>
                  <a:pt x="672451" y="384670"/>
                </a:lnTo>
                <a:lnTo>
                  <a:pt x="668777" y="384670"/>
                </a:lnTo>
                <a:lnTo>
                  <a:pt x="665102" y="384670"/>
                </a:lnTo>
                <a:lnTo>
                  <a:pt x="661427" y="384670"/>
                </a:lnTo>
                <a:lnTo>
                  <a:pt x="657753" y="384670"/>
                </a:lnTo>
                <a:lnTo>
                  <a:pt x="654078" y="384670"/>
                </a:lnTo>
                <a:lnTo>
                  <a:pt x="650404" y="384670"/>
                </a:lnTo>
                <a:lnTo>
                  <a:pt x="646729" y="384670"/>
                </a:lnTo>
                <a:lnTo>
                  <a:pt x="643054" y="384670"/>
                </a:lnTo>
                <a:lnTo>
                  <a:pt x="639380" y="384670"/>
                </a:lnTo>
                <a:lnTo>
                  <a:pt x="635705" y="384670"/>
                </a:lnTo>
                <a:lnTo>
                  <a:pt x="632031" y="384670"/>
                </a:lnTo>
                <a:lnTo>
                  <a:pt x="628356" y="384670"/>
                </a:lnTo>
                <a:lnTo>
                  <a:pt x="624681" y="384670"/>
                </a:lnTo>
                <a:lnTo>
                  <a:pt x="621007" y="384670"/>
                </a:lnTo>
                <a:lnTo>
                  <a:pt x="617332" y="384670"/>
                </a:lnTo>
                <a:lnTo>
                  <a:pt x="613658" y="384670"/>
                </a:lnTo>
                <a:lnTo>
                  <a:pt x="609983" y="384670"/>
                </a:lnTo>
                <a:lnTo>
                  <a:pt x="606308" y="384670"/>
                </a:lnTo>
                <a:lnTo>
                  <a:pt x="602634" y="384670"/>
                </a:lnTo>
                <a:lnTo>
                  <a:pt x="598959" y="384670"/>
                </a:lnTo>
                <a:lnTo>
                  <a:pt x="595285" y="384670"/>
                </a:lnTo>
                <a:lnTo>
                  <a:pt x="591610" y="384670"/>
                </a:lnTo>
                <a:lnTo>
                  <a:pt x="587935" y="384670"/>
                </a:lnTo>
                <a:lnTo>
                  <a:pt x="584261" y="384670"/>
                </a:lnTo>
                <a:lnTo>
                  <a:pt x="580586" y="384670"/>
                </a:lnTo>
                <a:lnTo>
                  <a:pt x="576912" y="384670"/>
                </a:lnTo>
                <a:lnTo>
                  <a:pt x="573237" y="384670"/>
                </a:lnTo>
                <a:lnTo>
                  <a:pt x="569562" y="384670"/>
                </a:lnTo>
                <a:lnTo>
                  <a:pt x="565888" y="384670"/>
                </a:lnTo>
                <a:lnTo>
                  <a:pt x="562213" y="384670"/>
                </a:lnTo>
                <a:lnTo>
                  <a:pt x="558539" y="384670"/>
                </a:lnTo>
                <a:lnTo>
                  <a:pt x="554864" y="384670"/>
                </a:lnTo>
                <a:lnTo>
                  <a:pt x="551189" y="384670"/>
                </a:lnTo>
                <a:lnTo>
                  <a:pt x="547515" y="384670"/>
                </a:lnTo>
                <a:lnTo>
                  <a:pt x="543840" y="384670"/>
                </a:lnTo>
                <a:lnTo>
                  <a:pt x="540166" y="384670"/>
                </a:lnTo>
                <a:lnTo>
                  <a:pt x="536491" y="384670"/>
                </a:lnTo>
                <a:lnTo>
                  <a:pt x="532816" y="384670"/>
                </a:lnTo>
                <a:lnTo>
                  <a:pt x="529142" y="384670"/>
                </a:lnTo>
                <a:lnTo>
                  <a:pt x="525467" y="384670"/>
                </a:lnTo>
                <a:lnTo>
                  <a:pt x="521793" y="384670"/>
                </a:lnTo>
                <a:lnTo>
                  <a:pt x="518118" y="384670"/>
                </a:lnTo>
                <a:lnTo>
                  <a:pt x="514443" y="384670"/>
                </a:lnTo>
                <a:lnTo>
                  <a:pt x="510769" y="384670"/>
                </a:lnTo>
                <a:lnTo>
                  <a:pt x="507094" y="384670"/>
                </a:lnTo>
                <a:lnTo>
                  <a:pt x="503420" y="384670"/>
                </a:lnTo>
                <a:lnTo>
                  <a:pt x="499745" y="384670"/>
                </a:lnTo>
                <a:lnTo>
                  <a:pt x="496070" y="384670"/>
                </a:lnTo>
                <a:lnTo>
                  <a:pt x="492396" y="384670"/>
                </a:lnTo>
                <a:lnTo>
                  <a:pt x="488721" y="384670"/>
                </a:lnTo>
                <a:lnTo>
                  <a:pt x="485047" y="384670"/>
                </a:lnTo>
                <a:lnTo>
                  <a:pt x="481372" y="384670"/>
                </a:lnTo>
                <a:lnTo>
                  <a:pt x="477697" y="384670"/>
                </a:lnTo>
                <a:lnTo>
                  <a:pt x="474023" y="384670"/>
                </a:lnTo>
                <a:lnTo>
                  <a:pt x="470348" y="384670"/>
                </a:lnTo>
                <a:lnTo>
                  <a:pt x="466674" y="384670"/>
                </a:lnTo>
                <a:lnTo>
                  <a:pt x="462999" y="384670"/>
                </a:lnTo>
                <a:lnTo>
                  <a:pt x="459324" y="384670"/>
                </a:lnTo>
                <a:lnTo>
                  <a:pt x="455650" y="384670"/>
                </a:lnTo>
                <a:lnTo>
                  <a:pt x="451975" y="384670"/>
                </a:lnTo>
                <a:lnTo>
                  <a:pt x="448301" y="384670"/>
                </a:lnTo>
                <a:lnTo>
                  <a:pt x="444626" y="384670"/>
                </a:lnTo>
                <a:lnTo>
                  <a:pt x="440951" y="384670"/>
                </a:lnTo>
                <a:lnTo>
                  <a:pt x="437277" y="384670"/>
                </a:lnTo>
                <a:lnTo>
                  <a:pt x="433602" y="384670"/>
                </a:lnTo>
                <a:lnTo>
                  <a:pt x="429928" y="384670"/>
                </a:lnTo>
                <a:lnTo>
                  <a:pt x="426253" y="384670"/>
                </a:lnTo>
                <a:lnTo>
                  <a:pt x="422578" y="384670"/>
                </a:lnTo>
                <a:lnTo>
                  <a:pt x="418904" y="384670"/>
                </a:lnTo>
                <a:lnTo>
                  <a:pt x="415229" y="384670"/>
                </a:lnTo>
                <a:lnTo>
                  <a:pt x="411555" y="384670"/>
                </a:lnTo>
                <a:lnTo>
                  <a:pt x="407880" y="384670"/>
                </a:lnTo>
                <a:lnTo>
                  <a:pt x="404205" y="384670"/>
                </a:lnTo>
                <a:lnTo>
                  <a:pt x="400531" y="384670"/>
                </a:lnTo>
                <a:lnTo>
                  <a:pt x="396856" y="384670"/>
                </a:lnTo>
                <a:lnTo>
                  <a:pt x="393182" y="384670"/>
                </a:lnTo>
                <a:lnTo>
                  <a:pt x="389507" y="384670"/>
                </a:lnTo>
                <a:lnTo>
                  <a:pt x="385832" y="384670"/>
                </a:lnTo>
                <a:lnTo>
                  <a:pt x="382158" y="384670"/>
                </a:lnTo>
                <a:lnTo>
                  <a:pt x="378483" y="384670"/>
                </a:lnTo>
                <a:lnTo>
                  <a:pt x="374809" y="384670"/>
                </a:lnTo>
                <a:lnTo>
                  <a:pt x="371134" y="384670"/>
                </a:lnTo>
                <a:lnTo>
                  <a:pt x="367459" y="384670"/>
                </a:lnTo>
                <a:lnTo>
                  <a:pt x="363785" y="384670"/>
                </a:lnTo>
                <a:lnTo>
                  <a:pt x="360110" y="384670"/>
                </a:lnTo>
                <a:lnTo>
                  <a:pt x="356436" y="384670"/>
                </a:lnTo>
                <a:lnTo>
                  <a:pt x="352761" y="384670"/>
                </a:lnTo>
                <a:lnTo>
                  <a:pt x="349086" y="384670"/>
                </a:lnTo>
                <a:lnTo>
                  <a:pt x="345412" y="384670"/>
                </a:lnTo>
                <a:lnTo>
                  <a:pt x="341737" y="384670"/>
                </a:lnTo>
                <a:lnTo>
                  <a:pt x="338063" y="384670"/>
                </a:lnTo>
                <a:lnTo>
                  <a:pt x="334388" y="384670"/>
                </a:lnTo>
                <a:lnTo>
                  <a:pt x="330713" y="384670"/>
                </a:lnTo>
                <a:lnTo>
                  <a:pt x="327039" y="384670"/>
                </a:lnTo>
                <a:lnTo>
                  <a:pt x="323364" y="384670"/>
                </a:lnTo>
                <a:lnTo>
                  <a:pt x="319690" y="384670"/>
                </a:lnTo>
                <a:lnTo>
                  <a:pt x="316015" y="384670"/>
                </a:lnTo>
                <a:lnTo>
                  <a:pt x="312340" y="384670"/>
                </a:lnTo>
                <a:lnTo>
                  <a:pt x="308666" y="384670"/>
                </a:lnTo>
                <a:lnTo>
                  <a:pt x="304991" y="384670"/>
                </a:lnTo>
                <a:lnTo>
                  <a:pt x="301317" y="384670"/>
                </a:lnTo>
                <a:lnTo>
                  <a:pt x="297642" y="384670"/>
                </a:lnTo>
                <a:lnTo>
                  <a:pt x="293967" y="384670"/>
                </a:lnTo>
                <a:lnTo>
                  <a:pt x="290293" y="384670"/>
                </a:lnTo>
                <a:lnTo>
                  <a:pt x="286618" y="384670"/>
                </a:lnTo>
                <a:lnTo>
                  <a:pt x="282944" y="384670"/>
                </a:lnTo>
                <a:lnTo>
                  <a:pt x="279269" y="384670"/>
                </a:lnTo>
                <a:lnTo>
                  <a:pt x="275594" y="384670"/>
                </a:lnTo>
                <a:lnTo>
                  <a:pt x="271920" y="384670"/>
                </a:lnTo>
                <a:lnTo>
                  <a:pt x="268245" y="384670"/>
                </a:lnTo>
                <a:lnTo>
                  <a:pt x="264571" y="384670"/>
                </a:lnTo>
                <a:lnTo>
                  <a:pt x="260896" y="384670"/>
                </a:lnTo>
                <a:lnTo>
                  <a:pt x="257221" y="384670"/>
                </a:lnTo>
                <a:lnTo>
                  <a:pt x="253547" y="384670"/>
                </a:lnTo>
                <a:lnTo>
                  <a:pt x="249872" y="384670"/>
                </a:lnTo>
                <a:lnTo>
                  <a:pt x="246198" y="384670"/>
                </a:lnTo>
                <a:lnTo>
                  <a:pt x="242523" y="384670"/>
                </a:lnTo>
                <a:lnTo>
                  <a:pt x="238848" y="384670"/>
                </a:lnTo>
                <a:lnTo>
                  <a:pt x="235174" y="384670"/>
                </a:lnTo>
                <a:lnTo>
                  <a:pt x="231499" y="384670"/>
                </a:lnTo>
                <a:lnTo>
                  <a:pt x="227825" y="384670"/>
                </a:lnTo>
                <a:lnTo>
                  <a:pt x="224150" y="384670"/>
                </a:lnTo>
                <a:lnTo>
                  <a:pt x="220475" y="384670"/>
                </a:lnTo>
                <a:lnTo>
                  <a:pt x="216801" y="384670"/>
                </a:lnTo>
                <a:lnTo>
                  <a:pt x="213126" y="384670"/>
                </a:lnTo>
                <a:lnTo>
                  <a:pt x="209452" y="384670"/>
                </a:lnTo>
                <a:lnTo>
                  <a:pt x="205777" y="384670"/>
                </a:lnTo>
                <a:lnTo>
                  <a:pt x="202102" y="384670"/>
                </a:lnTo>
                <a:lnTo>
                  <a:pt x="198428" y="384670"/>
                </a:lnTo>
                <a:lnTo>
                  <a:pt x="194753" y="384670"/>
                </a:lnTo>
                <a:lnTo>
                  <a:pt x="191079" y="384670"/>
                </a:lnTo>
                <a:lnTo>
                  <a:pt x="187404" y="384670"/>
                </a:lnTo>
                <a:lnTo>
                  <a:pt x="183729" y="384670"/>
                </a:lnTo>
                <a:lnTo>
                  <a:pt x="180055" y="384670"/>
                </a:lnTo>
                <a:lnTo>
                  <a:pt x="176380" y="384670"/>
                </a:lnTo>
                <a:lnTo>
                  <a:pt x="172706" y="384670"/>
                </a:lnTo>
                <a:lnTo>
                  <a:pt x="169031" y="384670"/>
                </a:lnTo>
                <a:lnTo>
                  <a:pt x="165356" y="384670"/>
                </a:lnTo>
                <a:lnTo>
                  <a:pt x="161682" y="384670"/>
                </a:lnTo>
                <a:lnTo>
                  <a:pt x="158007" y="384670"/>
                </a:lnTo>
                <a:lnTo>
                  <a:pt x="154333" y="384670"/>
                </a:lnTo>
                <a:lnTo>
                  <a:pt x="150658" y="384670"/>
                </a:lnTo>
                <a:lnTo>
                  <a:pt x="146983" y="384670"/>
                </a:lnTo>
                <a:lnTo>
                  <a:pt x="143309" y="384670"/>
                </a:lnTo>
                <a:lnTo>
                  <a:pt x="139634" y="384670"/>
                </a:lnTo>
                <a:lnTo>
                  <a:pt x="135960" y="384670"/>
                </a:lnTo>
                <a:lnTo>
                  <a:pt x="132285" y="384670"/>
                </a:lnTo>
                <a:lnTo>
                  <a:pt x="128610" y="384670"/>
                </a:lnTo>
                <a:lnTo>
                  <a:pt x="124936" y="384670"/>
                </a:lnTo>
                <a:lnTo>
                  <a:pt x="121261" y="384670"/>
                </a:lnTo>
                <a:lnTo>
                  <a:pt x="117587" y="384670"/>
                </a:lnTo>
                <a:lnTo>
                  <a:pt x="113912" y="384670"/>
                </a:lnTo>
                <a:lnTo>
                  <a:pt x="110237" y="384670"/>
                </a:lnTo>
                <a:lnTo>
                  <a:pt x="106563" y="384670"/>
                </a:lnTo>
                <a:lnTo>
                  <a:pt x="102888" y="384670"/>
                </a:lnTo>
                <a:lnTo>
                  <a:pt x="99214" y="384670"/>
                </a:lnTo>
                <a:lnTo>
                  <a:pt x="95539" y="384670"/>
                </a:lnTo>
                <a:lnTo>
                  <a:pt x="91864" y="384670"/>
                </a:lnTo>
                <a:lnTo>
                  <a:pt x="88190" y="384670"/>
                </a:lnTo>
                <a:lnTo>
                  <a:pt x="84515" y="384670"/>
                </a:lnTo>
                <a:lnTo>
                  <a:pt x="80841" y="384670"/>
                </a:lnTo>
                <a:lnTo>
                  <a:pt x="77166" y="384670"/>
                </a:lnTo>
                <a:lnTo>
                  <a:pt x="73491" y="384670"/>
                </a:lnTo>
                <a:lnTo>
                  <a:pt x="69817" y="384670"/>
                </a:lnTo>
                <a:lnTo>
                  <a:pt x="66142" y="384670"/>
                </a:lnTo>
                <a:lnTo>
                  <a:pt x="62468" y="384670"/>
                </a:lnTo>
                <a:lnTo>
                  <a:pt x="58793" y="384670"/>
                </a:lnTo>
                <a:lnTo>
                  <a:pt x="55118" y="384670"/>
                </a:lnTo>
                <a:lnTo>
                  <a:pt x="51444" y="384670"/>
                </a:lnTo>
                <a:lnTo>
                  <a:pt x="47769" y="384670"/>
                </a:lnTo>
                <a:lnTo>
                  <a:pt x="44095" y="384670"/>
                </a:lnTo>
                <a:lnTo>
                  <a:pt x="40420" y="384670"/>
                </a:lnTo>
                <a:lnTo>
                  <a:pt x="36745" y="384670"/>
                </a:lnTo>
                <a:lnTo>
                  <a:pt x="33071" y="384670"/>
                </a:lnTo>
                <a:lnTo>
                  <a:pt x="29396" y="384670"/>
                </a:lnTo>
                <a:lnTo>
                  <a:pt x="25722" y="384670"/>
                </a:lnTo>
                <a:lnTo>
                  <a:pt x="22047" y="384670"/>
                </a:lnTo>
                <a:lnTo>
                  <a:pt x="18372" y="384670"/>
                </a:lnTo>
                <a:lnTo>
                  <a:pt x="14698" y="384670"/>
                </a:lnTo>
                <a:lnTo>
                  <a:pt x="11023" y="384670"/>
                </a:lnTo>
                <a:lnTo>
                  <a:pt x="7349" y="384670"/>
                </a:lnTo>
                <a:lnTo>
                  <a:pt x="3674" y="384670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27" name="pl127"/>
          <p:cNvSpPr/>
          <p:nvPr/>
        </p:nvSpPr>
        <p:spPr>
          <a:xfrm>
            <a:off x="6702581" y="3097584"/>
            <a:ext cx="1877720" cy="384670"/>
          </a:xfrm>
          <a:custGeom>
            <a:avLst/>
            <a:gdLst/>
            <a:ahLst/>
            <a:cxnLst/>
            <a:rect l="0" t="0" r="0" b="0"/>
            <a:pathLst>
              <a:path w="1877720" h="384670">
                <a:moveTo>
                  <a:pt x="0" y="384670"/>
                </a:moveTo>
                <a:lnTo>
                  <a:pt x="3674" y="384670"/>
                </a:lnTo>
                <a:lnTo>
                  <a:pt x="7349" y="384670"/>
                </a:lnTo>
                <a:lnTo>
                  <a:pt x="11023" y="384670"/>
                </a:lnTo>
                <a:lnTo>
                  <a:pt x="14698" y="384670"/>
                </a:lnTo>
                <a:lnTo>
                  <a:pt x="18372" y="384670"/>
                </a:lnTo>
                <a:lnTo>
                  <a:pt x="22047" y="384670"/>
                </a:lnTo>
                <a:lnTo>
                  <a:pt x="25722" y="384670"/>
                </a:lnTo>
                <a:lnTo>
                  <a:pt x="29396" y="384670"/>
                </a:lnTo>
                <a:lnTo>
                  <a:pt x="33071" y="384670"/>
                </a:lnTo>
                <a:lnTo>
                  <a:pt x="36745" y="384670"/>
                </a:lnTo>
                <a:lnTo>
                  <a:pt x="40420" y="384670"/>
                </a:lnTo>
                <a:lnTo>
                  <a:pt x="44095" y="384670"/>
                </a:lnTo>
                <a:lnTo>
                  <a:pt x="47769" y="384670"/>
                </a:lnTo>
                <a:lnTo>
                  <a:pt x="51444" y="384670"/>
                </a:lnTo>
                <a:lnTo>
                  <a:pt x="55118" y="384670"/>
                </a:lnTo>
                <a:lnTo>
                  <a:pt x="58793" y="384670"/>
                </a:lnTo>
                <a:lnTo>
                  <a:pt x="62468" y="384670"/>
                </a:lnTo>
                <a:lnTo>
                  <a:pt x="66142" y="384670"/>
                </a:lnTo>
                <a:lnTo>
                  <a:pt x="69817" y="384670"/>
                </a:lnTo>
                <a:lnTo>
                  <a:pt x="73491" y="384670"/>
                </a:lnTo>
                <a:lnTo>
                  <a:pt x="77166" y="384670"/>
                </a:lnTo>
                <a:lnTo>
                  <a:pt x="80841" y="384670"/>
                </a:lnTo>
                <a:lnTo>
                  <a:pt x="84515" y="384670"/>
                </a:lnTo>
                <a:lnTo>
                  <a:pt x="88190" y="384670"/>
                </a:lnTo>
                <a:lnTo>
                  <a:pt x="91864" y="384670"/>
                </a:lnTo>
                <a:lnTo>
                  <a:pt x="95539" y="384670"/>
                </a:lnTo>
                <a:lnTo>
                  <a:pt x="99214" y="384670"/>
                </a:lnTo>
                <a:lnTo>
                  <a:pt x="102888" y="384670"/>
                </a:lnTo>
                <a:lnTo>
                  <a:pt x="106563" y="384670"/>
                </a:lnTo>
                <a:lnTo>
                  <a:pt x="110237" y="384670"/>
                </a:lnTo>
                <a:lnTo>
                  <a:pt x="113912" y="384670"/>
                </a:lnTo>
                <a:lnTo>
                  <a:pt x="117587" y="384670"/>
                </a:lnTo>
                <a:lnTo>
                  <a:pt x="121261" y="384670"/>
                </a:lnTo>
                <a:lnTo>
                  <a:pt x="124936" y="384670"/>
                </a:lnTo>
                <a:lnTo>
                  <a:pt x="128610" y="384670"/>
                </a:lnTo>
                <a:lnTo>
                  <a:pt x="132285" y="384670"/>
                </a:lnTo>
                <a:lnTo>
                  <a:pt x="135960" y="384670"/>
                </a:lnTo>
                <a:lnTo>
                  <a:pt x="139634" y="384670"/>
                </a:lnTo>
                <a:lnTo>
                  <a:pt x="143309" y="384670"/>
                </a:lnTo>
                <a:lnTo>
                  <a:pt x="146983" y="384670"/>
                </a:lnTo>
                <a:lnTo>
                  <a:pt x="150658" y="384670"/>
                </a:lnTo>
                <a:lnTo>
                  <a:pt x="154333" y="384670"/>
                </a:lnTo>
                <a:lnTo>
                  <a:pt x="158007" y="384670"/>
                </a:lnTo>
                <a:lnTo>
                  <a:pt x="161682" y="384670"/>
                </a:lnTo>
                <a:lnTo>
                  <a:pt x="165356" y="384670"/>
                </a:lnTo>
                <a:lnTo>
                  <a:pt x="169031" y="384670"/>
                </a:lnTo>
                <a:lnTo>
                  <a:pt x="172706" y="384670"/>
                </a:lnTo>
                <a:lnTo>
                  <a:pt x="176380" y="384670"/>
                </a:lnTo>
                <a:lnTo>
                  <a:pt x="180055" y="384670"/>
                </a:lnTo>
                <a:lnTo>
                  <a:pt x="183729" y="384670"/>
                </a:lnTo>
                <a:lnTo>
                  <a:pt x="187404" y="384670"/>
                </a:lnTo>
                <a:lnTo>
                  <a:pt x="191079" y="384670"/>
                </a:lnTo>
                <a:lnTo>
                  <a:pt x="194753" y="384670"/>
                </a:lnTo>
                <a:lnTo>
                  <a:pt x="198428" y="384670"/>
                </a:lnTo>
                <a:lnTo>
                  <a:pt x="202102" y="384670"/>
                </a:lnTo>
                <a:lnTo>
                  <a:pt x="205777" y="384670"/>
                </a:lnTo>
                <a:lnTo>
                  <a:pt x="209452" y="384670"/>
                </a:lnTo>
                <a:lnTo>
                  <a:pt x="213126" y="384670"/>
                </a:lnTo>
                <a:lnTo>
                  <a:pt x="216801" y="384670"/>
                </a:lnTo>
                <a:lnTo>
                  <a:pt x="220475" y="384670"/>
                </a:lnTo>
                <a:lnTo>
                  <a:pt x="224150" y="384670"/>
                </a:lnTo>
                <a:lnTo>
                  <a:pt x="227825" y="384670"/>
                </a:lnTo>
                <a:lnTo>
                  <a:pt x="231499" y="384670"/>
                </a:lnTo>
                <a:lnTo>
                  <a:pt x="235174" y="384670"/>
                </a:lnTo>
                <a:lnTo>
                  <a:pt x="238848" y="384670"/>
                </a:lnTo>
                <a:lnTo>
                  <a:pt x="242523" y="384670"/>
                </a:lnTo>
                <a:lnTo>
                  <a:pt x="246198" y="384670"/>
                </a:lnTo>
                <a:lnTo>
                  <a:pt x="249872" y="384670"/>
                </a:lnTo>
                <a:lnTo>
                  <a:pt x="253547" y="384670"/>
                </a:lnTo>
                <a:lnTo>
                  <a:pt x="257221" y="384670"/>
                </a:lnTo>
                <a:lnTo>
                  <a:pt x="260896" y="384670"/>
                </a:lnTo>
                <a:lnTo>
                  <a:pt x="264571" y="384670"/>
                </a:lnTo>
                <a:lnTo>
                  <a:pt x="268245" y="384670"/>
                </a:lnTo>
                <a:lnTo>
                  <a:pt x="271920" y="384670"/>
                </a:lnTo>
                <a:lnTo>
                  <a:pt x="275594" y="384670"/>
                </a:lnTo>
                <a:lnTo>
                  <a:pt x="279269" y="384670"/>
                </a:lnTo>
                <a:lnTo>
                  <a:pt x="282944" y="384670"/>
                </a:lnTo>
                <a:lnTo>
                  <a:pt x="286618" y="384670"/>
                </a:lnTo>
                <a:lnTo>
                  <a:pt x="290293" y="384670"/>
                </a:lnTo>
                <a:lnTo>
                  <a:pt x="293967" y="384670"/>
                </a:lnTo>
                <a:lnTo>
                  <a:pt x="297642" y="384670"/>
                </a:lnTo>
                <a:lnTo>
                  <a:pt x="301317" y="384670"/>
                </a:lnTo>
                <a:lnTo>
                  <a:pt x="304991" y="384670"/>
                </a:lnTo>
                <a:lnTo>
                  <a:pt x="308666" y="384670"/>
                </a:lnTo>
                <a:lnTo>
                  <a:pt x="312340" y="384670"/>
                </a:lnTo>
                <a:lnTo>
                  <a:pt x="316015" y="384670"/>
                </a:lnTo>
                <a:lnTo>
                  <a:pt x="319690" y="384670"/>
                </a:lnTo>
                <a:lnTo>
                  <a:pt x="323364" y="384670"/>
                </a:lnTo>
                <a:lnTo>
                  <a:pt x="327039" y="384670"/>
                </a:lnTo>
                <a:lnTo>
                  <a:pt x="330713" y="384670"/>
                </a:lnTo>
                <a:lnTo>
                  <a:pt x="334388" y="384670"/>
                </a:lnTo>
                <a:lnTo>
                  <a:pt x="338063" y="384670"/>
                </a:lnTo>
                <a:lnTo>
                  <a:pt x="341737" y="384670"/>
                </a:lnTo>
                <a:lnTo>
                  <a:pt x="345412" y="384670"/>
                </a:lnTo>
                <a:lnTo>
                  <a:pt x="349086" y="384670"/>
                </a:lnTo>
                <a:lnTo>
                  <a:pt x="352761" y="384670"/>
                </a:lnTo>
                <a:lnTo>
                  <a:pt x="356436" y="384670"/>
                </a:lnTo>
                <a:lnTo>
                  <a:pt x="360110" y="384670"/>
                </a:lnTo>
                <a:lnTo>
                  <a:pt x="363785" y="384670"/>
                </a:lnTo>
                <a:lnTo>
                  <a:pt x="367459" y="384670"/>
                </a:lnTo>
                <a:lnTo>
                  <a:pt x="371134" y="384670"/>
                </a:lnTo>
                <a:lnTo>
                  <a:pt x="374809" y="384670"/>
                </a:lnTo>
                <a:lnTo>
                  <a:pt x="378483" y="384670"/>
                </a:lnTo>
                <a:lnTo>
                  <a:pt x="382158" y="384670"/>
                </a:lnTo>
                <a:lnTo>
                  <a:pt x="385832" y="384670"/>
                </a:lnTo>
                <a:lnTo>
                  <a:pt x="389507" y="384670"/>
                </a:lnTo>
                <a:lnTo>
                  <a:pt x="393182" y="384670"/>
                </a:lnTo>
                <a:lnTo>
                  <a:pt x="396856" y="384670"/>
                </a:lnTo>
                <a:lnTo>
                  <a:pt x="400531" y="384670"/>
                </a:lnTo>
                <a:lnTo>
                  <a:pt x="404205" y="384670"/>
                </a:lnTo>
                <a:lnTo>
                  <a:pt x="407880" y="384670"/>
                </a:lnTo>
                <a:lnTo>
                  <a:pt x="411555" y="384670"/>
                </a:lnTo>
                <a:lnTo>
                  <a:pt x="415229" y="384670"/>
                </a:lnTo>
                <a:lnTo>
                  <a:pt x="418904" y="384670"/>
                </a:lnTo>
                <a:lnTo>
                  <a:pt x="422578" y="384670"/>
                </a:lnTo>
                <a:lnTo>
                  <a:pt x="426253" y="384670"/>
                </a:lnTo>
                <a:lnTo>
                  <a:pt x="429928" y="384670"/>
                </a:lnTo>
                <a:lnTo>
                  <a:pt x="433602" y="384670"/>
                </a:lnTo>
                <a:lnTo>
                  <a:pt x="437277" y="384670"/>
                </a:lnTo>
                <a:lnTo>
                  <a:pt x="440951" y="384670"/>
                </a:lnTo>
                <a:lnTo>
                  <a:pt x="444626" y="384670"/>
                </a:lnTo>
                <a:lnTo>
                  <a:pt x="448301" y="384670"/>
                </a:lnTo>
                <a:lnTo>
                  <a:pt x="451975" y="384670"/>
                </a:lnTo>
                <a:lnTo>
                  <a:pt x="455650" y="384670"/>
                </a:lnTo>
                <a:lnTo>
                  <a:pt x="459324" y="384670"/>
                </a:lnTo>
                <a:lnTo>
                  <a:pt x="462999" y="384670"/>
                </a:lnTo>
                <a:lnTo>
                  <a:pt x="466674" y="384670"/>
                </a:lnTo>
                <a:lnTo>
                  <a:pt x="470348" y="384670"/>
                </a:lnTo>
                <a:lnTo>
                  <a:pt x="474023" y="384670"/>
                </a:lnTo>
                <a:lnTo>
                  <a:pt x="477697" y="384670"/>
                </a:lnTo>
                <a:lnTo>
                  <a:pt x="481372" y="384670"/>
                </a:lnTo>
                <a:lnTo>
                  <a:pt x="485047" y="384670"/>
                </a:lnTo>
                <a:lnTo>
                  <a:pt x="488721" y="384670"/>
                </a:lnTo>
                <a:lnTo>
                  <a:pt x="492396" y="384670"/>
                </a:lnTo>
                <a:lnTo>
                  <a:pt x="496070" y="384670"/>
                </a:lnTo>
                <a:lnTo>
                  <a:pt x="499745" y="384670"/>
                </a:lnTo>
                <a:lnTo>
                  <a:pt x="503420" y="384669"/>
                </a:lnTo>
                <a:lnTo>
                  <a:pt x="507094" y="384669"/>
                </a:lnTo>
                <a:lnTo>
                  <a:pt x="510769" y="384668"/>
                </a:lnTo>
                <a:lnTo>
                  <a:pt x="514443" y="384666"/>
                </a:lnTo>
                <a:lnTo>
                  <a:pt x="518118" y="384661"/>
                </a:lnTo>
                <a:lnTo>
                  <a:pt x="521793" y="384654"/>
                </a:lnTo>
                <a:lnTo>
                  <a:pt x="525467" y="384640"/>
                </a:lnTo>
                <a:lnTo>
                  <a:pt x="529142" y="384620"/>
                </a:lnTo>
                <a:lnTo>
                  <a:pt x="532816" y="384589"/>
                </a:lnTo>
                <a:lnTo>
                  <a:pt x="536491" y="384547"/>
                </a:lnTo>
                <a:lnTo>
                  <a:pt x="540166" y="384494"/>
                </a:lnTo>
                <a:lnTo>
                  <a:pt x="543840" y="384433"/>
                </a:lnTo>
                <a:lnTo>
                  <a:pt x="547515" y="384368"/>
                </a:lnTo>
                <a:lnTo>
                  <a:pt x="551189" y="384305"/>
                </a:lnTo>
                <a:lnTo>
                  <a:pt x="554864" y="384254"/>
                </a:lnTo>
                <a:lnTo>
                  <a:pt x="558539" y="384221"/>
                </a:lnTo>
                <a:lnTo>
                  <a:pt x="562213" y="384211"/>
                </a:lnTo>
                <a:lnTo>
                  <a:pt x="565888" y="384226"/>
                </a:lnTo>
                <a:lnTo>
                  <a:pt x="569562" y="384265"/>
                </a:lnTo>
                <a:lnTo>
                  <a:pt x="573237" y="384320"/>
                </a:lnTo>
                <a:lnTo>
                  <a:pt x="576912" y="384384"/>
                </a:lnTo>
                <a:lnTo>
                  <a:pt x="580586" y="384448"/>
                </a:lnTo>
                <a:lnTo>
                  <a:pt x="584261" y="384505"/>
                </a:lnTo>
                <a:lnTo>
                  <a:pt x="587935" y="384548"/>
                </a:lnTo>
                <a:lnTo>
                  <a:pt x="591610" y="384574"/>
                </a:lnTo>
                <a:lnTo>
                  <a:pt x="595285" y="384579"/>
                </a:lnTo>
                <a:lnTo>
                  <a:pt x="598959" y="384560"/>
                </a:lnTo>
                <a:lnTo>
                  <a:pt x="602634" y="384511"/>
                </a:lnTo>
                <a:lnTo>
                  <a:pt x="606308" y="384426"/>
                </a:lnTo>
                <a:lnTo>
                  <a:pt x="609983" y="384297"/>
                </a:lnTo>
                <a:lnTo>
                  <a:pt x="613658" y="384117"/>
                </a:lnTo>
                <a:lnTo>
                  <a:pt x="617332" y="383882"/>
                </a:lnTo>
                <a:lnTo>
                  <a:pt x="621007" y="383589"/>
                </a:lnTo>
                <a:lnTo>
                  <a:pt x="624681" y="383242"/>
                </a:lnTo>
                <a:lnTo>
                  <a:pt x="628356" y="382848"/>
                </a:lnTo>
                <a:lnTo>
                  <a:pt x="632031" y="382418"/>
                </a:lnTo>
                <a:lnTo>
                  <a:pt x="635705" y="381967"/>
                </a:lnTo>
                <a:lnTo>
                  <a:pt x="639380" y="381506"/>
                </a:lnTo>
                <a:lnTo>
                  <a:pt x="643054" y="381047"/>
                </a:lnTo>
                <a:lnTo>
                  <a:pt x="646729" y="380594"/>
                </a:lnTo>
                <a:lnTo>
                  <a:pt x="650404" y="380144"/>
                </a:lnTo>
                <a:lnTo>
                  <a:pt x="654078" y="379685"/>
                </a:lnTo>
                <a:lnTo>
                  <a:pt x="657753" y="379201"/>
                </a:lnTo>
                <a:lnTo>
                  <a:pt x="661427" y="378671"/>
                </a:lnTo>
                <a:lnTo>
                  <a:pt x="665102" y="378076"/>
                </a:lnTo>
                <a:lnTo>
                  <a:pt x="668777" y="377403"/>
                </a:lnTo>
                <a:lnTo>
                  <a:pt x="672451" y="376649"/>
                </a:lnTo>
                <a:lnTo>
                  <a:pt x="676126" y="375822"/>
                </a:lnTo>
                <a:lnTo>
                  <a:pt x="679800" y="374940"/>
                </a:lnTo>
                <a:lnTo>
                  <a:pt x="683475" y="374024"/>
                </a:lnTo>
                <a:lnTo>
                  <a:pt x="687150" y="373092"/>
                </a:lnTo>
                <a:lnTo>
                  <a:pt x="690824" y="372150"/>
                </a:lnTo>
                <a:lnTo>
                  <a:pt x="694499" y="371184"/>
                </a:lnTo>
                <a:lnTo>
                  <a:pt x="698173" y="370161"/>
                </a:lnTo>
                <a:lnTo>
                  <a:pt x="701848" y="369022"/>
                </a:lnTo>
                <a:lnTo>
                  <a:pt x="705523" y="367701"/>
                </a:lnTo>
                <a:lnTo>
                  <a:pt x="709197" y="366150"/>
                </a:lnTo>
                <a:lnTo>
                  <a:pt x="712872" y="364339"/>
                </a:lnTo>
                <a:lnTo>
                  <a:pt x="716546" y="362265"/>
                </a:lnTo>
                <a:lnTo>
                  <a:pt x="720221" y="359954"/>
                </a:lnTo>
                <a:lnTo>
                  <a:pt x="723896" y="357450"/>
                </a:lnTo>
                <a:lnTo>
                  <a:pt x="727570" y="354797"/>
                </a:lnTo>
                <a:lnTo>
                  <a:pt x="731245" y="352024"/>
                </a:lnTo>
                <a:lnTo>
                  <a:pt x="734919" y="349135"/>
                </a:lnTo>
                <a:lnTo>
                  <a:pt x="738594" y="346101"/>
                </a:lnTo>
                <a:lnTo>
                  <a:pt x="742269" y="342869"/>
                </a:lnTo>
                <a:lnTo>
                  <a:pt x="745943" y="339377"/>
                </a:lnTo>
                <a:lnTo>
                  <a:pt x="749618" y="335571"/>
                </a:lnTo>
                <a:lnTo>
                  <a:pt x="753292" y="331420"/>
                </a:lnTo>
                <a:lnTo>
                  <a:pt x="756967" y="326928"/>
                </a:lnTo>
                <a:lnTo>
                  <a:pt x="760642" y="322128"/>
                </a:lnTo>
                <a:lnTo>
                  <a:pt x="764316" y="317087"/>
                </a:lnTo>
                <a:lnTo>
                  <a:pt x="767991" y="311897"/>
                </a:lnTo>
                <a:lnTo>
                  <a:pt x="771665" y="306628"/>
                </a:lnTo>
                <a:lnTo>
                  <a:pt x="775340" y="301333"/>
                </a:lnTo>
                <a:lnTo>
                  <a:pt x="779015" y="296038"/>
                </a:lnTo>
                <a:lnTo>
                  <a:pt x="782689" y="290735"/>
                </a:lnTo>
                <a:lnTo>
                  <a:pt x="786364" y="285383"/>
                </a:lnTo>
                <a:lnTo>
                  <a:pt x="790038" y="279914"/>
                </a:lnTo>
                <a:lnTo>
                  <a:pt x="793713" y="274242"/>
                </a:lnTo>
                <a:lnTo>
                  <a:pt x="797388" y="268282"/>
                </a:lnTo>
                <a:lnTo>
                  <a:pt x="801062" y="261971"/>
                </a:lnTo>
                <a:lnTo>
                  <a:pt x="804737" y="255291"/>
                </a:lnTo>
                <a:lnTo>
                  <a:pt x="808411" y="248276"/>
                </a:lnTo>
                <a:lnTo>
                  <a:pt x="812086" y="241012"/>
                </a:lnTo>
                <a:lnTo>
                  <a:pt x="815761" y="233610"/>
                </a:lnTo>
                <a:lnTo>
                  <a:pt x="819435" y="226170"/>
                </a:lnTo>
                <a:lnTo>
                  <a:pt x="823110" y="218733"/>
                </a:lnTo>
                <a:lnTo>
                  <a:pt x="826784" y="211241"/>
                </a:lnTo>
                <a:lnTo>
                  <a:pt x="830459" y="203546"/>
                </a:lnTo>
                <a:lnTo>
                  <a:pt x="834134" y="195451"/>
                </a:lnTo>
                <a:lnTo>
                  <a:pt x="837808" y="186768"/>
                </a:lnTo>
                <a:lnTo>
                  <a:pt x="841483" y="177380"/>
                </a:lnTo>
                <a:lnTo>
                  <a:pt x="845157" y="167295"/>
                </a:lnTo>
                <a:lnTo>
                  <a:pt x="848832" y="156665"/>
                </a:lnTo>
                <a:lnTo>
                  <a:pt x="852507" y="145775"/>
                </a:lnTo>
                <a:lnTo>
                  <a:pt x="856181" y="134996"/>
                </a:lnTo>
                <a:lnTo>
                  <a:pt x="859856" y="124720"/>
                </a:lnTo>
                <a:lnTo>
                  <a:pt x="863530" y="115277"/>
                </a:lnTo>
                <a:lnTo>
                  <a:pt x="867205" y="106873"/>
                </a:lnTo>
                <a:lnTo>
                  <a:pt x="870880" y="99547"/>
                </a:lnTo>
                <a:lnTo>
                  <a:pt x="874554" y="93163"/>
                </a:lnTo>
                <a:lnTo>
                  <a:pt x="878229" y="87440"/>
                </a:lnTo>
                <a:lnTo>
                  <a:pt x="881903" y="82002"/>
                </a:lnTo>
                <a:lnTo>
                  <a:pt x="885578" y="76434"/>
                </a:lnTo>
                <a:lnTo>
                  <a:pt x="889253" y="70451"/>
                </a:lnTo>
                <a:lnTo>
                  <a:pt x="892927" y="63906"/>
                </a:lnTo>
                <a:lnTo>
                  <a:pt x="896602" y="56811"/>
                </a:lnTo>
                <a:lnTo>
                  <a:pt x="900276" y="49322"/>
                </a:lnTo>
                <a:lnTo>
                  <a:pt x="903951" y="41705"/>
                </a:lnTo>
                <a:lnTo>
                  <a:pt x="907626" y="34274"/>
                </a:lnTo>
                <a:lnTo>
                  <a:pt x="911300" y="27335"/>
                </a:lnTo>
                <a:lnTo>
                  <a:pt x="914975" y="21128"/>
                </a:lnTo>
                <a:lnTo>
                  <a:pt x="918649" y="15792"/>
                </a:lnTo>
                <a:lnTo>
                  <a:pt x="922324" y="11356"/>
                </a:lnTo>
                <a:lnTo>
                  <a:pt x="925999" y="7765"/>
                </a:lnTo>
                <a:lnTo>
                  <a:pt x="929673" y="4917"/>
                </a:lnTo>
                <a:lnTo>
                  <a:pt x="933348" y="2718"/>
                </a:lnTo>
                <a:lnTo>
                  <a:pt x="937022" y="1123"/>
                </a:lnTo>
                <a:lnTo>
                  <a:pt x="940697" y="183"/>
                </a:lnTo>
                <a:lnTo>
                  <a:pt x="944372" y="0"/>
                </a:lnTo>
                <a:lnTo>
                  <a:pt x="948046" y="671"/>
                </a:lnTo>
                <a:lnTo>
                  <a:pt x="951721" y="2303"/>
                </a:lnTo>
                <a:lnTo>
                  <a:pt x="955395" y="4959"/>
                </a:lnTo>
                <a:lnTo>
                  <a:pt x="959070" y="8634"/>
                </a:lnTo>
                <a:lnTo>
                  <a:pt x="962745" y="13253"/>
                </a:lnTo>
                <a:lnTo>
                  <a:pt x="966419" y="18660"/>
                </a:lnTo>
                <a:lnTo>
                  <a:pt x="970094" y="24636"/>
                </a:lnTo>
                <a:lnTo>
                  <a:pt x="973768" y="30915"/>
                </a:lnTo>
                <a:lnTo>
                  <a:pt x="977443" y="37225"/>
                </a:lnTo>
                <a:lnTo>
                  <a:pt x="981118" y="43340"/>
                </a:lnTo>
                <a:lnTo>
                  <a:pt x="984792" y="49117"/>
                </a:lnTo>
                <a:lnTo>
                  <a:pt x="988467" y="54538"/>
                </a:lnTo>
                <a:lnTo>
                  <a:pt x="992141" y="59703"/>
                </a:lnTo>
                <a:lnTo>
                  <a:pt x="995816" y="64809"/>
                </a:lnTo>
                <a:lnTo>
                  <a:pt x="999491" y="70101"/>
                </a:lnTo>
                <a:lnTo>
                  <a:pt x="1003165" y="75832"/>
                </a:lnTo>
                <a:lnTo>
                  <a:pt x="1006840" y="82136"/>
                </a:lnTo>
                <a:lnTo>
                  <a:pt x="1010514" y="89082"/>
                </a:lnTo>
                <a:lnTo>
                  <a:pt x="1014189" y="96682"/>
                </a:lnTo>
                <a:lnTo>
                  <a:pt x="1017864" y="104913"/>
                </a:lnTo>
                <a:lnTo>
                  <a:pt x="1021538" y="113735"/>
                </a:lnTo>
                <a:lnTo>
                  <a:pt x="1025213" y="123100"/>
                </a:lnTo>
                <a:lnTo>
                  <a:pt x="1028887" y="132947"/>
                </a:lnTo>
                <a:lnTo>
                  <a:pt x="1032562" y="143201"/>
                </a:lnTo>
                <a:lnTo>
                  <a:pt x="1036237" y="153764"/>
                </a:lnTo>
                <a:lnTo>
                  <a:pt x="1039911" y="164521"/>
                </a:lnTo>
                <a:lnTo>
                  <a:pt x="1043586" y="175338"/>
                </a:lnTo>
                <a:lnTo>
                  <a:pt x="1047260" y="186073"/>
                </a:lnTo>
                <a:lnTo>
                  <a:pt x="1050935" y="196571"/>
                </a:lnTo>
                <a:lnTo>
                  <a:pt x="1054610" y="206669"/>
                </a:lnTo>
                <a:lnTo>
                  <a:pt x="1058284" y="216191"/>
                </a:lnTo>
                <a:lnTo>
                  <a:pt x="1061959" y="224910"/>
                </a:lnTo>
                <a:lnTo>
                  <a:pt x="1065633" y="232735"/>
                </a:lnTo>
                <a:lnTo>
                  <a:pt x="1069308" y="239611"/>
                </a:lnTo>
                <a:lnTo>
                  <a:pt x="1072983" y="245580"/>
                </a:lnTo>
                <a:lnTo>
                  <a:pt x="1076657" y="250791"/>
                </a:lnTo>
                <a:lnTo>
                  <a:pt x="1080332" y="255488"/>
                </a:lnTo>
                <a:lnTo>
                  <a:pt x="1084006" y="259975"/>
                </a:lnTo>
                <a:lnTo>
                  <a:pt x="1087681" y="264568"/>
                </a:lnTo>
                <a:lnTo>
                  <a:pt x="1091356" y="269536"/>
                </a:lnTo>
                <a:lnTo>
                  <a:pt x="1095030" y="275054"/>
                </a:lnTo>
                <a:lnTo>
                  <a:pt x="1098705" y="281171"/>
                </a:lnTo>
                <a:lnTo>
                  <a:pt x="1102379" y="287806"/>
                </a:lnTo>
                <a:lnTo>
                  <a:pt x="1106054" y="294776"/>
                </a:lnTo>
                <a:lnTo>
                  <a:pt x="1109729" y="301845"/>
                </a:lnTo>
                <a:lnTo>
                  <a:pt x="1113403" y="308768"/>
                </a:lnTo>
                <a:lnTo>
                  <a:pt x="1117078" y="315344"/>
                </a:lnTo>
                <a:lnTo>
                  <a:pt x="1120752" y="321411"/>
                </a:lnTo>
                <a:lnTo>
                  <a:pt x="1124427" y="326916"/>
                </a:lnTo>
                <a:lnTo>
                  <a:pt x="1128102" y="331870"/>
                </a:lnTo>
                <a:lnTo>
                  <a:pt x="1131776" y="336307"/>
                </a:lnTo>
                <a:lnTo>
                  <a:pt x="1135451" y="340279"/>
                </a:lnTo>
                <a:lnTo>
                  <a:pt x="1139125" y="343852"/>
                </a:lnTo>
                <a:lnTo>
                  <a:pt x="1142800" y="347093"/>
                </a:lnTo>
                <a:lnTo>
                  <a:pt x="1146475" y="350071"/>
                </a:lnTo>
                <a:lnTo>
                  <a:pt x="1150149" y="352849"/>
                </a:lnTo>
                <a:lnTo>
                  <a:pt x="1153824" y="355474"/>
                </a:lnTo>
                <a:lnTo>
                  <a:pt x="1157498" y="357977"/>
                </a:lnTo>
                <a:lnTo>
                  <a:pt x="1161173" y="360367"/>
                </a:lnTo>
                <a:lnTo>
                  <a:pt x="1164848" y="362638"/>
                </a:lnTo>
                <a:lnTo>
                  <a:pt x="1168522" y="364774"/>
                </a:lnTo>
                <a:lnTo>
                  <a:pt x="1172197" y="366760"/>
                </a:lnTo>
                <a:lnTo>
                  <a:pt x="1175871" y="368589"/>
                </a:lnTo>
                <a:lnTo>
                  <a:pt x="1179546" y="370259"/>
                </a:lnTo>
                <a:lnTo>
                  <a:pt x="1183221" y="371775"/>
                </a:lnTo>
                <a:lnTo>
                  <a:pt x="1186895" y="373153"/>
                </a:lnTo>
                <a:lnTo>
                  <a:pt x="1190570" y="374395"/>
                </a:lnTo>
                <a:lnTo>
                  <a:pt x="1194244" y="375496"/>
                </a:lnTo>
                <a:lnTo>
                  <a:pt x="1197919" y="376449"/>
                </a:lnTo>
                <a:lnTo>
                  <a:pt x="1201594" y="377249"/>
                </a:lnTo>
                <a:lnTo>
                  <a:pt x="1205268" y="377896"/>
                </a:lnTo>
                <a:lnTo>
                  <a:pt x="1208943" y="378404"/>
                </a:lnTo>
                <a:lnTo>
                  <a:pt x="1212617" y="378797"/>
                </a:lnTo>
                <a:lnTo>
                  <a:pt x="1216292" y="379107"/>
                </a:lnTo>
                <a:lnTo>
                  <a:pt x="1219967" y="379372"/>
                </a:lnTo>
                <a:lnTo>
                  <a:pt x="1223641" y="379626"/>
                </a:lnTo>
                <a:lnTo>
                  <a:pt x="1227316" y="379896"/>
                </a:lnTo>
                <a:lnTo>
                  <a:pt x="1230990" y="380197"/>
                </a:lnTo>
                <a:lnTo>
                  <a:pt x="1234665" y="380533"/>
                </a:lnTo>
                <a:lnTo>
                  <a:pt x="1238340" y="380899"/>
                </a:lnTo>
                <a:lnTo>
                  <a:pt x="1242014" y="381283"/>
                </a:lnTo>
                <a:lnTo>
                  <a:pt x="1245689" y="381668"/>
                </a:lnTo>
                <a:lnTo>
                  <a:pt x="1249363" y="382042"/>
                </a:lnTo>
                <a:lnTo>
                  <a:pt x="1253038" y="382392"/>
                </a:lnTo>
                <a:lnTo>
                  <a:pt x="1256713" y="382712"/>
                </a:lnTo>
                <a:lnTo>
                  <a:pt x="1260387" y="383000"/>
                </a:lnTo>
                <a:lnTo>
                  <a:pt x="1264062" y="383254"/>
                </a:lnTo>
                <a:lnTo>
                  <a:pt x="1267736" y="383479"/>
                </a:lnTo>
                <a:lnTo>
                  <a:pt x="1271411" y="383677"/>
                </a:lnTo>
                <a:lnTo>
                  <a:pt x="1275086" y="383853"/>
                </a:lnTo>
                <a:lnTo>
                  <a:pt x="1278760" y="384008"/>
                </a:lnTo>
                <a:lnTo>
                  <a:pt x="1282435" y="384141"/>
                </a:lnTo>
                <a:lnTo>
                  <a:pt x="1286109" y="384250"/>
                </a:lnTo>
                <a:lnTo>
                  <a:pt x="1289784" y="384332"/>
                </a:lnTo>
                <a:lnTo>
                  <a:pt x="1293459" y="384384"/>
                </a:lnTo>
                <a:lnTo>
                  <a:pt x="1297133" y="384406"/>
                </a:lnTo>
                <a:lnTo>
                  <a:pt x="1300808" y="384397"/>
                </a:lnTo>
                <a:lnTo>
                  <a:pt x="1304482" y="384367"/>
                </a:lnTo>
                <a:lnTo>
                  <a:pt x="1308157" y="384322"/>
                </a:lnTo>
                <a:lnTo>
                  <a:pt x="1311832" y="384275"/>
                </a:lnTo>
                <a:lnTo>
                  <a:pt x="1315506" y="384235"/>
                </a:lnTo>
                <a:lnTo>
                  <a:pt x="1319181" y="384212"/>
                </a:lnTo>
                <a:lnTo>
                  <a:pt x="1322855" y="384211"/>
                </a:lnTo>
                <a:lnTo>
                  <a:pt x="1326530" y="384234"/>
                </a:lnTo>
                <a:lnTo>
                  <a:pt x="1330205" y="384277"/>
                </a:lnTo>
                <a:lnTo>
                  <a:pt x="1333879" y="384335"/>
                </a:lnTo>
                <a:lnTo>
                  <a:pt x="1337554" y="384400"/>
                </a:lnTo>
                <a:lnTo>
                  <a:pt x="1341228" y="384464"/>
                </a:lnTo>
                <a:lnTo>
                  <a:pt x="1344903" y="384522"/>
                </a:lnTo>
                <a:lnTo>
                  <a:pt x="1348577" y="384569"/>
                </a:lnTo>
                <a:lnTo>
                  <a:pt x="1352252" y="384605"/>
                </a:lnTo>
                <a:lnTo>
                  <a:pt x="1355927" y="384631"/>
                </a:lnTo>
                <a:lnTo>
                  <a:pt x="1359601" y="384648"/>
                </a:lnTo>
                <a:lnTo>
                  <a:pt x="1363276" y="384658"/>
                </a:lnTo>
                <a:lnTo>
                  <a:pt x="1366950" y="384664"/>
                </a:lnTo>
                <a:lnTo>
                  <a:pt x="1370625" y="384667"/>
                </a:lnTo>
                <a:lnTo>
                  <a:pt x="1374300" y="384668"/>
                </a:lnTo>
                <a:lnTo>
                  <a:pt x="1377974" y="384669"/>
                </a:lnTo>
                <a:lnTo>
                  <a:pt x="1381649" y="384670"/>
                </a:lnTo>
                <a:lnTo>
                  <a:pt x="1385323" y="384670"/>
                </a:lnTo>
                <a:lnTo>
                  <a:pt x="1388998" y="384670"/>
                </a:lnTo>
                <a:lnTo>
                  <a:pt x="1392673" y="384670"/>
                </a:lnTo>
                <a:lnTo>
                  <a:pt x="1396347" y="384670"/>
                </a:lnTo>
                <a:lnTo>
                  <a:pt x="1400022" y="384670"/>
                </a:lnTo>
                <a:lnTo>
                  <a:pt x="1403696" y="384670"/>
                </a:lnTo>
                <a:lnTo>
                  <a:pt x="1407371" y="384670"/>
                </a:lnTo>
                <a:lnTo>
                  <a:pt x="1411046" y="384670"/>
                </a:lnTo>
                <a:lnTo>
                  <a:pt x="1414720" y="384670"/>
                </a:lnTo>
                <a:lnTo>
                  <a:pt x="1418395" y="384670"/>
                </a:lnTo>
                <a:lnTo>
                  <a:pt x="1422069" y="384670"/>
                </a:lnTo>
                <a:lnTo>
                  <a:pt x="1425744" y="384670"/>
                </a:lnTo>
                <a:lnTo>
                  <a:pt x="1429419" y="384670"/>
                </a:lnTo>
                <a:lnTo>
                  <a:pt x="1433093" y="384670"/>
                </a:lnTo>
                <a:lnTo>
                  <a:pt x="1436768" y="384670"/>
                </a:lnTo>
                <a:lnTo>
                  <a:pt x="1440442" y="384670"/>
                </a:lnTo>
                <a:lnTo>
                  <a:pt x="1444117" y="384670"/>
                </a:lnTo>
                <a:lnTo>
                  <a:pt x="1447792" y="384670"/>
                </a:lnTo>
                <a:lnTo>
                  <a:pt x="1451466" y="384670"/>
                </a:lnTo>
                <a:lnTo>
                  <a:pt x="1455141" y="384670"/>
                </a:lnTo>
                <a:lnTo>
                  <a:pt x="1458815" y="384670"/>
                </a:lnTo>
                <a:lnTo>
                  <a:pt x="1462490" y="384670"/>
                </a:lnTo>
                <a:lnTo>
                  <a:pt x="1466165" y="384670"/>
                </a:lnTo>
                <a:lnTo>
                  <a:pt x="1469839" y="384670"/>
                </a:lnTo>
                <a:lnTo>
                  <a:pt x="1473514" y="384670"/>
                </a:lnTo>
                <a:lnTo>
                  <a:pt x="1477188" y="384670"/>
                </a:lnTo>
                <a:lnTo>
                  <a:pt x="1480863" y="384670"/>
                </a:lnTo>
                <a:lnTo>
                  <a:pt x="1484538" y="384670"/>
                </a:lnTo>
                <a:lnTo>
                  <a:pt x="1488212" y="384670"/>
                </a:lnTo>
                <a:lnTo>
                  <a:pt x="1491887" y="384670"/>
                </a:lnTo>
                <a:lnTo>
                  <a:pt x="1495561" y="384670"/>
                </a:lnTo>
                <a:lnTo>
                  <a:pt x="1499236" y="384670"/>
                </a:lnTo>
                <a:lnTo>
                  <a:pt x="1502911" y="384670"/>
                </a:lnTo>
                <a:lnTo>
                  <a:pt x="1506585" y="384670"/>
                </a:lnTo>
                <a:lnTo>
                  <a:pt x="1510260" y="384670"/>
                </a:lnTo>
                <a:lnTo>
                  <a:pt x="1513934" y="384670"/>
                </a:lnTo>
                <a:lnTo>
                  <a:pt x="1517609" y="384670"/>
                </a:lnTo>
                <a:lnTo>
                  <a:pt x="1521284" y="384670"/>
                </a:lnTo>
                <a:lnTo>
                  <a:pt x="1524958" y="384670"/>
                </a:lnTo>
                <a:lnTo>
                  <a:pt x="1528633" y="384670"/>
                </a:lnTo>
                <a:lnTo>
                  <a:pt x="1532307" y="384670"/>
                </a:lnTo>
                <a:lnTo>
                  <a:pt x="1535982" y="384670"/>
                </a:lnTo>
                <a:lnTo>
                  <a:pt x="1539657" y="384670"/>
                </a:lnTo>
                <a:lnTo>
                  <a:pt x="1543331" y="384670"/>
                </a:lnTo>
                <a:lnTo>
                  <a:pt x="1547006" y="384670"/>
                </a:lnTo>
                <a:lnTo>
                  <a:pt x="1550680" y="384670"/>
                </a:lnTo>
                <a:lnTo>
                  <a:pt x="1554355" y="384670"/>
                </a:lnTo>
                <a:lnTo>
                  <a:pt x="1558030" y="384670"/>
                </a:lnTo>
                <a:lnTo>
                  <a:pt x="1561704" y="384670"/>
                </a:lnTo>
                <a:lnTo>
                  <a:pt x="1565379" y="384670"/>
                </a:lnTo>
                <a:lnTo>
                  <a:pt x="1569053" y="384670"/>
                </a:lnTo>
                <a:lnTo>
                  <a:pt x="1572728" y="384670"/>
                </a:lnTo>
                <a:lnTo>
                  <a:pt x="1576403" y="384670"/>
                </a:lnTo>
                <a:lnTo>
                  <a:pt x="1580077" y="384670"/>
                </a:lnTo>
                <a:lnTo>
                  <a:pt x="1583752" y="384670"/>
                </a:lnTo>
                <a:lnTo>
                  <a:pt x="1587426" y="384670"/>
                </a:lnTo>
                <a:lnTo>
                  <a:pt x="1591101" y="384670"/>
                </a:lnTo>
                <a:lnTo>
                  <a:pt x="1594776" y="384670"/>
                </a:lnTo>
                <a:lnTo>
                  <a:pt x="1598450" y="384670"/>
                </a:lnTo>
                <a:lnTo>
                  <a:pt x="1602125" y="384670"/>
                </a:lnTo>
                <a:lnTo>
                  <a:pt x="1605799" y="384670"/>
                </a:lnTo>
                <a:lnTo>
                  <a:pt x="1609474" y="384670"/>
                </a:lnTo>
                <a:lnTo>
                  <a:pt x="1613149" y="384670"/>
                </a:lnTo>
                <a:lnTo>
                  <a:pt x="1616823" y="384670"/>
                </a:lnTo>
                <a:lnTo>
                  <a:pt x="1620498" y="384670"/>
                </a:lnTo>
                <a:lnTo>
                  <a:pt x="1624172" y="384670"/>
                </a:lnTo>
                <a:lnTo>
                  <a:pt x="1627847" y="384670"/>
                </a:lnTo>
                <a:lnTo>
                  <a:pt x="1631522" y="384670"/>
                </a:lnTo>
                <a:lnTo>
                  <a:pt x="1635196" y="384670"/>
                </a:lnTo>
                <a:lnTo>
                  <a:pt x="1638871" y="384670"/>
                </a:lnTo>
                <a:lnTo>
                  <a:pt x="1642545" y="384670"/>
                </a:lnTo>
                <a:lnTo>
                  <a:pt x="1646220" y="384670"/>
                </a:lnTo>
                <a:lnTo>
                  <a:pt x="1649895" y="384670"/>
                </a:lnTo>
                <a:lnTo>
                  <a:pt x="1653569" y="384670"/>
                </a:lnTo>
                <a:lnTo>
                  <a:pt x="1657244" y="384670"/>
                </a:lnTo>
                <a:lnTo>
                  <a:pt x="1660918" y="384670"/>
                </a:lnTo>
                <a:lnTo>
                  <a:pt x="1664593" y="384670"/>
                </a:lnTo>
                <a:lnTo>
                  <a:pt x="1668268" y="384670"/>
                </a:lnTo>
                <a:lnTo>
                  <a:pt x="1671942" y="384670"/>
                </a:lnTo>
                <a:lnTo>
                  <a:pt x="1675617" y="384670"/>
                </a:lnTo>
                <a:lnTo>
                  <a:pt x="1679291" y="384670"/>
                </a:lnTo>
                <a:lnTo>
                  <a:pt x="1682966" y="384670"/>
                </a:lnTo>
                <a:lnTo>
                  <a:pt x="1686641" y="384670"/>
                </a:lnTo>
                <a:lnTo>
                  <a:pt x="1690315" y="384670"/>
                </a:lnTo>
                <a:lnTo>
                  <a:pt x="1693990" y="384670"/>
                </a:lnTo>
                <a:lnTo>
                  <a:pt x="1697664" y="384670"/>
                </a:lnTo>
                <a:lnTo>
                  <a:pt x="1701339" y="384670"/>
                </a:lnTo>
                <a:lnTo>
                  <a:pt x="1705014" y="384670"/>
                </a:lnTo>
                <a:lnTo>
                  <a:pt x="1708688" y="384670"/>
                </a:lnTo>
                <a:lnTo>
                  <a:pt x="1712363" y="384670"/>
                </a:lnTo>
                <a:lnTo>
                  <a:pt x="1716037" y="384670"/>
                </a:lnTo>
                <a:lnTo>
                  <a:pt x="1719712" y="384670"/>
                </a:lnTo>
                <a:lnTo>
                  <a:pt x="1723387" y="384670"/>
                </a:lnTo>
                <a:lnTo>
                  <a:pt x="1727061" y="384670"/>
                </a:lnTo>
                <a:lnTo>
                  <a:pt x="1730736" y="384670"/>
                </a:lnTo>
                <a:lnTo>
                  <a:pt x="1734410" y="384670"/>
                </a:lnTo>
                <a:lnTo>
                  <a:pt x="1738085" y="384670"/>
                </a:lnTo>
                <a:lnTo>
                  <a:pt x="1741760" y="384670"/>
                </a:lnTo>
                <a:lnTo>
                  <a:pt x="1745434" y="384670"/>
                </a:lnTo>
                <a:lnTo>
                  <a:pt x="1749109" y="384670"/>
                </a:lnTo>
                <a:lnTo>
                  <a:pt x="1752783" y="384670"/>
                </a:lnTo>
                <a:lnTo>
                  <a:pt x="1756458" y="384670"/>
                </a:lnTo>
                <a:lnTo>
                  <a:pt x="1760133" y="384670"/>
                </a:lnTo>
                <a:lnTo>
                  <a:pt x="1763807" y="384670"/>
                </a:lnTo>
                <a:lnTo>
                  <a:pt x="1767482" y="384670"/>
                </a:lnTo>
                <a:lnTo>
                  <a:pt x="1771156" y="384670"/>
                </a:lnTo>
                <a:lnTo>
                  <a:pt x="1774831" y="384670"/>
                </a:lnTo>
                <a:lnTo>
                  <a:pt x="1778506" y="384670"/>
                </a:lnTo>
                <a:lnTo>
                  <a:pt x="1782180" y="384670"/>
                </a:lnTo>
                <a:lnTo>
                  <a:pt x="1785855" y="384670"/>
                </a:lnTo>
                <a:lnTo>
                  <a:pt x="1789529" y="384670"/>
                </a:lnTo>
                <a:lnTo>
                  <a:pt x="1793204" y="384670"/>
                </a:lnTo>
                <a:lnTo>
                  <a:pt x="1796879" y="384670"/>
                </a:lnTo>
                <a:lnTo>
                  <a:pt x="1800553" y="384670"/>
                </a:lnTo>
                <a:lnTo>
                  <a:pt x="1804228" y="384670"/>
                </a:lnTo>
                <a:lnTo>
                  <a:pt x="1807902" y="384670"/>
                </a:lnTo>
                <a:lnTo>
                  <a:pt x="1811577" y="384670"/>
                </a:lnTo>
                <a:lnTo>
                  <a:pt x="1815252" y="384670"/>
                </a:lnTo>
                <a:lnTo>
                  <a:pt x="1818926" y="384670"/>
                </a:lnTo>
                <a:lnTo>
                  <a:pt x="1822601" y="384670"/>
                </a:lnTo>
                <a:lnTo>
                  <a:pt x="1826275" y="384670"/>
                </a:lnTo>
                <a:lnTo>
                  <a:pt x="1829950" y="384670"/>
                </a:lnTo>
                <a:lnTo>
                  <a:pt x="1833625" y="384670"/>
                </a:lnTo>
                <a:lnTo>
                  <a:pt x="1837299" y="384670"/>
                </a:lnTo>
                <a:lnTo>
                  <a:pt x="1840974" y="384670"/>
                </a:lnTo>
                <a:lnTo>
                  <a:pt x="1844648" y="384670"/>
                </a:lnTo>
                <a:lnTo>
                  <a:pt x="1848323" y="384670"/>
                </a:lnTo>
                <a:lnTo>
                  <a:pt x="1851998" y="384670"/>
                </a:lnTo>
                <a:lnTo>
                  <a:pt x="1855672" y="384670"/>
                </a:lnTo>
                <a:lnTo>
                  <a:pt x="1859347" y="384670"/>
                </a:lnTo>
                <a:lnTo>
                  <a:pt x="1863021" y="384670"/>
                </a:lnTo>
                <a:lnTo>
                  <a:pt x="1866696" y="384670"/>
                </a:lnTo>
                <a:lnTo>
                  <a:pt x="1870371" y="384670"/>
                </a:lnTo>
                <a:lnTo>
                  <a:pt x="1874045" y="384670"/>
                </a:lnTo>
                <a:lnTo>
                  <a:pt x="1877720" y="384670"/>
                </a:lnTo>
              </a:path>
            </a:pathLst>
          </a:custGeom>
          <a:ln w="27101" cap="flat">
            <a:solidFill>
              <a:srgbClr val="F8766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8" name="pg128"/>
          <p:cNvSpPr/>
          <p:nvPr/>
        </p:nvSpPr>
        <p:spPr>
          <a:xfrm>
            <a:off x="6702581" y="3287709"/>
            <a:ext cx="1877720" cy="194545"/>
          </a:xfrm>
          <a:custGeom>
            <a:avLst/>
            <a:gdLst/>
            <a:ahLst/>
            <a:cxnLst/>
            <a:rect l="0" t="0" r="0" b="0"/>
            <a:pathLst>
              <a:path w="1877720" h="194545">
                <a:moveTo>
                  <a:pt x="0" y="194545"/>
                </a:moveTo>
                <a:lnTo>
                  <a:pt x="3674" y="194545"/>
                </a:lnTo>
                <a:lnTo>
                  <a:pt x="7349" y="194545"/>
                </a:lnTo>
                <a:lnTo>
                  <a:pt x="11023" y="194545"/>
                </a:lnTo>
                <a:lnTo>
                  <a:pt x="14698" y="194545"/>
                </a:lnTo>
                <a:lnTo>
                  <a:pt x="18372" y="194545"/>
                </a:lnTo>
                <a:lnTo>
                  <a:pt x="22047" y="194545"/>
                </a:lnTo>
                <a:lnTo>
                  <a:pt x="25722" y="194545"/>
                </a:lnTo>
                <a:lnTo>
                  <a:pt x="29396" y="194545"/>
                </a:lnTo>
                <a:lnTo>
                  <a:pt x="33071" y="194545"/>
                </a:lnTo>
                <a:lnTo>
                  <a:pt x="36745" y="194545"/>
                </a:lnTo>
                <a:lnTo>
                  <a:pt x="40420" y="194545"/>
                </a:lnTo>
                <a:lnTo>
                  <a:pt x="44095" y="194545"/>
                </a:lnTo>
                <a:lnTo>
                  <a:pt x="47769" y="194545"/>
                </a:lnTo>
                <a:lnTo>
                  <a:pt x="51444" y="194545"/>
                </a:lnTo>
                <a:lnTo>
                  <a:pt x="55118" y="194545"/>
                </a:lnTo>
                <a:lnTo>
                  <a:pt x="58793" y="194545"/>
                </a:lnTo>
                <a:lnTo>
                  <a:pt x="62468" y="194545"/>
                </a:lnTo>
                <a:lnTo>
                  <a:pt x="66142" y="194545"/>
                </a:lnTo>
                <a:lnTo>
                  <a:pt x="69817" y="194545"/>
                </a:lnTo>
                <a:lnTo>
                  <a:pt x="73491" y="194545"/>
                </a:lnTo>
                <a:lnTo>
                  <a:pt x="77166" y="194545"/>
                </a:lnTo>
                <a:lnTo>
                  <a:pt x="80841" y="194545"/>
                </a:lnTo>
                <a:lnTo>
                  <a:pt x="84515" y="194545"/>
                </a:lnTo>
                <a:lnTo>
                  <a:pt x="88190" y="194545"/>
                </a:lnTo>
                <a:lnTo>
                  <a:pt x="91864" y="194545"/>
                </a:lnTo>
                <a:lnTo>
                  <a:pt x="95539" y="194545"/>
                </a:lnTo>
                <a:lnTo>
                  <a:pt x="99214" y="194545"/>
                </a:lnTo>
                <a:lnTo>
                  <a:pt x="102888" y="194545"/>
                </a:lnTo>
                <a:lnTo>
                  <a:pt x="106563" y="194545"/>
                </a:lnTo>
                <a:lnTo>
                  <a:pt x="110237" y="194545"/>
                </a:lnTo>
                <a:lnTo>
                  <a:pt x="113912" y="194545"/>
                </a:lnTo>
                <a:lnTo>
                  <a:pt x="117587" y="194545"/>
                </a:lnTo>
                <a:lnTo>
                  <a:pt x="121261" y="194545"/>
                </a:lnTo>
                <a:lnTo>
                  <a:pt x="124936" y="194545"/>
                </a:lnTo>
                <a:lnTo>
                  <a:pt x="128610" y="194545"/>
                </a:lnTo>
                <a:lnTo>
                  <a:pt x="132285" y="194545"/>
                </a:lnTo>
                <a:lnTo>
                  <a:pt x="135960" y="194545"/>
                </a:lnTo>
                <a:lnTo>
                  <a:pt x="139634" y="194545"/>
                </a:lnTo>
                <a:lnTo>
                  <a:pt x="143309" y="194545"/>
                </a:lnTo>
                <a:lnTo>
                  <a:pt x="146983" y="194545"/>
                </a:lnTo>
                <a:lnTo>
                  <a:pt x="150658" y="194545"/>
                </a:lnTo>
                <a:lnTo>
                  <a:pt x="154333" y="194545"/>
                </a:lnTo>
                <a:lnTo>
                  <a:pt x="158007" y="194545"/>
                </a:lnTo>
                <a:lnTo>
                  <a:pt x="161682" y="194545"/>
                </a:lnTo>
                <a:lnTo>
                  <a:pt x="165356" y="194545"/>
                </a:lnTo>
                <a:lnTo>
                  <a:pt x="169031" y="194545"/>
                </a:lnTo>
                <a:lnTo>
                  <a:pt x="172706" y="194544"/>
                </a:lnTo>
                <a:lnTo>
                  <a:pt x="176380" y="194544"/>
                </a:lnTo>
                <a:lnTo>
                  <a:pt x="180055" y="194543"/>
                </a:lnTo>
                <a:lnTo>
                  <a:pt x="183729" y="194543"/>
                </a:lnTo>
                <a:lnTo>
                  <a:pt x="187404" y="194541"/>
                </a:lnTo>
                <a:lnTo>
                  <a:pt x="191079" y="194540"/>
                </a:lnTo>
                <a:lnTo>
                  <a:pt x="194753" y="194538"/>
                </a:lnTo>
                <a:lnTo>
                  <a:pt x="198428" y="194535"/>
                </a:lnTo>
                <a:lnTo>
                  <a:pt x="202102" y="194532"/>
                </a:lnTo>
                <a:lnTo>
                  <a:pt x="205777" y="194527"/>
                </a:lnTo>
                <a:lnTo>
                  <a:pt x="209452" y="194521"/>
                </a:lnTo>
                <a:lnTo>
                  <a:pt x="213126" y="194514"/>
                </a:lnTo>
                <a:lnTo>
                  <a:pt x="216801" y="194505"/>
                </a:lnTo>
                <a:lnTo>
                  <a:pt x="220475" y="194494"/>
                </a:lnTo>
                <a:lnTo>
                  <a:pt x="224150" y="194481"/>
                </a:lnTo>
                <a:lnTo>
                  <a:pt x="227825" y="194466"/>
                </a:lnTo>
                <a:lnTo>
                  <a:pt x="231499" y="194448"/>
                </a:lnTo>
                <a:lnTo>
                  <a:pt x="235174" y="194429"/>
                </a:lnTo>
                <a:lnTo>
                  <a:pt x="238848" y="194407"/>
                </a:lnTo>
                <a:lnTo>
                  <a:pt x="242523" y="194383"/>
                </a:lnTo>
                <a:lnTo>
                  <a:pt x="246198" y="194356"/>
                </a:lnTo>
                <a:lnTo>
                  <a:pt x="249872" y="194329"/>
                </a:lnTo>
                <a:lnTo>
                  <a:pt x="253547" y="194300"/>
                </a:lnTo>
                <a:lnTo>
                  <a:pt x="257221" y="194271"/>
                </a:lnTo>
                <a:lnTo>
                  <a:pt x="260896" y="194242"/>
                </a:lnTo>
                <a:lnTo>
                  <a:pt x="264571" y="194214"/>
                </a:lnTo>
                <a:lnTo>
                  <a:pt x="268245" y="194187"/>
                </a:lnTo>
                <a:lnTo>
                  <a:pt x="271920" y="194162"/>
                </a:lnTo>
                <a:lnTo>
                  <a:pt x="275594" y="194139"/>
                </a:lnTo>
                <a:lnTo>
                  <a:pt x="279269" y="194119"/>
                </a:lnTo>
                <a:lnTo>
                  <a:pt x="282944" y="194102"/>
                </a:lnTo>
                <a:lnTo>
                  <a:pt x="286618" y="194088"/>
                </a:lnTo>
                <a:lnTo>
                  <a:pt x="290293" y="194077"/>
                </a:lnTo>
                <a:lnTo>
                  <a:pt x="293967" y="194069"/>
                </a:lnTo>
                <a:lnTo>
                  <a:pt x="297642" y="194062"/>
                </a:lnTo>
                <a:lnTo>
                  <a:pt x="301317" y="194058"/>
                </a:lnTo>
                <a:lnTo>
                  <a:pt x="304991" y="194054"/>
                </a:lnTo>
                <a:lnTo>
                  <a:pt x="308666" y="194050"/>
                </a:lnTo>
                <a:lnTo>
                  <a:pt x="312340" y="194044"/>
                </a:lnTo>
                <a:lnTo>
                  <a:pt x="316015" y="194035"/>
                </a:lnTo>
                <a:lnTo>
                  <a:pt x="319690" y="194023"/>
                </a:lnTo>
                <a:lnTo>
                  <a:pt x="323364" y="194006"/>
                </a:lnTo>
                <a:lnTo>
                  <a:pt x="327039" y="193983"/>
                </a:lnTo>
                <a:lnTo>
                  <a:pt x="330713" y="193952"/>
                </a:lnTo>
                <a:lnTo>
                  <a:pt x="334388" y="193912"/>
                </a:lnTo>
                <a:lnTo>
                  <a:pt x="338063" y="193861"/>
                </a:lnTo>
                <a:lnTo>
                  <a:pt x="341737" y="193798"/>
                </a:lnTo>
                <a:lnTo>
                  <a:pt x="345412" y="193724"/>
                </a:lnTo>
                <a:lnTo>
                  <a:pt x="349086" y="193636"/>
                </a:lnTo>
                <a:lnTo>
                  <a:pt x="352761" y="193534"/>
                </a:lnTo>
                <a:lnTo>
                  <a:pt x="356436" y="193416"/>
                </a:lnTo>
                <a:lnTo>
                  <a:pt x="360110" y="193283"/>
                </a:lnTo>
                <a:lnTo>
                  <a:pt x="363785" y="193133"/>
                </a:lnTo>
                <a:lnTo>
                  <a:pt x="367459" y="192965"/>
                </a:lnTo>
                <a:lnTo>
                  <a:pt x="371134" y="192778"/>
                </a:lnTo>
                <a:lnTo>
                  <a:pt x="374809" y="192573"/>
                </a:lnTo>
                <a:lnTo>
                  <a:pt x="378483" y="192351"/>
                </a:lnTo>
                <a:lnTo>
                  <a:pt x="382158" y="192113"/>
                </a:lnTo>
                <a:lnTo>
                  <a:pt x="385832" y="191858"/>
                </a:lnTo>
                <a:lnTo>
                  <a:pt x="389507" y="191588"/>
                </a:lnTo>
                <a:lnTo>
                  <a:pt x="393182" y="191306"/>
                </a:lnTo>
                <a:lnTo>
                  <a:pt x="396856" y="191011"/>
                </a:lnTo>
                <a:lnTo>
                  <a:pt x="400531" y="190707"/>
                </a:lnTo>
                <a:lnTo>
                  <a:pt x="404205" y="190397"/>
                </a:lnTo>
                <a:lnTo>
                  <a:pt x="407880" y="190084"/>
                </a:lnTo>
                <a:lnTo>
                  <a:pt x="411555" y="189770"/>
                </a:lnTo>
                <a:lnTo>
                  <a:pt x="415229" y="189460"/>
                </a:lnTo>
                <a:lnTo>
                  <a:pt x="418904" y="189154"/>
                </a:lnTo>
                <a:lnTo>
                  <a:pt x="422578" y="188856"/>
                </a:lnTo>
                <a:lnTo>
                  <a:pt x="426253" y="188568"/>
                </a:lnTo>
                <a:lnTo>
                  <a:pt x="429928" y="188291"/>
                </a:lnTo>
                <a:lnTo>
                  <a:pt x="433602" y="188028"/>
                </a:lnTo>
                <a:lnTo>
                  <a:pt x="437277" y="187777"/>
                </a:lnTo>
                <a:lnTo>
                  <a:pt x="440951" y="187537"/>
                </a:lnTo>
                <a:lnTo>
                  <a:pt x="444626" y="187307"/>
                </a:lnTo>
                <a:lnTo>
                  <a:pt x="448301" y="187084"/>
                </a:lnTo>
                <a:lnTo>
                  <a:pt x="451975" y="186866"/>
                </a:lnTo>
                <a:lnTo>
                  <a:pt x="455650" y="186649"/>
                </a:lnTo>
                <a:lnTo>
                  <a:pt x="459324" y="186428"/>
                </a:lnTo>
                <a:lnTo>
                  <a:pt x="462999" y="186199"/>
                </a:lnTo>
                <a:lnTo>
                  <a:pt x="466674" y="185955"/>
                </a:lnTo>
                <a:lnTo>
                  <a:pt x="470348" y="185691"/>
                </a:lnTo>
                <a:lnTo>
                  <a:pt x="474023" y="185405"/>
                </a:lnTo>
                <a:lnTo>
                  <a:pt x="477697" y="185090"/>
                </a:lnTo>
                <a:lnTo>
                  <a:pt x="481372" y="184743"/>
                </a:lnTo>
                <a:lnTo>
                  <a:pt x="485047" y="184361"/>
                </a:lnTo>
                <a:lnTo>
                  <a:pt x="488721" y="183941"/>
                </a:lnTo>
                <a:lnTo>
                  <a:pt x="492396" y="183481"/>
                </a:lnTo>
                <a:lnTo>
                  <a:pt x="496070" y="182976"/>
                </a:lnTo>
                <a:lnTo>
                  <a:pt x="499745" y="182431"/>
                </a:lnTo>
                <a:lnTo>
                  <a:pt x="503420" y="181847"/>
                </a:lnTo>
                <a:lnTo>
                  <a:pt x="507094" y="181227"/>
                </a:lnTo>
                <a:lnTo>
                  <a:pt x="510769" y="180573"/>
                </a:lnTo>
                <a:lnTo>
                  <a:pt x="514443" y="179888"/>
                </a:lnTo>
                <a:lnTo>
                  <a:pt x="518118" y="179176"/>
                </a:lnTo>
                <a:lnTo>
                  <a:pt x="521793" y="178439"/>
                </a:lnTo>
                <a:lnTo>
                  <a:pt x="525467" y="177681"/>
                </a:lnTo>
                <a:lnTo>
                  <a:pt x="529142" y="176905"/>
                </a:lnTo>
                <a:lnTo>
                  <a:pt x="532816" y="176116"/>
                </a:lnTo>
                <a:lnTo>
                  <a:pt x="536491" y="175317"/>
                </a:lnTo>
                <a:lnTo>
                  <a:pt x="540166" y="174510"/>
                </a:lnTo>
                <a:lnTo>
                  <a:pt x="543840" y="173698"/>
                </a:lnTo>
                <a:lnTo>
                  <a:pt x="547515" y="172883"/>
                </a:lnTo>
                <a:lnTo>
                  <a:pt x="551189" y="172065"/>
                </a:lnTo>
                <a:lnTo>
                  <a:pt x="554864" y="171243"/>
                </a:lnTo>
                <a:lnTo>
                  <a:pt x="558539" y="170417"/>
                </a:lnTo>
                <a:lnTo>
                  <a:pt x="562213" y="169585"/>
                </a:lnTo>
                <a:lnTo>
                  <a:pt x="565888" y="168742"/>
                </a:lnTo>
                <a:lnTo>
                  <a:pt x="569562" y="167883"/>
                </a:lnTo>
                <a:lnTo>
                  <a:pt x="573237" y="167004"/>
                </a:lnTo>
                <a:lnTo>
                  <a:pt x="576912" y="166098"/>
                </a:lnTo>
                <a:lnTo>
                  <a:pt x="580586" y="165156"/>
                </a:lnTo>
                <a:lnTo>
                  <a:pt x="584261" y="164172"/>
                </a:lnTo>
                <a:lnTo>
                  <a:pt x="587935" y="163137"/>
                </a:lnTo>
                <a:lnTo>
                  <a:pt x="591610" y="162034"/>
                </a:lnTo>
                <a:lnTo>
                  <a:pt x="595285" y="160862"/>
                </a:lnTo>
                <a:lnTo>
                  <a:pt x="598959" y="159616"/>
                </a:lnTo>
                <a:lnTo>
                  <a:pt x="602634" y="158292"/>
                </a:lnTo>
                <a:lnTo>
                  <a:pt x="606308" y="156888"/>
                </a:lnTo>
                <a:lnTo>
                  <a:pt x="609983" y="155403"/>
                </a:lnTo>
                <a:lnTo>
                  <a:pt x="613658" y="153840"/>
                </a:lnTo>
                <a:lnTo>
                  <a:pt x="617332" y="152202"/>
                </a:lnTo>
                <a:lnTo>
                  <a:pt x="621007" y="150496"/>
                </a:lnTo>
                <a:lnTo>
                  <a:pt x="624681" y="148729"/>
                </a:lnTo>
                <a:lnTo>
                  <a:pt x="628356" y="146922"/>
                </a:lnTo>
                <a:lnTo>
                  <a:pt x="632031" y="145088"/>
                </a:lnTo>
                <a:lnTo>
                  <a:pt x="635705" y="143242"/>
                </a:lnTo>
                <a:lnTo>
                  <a:pt x="639380" y="141399"/>
                </a:lnTo>
                <a:lnTo>
                  <a:pt x="643054" y="139572"/>
                </a:lnTo>
                <a:lnTo>
                  <a:pt x="646729" y="137774"/>
                </a:lnTo>
                <a:lnTo>
                  <a:pt x="650404" y="136016"/>
                </a:lnTo>
                <a:lnTo>
                  <a:pt x="654078" y="134309"/>
                </a:lnTo>
                <a:lnTo>
                  <a:pt x="657753" y="132656"/>
                </a:lnTo>
                <a:lnTo>
                  <a:pt x="661427" y="131051"/>
                </a:lnTo>
                <a:lnTo>
                  <a:pt x="665102" y="129488"/>
                </a:lnTo>
                <a:lnTo>
                  <a:pt x="668777" y="127957"/>
                </a:lnTo>
                <a:lnTo>
                  <a:pt x="672451" y="126445"/>
                </a:lnTo>
                <a:lnTo>
                  <a:pt x="676126" y="124937"/>
                </a:lnTo>
                <a:lnTo>
                  <a:pt x="679800" y="123416"/>
                </a:lnTo>
                <a:lnTo>
                  <a:pt x="683475" y="121864"/>
                </a:lnTo>
                <a:lnTo>
                  <a:pt x="687150" y="120253"/>
                </a:lnTo>
                <a:lnTo>
                  <a:pt x="690824" y="118569"/>
                </a:lnTo>
                <a:lnTo>
                  <a:pt x="694499" y="116801"/>
                </a:lnTo>
                <a:lnTo>
                  <a:pt x="698173" y="114936"/>
                </a:lnTo>
                <a:lnTo>
                  <a:pt x="701848" y="112967"/>
                </a:lnTo>
                <a:lnTo>
                  <a:pt x="705523" y="110889"/>
                </a:lnTo>
                <a:lnTo>
                  <a:pt x="709197" y="108701"/>
                </a:lnTo>
                <a:lnTo>
                  <a:pt x="712872" y="106406"/>
                </a:lnTo>
                <a:lnTo>
                  <a:pt x="716546" y="104004"/>
                </a:lnTo>
                <a:lnTo>
                  <a:pt x="720221" y="101497"/>
                </a:lnTo>
                <a:lnTo>
                  <a:pt x="723896" y="98908"/>
                </a:lnTo>
                <a:lnTo>
                  <a:pt x="727570" y="96247"/>
                </a:lnTo>
                <a:lnTo>
                  <a:pt x="731245" y="93527"/>
                </a:lnTo>
                <a:lnTo>
                  <a:pt x="734919" y="90759"/>
                </a:lnTo>
                <a:lnTo>
                  <a:pt x="738594" y="87956"/>
                </a:lnTo>
                <a:lnTo>
                  <a:pt x="742269" y="85130"/>
                </a:lnTo>
                <a:lnTo>
                  <a:pt x="745943" y="82290"/>
                </a:lnTo>
                <a:lnTo>
                  <a:pt x="749618" y="79449"/>
                </a:lnTo>
                <a:lnTo>
                  <a:pt x="753292" y="76618"/>
                </a:lnTo>
                <a:lnTo>
                  <a:pt x="756967" y="73807"/>
                </a:lnTo>
                <a:lnTo>
                  <a:pt x="760642" y="71022"/>
                </a:lnTo>
                <a:lnTo>
                  <a:pt x="764316" y="68273"/>
                </a:lnTo>
                <a:lnTo>
                  <a:pt x="767991" y="65565"/>
                </a:lnTo>
                <a:lnTo>
                  <a:pt x="771665" y="62907"/>
                </a:lnTo>
                <a:lnTo>
                  <a:pt x="775340" y="60304"/>
                </a:lnTo>
                <a:lnTo>
                  <a:pt x="779015" y="57764"/>
                </a:lnTo>
                <a:lnTo>
                  <a:pt x="782689" y="55301"/>
                </a:lnTo>
                <a:lnTo>
                  <a:pt x="786364" y="52915"/>
                </a:lnTo>
                <a:lnTo>
                  <a:pt x="790038" y="50607"/>
                </a:lnTo>
                <a:lnTo>
                  <a:pt x="793713" y="48381"/>
                </a:lnTo>
                <a:lnTo>
                  <a:pt x="797388" y="46236"/>
                </a:lnTo>
                <a:lnTo>
                  <a:pt x="801062" y="44173"/>
                </a:lnTo>
                <a:lnTo>
                  <a:pt x="804737" y="42187"/>
                </a:lnTo>
                <a:lnTo>
                  <a:pt x="808411" y="40276"/>
                </a:lnTo>
                <a:lnTo>
                  <a:pt x="812086" y="38433"/>
                </a:lnTo>
                <a:lnTo>
                  <a:pt x="815761" y="36653"/>
                </a:lnTo>
                <a:lnTo>
                  <a:pt x="819435" y="34920"/>
                </a:lnTo>
                <a:lnTo>
                  <a:pt x="823110" y="33221"/>
                </a:lnTo>
                <a:lnTo>
                  <a:pt x="826784" y="31549"/>
                </a:lnTo>
                <a:lnTo>
                  <a:pt x="830459" y="29893"/>
                </a:lnTo>
                <a:lnTo>
                  <a:pt x="834134" y="28248"/>
                </a:lnTo>
                <a:lnTo>
                  <a:pt x="837808" y="26606"/>
                </a:lnTo>
                <a:lnTo>
                  <a:pt x="841483" y="24967"/>
                </a:lnTo>
                <a:lnTo>
                  <a:pt x="845157" y="23328"/>
                </a:lnTo>
                <a:lnTo>
                  <a:pt x="848832" y="21694"/>
                </a:lnTo>
                <a:lnTo>
                  <a:pt x="852507" y="20070"/>
                </a:lnTo>
                <a:lnTo>
                  <a:pt x="856181" y="18463"/>
                </a:lnTo>
                <a:lnTo>
                  <a:pt x="859856" y="16880"/>
                </a:lnTo>
                <a:lnTo>
                  <a:pt x="863530" y="15330"/>
                </a:lnTo>
                <a:lnTo>
                  <a:pt x="867205" y="13820"/>
                </a:lnTo>
                <a:lnTo>
                  <a:pt x="870880" y="12358"/>
                </a:lnTo>
                <a:lnTo>
                  <a:pt x="874554" y="10949"/>
                </a:lnTo>
                <a:lnTo>
                  <a:pt x="878229" y="9607"/>
                </a:lnTo>
                <a:lnTo>
                  <a:pt x="881903" y="8330"/>
                </a:lnTo>
                <a:lnTo>
                  <a:pt x="885578" y="7118"/>
                </a:lnTo>
                <a:lnTo>
                  <a:pt x="889253" y="5975"/>
                </a:lnTo>
                <a:lnTo>
                  <a:pt x="892927" y="4904"/>
                </a:lnTo>
                <a:lnTo>
                  <a:pt x="896602" y="3910"/>
                </a:lnTo>
                <a:lnTo>
                  <a:pt x="900276" y="2998"/>
                </a:lnTo>
                <a:lnTo>
                  <a:pt x="903951" y="2176"/>
                </a:lnTo>
                <a:lnTo>
                  <a:pt x="907626" y="1459"/>
                </a:lnTo>
                <a:lnTo>
                  <a:pt x="911300" y="874"/>
                </a:lnTo>
                <a:lnTo>
                  <a:pt x="914975" y="424"/>
                </a:lnTo>
                <a:lnTo>
                  <a:pt x="918649" y="127"/>
                </a:lnTo>
                <a:lnTo>
                  <a:pt x="922324" y="0"/>
                </a:lnTo>
                <a:lnTo>
                  <a:pt x="925999" y="57"/>
                </a:lnTo>
                <a:lnTo>
                  <a:pt x="929673" y="314"/>
                </a:lnTo>
                <a:lnTo>
                  <a:pt x="933348" y="781"/>
                </a:lnTo>
                <a:lnTo>
                  <a:pt x="937022" y="1465"/>
                </a:lnTo>
                <a:lnTo>
                  <a:pt x="940697" y="2384"/>
                </a:lnTo>
                <a:lnTo>
                  <a:pt x="944372" y="3529"/>
                </a:lnTo>
                <a:lnTo>
                  <a:pt x="948046" y="4871"/>
                </a:lnTo>
                <a:lnTo>
                  <a:pt x="951721" y="6390"/>
                </a:lnTo>
                <a:lnTo>
                  <a:pt x="955395" y="8062"/>
                </a:lnTo>
                <a:lnTo>
                  <a:pt x="959070" y="9857"/>
                </a:lnTo>
                <a:lnTo>
                  <a:pt x="962745" y="11741"/>
                </a:lnTo>
                <a:lnTo>
                  <a:pt x="966419" y="13680"/>
                </a:lnTo>
                <a:lnTo>
                  <a:pt x="970094" y="15635"/>
                </a:lnTo>
                <a:lnTo>
                  <a:pt x="973768" y="17561"/>
                </a:lnTo>
                <a:lnTo>
                  <a:pt x="977443" y="19417"/>
                </a:lnTo>
                <a:lnTo>
                  <a:pt x="981118" y="21173"/>
                </a:lnTo>
                <a:lnTo>
                  <a:pt x="984792" y="22802"/>
                </a:lnTo>
                <a:lnTo>
                  <a:pt x="988467" y="24283"/>
                </a:lnTo>
                <a:lnTo>
                  <a:pt x="992141" y="25601"/>
                </a:lnTo>
                <a:lnTo>
                  <a:pt x="995816" y="26748"/>
                </a:lnTo>
                <a:lnTo>
                  <a:pt x="999491" y="27722"/>
                </a:lnTo>
                <a:lnTo>
                  <a:pt x="1003165" y="28526"/>
                </a:lnTo>
                <a:lnTo>
                  <a:pt x="1006840" y="29161"/>
                </a:lnTo>
                <a:lnTo>
                  <a:pt x="1010514" y="29670"/>
                </a:lnTo>
                <a:lnTo>
                  <a:pt x="1014189" y="30079"/>
                </a:lnTo>
                <a:lnTo>
                  <a:pt x="1017864" y="30419"/>
                </a:lnTo>
                <a:lnTo>
                  <a:pt x="1021538" y="30721"/>
                </a:lnTo>
                <a:lnTo>
                  <a:pt x="1025213" y="31018"/>
                </a:lnTo>
                <a:lnTo>
                  <a:pt x="1028887" y="31344"/>
                </a:lnTo>
                <a:lnTo>
                  <a:pt x="1032562" y="31730"/>
                </a:lnTo>
                <a:lnTo>
                  <a:pt x="1036237" y="32212"/>
                </a:lnTo>
                <a:lnTo>
                  <a:pt x="1039911" y="32824"/>
                </a:lnTo>
                <a:lnTo>
                  <a:pt x="1043586" y="33575"/>
                </a:lnTo>
                <a:lnTo>
                  <a:pt x="1047260" y="34479"/>
                </a:lnTo>
                <a:lnTo>
                  <a:pt x="1050935" y="35544"/>
                </a:lnTo>
                <a:lnTo>
                  <a:pt x="1054610" y="36773"/>
                </a:lnTo>
                <a:lnTo>
                  <a:pt x="1058284" y="38165"/>
                </a:lnTo>
                <a:lnTo>
                  <a:pt x="1061959" y="39713"/>
                </a:lnTo>
                <a:lnTo>
                  <a:pt x="1065633" y="41410"/>
                </a:lnTo>
                <a:lnTo>
                  <a:pt x="1069308" y="43257"/>
                </a:lnTo>
                <a:lnTo>
                  <a:pt x="1072983" y="45224"/>
                </a:lnTo>
                <a:lnTo>
                  <a:pt x="1076657" y="47294"/>
                </a:lnTo>
                <a:lnTo>
                  <a:pt x="1080332" y="49451"/>
                </a:lnTo>
                <a:lnTo>
                  <a:pt x="1084006" y="51681"/>
                </a:lnTo>
                <a:lnTo>
                  <a:pt x="1087681" y="53973"/>
                </a:lnTo>
                <a:lnTo>
                  <a:pt x="1091356" y="56316"/>
                </a:lnTo>
                <a:lnTo>
                  <a:pt x="1095030" y="58701"/>
                </a:lnTo>
                <a:lnTo>
                  <a:pt x="1098705" y="61122"/>
                </a:lnTo>
                <a:lnTo>
                  <a:pt x="1102379" y="63576"/>
                </a:lnTo>
                <a:lnTo>
                  <a:pt x="1106054" y="66057"/>
                </a:lnTo>
                <a:lnTo>
                  <a:pt x="1109729" y="68561"/>
                </a:lnTo>
                <a:lnTo>
                  <a:pt x="1113403" y="71086"/>
                </a:lnTo>
                <a:lnTo>
                  <a:pt x="1117078" y="73628"/>
                </a:lnTo>
                <a:lnTo>
                  <a:pt x="1120752" y="76185"/>
                </a:lnTo>
                <a:lnTo>
                  <a:pt x="1124427" y="78751"/>
                </a:lnTo>
                <a:lnTo>
                  <a:pt x="1128102" y="81321"/>
                </a:lnTo>
                <a:lnTo>
                  <a:pt x="1131776" y="83886"/>
                </a:lnTo>
                <a:lnTo>
                  <a:pt x="1135451" y="86435"/>
                </a:lnTo>
                <a:lnTo>
                  <a:pt x="1139125" y="88959"/>
                </a:lnTo>
                <a:lnTo>
                  <a:pt x="1142800" y="91448"/>
                </a:lnTo>
                <a:lnTo>
                  <a:pt x="1146475" y="93893"/>
                </a:lnTo>
                <a:lnTo>
                  <a:pt x="1150149" y="96284"/>
                </a:lnTo>
                <a:lnTo>
                  <a:pt x="1153824" y="98614"/>
                </a:lnTo>
                <a:lnTo>
                  <a:pt x="1157498" y="100876"/>
                </a:lnTo>
                <a:lnTo>
                  <a:pt x="1161173" y="103068"/>
                </a:lnTo>
                <a:lnTo>
                  <a:pt x="1164848" y="105177"/>
                </a:lnTo>
                <a:lnTo>
                  <a:pt x="1168522" y="107210"/>
                </a:lnTo>
                <a:lnTo>
                  <a:pt x="1172197" y="109173"/>
                </a:lnTo>
                <a:lnTo>
                  <a:pt x="1175871" y="111071"/>
                </a:lnTo>
                <a:lnTo>
                  <a:pt x="1179546" y="112909"/>
                </a:lnTo>
                <a:lnTo>
                  <a:pt x="1183221" y="114694"/>
                </a:lnTo>
                <a:lnTo>
                  <a:pt x="1186895" y="116434"/>
                </a:lnTo>
                <a:lnTo>
                  <a:pt x="1190570" y="118135"/>
                </a:lnTo>
                <a:lnTo>
                  <a:pt x="1194244" y="119806"/>
                </a:lnTo>
                <a:lnTo>
                  <a:pt x="1197919" y="121451"/>
                </a:lnTo>
                <a:lnTo>
                  <a:pt x="1201594" y="123081"/>
                </a:lnTo>
                <a:lnTo>
                  <a:pt x="1205268" y="124701"/>
                </a:lnTo>
                <a:lnTo>
                  <a:pt x="1208943" y="126317"/>
                </a:lnTo>
                <a:lnTo>
                  <a:pt x="1212617" y="127931"/>
                </a:lnTo>
                <a:lnTo>
                  <a:pt x="1216292" y="129547"/>
                </a:lnTo>
                <a:lnTo>
                  <a:pt x="1219967" y="131169"/>
                </a:lnTo>
                <a:lnTo>
                  <a:pt x="1223641" y="132799"/>
                </a:lnTo>
                <a:lnTo>
                  <a:pt x="1227316" y="134439"/>
                </a:lnTo>
                <a:lnTo>
                  <a:pt x="1230990" y="136092"/>
                </a:lnTo>
                <a:lnTo>
                  <a:pt x="1234665" y="137757"/>
                </a:lnTo>
                <a:lnTo>
                  <a:pt x="1238340" y="139436"/>
                </a:lnTo>
                <a:lnTo>
                  <a:pt x="1242014" y="141127"/>
                </a:lnTo>
                <a:lnTo>
                  <a:pt x="1245689" y="142829"/>
                </a:lnTo>
                <a:lnTo>
                  <a:pt x="1249363" y="144541"/>
                </a:lnTo>
                <a:lnTo>
                  <a:pt x="1253038" y="146258"/>
                </a:lnTo>
                <a:lnTo>
                  <a:pt x="1256713" y="147976"/>
                </a:lnTo>
                <a:lnTo>
                  <a:pt x="1260387" y="149688"/>
                </a:lnTo>
                <a:lnTo>
                  <a:pt x="1264062" y="151387"/>
                </a:lnTo>
                <a:lnTo>
                  <a:pt x="1267736" y="153064"/>
                </a:lnTo>
                <a:lnTo>
                  <a:pt x="1271411" y="154712"/>
                </a:lnTo>
                <a:lnTo>
                  <a:pt x="1275086" y="156322"/>
                </a:lnTo>
                <a:lnTo>
                  <a:pt x="1278760" y="157888"/>
                </a:lnTo>
                <a:lnTo>
                  <a:pt x="1282435" y="159402"/>
                </a:lnTo>
                <a:lnTo>
                  <a:pt x="1286109" y="160857"/>
                </a:lnTo>
                <a:lnTo>
                  <a:pt x="1289784" y="162248"/>
                </a:lnTo>
                <a:lnTo>
                  <a:pt x="1293459" y="163561"/>
                </a:lnTo>
                <a:lnTo>
                  <a:pt x="1297133" y="164804"/>
                </a:lnTo>
                <a:lnTo>
                  <a:pt x="1300808" y="165976"/>
                </a:lnTo>
                <a:lnTo>
                  <a:pt x="1304482" y="167078"/>
                </a:lnTo>
                <a:lnTo>
                  <a:pt x="1308157" y="168113"/>
                </a:lnTo>
                <a:lnTo>
                  <a:pt x="1311832" y="169083"/>
                </a:lnTo>
                <a:lnTo>
                  <a:pt x="1315506" y="169993"/>
                </a:lnTo>
                <a:lnTo>
                  <a:pt x="1319181" y="170847"/>
                </a:lnTo>
                <a:lnTo>
                  <a:pt x="1322855" y="171648"/>
                </a:lnTo>
                <a:lnTo>
                  <a:pt x="1326530" y="172401"/>
                </a:lnTo>
                <a:lnTo>
                  <a:pt x="1330205" y="173117"/>
                </a:lnTo>
                <a:lnTo>
                  <a:pt x="1333879" y="173800"/>
                </a:lnTo>
                <a:lnTo>
                  <a:pt x="1337554" y="174455"/>
                </a:lnTo>
                <a:lnTo>
                  <a:pt x="1341228" y="175087"/>
                </a:lnTo>
                <a:lnTo>
                  <a:pt x="1344903" y="175701"/>
                </a:lnTo>
                <a:lnTo>
                  <a:pt x="1348577" y="176298"/>
                </a:lnTo>
                <a:lnTo>
                  <a:pt x="1352252" y="176883"/>
                </a:lnTo>
                <a:lnTo>
                  <a:pt x="1355927" y="177456"/>
                </a:lnTo>
                <a:lnTo>
                  <a:pt x="1359601" y="178019"/>
                </a:lnTo>
                <a:lnTo>
                  <a:pt x="1363276" y="178574"/>
                </a:lnTo>
                <a:lnTo>
                  <a:pt x="1366950" y="179121"/>
                </a:lnTo>
                <a:lnTo>
                  <a:pt x="1370625" y="179658"/>
                </a:lnTo>
                <a:lnTo>
                  <a:pt x="1374300" y="180184"/>
                </a:lnTo>
                <a:lnTo>
                  <a:pt x="1377974" y="180699"/>
                </a:lnTo>
                <a:lnTo>
                  <a:pt x="1381649" y="181201"/>
                </a:lnTo>
                <a:lnTo>
                  <a:pt x="1385323" y="181686"/>
                </a:lnTo>
                <a:lnTo>
                  <a:pt x="1388998" y="182151"/>
                </a:lnTo>
                <a:lnTo>
                  <a:pt x="1392673" y="182596"/>
                </a:lnTo>
                <a:lnTo>
                  <a:pt x="1396347" y="183020"/>
                </a:lnTo>
                <a:lnTo>
                  <a:pt x="1400022" y="183422"/>
                </a:lnTo>
                <a:lnTo>
                  <a:pt x="1403696" y="183801"/>
                </a:lnTo>
                <a:lnTo>
                  <a:pt x="1407371" y="184158"/>
                </a:lnTo>
                <a:lnTo>
                  <a:pt x="1411046" y="184493"/>
                </a:lnTo>
                <a:lnTo>
                  <a:pt x="1414720" y="184807"/>
                </a:lnTo>
                <a:lnTo>
                  <a:pt x="1418395" y="185101"/>
                </a:lnTo>
                <a:lnTo>
                  <a:pt x="1422069" y="185377"/>
                </a:lnTo>
                <a:lnTo>
                  <a:pt x="1425744" y="185641"/>
                </a:lnTo>
                <a:lnTo>
                  <a:pt x="1429419" y="185894"/>
                </a:lnTo>
                <a:lnTo>
                  <a:pt x="1433093" y="186140"/>
                </a:lnTo>
                <a:lnTo>
                  <a:pt x="1436768" y="186382"/>
                </a:lnTo>
                <a:lnTo>
                  <a:pt x="1440442" y="186623"/>
                </a:lnTo>
                <a:lnTo>
                  <a:pt x="1444117" y="186864"/>
                </a:lnTo>
                <a:lnTo>
                  <a:pt x="1447792" y="187110"/>
                </a:lnTo>
                <a:lnTo>
                  <a:pt x="1451466" y="187362"/>
                </a:lnTo>
                <a:lnTo>
                  <a:pt x="1455141" y="187622"/>
                </a:lnTo>
                <a:lnTo>
                  <a:pt x="1458815" y="187891"/>
                </a:lnTo>
                <a:lnTo>
                  <a:pt x="1462490" y="188169"/>
                </a:lnTo>
                <a:lnTo>
                  <a:pt x="1466165" y="188457"/>
                </a:lnTo>
                <a:lnTo>
                  <a:pt x="1469839" y="188753"/>
                </a:lnTo>
                <a:lnTo>
                  <a:pt x="1473514" y="189058"/>
                </a:lnTo>
                <a:lnTo>
                  <a:pt x="1477188" y="189370"/>
                </a:lnTo>
                <a:lnTo>
                  <a:pt x="1480863" y="189687"/>
                </a:lnTo>
                <a:lnTo>
                  <a:pt x="1484538" y="190008"/>
                </a:lnTo>
                <a:lnTo>
                  <a:pt x="1488212" y="190328"/>
                </a:lnTo>
                <a:lnTo>
                  <a:pt x="1491887" y="190646"/>
                </a:lnTo>
                <a:lnTo>
                  <a:pt x="1495561" y="190958"/>
                </a:lnTo>
                <a:lnTo>
                  <a:pt x="1499236" y="191262"/>
                </a:lnTo>
                <a:lnTo>
                  <a:pt x="1502911" y="191556"/>
                </a:lnTo>
                <a:lnTo>
                  <a:pt x="1506585" y="191837"/>
                </a:lnTo>
                <a:lnTo>
                  <a:pt x="1510260" y="192103"/>
                </a:lnTo>
                <a:lnTo>
                  <a:pt x="1513934" y="192353"/>
                </a:lnTo>
                <a:lnTo>
                  <a:pt x="1517609" y="192583"/>
                </a:lnTo>
                <a:lnTo>
                  <a:pt x="1521284" y="192796"/>
                </a:lnTo>
                <a:lnTo>
                  <a:pt x="1524958" y="192991"/>
                </a:lnTo>
                <a:lnTo>
                  <a:pt x="1528633" y="193169"/>
                </a:lnTo>
                <a:lnTo>
                  <a:pt x="1532307" y="193331"/>
                </a:lnTo>
                <a:lnTo>
                  <a:pt x="1535982" y="193477"/>
                </a:lnTo>
                <a:lnTo>
                  <a:pt x="1539657" y="193609"/>
                </a:lnTo>
                <a:lnTo>
                  <a:pt x="1543331" y="193727"/>
                </a:lnTo>
                <a:lnTo>
                  <a:pt x="1547006" y="193833"/>
                </a:lnTo>
                <a:lnTo>
                  <a:pt x="1550680" y="193927"/>
                </a:lnTo>
                <a:lnTo>
                  <a:pt x="1554355" y="194012"/>
                </a:lnTo>
                <a:lnTo>
                  <a:pt x="1558030" y="194088"/>
                </a:lnTo>
                <a:lnTo>
                  <a:pt x="1561704" y="194155"/>
                </a:lnTo>
                <a:lnTo>
                  <a:pt x="1565379" y="194216"/>
                </a:lnTo>
                <a:lnTo>
                  <a:pt x="1569053" y="194269"/>
                </a:lnTo>
                <a:lnTo>
                  <a:pt x="1572728" y="194316"/>
                </a:lnTo>
                <a:lnTo>
                  <a:pt x="1576403" y="194357"/>
                </a:lnTo>
                <a:lnTo>
                  <a:pt x="1580077" y="194391"/>
                </a:lnTo>
                <a:lnTo>
                  <a:pt x="1583752" y="194421"/>
                </a:lnTo>
                <a:lnTo>
                  <a:pt x="1587426" y="194446"/>
                </a:lnTo>
                <a:lnTo>
                  <a:pt x="1591101" y="194467"/>
                </a:lnTo>
                <a:lnTo>
                  <a:pt x="1594776" y="194484"/>
                </a:lnTo>
                <a:lnTo>
                  <a:pt x="1598450" y="194498"/>
                </a:lnTo>
                <a:lnTo>
                  <a:pt x="1602125" y="194510"/>
                </a:lnTo>
                <a:lnTo>
                  <a:pt x="1605799" y="194519"/>
                </a:lnTo>
                <a:lnTo>
                  <a:pt x="1609474" y="194526"/>
                </a:lnTo>
                <a:lnTo>
                  <a:pt x="1613149" y="194531"/>
                </a:lnTo>
                <a:lnTo>
                  <a:pt x="1616823" y="194535"/>
                </a:lnTo>
                <a:lnTo>
                  <a:pt x="1620498" y="194538"/>
                </a:lnTo>
                <a:lnTo>
                  <a:pt x="1624172" y="194540"/>
                </a:lnTo>
                <a:lnTo>
                  <a:pt x="1627847" y="194542"/>
                </a:lnTo>
                <a:lnTo>
                  <a:pt x="1631522" y="194543"/>
                </a:lnTo>
                <a:lnTo>
                  <a:pt x="1635196" y="194543"/>
                </a:lnTo>
                <a:lnTo>
                  <a:pt x="1638871" y="194544"/>
                </a:lnTo>
                <a:lnTo>
                  <a:pt x="1642545" y="194544"/>
                </a:lnTo>
                <a:lnTo>
                  <a:pt x="1646220" y="194545"/>
                </a:lnTo>
                <a:lnTo>
                  <a:pt x="1649895" y="194545"/>
                </a:lnTo>
                <a:lnTo>
                  <a:pt x="1653569" y="194545"/>
                </a:lnTo>
                <a:lnTo>
                  <a:pt x="1657244" y="194545"/>
                </a:lnTo>
                <a:lnTo>
                  <a:pt x="1660918" y="194545"/>
                </a:lnTo>
                <a:lnTo>
                  <a:pt x="1664593" y="194545"/>
                </a:lnTo>
                <a:lnTo>
                  <a:pt x="1668268" y="194545"/>
                </a:lnTo>
                <a:lnTo>
                  <a:pt x="1671942" y="194545"/>
                </a:lnTo>
                <a:lnTo>
                  <a:pt x="1675617" y="194545"/>
                </a:lnTo>
                <a:lnTo>
                  <a:pt x="1679291" y="194545"/>
                </a:lnTo>
                <a:lnTo>
                  <a:pt x="1682966" y="194545"/>
                </a:lnTo>
                <a:lnTo>
                  <a:pt x="1686641" y="194545"/>
                </a:lnTo>
                <a:lnTo>
                  <a:pt x="1690315" y="194545"/>
                </a:lnTo>
                <a:lnTo>
                  <a:pt x="1693990" y="194545"/>
                </a:lnTo>
                <a:lnTo>
                  <a:pt x="1697664" y="194545"/>
                </a:lnTo>
                <a:lnTo>
                  <a:pt x="1701339" y="194545"/>
                </a:lnTo>
                <a:lnTo>
                  <a:pt x="1705014" y="194545"/>
                </a:lnTo>
                <a:lnTo>
                  <a:pt x="1708688" y="194545"/>
                </a:lnTo>
                <a:lnTo>
                  <a:pt x="1712363" y="194545"/>
                </a:lnTo>
                <a:lnTo>
                  <a:pt x="1716037" y="194545"/>
                </a:lnTo>
                <a:lnTo>
                  <a:pt x="1719712" y="194545"/>
                </a:lnTo>
                <a:lnTo>
                  <a:pt x="1723387" y="194545"/>
                </a:lnTo>
                <a:lnTo>
                  <a:pt x="1727061" y="194545"/>
                </a:lnTo>
                <a:lnTo>
                  <a:pt x="1730736" y="194545"/>
                </a:lnTo>
                <a:lnTo>
                  <a:pt x="1734410" y="194545"/>
                </a:lnTo>
                <a:lnTo>
                  <a:pt x="1738085" y="194545"/>
                </a:lnTo>
                <a:lnTo>
                  <a:pt x="1741760" y="194545"/>
                </a:lnTo>
                <a:lnTo>
                  <a:pt x="1745434" y="194545"/>
                </a:lnTo>
                <a:lnTo>
                  <a:pt x="1749109" y="194545"/>
                </a:lnTo>
                <a:lnTo>
                  <a:pt x="1752783" y="194545"/>
                </a:lnTo>
                <a:lnTo>
                  <a:pt x="1756458" y="194545"/>
                </a:lnTo>
                <a:lnTo>
                  <a:pt x="1760133" y="194545"/>
                </a:lnTo>
                <a:lnTo>
                  <a:pt x="1763807" y="194545"/>
                </a:lnTo>
                <a:lnTo>
                  <a:pt x="1767482" y="194545"/>
                </a:lnTo>
                <a:lnTo>
                  <a:pt x="1771156" y="194545"/>
                </a:lnTo>
                <a:lnTo>
                  <a:pt x="1774831" y="194545"/>
                </a:lnTo>
                <a:lnTo>
                  <a:pt x="1778506" y="194545"/>
                </a:lnTo>
                <a:lnTo>
                  <a:pt x="1782180" y="194545"/>
                </a:lnTo>
                <a:lnTo>
                  <a:pt x="1785855" y="194545"/>
                </a:lnTo>
                <a:lnTo>
                  <a:pt x="1789529" y="194545"/>
                </a:lnTo>
                <a:lnTo>
                  <a:pt x="1793204" y="194545"/>
                </a:lnTo>
                <a:lnTo>
                  <a:pt x="1796879" y="194545"/>
                </a:lnTo>
                <a:lnTo>
                  <a:pt x="1800553" y="194545"/>
                </a:lnTo>
                <a:lnTo>
                  <a:pt x="1804228" y="194545"/>
                </a:lnTo>
                <a:lnTo>
                  <a:pt x="1807902" y="194545"/>
                </a:lnTo>
                <a:lnTo>
                  <a:pt x="1811577" y="194545"/>
                </a:lnTo>
                <a:lnTo>
                  <a:pt x="1815252" y="194545"/>
                </a:lnTo>
                <a:lnTo>
                  <a:pt x="1818926" y="194545"/>
                </a:lnTo>
                <a:lnTo>
                  <a:pt x="1822601" y="194545"/>
                </a:lnTo>
                <a:lnTo>
                  <a:pt x="1826275" y="194545"/>
                </a:lnTo>
                <a:lnTo>
                  <a:pt x="1829950" y="194545"/>
                </a:lnTo>
                <a:lnTo>
                  <a:pt x="1833625" y="194545"/>
                </a:lnTo>
                <a:lnTo>
                  <a:pt x="1837299" y="194545"/>
                </a:lnTo>
                <a:lnTo>
                  <a:pt x="1840974" y="194545"/>
                </a:lnTo>
                <a:lnTo>
                  <a:pt x="1844648" y="194545"/>
                </a:lnTo>
                <a:lnTo>
                  <a:pt x="1848323" y="194545"/>
                </a:lnTo>
                <a:lnTo>
                  <a:pt x="1851998" y="194545"/>
                </a:lnTo>
                <a:lnTo>
                  <a:pt x="1855672" y="194545"/>
                </a:lnTo>
                <a:lnTo>
                  <a:pt x="1859347" y="194545"/>
                </a:lnTo>
                <a:lnTo>
                  <a:pt x="1863021" y="194545"/>
                </a:lnTo>
                <a:lnTo>
                  <a:pt x="1866696" y="194545"/>
                </a:lnTo>
                <a:lnTo>
                  <a:pt x="1870371" y="194545"/>
                </a:lnTo>
                <a:lnTo>
                  <a:pt x="1874045" y="194545"/>
                </a:lnTo>
                <a:lnTo>
                  <a:pt x="1877720" y="194545"/>
                </a:lnTo>
                <a:lnTo>
                  <a:pt x="1874045" y="194545"/>
                </a:lnTo>
                <a:lnTo>
                  <a:pt x="1870371" y="194545"/>
                </a:lnTo>
                <a:lnTo>
                  <a:pt x="1866696" y="194545"/>
                </a:lnTo>
                <a:lnTo>
                  <a:pt x="1863021" y="194545"/>
                </a:lnTo>
                <a:lnTo>
                  <a:pt x="1859347" y="194545"/>
                </a:lnTo>
                <a:lnTo>
                  <a:pt x="1855672" y="194545"/>
                </a:lnTo>
                <a:lnTo>
                  <a:pt x="1851998" y="194545"/>
                </a:lnTo>
                <a:lnTo>
                  <a:pt x="1848323" y="194545"/>
                </a:lnTo>
                <a:lnTo>
                  <a:pt x="1844648" y="194545"/>
                </a:lnTo>
                <a:lnTo>
                  <a:pt x="1840974" y="194545"/>
                </a:lnTo>
                <a:lnTo>
                  <a:pt x="1837299" y="194545"/>
                </a:lnTo>
                <a:lnTo>
                  <a:pt x="1833625" y="194545"/>
                </a:lnTo>
                <a:lnTo>
                  <a:pt x="1829950" y="194545"/>
                </a:lnTo>
                <a:lnTo>
                  <a:pt x="1826275" y="194545"/>
                </a:lnTo>
                <a:lnTo>
                  <a:pt x="1822601" y="194545"/>
                </a:lnTo>
                <a:lnTo>
                  <a:pt x="1818926" y="194545"/>
                </a:lnTo>
                <a:lnTo>
                  <a:pt x="1815252" y="194545"/>
                </a:lnTo>
                <a:lnTo>
                  <a:pt x="1811577" y="194545"/>
                </a:lnTo>
                <a:lnTo>
                  <a:pt x="1807902" y="194545"/>
                </a:lnTo>
                <a:lnTo>
                  <a:pt x="1804228" y="194545"/>
                </a:lnTo>
                <a:lnTo>
                  <a:pt x="1800553" y="194545"/>
                </a:lnTo>
                <a:lnTo>
                  <a:pt x="1796879" y="194545"/>
                </a:lnTo>
                <a:lnTo>
                  <a:pt x="1793204" y="194545"/>
                </a:lnTo>
                <a:lnTo>
                  <a:pt x="1789529" y="194545"/>
                </a:lnTo>
                <a:lnTo>
                  <a:pt x="1785855" y="194545"/>
                </a:lnTo>
                <a:lnTo>
                  <a:pt x="1782180" y="194545"/>
                </a:lnTo>
                <a:lnTo>
                  <a:pt x="1778506" y="194545"/>
                </a:lnTo>
                <a:lnTo>
                  <a:pt x="1774831" y="194545"/>
                </a:lnTo>
                <a:lnTo>
                  <a:pt x="1771156" y="194545"/>
                </a:lnTo>
                <a:lnTo>
                  <a:pt x="1767482" y="194545"/>
                </a:lnTo>
                <a:lnTo>
                  <a:pt x="1763807" y="194545"/>
                </a:lnTo>
                <a:lnTo>
                  <a:pt x="1760133" y="194545"/>
                </a:lnTo>
                <a:lnTo>
                  <a:pt x="1756458" y="194545"/>
                </a:lnTo>
                <a:lnTo>
                  <a:pt x="1752783" y="194545"/>
                </a:lnTo>
                <a:lnTo>
                  <a:pt x="1749109" y="194545"/>
                </a:lnTo>
                <a:lnTo>
                  <a:pt x="1745434" y="194545"/>
                </a:lnTo>
                <a:lnTo>
                  <a:pt x="1741760" y="194545"/>
                </a:lnTo>
                <a:lnTo>
                  <a:pt x="1738085" y="194545"/>
                </a:lnTo>
                <a:lnTo>
                  <a:pt x="1734410" y="194545"/>
                </a:lnTo>
                <a:lnTo>
                  <a:pt x="1730736" y="194545"/>
                </a:lnTo>
                <a:lnTo>
                  <a:pt x="1727061" y="194545"/>
                </a:lnTo>
                <a:lnTo>
                  <a:pt x="1723387" y="194545"/>
                </a:lnTo>
                <a:lnTo>
                  <a:pt x="1719712" y="194545"/>
                </a:lnTo>
                <a:lnTo>
                  <a:pt x="1716037" y="194545"/>
                </a:lnTo>
                <a:lnTo>
                  <a:pt x="1712363" y="194545"/>
                </a:lnTo>
                <a:lnTo>
                  <a:pt x="1708688" y="194545"/>
                </a:lnTo>
                <a:lnTo>
                  <a:pt x="1705014" y="194545"/>
                </a:lnTo>
                <a:lnTo>
                  <a:pt x="1701339" y="194545"/>
                </a:lnTo>
                <a:lnTo>
                  <a:pt x="1697664" y="194545"/>
                </a:lnTo>
                <a:lnTo>
                  <a:pt x="1693990" y="194545"/>
                </a:lnTo>
                <a:lnTo>
                  <a:pt x="1690315" y="194545"/>
                </a:lnTo>
                <a:lnTo>
                  <a:pt x="1686641" y="194545"/>
                </a:lnTo>
                <a:lnTo>
                  <a:pt x="1682966" y="194545"/>
                </a:lnTo>
                <a:lnTo>
                  <a:pt x="1679291" y="194545"/>
                </a:lnTo>
                <a:lnTo>
                  <a:pt x="1675617" y="194545"/>
                </a:lnTo>
                <a:lnTo>
                  <a:pt x="1671942" y="194545"/>
                </a:lnTo>
                <a:lnTo>
                  <a:pt x="1668268" y="194545"/>
                </a:lnTo>
                <a:lnTo>
                  <a:pt x="1664593" y="194545"/>
                </a:lnTo>
                <a:lnTo>
                  <a:pt x="1660918" y="194545"/>
                </a:lnTo>
                <a:lnTo>
                  <a:pt x="1657244" y="194545"/>
                </a:lnTo>
                <a:lnTo>
                  <a:pt x="1653569" y="194545"/>
                </a:lnTo>
                <a:lnTo>
                  <a:pt x="1649895" y="194545"/>
                </a:lnTo>
                <a:lnTo>
                  <a:pt x="1646220" y="194545"/>
                </a:lnTo>
                <a:lnTo>
                  <a:pt x="1642545" y="194545"/>
                </a:lnTo>
                <a:lnTo>
                  <a:pt x="1638871" y="194545"/>
                </a:lnTo>
                <a:lnTo>
                  <a:pt x="1635196" y="194545"/>
                </a:lnTo>
                <a:lnTo>
                  <a:pt x="1631522" y="194545"/>
                </a:lnTo>
                <a:lnTo>
                  <a:pt x="1627847" y="194545"/>
                </a:lnTo>
                <a:lnTo>
                  <a:pt x="1624172" y="194545"/>
                </a:lnTo>
                <a:lnTo>
                  <a:pt x="1620498" y="194545"/>
                </a:lnTo>
                <a:lnTo>
                  <a:pt x="1616823" y="194545"/>
                </a:lnTo>
                <a:lnTo>
                  <a:pt x="1613149" y="194545"/>
                </a:lnTo>
                <a:lnTo>
                  <a:pt x="1609474" y="194545"/>
                </a:lnTo>
                <a:lnTo>
                  <a:pt x="1605799" y="194545"/>
                </a:lnTo>
                <a:lnTo>
                  <a:pt x="1602125" y="194545"/>
                </a:lnTo>
                <a:lnTo>
                  <a:pt x="1598450" y="194545"/>
                </a:lnTo>
                <a:lnTo>
                  <a:pt x="1594776" y="194545"/>
                </a:lnTo>
                <a:lnTo>
                  <a:pt x="1591101" y="194545"/>
                </a:lnTo>
                <a:lnTo>
                  <a:pt x="1587426" y="194545"/>
                </a:lnTo>
                <a:lnTo>
                  <a:pt x="1583752" y="194545"/>
                </a:lnTo>
                <a:lnTo>
                  <a:pt x="1580077" y="194545"/>
                </a:lnTo>
                <a:lnTo>
                  <a:pt x="1576403" y="194545"/>
                </a:lnTo>
                <a:lnTo>
                  <a:pt x="1572728" y="194545"/>
                </a:lnTo>
                <a:lnTo>
                  <a:pt x="1569053" y="194545"/>
                </a:lnTo>
                <a:lnTo>
                  <a:pt x="1565379" y="194545"/>
                </a:lnTo>
                <a:lnTo>
                  <a:pt x="1561704" y="194545"/>
                </a:lnTo>
                <a:lnTo>
                  <a:pt x="1558030" y="194545"/>
                </a:lnTo>
                <a:lnTo>
                  <a:pt x="1554355" y="194545"/>
                </a:lnTo>
                <a:lnTo>
                  <a:pt x="1550680" y="194545"/>
                </a:lnTo>
                <a:lnTo>
                  <a:pt x="1547006" y="194545"/>
                </a:lnTo>
                <a:lnTo>
                  <a:pt x="1543331" y="194545"/>
                </a:lnTo>
                <a:lnTo>
                  <a:pt x="1539657" y="194545"/>
                </a:lnTo>
                <a:lnTo>
                  <a:pt x="1535982" y="194545"/>
                </a:lnTo>
                <a:lnTo>
                  <a:pt x="1532307" y="194545"/>
                </a:lnTo>
                <a:lnTo>
                  <a:pt x="1528633" y="194545"/>
                </a:lnTo>
                <a:lnTo>
                  <a:pt x="1524958" y="194545"/>
                </a:lnTo>
                <a:lnTo>
                  <a:pt x="1521284" y="194545"/>
                </a:lnTo>
                <a:lnTo>
                  <a:pt x="1517609" y="194545"/>
                </a:lnTo>
                <a:lnTo>
                  <a:pt x="1513934" y="194545"/>
                </a:lnTo>
                <a:lnTo>
                  <a:pt x="1510260" y="194545"/>
                </a:lnTo>
                <a:lnTo>
                  <a:pt x="1506585" y="194545"/>
                </a:lnTo>
                <a:lnTo>
                  <a:pt x="1502911" y="194545"/>
                </a:lnTo>
                <a:lnTo>
                  <a:pt x="1499236" y="194545"/>
                </a:lnTo>
                <a:lnTo>
                  <a:pt x="1495561" y="194545"/>
                </a:lnTo>
                <a:lnTo>
                  <a:pt x="1491887" y="194545"/>
                </a:lnTo>
                <a:lnTo>
                  <a:pt x="1488212" y="194545"/>
                </a:lnTo>
                <a:lnTo>
                  <a:pt x="1484538" y="194545"/>
                </a:lnTo>
                <a:lnTo>
                  <a:pt x="1480863" y="194545"/>
                </a:lnTo>
                <a:lnTo>
                  <a:pt x="1477188" y="194545"/>
                </a:lnTo>
                <a:lnTo>
                  <a:pt x="1473514" y="194545"/>
                </a:lnTo>
                <a:lnTo>
                  <a:pt x="1469839" y="194545"/>
                </a:lnTo>
                <a:lnTo>
                  <a:pt x="1466165" y="194545"/>
                </a:lnTo>
                <a:lnTo>
                  <a:pt x="1462490" y="194545"/>
                </a:lnTo>
                <a:lnTo>
                  <a:pt x="1458815" y="194545"/>
                </a:lnTo>
                <a:lnTo>
                  <a:pt x="1455141" y="194545"/>
                </a:lnTo>
                <a:lnTo>
                  <a:pt x="1451466" y="194545"/>
                </a:lnTo>
                <a:lnTo>
                  <a:pt x="1447792" y="194545"/>
                </a:lnTo>
                <a:lnTo>
                  <a:pt x="1444117" y="194545"/>
                </a:lnTo>
                <a:lnTo>
                  <a:pt x="1440442" y="194545"/>
                </a:lnTo>
                <a:lnTo>
                  <a:pt x="1436768" y="194545"/>
                </a:lnTo>
                <a:lnTo>
                  <a:pt x="1433093" y="194545"/>
                </a:lnTo>
                <a:lnTo>
                  <a:pt x="1429419" y="194545"/>
                </a:lnTo>
                <a:lnTo>
                  <a:pt x="1425744" y="194545"/>
                </a:lnTo>
                <a:lnTo>
                  <a:pt x="1422069" y="194545"/>
                </a:lnTo>
                <a:lnTo>
                  <a:pt x="1418395" y="194545"/>
                </a:lnTo>
                <a:lnTo>
                  <a:pt x="1414720" y="194545"/>
                </a:lnTo>
                <a:lnTo>
                  <a:pt x="1411046" y="194545"/>
                </a:lnTo>
                <a:lnTo>
                  <a:pt x="1407371" y="194545"/>
                </a:lnTo>
                <a:lnTo>
                  <a:pt x="1403696" y="194545"/>
                </a:lnTo>
                <a:lnTo>
                  <a:pt x="1400022" y="194545"/>
                </a:lnTo>
                <a:lnTo>
                  <a:pt x="1396347" y="194545"/>
                </a:lnTo>
                <a:lnTo>
                  <a:pt x="1392673" y="194545"/>
                </a:lnTo>
                <a:lnTo>
                  <a:pt x="1388998" y="194545"/>
                </a:lnTo>
                <a:lnTo>
                  <a:pt x="1385323" y="194545"/>
                </a:lnTo>
                <a:lnTo>
                  <a:pt x="1381649" y="194545"/>
                </a:lnTo>
                <a:lnTo>
                  <a:pt x="1377974" y="194545"/>
                </a:lnTo>
                <a:lnTo>
                  <a:pt x="1374300" y="194545"/>
                </a:lnTo>
                <a:lnTo>
                  <a:pt x="1370625" y="194545"/>
                </a:lnTo>
                <a:lnTo>
                  <a:pt x="1366950" y="194545"/>
                </a:lnTo>
                <a:lnTo>
                  <a:pt x="1363276" y="194545"/>
                </a:lnTo>
                <a:lnTo>
                  <a:pt x="1359601" y="194545"/>
                </a:lnTo>
                <a:lnTo>
                  <a:pt x="1355927" y="194545"/>
                </a:lnTo>
                <a:lnTo>
                  <a:pt x="1352252" y="194545"/>
                </a:lnTo>
                <a:lnTo>
                  <a:pt x="1348577" y="194545"/>
                </a:lnTo>
                <a:lnTo>
                  <a:pt x="1344903" y="194545"/>
                </a:lnTo>
                <a:lnTo>
                  <a:pt x="1341228" y="194545"/>
                </a:lnTo>
                <a:lnTo>
                  <a:pt x="1337554" y="194545"/>
                </a:lnTo>
                <a:lnTo>
                  <a:pt x="1333879" y="194545"/>
                </a:lnTo>
                <a:lnTo>
                  <a:pt x="1330205" y="194545"/>
                </a:lnTo>
                <a:lnTo>
                  <a:pt x="1326530" y="194545"/>
                </a:lnTo>
                <a:lnTo>
                  <a:pt x="1322855" y="194545"/>
                </a:lnTo>
                <a:lnTo>
                  <a:pt x="1319181" y="194545"/>
                </a:lnTo>
                <a:lnTo>
                  <a:pt x="1315506" y="194545"/>
                </a:lnTo>
                <a:lnTo>
                  <a:pt x="1311832" y="194545"/>
                </a:lnTo>
                <a:lnTo>
                  <a:pt x="1308157" y="194545"/>
                </a:lnTo>
                <a:lnTo>
                  <a:pt x="1304482" y="194545"/>
                </a:lnTo>
                <a:lnTo>
                  <a:pt x="1300808" y="194545"/>
                </a:lnTo>
                <a:lnTo>
                  <a:pt x="1297133" y="194545"/>
                </a:lnTo>
                <a:lnTo>
                  <a:pt x="1293459" y="194545"/>
                </a:lnTo>
                <a:lnTo>
                  <a:pt x="1289784" y="194545"/>
                </a:lnTo>
                <a:lnTo>
                  <a:pt x="1286109" y="194545"/>
                </a:lnTo>
                <a:lnTo>
                  <a:pt x="1282435" y="194545"/>
                </a:lnTo>
                <a:lnTo>
                  <a:pt x="1278760" y="194545"/>
                </a:lnTo>
                <a:lnTo>
                  <a:pt x="1275086" y="194545"/>
                </a:lnTo>
                <a:lnTo>
                  <a:pt x="1271411" y="194545"/>
                </a:lnTo>
                <a:lnTo>
                  <a:pt x="1267736" y="194545"/>
                </a:lnTo>
                <a:lnTo>
                  <a:pt x="1264062" y="194545"/>
                </a:lnTo>
                <a:lnTo>
                  <a:pt x="1260387" y="194545"/>
                </a:lnTo>
                <a:lnTo>
                  <a:pt x="1256713" y="194545"/>
                </a:lnTo>
                <a:lnTo>
                  <a:pt x="1253038" y="194545"/>
                </a:lnTo>
                <a:lnTo>
                  <a:pt x="1249363" y="194545"/>
                </a:lnTo>
                <a:lnTo>
                  <a:pt x="1245689" y="194545"/>
                </a:lnTo>
                <a:lnTo>
                  <a:pt x="1242014" y="194545"/>
                </a:lnTo>
                <a:lnTo>
                  <a:pt x="1238340" y="194545"/>
                </a:lnTo>
                <a:lnTo>
                  <a:pt x="1234665" y="194545"/>
                </a:lnTo>
                <a:lnTo>
                  <a:pt x="1230990" y="194545"/>
                </a:lnTo>
                <a:lnTo>
                  <a:pt x="1227316" y="194545"/>
                </a:lnTo>
                <a:lnTo>
                  <a:pt x="1223641" y="194545"/>
                </a:lnTo>
                <a:lnTo>
                  <a:pt x="1219967" y="194545"/>
                </a:lnTo>
                <a:lnTo>
                  <a:pt x="1216292" y="194545"/>
                </a:lnTo>
                <a:lnTo>
                  <a:pt x="1212617" y="194545"/>
                </a:lnTo>
                <a:lnTo>
                  <a:pt x="1208943" y="194545"/>
                </a:lnTo>
                <a:lnTo>
                  <a:pt x="1205268" y="194545"/>
                </a:lnTo>
                <a:lnTo>
                  <a:pt x="1201594" y="194545"/>
                </a:lnTo>
                <a:lnTo>
                  <a:pt x="1197919" y="194545"/>
                </a:lnTo>
                <a:lnTo>
                  <a:pt x="1194244" y="194545"/>
                </a:lnTo>
                <a:lnTo>
                  <a:pt x="1190570" y="194545"/>
                </a:lnTo>
                <a:lnTo>
                  <a:pt x="1186895" y="194545"/>
                </a:lnTo>
                <a:lnTo>
                  <a:pt x="1183221" y="194545"/>
                </a:lnTo>
                <a:lnTo>
                  <a:pt x="1179546" y="194545"/>
                </a:lnTo>
                <a:lnTo>
                  <a:pt x="1175871" y="194545"/>
                </a:lnTo>
                <a:lnTo>
                  <a:pt x="1172197" y="194545"/>
                </a:lnTo>
                <a:lnTo>
                  <a:pt x="1168522" y="194545"/>
                </a:lnTo>
                <a:lnTo>
                  <a:pt x="1164848" y="194545"/>
                </a:lnTo>
                <a:lnTo>
                  <a:pt x="1161173" y="194545"/>
                </a:lnTo>
                <a:lnTo>
                  <a:pt x="1157498" y="194545"/>
                </a:lnTo>
                <a:lnTo>
                  <a:pt x="1153824" y="194545"/>
                </a:lnTo>
                <a:lnTo>
                  <a:pt x="1150149" y="194545"/>
                </a:lnTo>
                <a:lnTo>
                  <a:pt x="1146475" y="194545"/>
                </a:lnTo>
                <a:lnTo>
                  <a:pt x="1142800" y="194545"/>
                </a:lnTo>
                <a:lnTo>
                  <a:pt x="1139125" y="194545"/>
                </a:lnTo>
                <a:lnTo>
                  <a:pt x="1135451" y="194545"/>
                </a:lnTo>
                <a:lnTo>
                  <a:pt x="1131776" y="194545"/>
                </a:lnTo>
                <a:lnTo>
                  <a:pt x="1128102" y="194545"/>
                </a:lnTo>
                <a:lnTo>
                  <a:pt x="1124427" y="194545"/>
                </a:lnTo>
                <a:lnTo>
                  <a:pt x="1120752" y="194545"/>
                </a:lnTo>
                <a:lnTo>
                  <a:pt x="1117078" y="194545"/>
                </a:lnTo>
                <a:lnTo>
                  <a:pt x="1113403" y="194545"/>
                </a:lnTo>
                <a:lnTo>
                  <a:pt x="1109729" y="194545"/>
                </a:lnTo>
                <a:lnTo>
                  <a:pt x="1106054" y="194545"/>
                </a:lnTo>
                <a:lnTo>
                  <a:pt x="1102379" y="194545"/>
                </a:lnTo>
                <a:lnTo>
                  <a:pt x="1098705" y="194545"/>
                </a:lnTo>
                <a:lnTo>
                  <a:pt x="1095030" y="194545"/>
                </a:lnTo>
                <a:lnTo>
                  <a:pt x="1091356" y="194545"/>
                </a:lnTo>
                <a:lnTo>
                  <a:pt x="1087681" y="194545"/>
                </a:lnTo>
                <a:lnTo>
                  <a:pt x="1084006" y="194545"/>
                </a:lnTo>
                <a:lnTo>
                  <a:pt x="1080332" y="194545"/>
                </a:lnTo>
                <a:lnTo>
                  <a:pt x="1076657" y="194545"/>
                </a:lnTo>
                <a:lnTo>
                  <a:pt x="1072983" y="194545"/>
                </a:lnTo>
                <a:lnTo>
                  <a:pt x="1069308" y="194545"/>
                </a:lnTo>
                <a:lnTo>
                  <a:pt x="1065633" y="194545"/>
                </a:lnTo>
                <a:lnTo>
                  <a:pt x="1061959" y="194545"/>
                </a:lnTo>
                <a:lnTo>
                  <a:pt x="1058284" y="194545"/>
                </a:lnTo>
                <a:lnTo>
                  <a:pt x="1054610" y="194545"/>
                </a:lnTo>
                <a:lnTo>
                  <a:pt x="1050935" y="194545"/>
                </a:lnTo>
                <a:lnTo>
                  <a:pt x="1047260" y="194545"/>
                </a:lnTo>
                <a:lnTo>
                  <a:pt x="1043586" y="194545"/>
                </a:lnTo>
                <a:lnTo>
                  <a:pt x="1039911" y="194545"/>
                </a:lnTo>
                <a:lnTo>
                  <a:pt x="1036237" y="194545"/>
                </a:lnTo>
                <a:lnTo>
                  <a:pt x="1032562" y="194545"/>
                </a:lnTo>
                <a:lnTo>
                  <a:pt x="1028887" y="194545"/>
                </a:lnTo>
                <a:lnTo>
                  <a:pt x="1025213" y="194545"/>
                </a:lnTo>
                <a:lnTo>
                  <a:pt x="1021538" y="194545"/>
                </a:lnTo>
                <a:lnTo>
                  <a:pt x="1017864" y="194545"/>
                </a:lnTo>
                <a:lnTo>
                  <a:pt x="1014189" y="194545"/>
                </a:lnTo>
                <a:lnTo>
                  <a:pt x="1010514" y="194545"/>
                </a:lnTo>
                <a:lnTo>
                  <a:pt x="1006840" y="194545"/>
                </a:lnTo>
                <a:lnTo>
                  <a:pt x="1003165" y="194545"/>
                </a:lnTo>
                <a:lnTo>
                  <a:pt x="999491" y="194545"/>
                </a:lnTo>
                <a:lnTo>
                  <a:pt x="995816" y="194545"/>
                </a:lnTo>
                <a:lnTo>
                  <a:pt x="992141" y="194545"/>
                </a:lnTo>
                <a:lnTo>
                  <a:pt x="988467" y="194545"/>
                </a:lnTo>
                <a:lnTo>
                  <a:pt x="984792" y="194545"/>
                </a:lnTo>
                <a:lnTo>
                  <a:pt x="981118" y="194545"/>
                </a:lnTo>
                <a:lnTo>
                  <a:pt x="977443" y="194545"/>
                </a:lnTo>
                <a:lnTo>
                  <a:pt x="973768" y="194545"/>
                </a:lnTo>
                <a:lnTo>
                  <a:pt x="970094" y="194545"/>
                </a:lnTo>
                <a:lnTo>
                  <a:pt x="966419" y="194545"/>
                </a:lnTo>
                <a:lnTo>
                  <a:pt x="962745" y="194545"/>
                </a:lnTo>
                <a:lnTo>
                  <a:pt x="959070" y="194545"/>
                </a:lnTo>
                <a:lnTo>
                  <a:pt x="955395" y="194545"/>
                </a:lnTo>
                <a:lnTo>
                  <a:pt x="951721" y="194545"/>
                </a:lnTo>
                <a:lnTo>
                  <a:pt x="948046" y="194545"/>
                </a:lnTo>
                <a:lnTo>
                  <a:pt x="944372" y="194545"/>
                </a:lnTo>
                <a:lnTo>
                  <a:pt x="940697" y="194545"/>
                </a:lnTo>
                <a:lnTo>
                  <a:pt x="937022" y="194545"/>
                </a:lnTo>
                <a:lnTo>
                  <a:pt x="933348" y="194545"/>
                </a:lnTo>
                <a:lnTo>
                  <a:pt x="929673" y="194545"/>
                </a:lnTo>
                <a:lnTo>
                  <a:pt x="925999" y="194545"/>
                </a:lnTo>
                <a:lnTo>
                  <a:pt x="922324" y="194545"/>
                </a:lnTo>
                <a:lnTo>
                  <a:pt x="918649" y="194545"/>
                </a:lnTo>
                <a:lnTo>
                  <a:pt x="914975" y="194545"/>
                </a:lnTo>
                <a:lnTo>
                  <a:pt x="911300" y="194545"/>
                </a:lnTo>
                <a:lnTo>
                  <a:pt x="907626" y="194545"/>
                </a:lnTo>
                <a:lnTo>
                  <a:pt x="903951" y="194545"/>
                </a:lnTo>
                <a:lnTo>
                  <a:pt x="900276" y="194545"/>
                </a:lnTo>
                <a:lnTo>
                  <a:pt x="896602" y="194545"/>
                </a:lnTo>
                <a:lnTo>
                  <a:pt x="892927" y="194545"/>
                </a:lnTo>
                <a:lnTo>
                  <a:pt x="889253" y="194545"/>
                </a:lnTo>
                <a:lnTo>
                  <a:pt x="885578" y="194545"/>
                </a:lnTo>
                <a:lnTo>
                  <a:pt x="881903" y="194545"/>
                </a:lnTo>
                <a:lnTo>
                  <a:pt x="878229" y="194545"/>
                </a:lnTo>
                <a:lnTo>
                  <a:pt x="874554" y="194545"/>
                </a:lnTo>
                <a:lnTo>
                  <a:pt x="870880" y="194545"/>
                </a:lnTo>
                <a:lnTo>
                  <a:pt x="867205" y="194545"/>
                </a:lnTo>
                <a:lnTo>
                  <a:pt x="863530" y="194545"/>
                </a:lnTo>
                <a:lnTo>
                  <a:pt x="859856" y="194545"/>
                </a:lnTo>
                <a:lnTo>
                  <a:pt x="856181" y="194545"/>
                </a:lnTo>
                <a:lnTo>
                  <a:pt x="852507" y="194545"/>
                </a:lnTo>
                <a:lnTo>
                  <a:pt x="848832" y="194545"/>
                </a:lnTo>
                <a:lnTo>
                  <a:pt x="845157" y="194545"/>
                </a:lnTo>
                <a:lnTo>
                  <a:pt x="841483" y="194545"/>
                </a:lnTo>
                <a:lnTo>
                  <a:pt x="837808" y="194545"/>
                </a:lnTo>
                <a:lnTo>
                  <a:pt x="834134" y="194545"/>
                </a:lnTo>
                <a:lnTo>
                  <a:pt x="830459" y="194545"/>
                </a:lnTo>
                <a:lnTo>
                  <a:pt x="826784" y="194545"/>
                </a:lnTo>
                <a:lnTo>
                  <a:pt x="823110" y="194545"/>
                </a:lnTo>
                <a:lnTo>
                  <a:pt x="819435" y="194545"/>
                </a:lnTo>
                <a:lnTo>
                  <a:pt x="815761" y="194545"/>
                </a:lnTo>
                <a:lnTo>
                  <a:pt x="812086" y="194545"/>
                </a:lnTo>
                <a:lnTo>
                  <a:pt x="808411" y="194545"/>
                </a:lnTo>
                <a:lnTo>
                  <a:pt x="804737" y="194545"/>
                </a:lnTo>
                <a:lnTo>
                  <a:pt x="801062" y="194545"/>
                </a:lnTo>
                <a:lnTo>
                  <a:pt x="797388" y="194545"/>
                </a:lnTo>
                <a:lnTo>
                  <a:pt x="793713" y="194545"/>
                </a:lnTo>
                <a:lnTo>
                  <a:pt x="790038" y="194545"/>
                </a:lnTo>
                <a:lnTo>
                  <a:pt x="786364" y="194545"/>
                </a:lnTo>
                <a:lnTo>
                  <a:pt x="782689" y="194545"/>
                </a:lnTo>
                <a:lnTo>
                  <a:pt x="779015" y="194545"/>
                </a:lnTo>
                <a:lnTo>
                  <a:pt x="775340" y="194545"/>
                </a:lnTo>
                <a:lnTo>
                  <a:pt x="771665" y="194545"/>
                </a:lnTo>
                <a:lnTo>
                  <a:pt x="767991" y="194545"/>
                </a:lnTo>
                <a:lnTo>
                  <a:pt x="764316" y="194545"/>
                </a:lnTo>
                <a:lnTo>
                  <a:pt x="760642" y="194545"/>
                </a:lnTo>
                <a:lnTo>
                  <a:pt x="756967" y="194545"/>
                </a:lnTo>
                <a:lnTo>
                  <a:pt x="753292" y="194545"/>
                </a:lnTo>
                <a:lnTo>
                  <a:pt x="749618" y="194545"/>
                </a:lnTo>
                <a:lnTo>
                  <a:pt x="745943" y="194545"/>
                </a:lnTo>
                <a:lnTo>
                  <a:pt x="742269" y="194545"/>
                </a:lnTo>
                <a:lnTo>
                  <a:pt x="738594" y="194545"/>
                </a:lnTo>
                <a:lnTo>
                  <a:pt x="734919" y="194545"/>
                </a:lnTo>
                <a:lnTo>
                  <a:pt x="731245" y="194545"/>
                </a:lnTo>
                <a:lnTo>
                  <a:pt x="727570" y="194545"/>
                </a:lnTo>
                <a:lnTo>
                  <a:pt x="723896" y="194545"/>
                </a:lnTo>
                <a:lnTo>
                  <a:pt x="720221" y="194545"/>
                </a:lnTo>
                <a:lnTo>
                  <a:pt x="716546" y="194545"/>
                </a:lnTo>
                <a:lnTo>
                  <a:pt x="712872" y="194545"/>
                </a:lnTo>
                <a:lnTo>
                  <a:pt x="709197" y="194545"/>
                </a:lnTo>
                <a:lnTo>
                  <a:pt x="705523" y="194545"/>
                </a:lnTo>
                <a:lnTo>
                  <a:pt x="701848" y="194545"/>
                </a:lnTo>
                <a:lnTo>
                  <a:pt x="698173" y="194545"/>
                </a:lnTo>
                <a:lnTo>
                  <a:pt x="694499" y="194545"/>
                </a:lnTo>
                <a:lnTo>
                  <a:pt x="690824" y="194545"/>
                </a:lnTo>
                <a:lnTo>
                  <a:pt x="687150" y="194545"/>
                </a:lnTo>
                <a:lnTo>
                  <a:pt x="683475" y="194545"/>
                </a:lnTo>
                <a:lnTo>
                  <a:pt x="679800" y="194545"/>
                </a:lnTo>
                <a:lnTo>
                  <a:pt x="676126" y="194545"/>
                </a:lnTo>
                <a:lnTo>
                  <a:pt x="672451" y="194545"/>
                </a:lnTo>
                <a:lnTo>
                  <a:pt x="668777" y="194545"/>
                </a:lnTo>
                <a:lnTo>
                  <a:pt x="665102" y="194545"/>
                </a:lnTo>
                <a:lnTo>
                  <a:pt x="661427" y="194545"/>
                </a:lnTo>
                <a:lnTo>
                  <a:pt x="657753" y="194545"/>
                </a:lnTo>
                <a:lnTo>
                  <a:pt x="654078" y="194545"/>
                </a:lnTo>
                <a:lnTo>
                  <a:pt x="650404" y="194545"/>
                </a:lnTo>
                <a:lnTo>
                  <a:pt x="646729" y="194545"/>
                </a:lnTo>
                <a:lnTo>
                  <a:pt x="643054" y="194545"/>
                </a:lnTo>
                <a:lnTo>
                  <a:pt x="639380" y="194545"/>
                </a:lnTo>
                <a:lnTo>
                  <a:pt x="635705" y="194545"/>
                </a:lnTo>
                <a:lnTo>
                  <a:pt x="632031" y="194545"/>
                </a:lnTo>
                <a:lnTo>
                  <a:pt x="628356" y="194545"/>
                </a:lnTo>
                <a:lnTo>
                  <a:pt x="624681" y="194545"/>
                </a:lnTo>
                <a:lnTo>
                  <a:pt x="621007" y="194545"/>
                </a:lnTo>
                <a:lnTo>
                  <a:pt x="617332" y="194545"/>
                </a:lnTo>
                <a:lnTo>
                  <a:pt x="613658" y="194545"/>
                </a:lnTo>
                <a:lnTo>
                  <a:pt x="609983" y="194545"/>
                </a:lnTo>
                <a:lnTo>
                  <a:pt x="606308" y="194545"/>
                </a:lnTo>
                <a:lnTo>
                  <a:pt x="602634" y="194545"/>
                </a:lnTo>
                <a:lnTo>
                  <a:pt x="598959" y="194545"/>
                </a:lnTo>
                <a:lnTo>
                  <a:pt x="595285" y="194545"/>
                </a:lnTo>
                <a:lnTo>
                  <a:pt x="591610" y="194545"/>
                </a:lnTo>
                <a:lnTo>
                  <a:pt x="587935" y="194545"/>
                </a:lnTo>
                <a:lnTo>
                  <a:pt x="584261" y="194545"/>
                </a:lnTo>
                <a:lnTo>
                  <a:pt x="580586" y="194545"/>
                </a:lnTo>
                <a:lnTo>
                  <a:pt x="576912" y="194545"/>
                </a:lnTo>
                <a:lnTo>
                  <a:pt x="573237" y="194545"/>
                </a:lnTo>
                <a:lnTo>
                  <a:pt x="569562" y="194545"/>
                </a:lnTo>
                <a:lnTo>
                  <a:pt x="565888" y="194545"/>
                </a:lnTo>
                <a:lnTo>
                  <a:pt x="562213" y="194545"/>
                </a:lnTo>
                <a:lnTo>
                  <a:pt x="558539" y="194545"/>
                </a:lnTo>
                <a:lnTo>
                  <a:pt x="554864" y="194545"/>
                </a:lnTo>
                <a:lnTo>
                  <a:pt x="551189" y="194545"/>
                </a:lnTo>
                <a:lnTo>
                  <a:pt x="547515" y="194545"/>
                </a:lnTo>
                <a:lnTo>
                  <a:pt x="543840" y="194545"/>
                </a:lnTo>
                <a:lnTo>
                  <a:pt x="540166" y="194545"/>
                </a:lnTo>
                <a:lnTo>
                  <a:pt x="536491" y="194545"/>
                </a:lnTo>
                <a:lnTo>
                  <a:pt x="532816" y="194545"/>
                </a:lnTo>
                <a:lnTo>
                  <a:pt x="529142" y="194545"/>
                </a:lnTo>
                <a:lnTo>
                  <a:pt x="525467" y="194545"/>
                </a:lnTo>
                <a:lnTo>
                  <a:pt x="521793" y="194545"/>
                </a:lnTo>
                <a:lnTo>
                  <a:pt x="518118" y="194545"/>
                </a:lnTo>
                <a:lnTo>
                  <a:pt x="514443" y="194545"/>
                </a:lnTo>
                <a:lnTo>
                  <a:pt x="510769" y="194545"/>
                </a:lnTo>
                <a:lnTo>
                  <a:pt x="507094" y="194545"/>
                </a:lnTo>
                <a:lnTo>
                  <a:pt x="503420" y="194545"/>
                </a:lnTo>
                <a:lnTo>
                  <a:pt x="499745" y="194545"/>
                </a:lnTo>
                <a:lnTo>
                  <a:pt x="496070" y="194545"/>
                </a:lnTo>
                <a:lnTo>
                  <a:pt x="492396" y="194545"/>
                </a:lnTo>
                <a:lnTo>
                  <a:pt x="488721" y="194545"/>
                </a:lnTo>
                <a:lnTo>
                  <a:pt x="485047" y="194545"/>
                </a:lnTo>
                <a:lnTo>
                  <a:pt x="481372" y="194545"/>
                </a:lnTo>
                <a:lnTo>
                  <a:pt x="477697" y="194545"/>
                </a:lnTo>
                <a:lnTo>
                  <a:pt x="474023" y="194545"/>
                </a:lnTo>
                <a:lnTo>
                  <a:pt x="470348" y="194545"/>
                </a:lnTo>
                <a:lnTo>
                  <a:pt x="466674" y="194545"/>
                </a:lnTo>
                <a:lnTo>
                  <a:pt x="462999" y="194545"/>
                </a:lnTo>
                <a:lnTo>
                  <a:pt x="459324" y="194545"/>
                </a:lnTo>
                <a:lnTo>
                  <a:pt x="455650" y="194545"/>
                </a:lnTo>
                <a:lnTo>
                  <a:pt x="451975" y="194545"/>
                </a:lnTo>
                <a:lnTo>
                  <a:pt x="448301" y="194545"/>
                </a:lnTo>
                <a:lnTo>
                  <a:pt x="444626" y="194545"/>
                </a:lnTo>
                <a:lnTo>
                  <a:pt x="440951" y="194545"/>
                </a:lnTo>
                <a:lnTo>
                  <a:pt x="437277" y="194545"/>
                </a:lnTo>
                <a:lnTo>
                  <a:pt x="433602" y="194545"/>
                </a:lnTo>
                <a:lnTo>
                  <a:pt x="429928" y="194545"/>
                </a:lnTo>
                <a:lnTo>
                  <a:pt x="426253" y="194545"/>
                </a:lnTo>
                <a:lnTo>
                  <a:pt x="422578" y="194545"/>
                </a:lnTo>
                <a:lnTo>
                  <a:pt x="418904" y="194545"/>
                </a:lnTo>
                <a:lnTo>
                  <a:pt x="415229" y="194545"/>
                </a:lnTo>
                <a:lnTo>
                  <a:pt x="411555" y="194545"/>
                </a:lnTo>
                <a:lnTo>
                  <a:pt x="407880" y="194545"/>
                </a:lnTo>
                <a:lnTo>
                  <a:pt x="404205" y="194545"/>
                </a:lnTo>
                <a:lnTo>
                  <a:pt x="400531" y="194545"/>
                </a:lnTo>
                <a:lnTo>
                  <a:pt x="396856" y="194545"/>
                </a:lnTo>
                <a:lnTo>
                  <a:pt x="393182" y="194545"/>
                </a:lnTo>
                <a:lnTo>
                  <a:pt x="389507" y="194545"/>
                </a:lnTo>
                <a:lnTo>
                  <a:pt x="385832" y="194545"/>
                </a:lnTo>
                <a:lnTo>
                  <a:pt x="382158" y="194545"/>
                </a:lnTo>
                <a:lnTo>
                  <a:pt x="378483" y="194545"/>
                </a:lnTo>
                <a:lnTo>
                  <a:pt x="374809" y="194545"/>
                </a:lnTo>
                <a:lnTo>
                  <a:pt x="371134" y="194545"/>
                </a:lnTo>
                <a:lnTo>
                  <a:pt x="367459" y="194545"/>
                </a:lnTo>
                <a:lnTo>
                  <a:pt x="363785" y="194545"/>
                </a:lnTo>
                <a:lnTo>
                  <a:pt x="360110" y="194545"/>
                </a:lnTo>
                <a:lnTo>
                  <a:pt x="356436" y="194545"/>
                </a:lnTo>
                <a:lnTo>
                  <a:pt x="352761" y="194545"/>
                </a:lnTo>
                <a:lnTo>
                  <a:pt x="349086" y="194545"/>
                </a:lnTo>
                <a:lnTo>
                  <a:pt x="345412" y="194545"/>
                </a:lnTo>
                <a:lnTo>
                  <a:pt x="341737" y="194545"/>
                </a:lnTo>
                <a:lnTo>
                  <a:pt x="338063" y="194545"/>
                </a:lnTo>
                <a:lnTo>
                  <a:pt x="334388" y="194545"/>
                </a:lnTo>
                <a:lnTo>
                  <a:pt x="330713" y="194545"/>
                </a:lnTo>
                <a:lnTo>
                  <a:pt x="327039" y="194545"/>
                </a:lnTo>
                <a:lnTo>
                  <a:pt x="323364" y="194545"/>
                </a:lnTo>
                <a:lnTo>
                  <a:pt x="319690" y="194545"/>
                </a:lnTo>
                <a:lnTo>
                  <a:pt x="316015" y="194545"/>
                </a:lnTo>
                <a:lnTo>
                  <a:pt x="312340" y="194545"/>
                </a:lnTo>
                <a:lnTo>
                  <a:pt x="308666" y="194545"/>
                </a:lnTo>
                <a:lnTo>
                  <a:pt x="304991" y="194545"/>
                </a:lnTo>
                <a:lnTo>
                  <a:pt x="301317" y="194545"/>
                </a:lnTo>
                <a:lnTo>
                  <a:pt x="297642" y="194545"/>
                </a:lnTo>
                <a:lnTo>
                  <a:pt x="293967" y="194545"/>
                </a:lnTo>
                <a:lnTo>
                  <a:pt x="290293" y="194545"/>
                </a:lnTo>
                <a:lnTo>
                  <a:pt x="286618" y="194545"/>
                </a:lnTo>
                <a:lnTo>
                  <a:pt x="282944" y="194545"/>
                </a:lnTo>
                <a:lnTo>
                  <a:pt x="279269" y="194545"/>
                </a:lnTo>
                <a:lnTo>
                  <a:pt x="275594" y="194545"/>
                </a:lnTo>
                <a:lnTo>
                  <a:pt x="271920" y="194545"/>
                </a:lnTo>
                <a:lnTo>
                  <a:pt x="268245" y="194545"/>
                </a:lnTo>
                <a:lnTo>
                  <a:pt x="264571" y="194545"/>
                </a:lnTo>
                <a:lnTo>
                  <a:pt x="260896" y="194545"/>
                </a:lnTo>
                <a:lnTo>
                  <a:pt x="257221" y="194545"/>
                </a:lnTo>
                <a:lnTo>
                  <a:pt x="253547" y="194545"/>
                </a:lnTo>
                <a:lnTo>
                  <a:pt x="249872" y="194545"/>
                </a:lnTo>
                <a:lnTo>
                  <a:pt x="246198" y="194545"/>
                </a:lnTo>
                <a:lnTo>
                  <a:pt x="242523" y="194545"/>
                </a:lnTo>
                <a:lnTo>
                  <a:pt x="238848" y="194545"/>
                </a:lnTo>
                <a:lnTo>
                  <a:pt x="235174" y="194545"/>
                </a:lnTo>
                <a:lnTo>
                  <a:pt x="231499" y="194545"/>
                </a:lnTo>
                <a:lnTo>
                  <a:pt x="227825" y="194545"/>
                </a:lnTo>
                <a:lnTo>
                  <a:pt x="224150" y="194545"/>
                </a:lnTo>
                <a:lnTo>
                  <a:pt x="220475" y="194545"/>
                </a:lnTo>
                <a:lnTo>
                  <a:pt x="216801" y="194545"/>
                </a:lnTo>
                <a:lnTo>
                  <a:pt x="213126" y="194545"/>
                </a:lnTo>
                <a:lnTo>
                  <a:pt x="209452" y="194545"/>
                </a:lnTo>
                <a:lnTo>
                  <a:pt x="205777" y="194545"/>
                </a:lnTo>
                <a:lnTo>
                  <a:pt x="202102" y="194545"/>
                </a:lnTo>
                <a:lnTo>
                  <a:pt x="198428" y="194545"/>
                </a:lnTo>
                <a:lnTo>
                  <a:pt x="194753" y="194545"/>
                </a:lnTo>
                <a:lnTo>
                  <a:pt x="191079" y="194545"/>
                </a:lnTo>
                <a:lnTo>
                  <a:pt x="187404" y="194545"/>
                </a:lnTo>
                <a:lnTo>
                  <a:pt x="183729" y="194545"/>
                </a:lnTo>
                <a:lnTo>
                  <a:pt x="180055" y="194545"/>
                </a:lnTo>
                <a:lnTo>
                  <a:pt x="176380" y="194545"/>
                </a:lnTo>
                <a:lnTo>
                  <a:pt x="172706" y="194545"/>
                </a:lnTo>
                <a:lnTo>
                  <a:pt x="169031" y="194545"/>
                </a:lnTo>
                <a:lnTo>
                  <a:pt x="165356" y="194545"/>
                </a:lnTo>
                <a:lnTo>
                  <a:pt x="161682" y="194545"/>
                </a:lnTo>
                <a:lnTo>
                  <a:pt x="158007" y="194545"/>
                </a:lnTo>
                <a:lnTo>
                  <a:pt x="154333" y="194545"/>
                </a:lnTo>
                <a:lnTo>
                  <a:pt x="150658" y="194545"/>
                </a:lnTo>
                <a:lnTo>
                  <a:pt x="146983" y="194545"/>
                </a:lnTo>
                <a:lnTo>
                  <a:pt x="143309" y="194545"/>
                </a:lnTo>
                <a:lnTo>
                  <a:pt x="139634" y="194545"/>
                </a:lnTo>
                <a:lnTo>
                  <a:pt x="135960" y="194545"/>
                </a:lnTo>
                <a:lnTo>
                  <a:pt x="132285" y="194545"/>
                </a:lnTo>
                <a:lnTo>
                  <a:pt x="128610" y="194545"/>
                </a:lnTo>
                <a:lnTo>
                  <a:pt x="124936" y="194545"/>
                </a:lnTo>
                <a:lnTo>
                  <a:pt x="121261" y="194545"/>
                </a:lnTo>
                <a:lnTo>
                  <a:pt x="117587" y="194545"/>
                </a:lnTo>
                <a:lnTo>
                  <a:pt x="113912" y="194545"/>
                </a:lnTo>
                <a:lnTo>
                  <a:pt x="110237" y="194545"/>
                </a:lnTo>
                <a:lnTo>
                  <a:pt x="106563" y="194545"/>
                </a:lnTo>
                <a:lnTo>
                  <a:pt x="102888" y="194545"/>
                </a:lnTo>
                <a:lnTo>
                  <a:pt x="99214" y="194545"/>
                </a:lnTo>
                <a:lnTo>
                  <a:pt x="95539" y="194545"/>
                </a:lnTo>
                <a:lnTo>
                  <a:pt x="91864" y="194545"/>
                </a:lnTo>
                <a:lnTo>
                  <a:pt x="88190" y="194545"/>
                </a:lnTo>
                <a:lnTo>
                  <a:pt x="84515" y="194545"/>
                </a:lnTo>
                <a:lnTo>
                  <a:pt x="80841" y="194545"/>
                </a:lnTo>
                <a:lnTo>
                  <a:pt x="77166" y="194545"/>
                </a:lnTo>
                <a:lnTo>
                  <a:pt x="73491" y="194545"/>
                </a:lnTo>
                <a:lnTo>
                  <a:pt x="69817" y="194545"/>
                </a:lnTo>
                <a:lnTo>
                  <a:pt x="66142" y="194545"/>
                </a:lnTo>
                <a:lnTo>
                  <a:pt x="62468" y="194545"/>
                </a:lnTo>
                <a:lnTo>
                  <a:pt x="58793" y="194545"/>
                </a:lnTo>
                <a:lnTo>
                  <a:pt x="55118" y="194545"/>
                </a:lnTo>
                <a:lnTo>
                  <a:pt x="51444" y="194545"/>
                </a:lnTo>
                <a:lnTo>
                  <a:pt x="47769" y="194545"/>
                </a:lnTo>
                <a:lnTo>
                  <a:pt x="44095" y="194545"/>
                </a:lnTo>
                <a:lnTo>
                  <a:pt x="40420" y="194545"/>
                </a:lnTo>
                <a:lnTo>
                  <a:pt x="36745" y="194545"/>
                </a:lnTo>
                <a:lnTo>
                  <a:pt x="33071" y="194545"/>
                </a:lnTo>
                <a:lnTo>
                  <a:pt x="29396" y="194545"/>
                </a:lnTo>
                <a:lnTo>
                  <a:pt x="25722" y="194545"/>
                </a:lnTo>
                <a:lnTo>
                  <a:pt x="22047" y="194545"/>
                </a:lnTo>
                <a:lnTo>
                  <a:pt x="18372" y="194545"/>
                </a:lnTo>
                <a:lnTo>
                  <a:pt x="14698" y="194545"/>
                </a:lnTo>
                <a:lnTo>
                  <a:pt x="11023" y="194545"/>
                </a:lnTo>
                <a:lnTo>
                  <a:pt x="7349" y="194545"/>
                </a:lnTo>
                <a:lnTo>
                  <a:pt x="3674" y="194545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29" name="pl129"/>
          <p:cNvSpPr/>
          <p:nvPr/>
        </p:nvSpPr>
        <p:spPr>
          <a:xfrm>
            <a:off x="6702581" y="3287709"/>
            <a:ext cx="1877720" cy="194545"/>
          </a:xfrm>
          <a:custGeom>
            <a:avLst/>
            <a:gdLst/>
            <a:ahLst/>
            <a:cxnLst/>
            <a:rect l="0" t="0" r="0" b="0"/>
            <a:pathLst>
              <a:path w="1877720" h="194545">
                <a:moveTo>
                  <a:pt x="0" y="194545"/>
                </a:moveTo>
                <a:lnTo>
                  <a:pt x="3674" y="194545"/>
                </a:lnTo>
                <a:lnTo>
                  <a:pt x="7349" y="194545"/>
                </a:lnTo>
                <a:lnTo>
                  <a:pt x="11023" y="194545"/>
                </a:lnTo>
                <a:lnTo>
                  <a:pt x="14698" y="194545"/>
                </a:lnTo>
                <a:lnTo>
                  <a:pt x="18372" y="194545"/>
                </a:lnTo>
                <a:lnTo>
                  <a:pt x="22047" y="194545"/>
                </a:lnTo>
                <a:lnTo>
                  <a:pt x="25722" y="194545"/>
                </a:lnTo>
                <a:lnTo>
                  <a:pt x="29396" y="194545"/>
                </a:lnTo>
                <a:lnTo>
                  <a:pt x="33071" y="194545"/>
                </a:lnTo>
                <a:lnTo>
                  <a:pt x="36745" y="194545"/>
                </a:lnTo>
                <a:lnTo>
                  <a:pt x="40420" y="194545"/>
                </a:lnTo>
                <a:lnTo>
                  <a:pt x="44095" y="194545"/>
                </a:lnTo>
                <a:lnTo>
                  <a:pt x="47769" y="194545"/>
                </a:lnTo>
                <a:lnTo>
                  <a:pt x="51444" y="194545"/>
                </a:lnTo>
                <a:lnTo>
                  <a:pt x="55118" y="194545"/>
                </a:lnTo>
                <a:lnTo>
                  <a:pt x="58793" y="194545"/>
                </a:lnTo>
                <a:lnTo>
                  <a:pt x="62468" y="194545"/>
                </a:lnTo>
                <a:lnTo>
                  <a:pt x="66142" y="194545"/>
                </a:lnTo>
                <a:lnTo>
                  <a:pt x="69817" y="194545"/>
                </a:lnTo>
                <a:lnTo>
                  <a:pt x="73491" y="194545"/>
                </a:lnTo>
                <a:lnTo>
                  <a:pt x="77166" y="194545"/>
                </a:lnTo>
                <a:lnTo>
                  <a:pt x="80841" y="194545"/>
                </a:lnTo>
                <a:lnTo>
                  <a:pt x="84515" y="194545"/>
                </a:lnTo>
                <a:lnTo>
                  <a:pt x="88190" y="194545"/>
                </a:lnTo>
                <a:lnTo>
                  <a:pt x="91864" y="194545"/>
                </a:lnTo>
                <a:lnTo>
                  <a:pt x="95539" y="194545"/>
                </a:lnTo>
                <a:lnTo>
                  <a:pt x="99214" y="194545"/>
                </a:lnTo>
                <a:lnTo>
                  <a:pt x="102888" y="194545"/>
                </a:lnTo>
                <a:lnTo>
                  <a:pt x="106563" y="194545"/>
                </a:lnTo>
                <a:lnTo>
                  <a:pt x="110237" y="194545"/>
                </a:lnTo>
                <a:lnTo>
                  <a:pt x="113912" y="194545"/>
                </a:lnTo>
                <a:lnTo>
                  <a:pt x="117587" y="194545"/>
                </a:lnTo>
                <a:lnTo>
                  <a:pt x="121261" y="194545"/>
                </a:lnTo>
                <a:lnTo>
                  <a:pt x="124936" y="194545"/>
                </a:lnTo>
                <a:lnTo>
                  <a:pt x="128610" y="194545"/>
                </a:lnTo>
                <a:lnTo>
                  <a:pt x="132285" y="194545"/>
                </a:lnTo>
                <a:lnTo>
                  <a:pt x="135960" y="194545"/>
                </a:lnTo>
                <a:lnTo>
                  <a:pt x="139634" y="194545"/>
                </a:lnTo>
                <a:lnTo>
                  <a:pt x="143309" y="194545"/>
                </a:lnTo>
                <a:lnTo>
                  <a:pt x="146983" y="194545"/>
                </a:lnTo>
                <a:lnTo>
                  <a:pt x="150658" y="194545"/>
                </a:lnTo>
                <a:lnTo>
                  <a:pt x="154333" y="194545"/>
                </a:lnTo>
                <a:lnTo>
                  <a:pt x="158007" y="194545"/>
                </a:lnTo>
                <a:lnTo>
                  <a:pt x="161682" y="194545"/>
                </a:lnTo>
                <a:lnTo>
                  <a:pt x="165356" y="194545"/>
                </a:lnTo>
                <a:lnTo>
                  <a:pt x="169031" y="194545"/>
                </a:lnTo>
                <a:lnTo>
                  <a:pt x="172706" y="194544"/>
                </a:lnTo>
                <a:lnTo>
                  <a:pt x="176380" y="194544"/>
                </a:lnTo>
                <a:lnTo>
                  <a:pt x="180055" y="194543"/>
                </a:lnTo>
                <a:lnTo>
                  <a:pt x="183729" y="194543"/>
                </a:lnTo>
                <a:lnTo>
                  <a:pt x="187404" y="194541"/>
                </a:lnTo>
                <a:lnTo>
                  <a:pt x="191079" y="194540"/>
                </a:lnTo>
                <a:lnTo>
                  <a:pt x="194753" y="194538"/>
                </a:lnTo>
                <a:lnTo>
                  <a:pt x="198428" y="194535"/>
                </a:lnTo>
                <a:lnTo>
                  <a:pt x="202102" y="194532"/>
                </a:lnTo>
                <a:lnTo>
                  <a:pt x="205777" y="194527"/>
                </a:lnTo>
                <a:lnTo>
                  <a:pt x="209452" y="194521"/>
                </a:lnTo>
                <a:lnTo>
                  <a:pt x="213126" y="194514"/>
                </a:lnTo>
                <a:lnTo>
                  <a:pt x="216801" y="194505"/>
                </a:lnTo>
                <a:lnTo>
                  <a:pt x="220475" y="194494"/>
                </a:lnTo>
                <a:lnTo>
                  <a:pt x="224150" y="194481"/>
                </a:lnTo>
                <a:lnTo>
                  <a:pt x="227825" y="194466"/>
                </a:lnTo>
                <a:lnTo>
                  <a:pt x="231499" y="194448"/>
                </a:lnTo>
                <a:lnTo>
                  <a:pt x="235174" y="194429"/>
                </a:lnTo>
                <a:lnTo>
                  <a:pt x="238848" y="194407"/>
                </a:lnTo>
                <a:lnTo>
                  <a:pt x="242523" y="194383"/>
                </a:lnTo>
                <a:lnTo>
                  <a:pt x="246198" y="194356"/>
                </a:lnTo>
                <a:lnTo>
                  <a:pt x="249872" y="194329"/>
                </a:lnTo>
                <a:lnTo>
                  <a:pt x="253547" y="194300"/>
                </a:lnTo>
                <a:lnTo>
                  <a:pt x="257221" y="194271"/>
                </a:lnTo>
                <a:lnTo>
                  <a:pt x="260896" y="194242"/>
                </a:lnTo>
                <a:lnTo>
                  <a:pt x="264571" y="194214"/>
                </a:lnTo>
                <a:lnTo>
                  <a:pt x="268245" y="194187"/>
                </a:lnTo>
                <a:lnTo>
                  <a:pt x="271920" y="194162"/>
                </a:lnTo>
                <a:lnTo>
                  <a:pt x="275594" y="194139"/>
                </a:lnTo>
                <a:lnTo>
                  <a:pt x="279269" y="194119"/>
                </a:lnTo>
                <a:lnTo>
                  <a:pt x="282944" y="194102"/>
                </a:lnTo>
                <a:lnTo>
                  <a:pt x="286618" y="194088"/>
                </a:lnTo>
                <a:lnTo>
                  <a:pt x="290293" y="194077"/>
                </a:lnTo>
                <a:lnTo>
                  <a:pt x="293967" y="194069"/>
                </a:lnTo>
                <a:lnTo>
                  <a:pt x="297642" y="194062"/>
                </a:lnTo>
                <a:lnTo>
                  <a:pt x="301317" y="194058"/>
                </a:lnTo>
                <a:lnTo>
                  <a:pt x="304991" y="194054"/>
                </a:lnTo>
                <a:lnTo>
                  <a:pt x="308666" y="194050"/>
                </a:lnTo>
                <a:lnTo>
                  <a:pt x="312340" y="194044"/>
                </a:lnTo>
                <a:lnTo>
                  <a:pt x="316015" y="194035"/>
                </a:lnTo>
                <a:lnTo>
                  <a:pt x="319690" y="194023"/>
                </a:lnTo>
                <a:lnTo>
                  <a:pt x="323364" y="194006"/>
                </a:lnTo>
                <a:lnTo>
                  <a:pt x="327039" y="193983"/>
                </a:lnTo>
                <a:lnTo>
                  <a:pt x="330713" y="193952"/>
                </a:lnTo>
                <a:lnTo>
                  <a:pt x="334388" y="193912"/>
                </a:lnTo>
                <a:lnTo>
                  <a:pt x="338063" y="193861"/>
                </a:lnTo>
                <a:lnTo>
                  <a:pt x="341737" y="193798"/>
                </a:lnTo>
                <a:lnTo>
                  <a:pt x="345412" y="193724"/>
                </a:lnTo>
                <a:lnTo>
                  <a:pt x="349086" y="193636"/>
                </a:lnTo>
                <a:lnTo>
                  <a:pt x="352761" y="193534"/>
                </a:lnTo>
                <a:lnTo>
                  <a:pt x="356436" y="193416"/>
                </a:lnTo>
                <a:lnTo>
                  <a:pt x="360110" y="193283"/>
                </a:lnTo>
                <a:lnTo>
                  <a:pt x="363785" y="193133"/>
                </a:lnTo>
                <a:lnTo>
                  <a:pt x="367459" y="192965"/>
                </a:lnTo>
                <a:lnTo>
                  <a:pt x="371134" y="192778"/>
                </a:lnTo>
                <a:lnTo>
                  <a:pt x="374809" y="192573"/>
                </a:lnTo>
                <a:lnTo>
                  <a:pt x="378483" y="192351"/>
                </a:lnTo>
                <a:lnTo>
                  <a:pt x="382158" y="192113"/>
                </a:lnTo>
                <a:lnTo>
                  <a:pt x="385832" y="191858"/>
                </a:lnTo>
                <a:lnTo>
                  <a:pt x="389507" y="191588"/>
                </a:lnTo>
                <a:lnTo>
                  <a:pt x="393182" y="191306"/>
                </a:lnTo>
                <a:lnTo>
                  <a:pt x="396856" y="191011"/>
                </a:lnTo>
                <a:lnTo>
                  <a:pt x="400531" y="190707"/>
                </a:lnTo>
                <a:lnTo>
                  <a:pt x="404205" y="190397"/>
                </a:lnTo>
                <a:lnTo>
                  <a:pt x="407880" y="190084"/>
                </a:lnTo>
                <a:lnTo>
                  <a:pt x="411555" y="189770"/>
                </a:lnTo>
                <a:lnTo>
                  <a:pt x="415229" y="189460"/>
                </a:lnTo>
                <a:lnTo>
                  <a:pt x="418904" y="189154"/>
                </a:lnTo>
                <a:lnTo>
                  <a:pt x="422578" y="188856"/>
                </a:lnTo>
                <a:lnTo>
                  <a:pt x="426253" y="188568"/>
                </a:lnTo>
                <a:lnTo>
                  <a:pt x="429928" y="188291"/>
                </a:lnTo>
                <a:lnTo>
                  <a:pt x="433602" y="188028"/>
                </a:lnTo>
                <a:lnTo>
                  <a:pt x="437277" y="187777"/>
                </a:lnTo>
                <a:lnTo>
                  <a:pt x="440951" y="187537"/>
                </a:lnTo>
                <a:lnTo>
                  <a:pt x="444626" y="187307"/>
                </a:lnTo>
                <a:lnTo>
                  <a:pt x="448301" y="187084"/>
                </a:lnTo>
                <a:lnTo>
                  <a:pt x="451975" y="186866"/>
                </a:lnTo>
                <a:lnTo>
                  <a:pt x="455650" y="186649"/>
                </a:lnTo>
                <a:lnTo>
                  <a:pt x="459324" y="186428"/>
                </a:lnTo>
                <a:lnTo>
                  <a:pt x="462999" y="186199"/>
                </a:lnTo>
                <a:lnTo>
                  <a:pt x="466674" y="185955"/>
                </a:lnTo>
                <a:lnTo>
                  <a:pt x="470348" y="185691"/>
                </a:lnTo>
                <a:lnTo>
                  <a:pt x="474023" y="185405"/>
                </a:lnTo>
                <a:lnTo>
                  <a:pt x="477697" y="185090"/>
                </a:lnTo>
                <a:lnTo>
                  <a:pt x="481372" y="184743"/>
                </a:lnTo>
                <a:lnTo>
                  <a:pt x="485047" y="184361"/>
                </a:lnTo>
                <a:lnTo>
                  <a:pt x="488721" y="183941"/>
                </a:lnTo>
                <a:lnTo>
                  <a:pt x="492396" y="183481"/>
                </a:lnTo>
                <a:lnTo>
                  <a:pt x="496070" y="182976"/>
                </a:lnTo>
                <a:lnTo>
                  <a:pt x="499745" y="182431"/>
                </a:lnTo>
                <a:lnTo>
                  <a:pt x="503420" y="181847"/>
                </a:lnTo>
                <a:lnTo>
                  <a:pt x="507094" y="181227"/>
                </a:lnTo>
                <a:lnTo>
                  <a:pt x="510769" y="180573"/>
                </a:lnTo>
                <a:lnTo>
                  <a:pt x="514443" y="179888"/>
                </a:lnTo>
                <a:lnTo>
                  <a:pt x="518118" y="179176"/>
                </a:lnTo>
                <a:lnTo>
                  <a:pt x="521793" y="178439"/>
                </a:lnTo>
                <a:lnTo>
                  <a:pt x="525467" y="177681"/>
                </a:lnTo>
                <a:lnTo>
                  <a:pt x="529142" y="176905"/>
                </a:lnTo>
                <a:lnTo>
                  <a:pt x="532816" y="176116"/>
                </a:lnTo>
                <a:lnTo>
                  <a:pt x="536491" y="175317"/>
                </a:lnTo>
                <a:lnTo>
                  <a:pt x="540166" y="174510"/>
                </a:lnTo>
                <a:lnTo>
                  <a:pt x="543840" y="173698"/>
                </a:lnTo>
                <a:lnTo>
                  <a:pt x="547515" y="172883"/>
                </a:lnTo>
                <a:lnTo>
                  <a:pt x="551189" y="172065"/>
                </a:lnTo>
                <a:lnTo>
                  <a:pt x="554864" y="171243"/>
                </a:lnTo>
                <a:lnTo>
                  <a:pt x="558539" y="170417"/>
                </a:lnTo>
                <a:lnTo>
                  <a:pt x="562213" y="169585"/>
                </a:lnTo>
                <a:lnTo>
                  <a:pt x="565888" y="168742"/>
                </a:lnTo>
                <a:lnTo>
                  <a:pt x="569562" y="167883"/>
                </a:lnTo>
                <a:lnTo>
                  <a:pt x="573237" y="167004"/>
                </a:lnTo>
                <a:lnTo>
                  <a:pt x="576912" y="166098"/>
                </a:lnTo>
                <a:lnTo>
                  <a:pt x="580586" y="165156"/>
                </a:lnTo>
                <a:lnTo>
                  <a:pt x="584261" y="164172"/>
                </a:lnTo>
                <a:lnTo>
                  <a:pt x="587935" y="163137"/>
                </a:lnTo>
                <a:lnTo>
                  <a:pt x="591610" y="162034"/>
                </a:lnTo>
                <a:lnTo>
                  <a:pt x="595285" y="160862"/>
                </a:lnTo>
                <a:lnTo>
                  <a:pt x="598959" y="159616"/>
                </a:lnTo>
                <a:lnTo>
                  <a:pt x="602634" y="158292"/>
                </a:lnTo>
                <a:lnTo>
                  <a:pt x="606308" y="156888"/>
                </a:lnTo>
                <a:lnTo>
                  <a:pt x="609983" y="155403"/>
                </a:lnTo>
                <a:lnTo>
                  <a:pt x="613658" y="153840"/>
                </a:lnTo>
                <a:lnTo>
                  <a:pt x="617332" y="152202"/>
                </a:lnTo>
                <a:lnTo>
                  <a:pt x="621007" y="150496"/>
                </a:lnTo>
                <a:lnTo>
                  <a:pt x="624681" y="148729"/>
                </a:lnTo>
                <a:lnTo>
                  <a:pt x="628356" y="146922"/>
                </a:lnTo>
                <a:lnTo>
                  <a:pt x="632031" y="145088"/>
                </a:lnTo>
                <a:lnTo>
                  <a:pt x="635705" y="143242"/>
                </a:lnTo>
                <a:lnTo>
                  <a:pt x="639380" y="141399"/>
                </a:lnTo>
                <a:lnTo>
                  <a:pt x="643054" y="139572"/>
                </a:lnTo>
                <a:lnTo>
                  <a:pt x="646729" y="137774"/>
                </a:lnTo>
                <a:lnTo>
                  <a:pt x="650404" y="136016"/>
                </a:lnTo>
                <a:lnTo>
                  <a:pt x="654078" y="134309"/>
                </a:lnTo>
                <a:lnTo>
                  <a:pt x="657753" y="132656"/>
                </a:lnTo>
                <a:lnTo>
                  <a:pt x="661427" y="131051"/>
                </a:lnTo>
                <a:lnTo>
                  <a:pt x="665102" y="129488"/>
                </a:lnTo>
                <a:lnTo>
                  <a:pt x="668777" y="127957"/>
                </a:lnTo>
                <a:lnTo>
                  <a:pt x="672451" y="126445"/>
                </a:lnTo>
                <a:lnTo>
                  <a:pt x="676126" y="124937"/>
                </a:lnTo>
                <a:lnTo>
                  <a:pt x="679800" y="123416"/>
                </a:lnTo>
                <a:lnTo>
                  <a:pt x="683475" y="121864"/>
                </a:lnTo>
                <a:lnTo>
                  <a:pt x="687150" y="120253"/>
                </a:lnTo>
                <a:lnTo>
                  <a:pt x="690824" y="118569"/>
                </a:lnTo>
                <a:lnTo>
                  <a:pt x="694499" y="116801"/>
                </a:lnTo>
                <a:lnTo>
                  <a:pt x="698173" y="114936"/>
                </a:lnTo>
                <a:lnTo>
                  <a:pt x="701848" y="112967"/>
                </a:lnTo>
                <a:lnTo>
                  <a:pt x="705523" y="110889"/>
                </a:lnTo>
                <a:lnTo>
                  <a:pt x="709197" y="108701"/>
                </a:lnTo>
                <a:lnTo>
                  <a:pt x="712872" y="106406"/>
                </a:lnTo>
                <a:lnTo>
                  <a:pt x="716546" y="104004"/>
                </a:lnTo>
                <a:lnTo>
                  <a:pt x="720221" y="101497"/>
                </a:lnTo>
                <a:lnTo>
                  <a:pt x="723896" y="98908"/>
                </a:lnTo>
                <a:lnTo>
                  <a:pt x="727570" y="96247"/>
                </a:lnTo>
                <a:lnTo>
                  <a:pt x="731245" y="93527"/>
                </a:lnTo>
                <a:lnTo>
                  <a:pt x="734919" y="90759"/>
                </a:lnTo>
                <a:lnTo>
                  <a:pt x="738594" y="87956"/>
                </a:lnTo>
                <a:lnTo>
                  <a:pt x="742269" y="85130"/>
                </a:lnTo>
                <a:lnTo>
                  <a:pt x="745943" y="82290"/>
                </a:lnTo>
                <a:lnTo>
                  <a:pt x="749618" y="79449"/>
                </a:lnTo>
                <a:lnTo>
                  <a:pt x="753292" y="76618"/>
                </a:lnTo>
                <a:lnTo>
                  <a:pt x="756967" y="73807"/>
                </a:lnTo>
                <a:lnTo>
                  <a:pt x="760642" y="71022"/>
                </a:lnTo>
                <a:lnTo>
                  <a:pt x="764316" y="68273"/>
                </a:lnTo>
                <a:lnTo>
                  <a:pt x="767991" y="65565"/>
                </a:lnTo>
                <a:lnTo>
                  <a:pt x="771665" y="62907"/>
                </a:lnTo>
                <a:lnTo>
                  <a:pt x="775340" y="60304"/>
                </a:lnTo>
                <a:lnTo>
                  <a:pt x="779015" y="57764"/>
                </a:lnTo>
                <a:lnTo>
                  <a:pt x="782689" y="55301"/>
                </a:lnTo>
                <a:lnTo>
                  <a:pt x="786364" y="52915"/>
                </a:lnTo>
                <a:lnTo>
                  <a:pt x="790038" y="50607"/>
                </a:lnTo>
                <a:lnTo>
                  <a:pt x="793713" y="48381"/>
                </a:lnTo>
                <a:lnTo>
                  <a:pt x="797388" y="46236"/>
                </a:lnTo>
                <a:lnTo>
                  <a:pt x="801062" y="44173"/>
                </a:lnTo>
                <a:lnTo>
                  <a:pt x="804737" y="42187"/>
                </a:lnTo>
                <a:lnTo>
                  <a:pt x="808411" y="40276"/>
                </a:lnTo>
                <a:lnTo>
                  <a:pt x="812086" y="38433"/>
                </a:lnTo>
                <a:lnTo>
                  <a:pt x="815761" y="36653"/>
                </a:lnTo>
                <a:lnTo>
                  <a:pt x="819435" y="34920"/>
                </a:lnTo>
                <a:lnTo>
                  <a:pt x="823110" y="33221"/>
                </a:lnTo>
                <a:lnTo>
                  <a:pt x="826784" y="31549"/>
                </a:lnTo>
                <a:lnTo>
                  <a:pt x="830459" y="29893"/>
                </a:lnTo>
                <a:lnTo>
                  <a:pt x="834134" y="28248"/>
                </a:lnTo>
                <a:lnTo>
                  <a:pt x="837808" y="26606"/>
                </a:lnTo>
                <a:lnTo>
                  <a:pt x="841483" y="24967"/>
                </a:lnTo>
                <a:lnTo>
                  <a:pt x="845157" y="23328"/>
                </a:lnTo>
                <a:lnTo>
                  <a:pt x="848832" y="21694"/>
                </a:lnTo>
                <a:lnTo>
                  <a:pt x="852507" y="20070"/>
                </a:lnTo>
                <a:lnTo>
                  <a:pt x="856181" y="18463"/>
                </a:lnTo>
                <a:lnTo>
                  <a:pt x="859856" y="16880"/>
                </a:lnTo>
                <a:lnTo>
                  <a:pt x="863530" y="15330"/>
                </a:lnTo>
                <a:lnTo>
                  <a:pt x="867205" y="13820"/>
                </a:lnTo>
                <a:lnTo>
                  <a:pt x="870880" y="12358"/>
                </a:lnTo>
                <a:lnTo>
                  <a:pt x="874554" y="10949"/>
                </a:lnTo>
                <a:lnTo>
                  <a:pt x="878229" y="9607"/>
                </a:lnTo>
                <a:lnTo>
                  <a:pt x="881903" y="8330"/>
                </a:lnTo>
                <a:lnTo>
                  <a:pt x="885578" y="7118"/>
                </a:lnTo>
                <a:lnTo>
                  <a:pt x="889253" y="5975"/>
                </a:lnTo>
                <a:lnTo>
                  <a:pt x="892927" y="4904"/>
                </a:lnTo>
                <a:lnTo>
                  <a:pt x="896602" y="3910"/>
                </a:lnTo>
                <a:lnTo>
                  <a:pt x="900276" y="2998"/>
                </a:lnTo>
                <a:lnTo>
                  <a:pt x="903951" y="2176"/>
                </a:lnTo>
                <a:lnTo>
                  <a:pt x="907626" y="1459"/>
                </a:lnTo>
                <a:lnTo>
                  <a:pt x="911300" y="874"/>
                </a:lnTo>
                <a:lnTo>
                  <a:pt x="914975" y="424"/>
                </a:lnTo>
                <a:lnTo>
                  <a:pt x="918649" y="127"/>
                </a:lnTo>
                <a:lnTo>
                  <a:pt x="922324" y="0"/>
                </a:lnTo>
                <a:lnTo>
                  <a:pt x="925999" y="57"/>
                </a:lnTo>
                <a:lnTo>
                  <a:pt x="929673" y="314"/>
                </a:lnTo>
                <a:lnTo>
                  <a:pt x="933348" y="781"/>
                </a:lnTo>
                <a:lnTo>
                  <a:pt x="937022" y="1465"/>
                </a:lnTo>
                <a:lnTo>
                  <a:pt x="940697" y="2384"/>
                </a:lnTo>
                <a:lnTo>
                  <a:pt x="944372" y="3529"/>
                </a:lnTo>
                <a:lnTo>
                  <a:pt x="948046" y="4871"/>
                </a:lnTo>
                <a:lnTo>
                  <a:pt x="951721" y="6390"/>
                </a:lnTo>
                <a:lnTo>
                  <a:pt x="955395" y="8062"/>
                </a:lnTo>
                <a:lnTo>
                  <a:pt x="959070" y="9857"/>
                </a:lnTo>
                <a:lnTo>
                  <a:pt x="962745" y="11741"/>
                </a:lnTo>
                <a:lnTo>
                  <a:pt x="966419" y="13680"/>
                </a:lnTo>
                <a:lnTo>
                  <a:pt x="970094" y="15635"/>
                </a:lnTo>
                <a:lnTo>
                  <a:pt x="973768" y="17561"/>
                </a:lnTo>
                <a:lnTo>
                  <a:pt x="977443" y="19417"/>
                </a:lnTo>
                <a:lnTo>
                  <a:pt x="981118" y="21173"/>
                </a:lnTo>
                <a:lnTo>
                  <a:pt x="984792" y="22802"/>
                </a:lnTo>
                <a:lnTo>
                  <a:pt x="988467" y="24283"/>
                </a:lnTo>
                <a:lnTo>
                  <a:pt x="992141" y="25601"/>
                </a:lnTo>
                <a:lnTo>
                  <a:pt x="995816" y="26748"/>
                </a:lnTo>
                <a:lnTo>
                  <a:pt x="999491" y="27722"/>
                </a:lnTo>
                <a:lnTo>
                  <a:pt x="1003165" y="28526"/>
                </a:lnTo>
                <a:lnTo>
                  <a:pt x="1006840" y="29161"/>
                </a:lnTo>
                <a:lnTo>
                  <a:pt x="1010514" y="29670"/>
                </a:lnTo>
                <a:lnTo>
                  <a:pt x="1014189" y="30079"/>
                </a:lnTo>
                <a:lnTo>
                  <a:pt x="1017864" y="30419"/>
                </a:lnTo>
                <a:lnTo>
                  <a:pt x="1021538" y="30721"/>
                </a:lnTo>
                <a:lnTo>
                  <a:pt x="1025213" y="31018"/>
                </a:lnTo>
                <a:lnTo>
                  <a:pt x="1028887" y="31344"/>
                </a:lnTo>
                <a:lnTo>
                  <a:pt x="1032562" y="31730"/>
                </a:lnTo>
                <a:lnTo>
                  <a:pt x="1036237" y="32212"/>
                </a:lnTo>
                <a:lnTo>
                  <a:pt x="1039911" y="32824"/>
                </a:lnTo>
                <a:lnTo>
                  <a:pt x="1043586" y="33575"/>
                </a:lnTo>
                <a:lnTo>
                  <a:pt x="1047260" y="34479"/>
                </a:lnTo>
                <a:lnTo>
                  <a:pt x="1050935" y="35544"/>
                </a:lnTo>
                <a:lnTo>
                  <a:pt x="1054610" y="36773"/>
                </a:lnTo>
                <a:lnTo>
                  <a:pt x="1058284" y="38165"/>
                </a:lnTo>
                <a:lnTo>
                  <a:pt x="1061959" y="39713"/>
                </a:lnTo>
                <a:lnTo>
                  <a:pt x="1065633" y="41410"/>
                </a:lnTo>
                <a:lnTo>
                  <a:pt x="1069308" y="43257"/>
                </a:lnTo>
                <a:lnTo>
                  <a:pt x="1072983" y="45224"/>
                </a:lnTo>
                <a:lnTo>
                  <a:pt x="1076657" y="47294"/>
                </a:lnTo>
                <a:lnTo>
                  <a:pt x="1080332" y="49451"/>
                </a:lnTo>
                <a:lnTo>
                  <a:pt x="1084006" y="51681"/>
                </a:lnTo>
                <a:lnTo>
                  <a:pt x="1087681" y="53973"/>
                </a:lnTo>
                <a:lnTo>
                  <a:pt x="1091356" y="56316"/>
                </a:lnTo>
                <a:lnTo>
                  <a:pt x="1095030" y="58701"/>
                </a:lnTo>
                <a:lnTo>
                  <a:pt x="1098705" y="61122"/>
                </a:lnTo>
                <a:lnTo>
                  <a:pt x="1102379" y="63576"/>
                </a:lnTo>
                <a:lnTo>
                  <a:pt x="1106054" y="66057"/>
                </a:lnTo>
                <a:lnTo>
                  <a:pt x="1109729" y="68561"/>
                </a:lnTo>
                <a:lnTo>
                  <a:pt x="1113403" y="71086"/>
                </a:lnTo>
                <a:lnTo>
                  <a:pt x="1117078" y="73628"/>
                </a:lnTo>
                <a:lnTo>
                  <a:pt x="1120752" y="76185"/>
                </a:lnTo>
                <a:lnTo>
                  <a:pt x="1124427" y="78751"/>
                </a:lnTo>
                <a:lnTo>
                  <a:pt x="1128102" y="81321"/>
                </a:lnTo>
                <a:lnTo>
                  <a:pt x="1131776" y="83886"/>
                </a:lnTo>
                <a:lnTo>
                  <a:pt x="1135451" y="86435"/>
                </a:lnTo>
                <a:lnTo>
                  <a:pt x="1139125" y="88959"/>
                </a:lnTo>
                <a:lnTo>
                  <a:pt x="1142800" y="91448"/>
                </a:lnTo>
                <a:lnTo>
                  <a:pt x="1146475" y="93893"/>
                </a:lnTo>
                <a:lnTo>
                  <a:pt x="1150149" y="96284"/>
                </a:lnTo>
                <a:lnTo>
                  <a:pt x="1153824" y="98614"/>
                </a:lnTo>
                <a:lnTo>
                  <a:pt x="1157498" y="100876"/>
                </a:lnTo>
                <a:lnTo>
                  <a:pt x="1161173" y="103068"/>
                </a:lnTo>
                <a:lnTo>
                  <a:pt x="1164848" y="105177"/>
                </a:lnTo>
                <a:lnTo>
                  <a:pt x="1168522" y="107210"/>
                </a:lnTo>
                <a:lnTo>
                  <a:pt x="1172197" y="109173"/>
                </a:lnTo>
                <a:lnTo>
                  <a:pt x="1175871" y="111071"/>
                </a:lnTo>
                <a:lnTo>
                  <a:pt x="1179546" y="112909"/>
                </a:lnTo>
                <a:lnTo>
                  <a:pt x="1183221" y="114694"/>
                </a:lnTo>
                <a:lnTo>
                  <a:pt x="1186895" y="116434"/>
                </a:lnTo>
                <a:lnTo>
                  <a:pt x="1190570" y="118135"/>
                </a:lnTo>
                <a:lnTo>
                  <a:pt x="1194244" y="119806"/>
                </a:lnTo>
                <a:lnTo>
                  <a:pt x="1197919" y="121451"/>
                </a:lnTo>
                <a:lnTo>
                  <a:pt x="1201594" y="123081"/>
                </a:lnTo>
                <a:lnTo>
                  <a:pt x="1205268" y="124701"/>
                </a:lnTo>
                <a:lnTo>
                  <a:pt x="1208943" y="126317"/>
                </a:lnTo>
                <a:lnTo>
                  <a:pt x="1212617" y="127931"/>
                </a:lnTo>
                <a:lnTo>
                  <a:pt x="1216292" y="129547"/>
                </a:lnTo>
                <a:lnTo>
                  <a:pt x="1219967" y="131169"/>
                </a:lnTo>
                <a:lnTo>
                  <a:pt x="1223641" y="132799"/>
                </a:lnTo>
                <a:lnTo>
                  <a:pt x="1227316" y="134439"/>
                </a:lnTo>
                <a:lnTo>
                  <a:pt x="1230990" y="136092"/>
                </a:lnTo>
                <a:lnTo>
                  <a:pt x="1234665" y="137757"/>
                </a:lnTo>
                <a:lnTo>
                  <a:pt x="1238340" y="139436"/>
                </a:lnTo>
                <a:lnTo>
                  <a:pt x="1242014" y="141127"/>
                </a:lnTo>
                <a:lnTo>
                  <a:pt x="1245689" y="142829"/>
                </a:lnTo>
                <a:lnTo>
                  <a:pt x="1249363" y="144541"/>
                </a:lnTo>
                <a:lnTo>
                  <a:pt x="1253038" y="146258"/>
                </a:lnTo>
                <a:lnTo>
                  <a:pt x="1256713" y="147976"/>
                </a:lnTo>
                <a:lnTo>
                  <a:pt x="1260387" y="149688"/>
                </a:lnTo>
                <a:lnTo>
                  <a:pt x="1264062" y="151387"/>
                </a:lnTo>
                <a:lnTo>
                  <a:pt x="1267736" y="153064"/>
                </a:lnTo>
                <a:lnTo>
                  <a:pt x="1271411" y="154712"/>
                </a:lnTo>
                <a:lnTo>
                  <a:pt x="1275086" y="156322"/>
                </a:lnTo>
                <a:lnTo>
                  <a:pt x="1278760" y="157888"/>
                </a:lnTo>
                <a:lnTo>
                  <a:pt x="1282435" y="159402"/>
                </a:lnTo>
                <a:lnTo>
                  <a:pt x="1286109" y="160857"/>
                </a:lnTo>
                <a:lnTo>
                  <a:pt x="1289784" y="162248"/>
                </a:lnTo>
                <a:lnTo>
                  <a:pt x="1293459" y="163561"/>
                </a:lnTo>
                <a:lnTo>
                  <a:pt x="1297133" y="164804"/>
                </a:lnTo>
                <a:lnTo>
                  <a:pt x="1300808" y="165976"/>
                </a:lnTo>
                <a:lnTo>
                  <a:pt x="1304482" y="167078"/>
                </a:lnTo>
                <a:lnTo>
                  <a:pt x="1308157" y="168113"/>
                </a:lnTo>
                <a:lnTo>
                  <a:pt x="1311832" y="169083"/>
                </a:lnTo>
                <a:lnTo>
                  <a:pt x="1315506" y="169993"/>
                </a:lnTo>
                <a:lnTo>
                  <a:pt x="1319181" y="170847"/>
                </a:lnTo>
                <a:lnTo>
                  <a:pt x="1322855" y="171648"/>
                </a:lnTo>
                <a:lnTo>
                  <a:pt x="1326530" y="172401"/>
                </a:lnTo>
                <a:lnTo>
                  <a:pt x="1330205" y="173117"/>
                </a:lnTo>
                <a:lnTo>
                  <a:pt x="1333879" y="173800"/>
                </a:lnTo>
                <a:lnTo>
                  <a:pt x="1337554" y="174455"/>
                </a:lnTo>
                <a:lnTo>
                  <a:pt x="1341228" y="175087"/>
                </a:lnTo>
                <a:lnTo>
                  <a:pt x="1344903" y="175701"/>
                </a:lnTo>
                <a:lnTo>
                  <a:pt x="1348577" y="176298"/>
                </a:lnTo>
                <a:lnTo>
                  <a:pt x="1352252" y="176883"/>
                </a:lnTo>
                <a:lnTo>
                  <a:pt x="1355927" y="177456"/>
                </a:lnTo>
                <a:lnTo>
                  <a:pt x="1359601" y="178019"/>
                </a:lnTo>
                <a:lnTo>
                  <a:pt x="1363276" y="178574"/>
                </a:lnTo>
                <a:lnTo>
                  <a:pt x="1366950" y="179121"/>
                </a:lnTo>
                <a:lnTo>
                  <a:pt x="1370625" y="179658"/>
                </a:lnTo>
                <a:lnTo>
                  <a:pt x="1374300" y="180184"/>
                </a:lnTo>
                <a:lnTo>
                  <a:pt x="1377974" y="180699"/>
                </a:lnTo>
                <a:lnTo>
                  <a:pt x="1381649" y="181201"/>
                </a:lnTo>
                <a:lnTo>
                  <a:pt x="1385323" y="181686"/>
                </a:lnTo>
                <a:lnTo>
                  <a:pt x="1388998" y="182151"/>
                </a:lnTo>
                <a:lnTo>
                  <a:pt x="1392673" y="182596"/>
                </a:lnTo>
                <a:lnTo>
                  <a:pt x="1396347" y="183020"/>
                </a:lnTo>
                <a:lnTo>
                  <a:pt x="1400022" y="183422"/>
                </a:lnTo>
                <a:lnTo>
                  <a:pt x="1403696" y="183801"/>
                </a:lnTo>
                <a:lnTo>
                  <a:pt x="1407371" y="184158"/>
                </a:lnTo>
                <a:lnTo>
                  <a:pt x="1411046" y="184493"/>
                </a:lnTo>
                <a:lnTo>
                  <a:pt x="1414720" y="184807"/>
                </a:lnTo>
                <a:lnTo>
                  <a:pt x="1418395" y="185101"/>
                </a:lnTo>
                <a:lnTo>
                  <a:pt x="1422069" y="185377"/>
                </a:lnTo>
                <a:lnTo>
                  <a:pt x="1425744" y="185641"/>
                </a:lnTo>
                <a:lnTo>
                  <a:pt x="1429419" y="185894"/>
                </a:lnTo>
                <a:lnTo>
                  <a:pt x="1433093" y="186140"/>
                </a:lnTo>
                <a:lnTo>
                  <a:pt x="1436768" y="186382"/>
                </a:lnTo>
                <a:lnTo>
                  <a:pt x="1440442" y="186623"/>
                </a:lnTo>
                <a:lnTo>
                  <a:pt x="1444117" y="186864"/>
                </a:lnTo>
                <a:lnTo>
                  <a:pt x="1447792" y="187110"/>
                </a:lnTo>
                <a:lnTo>
                  <a:pt x="1451466" y="187362"/>
                </a:lnTo>
                <a:lnTo>
                  <a:pt x="1455141" y="187622"/>
                </a:lnTo>
                <a:lnTo>
                  <a:pt x="1458815" y="187891"/>
                </a:lnTo>
                <a:lnTo>
                  <a:pt x="1462490" y="188169"/>
                </a:lnTo>
                <a:lnTo>
                  <a:pt x="1466165" y="188457"/>
                </a:lnTo>
                <a:lnTo>
                  <a:pt x="1469839" y="188753"/>
                </a:lnTo>
                <a:lnTo>
                  <a:pt x="1473514" y="189058"/>
                </a:lnTo>
                <a:lnTo>
                  <a:pt x="1477188" y="189370"/>
                </a:lnTo>
                <a:lnTo>
                  <a:pt x="1480863" y="189687"/>
                </a:lnTo>
                <a:lnTo>
                  <a:pt x="1484538" y="190008"/>
                </a:lnTo>
                <a:lnTo>
                  <a:pt x="1488212" y="190328"/>
                </a:lnTo>
                <a:lnTo>
                  <a:pt x="1491887" y="190646"/>
                </a:lnTo>
                <a:lnTo>
                  <a:pt x="1495561" y="190958"/>
                </a:lnTo>
                <a:lnTo>
                  <a:pt x="1499236" y="191262"/>
                </a:lnTo>
                <a:lnTo>
                  <a:pt x="1502911" y="191556"/>
                </a:lnTo>
                <a:lnTo>
                  <a:pt x="1506585" y="191837"/>
                </a:lnTo>
                <a:lnTo>
                  <a:pt x="1510260" y="192103"/>
                </a:lnTo>
                <a:lnTo>
                  <a:pt x="1513934" y="192353"/>
                </a:lnTo>
                <a:lnTo>
                  <a:pt x="1517609" y="192583"/>
                </a:lnTo>
                <a:lnTo>
                  <a:pt x="1521284" y="192796"/>
                </a:lnTo>
                <a:lnTo>
                  <a:pt x="1524958" y="192991"/>
                </a:lnTo>
                <a:lnTo>
                  <a:pt x="1528633" y="193169"/>
                </a:lnTo>
                <a:lnTo>
                  <a:pt x="1532307" y="193331"/>
                </a:lnTo>
                <a:lnTo>
                  <a:pt x="1535982" y="193477"/>
                </a:lnTo>
                <a:lnTo>
                  <a:pt x="1539657" y="193609"/>
                </a:lnTo>
                <a:lnTo>
                  <a:pt x="1543331" y="193727"/>
                </a:lnTo>
                <a:lnTo>
                  <a:pt x="1547006" y="193833"/>
                </a:lnTo>
                <a:lnTo>
                  <a:pt x="1550680" y="193927"/>
                </a:lnTo>
                <a:lnTo>
                  <a:pt x="1554355" y="194012"/>
                </a:lnTo>
                <a:lnTo>
                  <a:pt x="1558030" y="194088"/>
                </a:lnTo>
                <a:lnTo>
                  <a:pt x="1561704" y="194155"/>
                </a:lnTo>
                <a:lnTo>
                  <a:pt x="1565379" y="194216"/>
                </a:lnTo>
                <a:lnTo>
                  <a:pt x="1569053" y="194269"/>
                </a:lnTo>
                <a:lnTo>
                  <a:pt x="1572728" y="194316"/>
                </a:lnTo>
                <a:lnTo>
                  <a:pt x="1576403" y="194357"/>
                </a:lnTo>
                <a:lnTo>
                  <a:pt x="1580077" y="194391"/>
                </a:lnTo>
                <a:lnTo>
                  <a:pt x="1583752" y="194421"/>
                </a:lnTo>
                <a:lnTo>
                  <a:pt x="1587426" y="194446"/>
                </a:lnTo>
                <a:lnTo>
                  <a:pt x="1591101" y="194467"/>
                </a:lnTo>
                <a:lnTo>
                  <a:pt x="1594776" y="194484"/>
                </a:lnTo>
                <a:lnTo>
                  <a:pt x="1598450" y="194498"/>
                </a:lnTo>
                <a:lnTo>
                  <a:pt x="1602125" y="194510"/>
                </a:lnTo>
                <a:lnTo>
                  <a:pt x="1605799" y="194519"/>
                </a:lnTo>
                <a:lnTo>
                  <a:pt x="1609474" y="194526"/>
                </a:lnTo>
                <a:lnTo>
                  <a:pt x="1613149" y="194531"/>
                </a:lnTo>
                <a:lnTo>
                  <a:pt x="1616823" y="194535"/>
                </a:lnTo>
                <a:lnTo>
                  <a:pt x="1620498" y="194538"/>
                </a:lnTo>
                <a:lnTo>
                  <a:pt x="1624172" y="194540"/>
                </a:lnTo>
                <a:lnTo>
                  <a:pt x="1627847" y="194542"/>
                </a:lnTo>
                <a:lnTo>
                  <a:pt x="1631522" y="194543"/>
                </a:lnTo>
                <a:lnTo>
                  <a:pt x="1635196" y="194543"/>
                </a:lnTo>
                <a:lnTo>
                  <a:pt x="1638871" y="194544"/>
                </a:lnTo>
                <a:lnTo>
                  <a:pt x="1642545" y="194544"/>
                </a:lnTo>
                <a:lnTo>
                  <a:pt x="1646220" y="194545"/>
                </a:lnTo>
                <a:lnTo>
                  <a:pt x="1649895" y="194545"/>
                </a:lnTo>
                <a:lnTo>
                  <a:pt x="1653569" y="194545"/>
                </a:lnTo>
                <a:lnTo>
                  <a:pt x="1657244" y="194545"/>
                </a:lnTo>
                <a:lnTo>
                  <a:pt x="1660918" y="194545"/>
                </a:lnTo>
                <a:lnTo>
                  <a:pt x="1664593" y="194545"/>
                </a:lnTo>
                <a:lnTo>
                  <a:pt x="1668268" y="194545"/>
                </a:lnTo>
                <a:lnTo>
                  <a:pt x="1671942" y="194545"/>
                </a:lnTo>
                <a:lnTo>
                  <a:pt x="1675617" y="194545"/>
                </a:lnTo>
                <a:lnTo>
                  <a:pt x="1679291" y="194545"/>
                </a:lnTo>
                <a:lnTo>
                  <a:pt x="1682966" y="194545"/>
                </a:lnTo>
                <a:lnTo>
                  <a:pt x="1686641" y="194545"/>
                </a:lnTo>
                <a:lnTo>
                  <a:pt x="1690315" y="194545"/>
                </a:lnTo>
                <a:lnTo>
                  <a:pt x="1693990" y="194545"/>
                </a:lnTo>
                <a:lnTo>
                  <a:pt x="1697664" y="194545"/>
                </a:lnTo>
                <a:lnTo>
                  <a:pt x="1701339" y="194545"/>
                </a:lnTo>
                <a:lnTo>
                  <a:pt x="1705014" y="194545"/>
                </a:lnTo>
                <a:lnTo>
                  <a:pt x="1708688" y="194545"/>
                </a:lnTo>
                <a:lnTo>
                  <a:pt x="1712363" y="194545"/>
                </a:lnTo>
                <a:lnTo>
                  <a:pt x="1716037" y="194545"/>
                </a:lnTo>
                <a:lnTo>
                  <a:pt x="1719712" y="194545"/>
                </a:lnTo>
                <a:lnTo>
                  <a:pt x="1723387" y="194545"/>
                </a:lnTo>
                <a:lnTo>
                  <a:pt x="1727061" y="194545"/>
                </a:lnTo>
                <a:lnTo>
                  <a:pt x="1730736" y="194545"/>
                </a:lnTo>
                <a:lnTo>
                  <a:pt x="1734410" y="194545"/>
                </a:lnTo>
                <a:lnTo>
                  <a:pt x="1738085" y="194545"/>
                </a:lnTo>
                <a:lnTo>
                  <a:pt x="1741760" y="194545"/>
                </a:lnTo>
                <a:lnTo>
                  <a:pt x="1745434" y="194545"/>
                </a:lnTo>
                <a:lnTo>
                  <a:pt x="1749109" y="194545"/>
                </a:lnTo>
                <a:lnTo>
                  <a:pt x="1752783" y="194545"/>
                </a:lnTo>
                <a:lnTo>
                  <a:pt x="1756458" y="194545"/>
                </a:lnTo>
                <a:lnTo>
                  <a:pt x="1760133" y="194545"/>
                </a:lnTo>
                <a:lnTo>
                  <a:pt x="1763807" y="194545"/>
                </a:lnTo>
                <a:lnTo>
                  <a:pt x="1767482" y="194545"/>
                </a:lnTo>
                <a:lnTo>
                  <a:pt x="1771156" y="194545"/>
                </a:lnTo>
                <a:lnTo>
                  <a:pt x="1774831" y="194545"/>
                </a:lnTo>
                <a:lnTo>
                  <a:pt x="1778506" y="194545"/>
                </a:lnTo>
                <a:lnTo>
                  <a:pt x="1782180" y="194545"/>
                </a:lnTo>
                <a:lnTo>
                  <a:pt x="1785855" y="194545"/>
                </a:lnTo>
                <a:lnTo>
                  <a:pt x="1789529" y="194545"/>
                </a:lnTo>
                <a:lnTo>
                  <a:pt x="1793204" y="194545"/>
                </a:lnTo>
                <a:lnTo>
                  <a:pt x="1796879" y="194545"/>
                </a:lnTo>
                <a:lnTo>
                  <a:pt x="1800553" y="194545"/>
                </a:lnTo>
                <a:lnTo>
                  <a:pt x="1804228" y="194545"/>
                </a:lnTo>
                <a:lnTo>
                  <a:pt x="1807902" y="194545"/>
                </a:lnTo>
                <a:lnTo>
                  <a:pt x="1811577" y="194545"/>
                </a:lnTo>
                <a:lnTo>
                  <a:pt x="1815252" y="194545"/>
                </a:lnTo>
                <a:lnTo>
                  <a:pt x="1818926" y="194545"/>
                </a:lnTo>
                <a:lnTo>
                  <a:pt x="1822601" y="194545"/>
                </a:lnTo>
                <a:lnTo>
                  <a:pt x="1826275" y="194545"/>
                </a:lnTo>
                <a:lnTo>
                  <a:pt x="1829950" y="194545"/>
                </a:lnTo>
                <a:lnTo>
                  <a:pt x="1833625" y="194545"/>
                </a:lnTo>
                <a:lnTo>
                  <a:pt x="1837299" y="194545"/>
                </a:lnTo>
                <a:lnTo>
                  <a:pt x="1840974" y="194545"/>
                </a:lnTo>
                <a:lnTo>
                  <a:pt x="1844648" y="194545"/>
                </a:lnTo>
                <a:lnTo>
                  <a:pt x="1848323" y="194545"/>
                </a:lnTo>
                <a:lnTo>
                  <a:pt x="1851998" y="194545"/>
                </a:lnTo>
                <a:lnTo>
                  <a:pt x="1855672" y="194545"/>
                </a:lnTo>
                <a:lnTo>
                  <a:pt x="1859347" y="194545"/>
                </a:lnTo>
                <a:lnTo>
                  <a:pt x="1863021" y="194545"/>
                </a:lnTo>
                <a:lnTo>
                  <a:pt x="1866696" y="194545"/>
                </a:lnTo>
                <a:lnTo>
                  <a:pt x="1870371" y="194545"/>
                </a:lnTo>
                <a:lnTo>
                  <a:pt x="1874045" y="194545"/>
                </a:lnTo>
                <a:lnTo>
                  <a:pt x="1877720" y="194545"/>
                </a:lnTo>
              </a:path>
            </a:pathLst>
          </a:custGeom>
          <a:ln w="27101" cap="flat">
            <a:solidFill>
              <a:srgbClr val="7CAE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0" name="pg130"/>
          <p:cNvSpPr/>
          <p:nvPr/>
        </p:nvSpPr>
        <p:spPr>
          <a:xfrm>
            <a:off x="6702581" y="3358127"/>
            <a:ext cx="1877720" cy="124128"/>
          </a:xfrm>
          <a:custGeom>
            <a:avLst/>
            <a:gdLst/>
            <a:ahLst/>
            <a:cxnLst/>
            <a:rect l="0" t="0" r="0" b="0"/>
            <a:pathLst>
              <a:path w="1877720" h="124128">
                <a:moveTo>
                  <a:pt x="0" y="123766"/>
                </a:moveTo>
                <a:lnTo>
                  <a:pt x="3674" y="123728"/>
                </a:lnTo>
                <a:lnTo>
                  <a:pt x="7349" y="123687"/>
                </a:lnTo>
                <a:lnTo>
                  <a:pt x="11023" y="123645"/>
                </a:lnTo>
                <a:lnTo>
                  <a:pt x="14698" y="123601"/>
                </a:lnTo>
                <a:lnTo>
                  <a:pt x="18372" y="123556"/>
                </a:lnTo>
                <a:lnTo>
                  <a:pt x="22047" y="123510"/>
                </a:lnTo>
                <a:lnTo>
                  <a:pt x="25722" y="123463"/>
                </a:lnTo>
                <a:lnTo>
                  <a:pt x="29396" y="123415"/>
                </a:lnTo>
                <a:lnTo>
                  <a:pt x="33071" y="123368"/>
                </a:lnTo>
                <a:lnTo>
                  <a:pt x="36745" y="123321"/>
                </a:lnTo>
                <a:lnTo>
                  <a:pt x="40420" y="123274"/>
                </a:lnTo>
                <a:lnTo>
                  <a:pt x="44095" y="123228"/>
                </a:lnTo>
                <a:lnTo>
                  <a:pt x="47769" y="123183"/>
                </a:lnTo>
                <a:lnTo>
                  <a:pt x="51444" y="123139"/>
                </a:lnTo>
                <a:lnTo>
                  <a:pt x="55118" y="123097"/>
                </a:lnTo>
                <a:lnTo>
                  <a:pt x="58793" y="123056"/>
                </a:lnTo>
                <a:lnTo>
                  <a:pt x="62468" y="123016"/>
                </a:lnTo>
                <a:lnTo>
                  <a:pt x="66142" y="122978"/>
                </a:lnTo>
                <a:lnTo>
                  <a:pt x="69817" y="122942"/>
                </a:lnTo>
                <a:lnTo>
                  <a:pt x="73491" y="122906"/>
                </a:lnTo>
                <a:lnTo>
                  <a:pt x="77166" y="122872"/>
                </a:lnTo>
                <a:lnTo>
                  <a:pt x="80841" y="122838"/>
                </a:lnTo>
                <a:lnTo>
                  <a:pt x="84515" y="122805"/>
                </a:lnTo>
                <a:lnTo>
                  <a:pt x="88190" y="122772"/>
                </a:lnTo>
                <a:lnTo>
                  <a:pt x="91864" y="122738"/>
                </a:lnTo>
                <a:lnTo>
                  <a:pt x="95539" y="122704"/>
                </a:lnTo>
                <a:lnTo>
                  <a:pt x="99214" y="122668"/>
                </a:lnTo>
                <a:lnTo>
                  <a:pt x="102888" y="122631"/>
                </a:lnTo>
                <a:lnTo>
                  <a:pt x="106563" y="122592"/>
                </a:lnTo>
                <a:lnTo>
                  <a:pt x="110237" y="122550"/>
                </a:lnTo>
                <a:lnTo>
                  <a:pt x="113912" y="122506"/>
                </a:lnTo>
                <a:lnTo>
                  <a:pt x="117587" y="122458"/>
                </a:lnTo>
                <a:lnTo>
                  <a:pt x="121261" y="122407"/>
                </a:lnTo>
                <a:lnTo>
                  <a:pt x="124936" y="122353"/>
                </a:lnTo>
                <a:lnTo>
                  <a:pt x="128610" y="122294"/>
                </a:lnTo>
                <a:lnTo>
                  <a:pt x="132285" y="122230"/>
                </a:lnTo>
                <a:lnTo>
                  <a:pt x="135960" y="122163"/>
                </a:lnTo>
                <a:lnTo>
                  <a:pt x="139634" y="122091"/>
                </a:lnTo>
                <a:lnTo>
                  <a:pt x="143309" y="122014"/>
                </a:lnTo>
                <a:lnTo>
                  <a:pt x="146983" y="121933"/>
                </a:lnTo>
                <a:lnTo>
                  <a:pt x="150658" y="121846"/>
                </a:lnTo>
                <a:lnTo>
                  <a:pt x="154333" y="121753"/>
                </a:lnTo>
                <a:lnTo>
                  <a:pt x="158007" y="121655"/>
                </a:lnTo>
                <a:lnTo>
                  <a:pt x="161682" y="121551"/>
                </a:lnTo>
                <a:lnTo>
                  <a:pt x="165356" y="121442"/>
                </a:lnTo>
                <a:lnTo>
                  <a:pt x="169031" y="121326"/>
                </a:lnTo>
                <a:lnTo>
                  <a:pt x="172706" y="121204"/>
                </a:lnTo>
                <a:lnTo>
                  <a:pt x="176380" y="121074"/>
                </a:lnTo>
                <a:lnTo>
                  <a:pt x="180055" y="120937"/>
                </a:lnTo>
                <a:lnTo>
                  <a:pt x="183729" y="120793"/>
                </a:lnTo>
                <a:lnTo>
                  <a:pt x="187404" y="120642"/>
                </a:lnTo>
                <a:lnTo>
                  <a:pt x="191079" y="120483"/>
                </a:lnTo>
                <a:lnTo>
                  <a:pt x="194753" y="120316"/>
                </a:lnTo>
                <a:lnTo>
                  <a:pt x="198428" y="120140"/>
                </a:lnTo>
                <a:lnTo>
                  <a:pt x="202102" y="119956"/>
                </a:lnTo>
                <a:lnTo>
                  <a:pt x="205777" y="119764"/>
                </a:lnTo>
                <a:lnTo>
                  <a:pt x="209452" y="119564"/>
                </a:lnTo>
                <a:lnTo>
                  <a:pt x="213126" y="119357"/>
                </a:lnTo>
                <a:lnTo>
                  <a:pt x="216801" y="119142"/>
                </a:lnTo>
                <a:lnTo>
                  <a:pt x="220475" y="118919"/>
                </a:lnTo>
                <a:lnTo>
                  <a:pt x="224150" y="118689"/>
                </a:lnTo>
                <a:lnTo>
                  <a:pt x="227825" y="118453"/>
                </a:lnTo>
                <a:lnTo>
                  <a:pt x="231499" y="118211"/>
                </a:lnTo>
                <a:lnTo>
                  <a:pt x="235174" y="117965"/>
                </a:lnTo>
                <a:lnTo>
                  <a:pt x="238848" y="117714"/>
                </a:lnTo>
                <a:lnTo>
                  <a:pt x="242523" y="117459"/>
                </a:lnTo>
                <a:lnTo>
                  <a:pt x="246198" y="117200"/>
                </a:lnTo>
                <a:lnTo>
                  <a:pt x="249872" y="116940"/>
                </a:lnTo>
                <a:lnTo>
                  <a:pt x="253547" y="116678"/>
                </a:lnTo>
                <a:lnTo>
                  <a:pt x="257221" y="116416"/>
                </a:lnTo>
                <a:lnTo>
                  <a:pt x="260896" y="116153"/>
                </a:lnTo>
                <a:lnTo>
                  <a:pt x="264571" y="115890"/>
                </a:lnTo>
                <a:lnTo>
                  <a:pt x="268245" y="115627"/>
                </a:lnTo>
                <a:lnTo>
                  <a:pt x="271920" y="115366"/>
                </a:lnTo>
                <a:lnTo>
                  <a:pt x="275594" y="115106"/>
                </a:lnTo>
                <a:lnTo>
                  <a:pt x="279269" y="114847"/>
                </a:lnTo>
                <a:lnTo>
                  <a:pt x="282944" y="114590"/>
                </a:lnTo>
                <a:lnTo>
                  <a:pt x="286618" y="114333"/>
                </a:lnTo>
                <a:lnTo>
                  <a:pt x="290293" y="114078"/>
                </a:lnTo>
                <a:lnTo>
                  <a:pt x="293967" y="113823"/>
                </a:lnTo>
                <a:lnTo>
                  <a:pt x="297642" y="113567"/>
                </a:lnTo>
                <a:lnTo>
                  <a:pt x="301317" y="113311"/>
                </a:lnTo>
                <a:lnTo>
                  <a:pt x="304991" y="113054"/>
                </a:lnTo>
                <a:lnTo>
                  <a:pt x="308666" y="112794"/>
                </a:lnTo>
                <a:lnTo>
                  <a:pt x="312340" y="112530"/>
                </a:lnTo>
                <a:lnTo>
                  <a:pt x="316015" y="112262"/>
                </a:lnTo>
                <a:lnTo>
                  <a:pt x="319690" y="111990"/>
                </a:lnTo>
                <a:lnTo>
                  <a:pt x="323364" y="111711"/>
                </a:lnTo>
                <a:lnTo>
                  <a:pt x="327039" y="111426"/>
                </a:lnTo>
                <a:lnTo>
                  <a:pt x="330713" y="111131"/>
                </a:lnTo>
                <a:lnTo>
                  <a:pt x="334388" y="110827"/>
                </a:lnTo>
                <a:lnTo>
                  <a:pt x="338063" y="110513"/>
                </a:lnTo>
                <a:lnTo>
                  <a:pt x="341737" y="110189"/>
                </a:lnTo>
                <a:lnTo>
                  <a:pt x="345412" y="109854"/>
                </a:lnTo>
                <a:lnTo>
                  <a:pt x="349086" y="109507"/>
                </a:lnTo>
                <a:lnTo>
                  <a:pt x="352761" y="109147"/>
                </a:lnTo>
                <a:lnTo>
                  <a:pt x="356436" y="108772"/>
                </a:lnTo>
                <a:lnTo>
                  <a:pt x="360110" y="108383"/>
                </a:lnTo>
                <a:lnTo>
                  <a:pt x="363785" y="107982"/>
                </a:lnTo>
                <a:lnTo>
                  <a:pt x="367459" y="107566"/>
                </a:lnTo>
                <a:lnTo>
                  <a:pt x="371134" y="107137"/>
                </a:lnTo>
                <a:lnTo>
                  <a:pt x="374809" y="106693"/>
                </a:lnTo>
                <a:lnTo>
                  <a:pt x="378483" y="106233"/>
                </a:lnTo>
                <a:lnTo>
                  <a:pt x="382158" y="105760"/>
                </a:lnTo>
                <a:lnTo>
                  <a:pt x="385832" y="105272"/>
                </a:lnTo>
                <a:lnTo>
                  <a:pt x="389507" y="104772"/>
                </a:lnTo>
                <a:lnTo>
                  <a:pt x="393182" y="104259"/>
                </a:lnTo>
                <a:lnTo>
                  <a:pt x="396856" y="103733"/>
                </a:lnTo>
                <a:lnTo>
                  <a:pt x="400531" y="103193"/>
                </a:lnTo>
                <a:lnTo>
                  <a:pt x="404205" y="102641"/>
                </a:lnTo>
                <a:lnTo>
                  <a:pt x="407880" y="102079"/>
                </a:lnTo>
                <a:lnTo>
                  <a:pt x="411555" y="101507"/>
                </a:lnTo>
                <a:lnTo>
                  <a:pt x="415229" y="100926"/>
                </a:lnTo>
                <a:lnTo>
                  <a:pt x="418904" y="100337"/>
                </a:lnTo>
                <a:lnTo>
                  <a:pt x="422578" y="99739"/>
                </a:lnTo>
                <a:lnTo>
                  <a:pt x="426253" y="99134"/>
                </a:lnTo>
                <a:lnTo>
                  <a:pt x="429928" y="98523"/>
                </a:lnTo>
                <a:lnTo>
                  <a:pt x="433602" y="97908"/>
                </a:lnTo>
                <a:lnTo>
                  <a:pt x="437277" y="97289"/>
                </a:lnTo>
                <a:lnTo>
                  <a:pt x="440951" y="96667"/>
                </a:lnTo>
                <a:lnTo>
                  <a:pt x="444626" y="96041"/>
                </a:lnTo>
                <a:lnTo>
                  <a:pt x="448301" y="95414"/>
                </a:lnTo>
                <a:lnTo>
                  <a:pt x="451975" y="94785"/>
                </a:lnTo>
                <a:lnTo>
                  <a:pt x="455650" y="94155"/>
                </a:lnTo>
                <a:lnTo>
                  <a:pt x="459324" y="93524"/>
                </a:lnTo>
                <a:lnTo>
                  <a:pt x="462999" y="92892"/>
                </a:lnTo>
                <a:lnTo>
                  <a:pt x="466674" y="92260"/>
                </a:lnTo>
                <a:lnTo>
                  <a:pt x="470348" y="91627"/>
                </a:lnTo>
                <a:lnTo>
                  <a:pt x="474023" y="90994"/>
                </a:lnTo>
                <a:lnTo>
                  <a:pt x="477697" y="90361"/>
                </a:lnTo>
                <a:lnTo>
                  <a:pt x="481372" y="89726"/>
                </a:lnTo>
                <a:lnTo>
                  <a:pt x="485047" y="89091"/>
                </a:lnTo>
                <a:lnTo>
                  <a:pt x="488721" y="88455"/>
                </a:lnTo>
                <a:lnTo>
                  <a:pt x="492396" y="87818"/>
                </a:lnTo>
                <a:lnTo>
                  <a:pt x="496070" y="87181"/>
                </a:lnTo>
                <a:lnTo>
                  <a:pt x="499745" y="86543"/>
                </a:lnTo>
                <a:lnTo>
                  <a:pt x="503420" y="85903"/>
                </a:lnTo>
                <a:lnTo>
                  <a:pt x="507094" y="85263"/>
                </a:lnTo>
                <a:lnTo>
                  <a:pt x="510769" y="84623"/>
                </a:lnTo>
                <a:lnTo>
                  <a:pt x="514443" y="83981"/>
                </a:lnTo>
                <a:lnTo>
                  <a:pt x="518118" y="83338"/>
                </a:lnTo>
                <a:lnTo>
                  <a:pt x="521793" y="82694"/>
                </a:lnTo>
                <a:lnTo>
                  <a:pt x="525467" y="82048"/>
                </a:lnTo>
                <a:lnTo>
                  <a:pt x="529142" y="81400"/>
                </a:lnTo>
                <a:lnTo>
                  <a:pt x="532816" y="80748"/>
                </a:lnTo>
                <a:lnTo>
                  <a:pt x="536491" y="80091"/>
                </a:lnTo>
                <a:lnTo>
                  <a:pt x="540166" y="79428"/>
                </a:lnTo>
                <a:lnTo>
                  <a:pt x="543840" y="78758"/>
                </a:lnTo>
                <a:lnTo>
                  <a:pt x="547515" y="78078"/>
                </a:lnTo>
                <a:lnTo>
                  <a:pt x="551189" y="77387"/>
                </a:lnTo>
                <a:lnTo>
                  <a:pt x="554864" y="76682"/>
                </a:lnTo>
                <a:lnTo>
                  <a:pt x="558539" y="75957"/>
                </a:lnTo>
                <a:lnTo>
                  <a:pt x="562213" y="75213"/>
                </a:lnTo>
                <a:lnTo>
                  <a:pt x="565888" y="74447"/>
                </a:lnTo>
                <a:lnTo>
                  <a:pt x="569562" y="73657"/>
                </a:lnTo>
                <a:lnTo>
                  <a:pt x="573237" y="72840"/>
                </a:lnTo>
                <a:lnTo>
                  <a:pt x="576912" y="71995"/>
                </a:lnTo>
                <a:lnTo>
                  <a:pt x="580586" y="71111"/>
                </a:lnTo>
                <a:lnTo>
                  <a:pt x="584261" y="70193"/>
                </a:lnTo>
                <a:lnTo>
                  <a:pt x="587935" y="69241"/>
                </a:lnTo>
                <a:lnTo>
                  <a:pt x="591610" y="68253"/>
                </a:lnTo>
                <a:lnTo>
                  <a:pt x="595285" y="67228"/>
                </a:lnTo>
                <a:lnTo>
                  <a:pt x="598959" y="66167"/>
                </a:lnTo>
                <a:lnTo>
                  <a:pt x="602634" y="65063"/>
                </a:lnTo>
                <a:lnTo>
                  <a:pt x="606308" y="63922"/>
                </a:lnTo>
                <a:lnTo>
                  <a:pt x="609983" y="62748"/>
                </a:lnTo>
                <a:lnTo>
                  <a:pt x="613658" y="61542"/>
                </a:lnTo>
                <a:lnTo>
                  <a:pt x="617332" y="60307"/>
                </a:lnTo>
                <a:lnTo>
                  <a:pt x="621007" y="59045"/>
                </a:lnTo>
                <a:lnTo>
                  <a:pt x="624681" y="57757"/>
                </a:lnTo>
                <a:lnTo>
                  <a:pt x="628356" y="56449"/>
                </a:lnTo>
                <a:lnTo>
                  <a:pt x="632031" y="55128"/>
                </a:lnTo>
                <a:lnTo>
                  <a:pt x="635705" y="53796"/>
                </a:lnTo>
                <a:lnTo>
                  <a:pt x="639380" y="52459"/>
                </a:lnTo>
                <a:lnTo>
                  <a:pt x="643054" y="51121"/>
                </a:lnTo>
                <a:lnTo>
                  <a:pt x="646729" y="49786"/>
                </a:lnTo>
                <a:lnTo>
                  <a:pt x="650404" y="48460"/>
                </a:lnTo>
                <a:lnTo>
                  <a:pt x="654078" y="47147"/>
                </a:lnTo>
                <a:lnTo>
                  <a:pt x="657753" y="45850"/>
                </a:lnTo>
                <a:lnTo>
                  <a:pt x="661427" y="44572"/>
                </a:lnTo>
                <a:lnTo>
                  <a:pt x="665102" y="43315"/>
                </a:lnTo>
                <a:lnTo>
                  <a:pt x="668777" y="42083"/>
                </a:lnTo>
                <a:lnTo>
                  <a:pt x="672451" y="40880"/>
                </a:lnTo>
                <a:lnTo>
                  <a:pt x="676126" y="39702"/>
                </a:lnTo>
                <a:lnTo>
                  <a:pt x="679800" y="38550"/>
                </a:lnTo>
                <a:lnTo>
                  <a:pt x="683475" y="37422"/>
                </a:lnTo>
                <a:lnTo>
                  <a:pt x="687150" y="36317"/>
                </a:lnTo>
                <a:lnTo>
                  <a:pt x="690824" y="35235"/>
                </a:lnTo>
                <a:lnTo>
                  <a:pt x="694499" y="34175"/>
                </a:lnTo>
                <a:lnTo>
                  <a:pt x="698173" y="33129"/>
                </a:lnTo>
                <a:lnTo>
                  <a:pt x="701848" y="32096"/>
                </a:lnTo>
                <a:lnTo>
                  <a:pt x="705523" y="31072"/>
                </a:lnTo>
                <a:lnTo>
                  <a:pt x="709197" y="30053"/>
                </a:lnTo>
                <a:lnTo>
                  <a:pt x="712872" y="29038"/>
                </a:lnTo>
                <a:lnTo>
                  <a:pt x="716546" y="28021"/>
                </a:lnTo>
                <a:lnTo>
                  <a:pt x="720221" y="27000"/>
                </a:lnTo>
                <a:lnTo>
                  <a:pt x="723896" y="25973"/>
                </a:lnTo>
                <a:lnTo>
                  <a:pt x="727570" y="24939"/>
                </a:lnTo>
                <a:lnTo>
                  <a:pt x="731245" y="23896"/>
                </a:lnTo>
                <a:lnTo>
                  <a:pt x="734919" y="22844"/>
                </a:lnTo>
                <a:lnTo>
                  <a:pt x="738594" y="21781"/>
                </a:lnTo>
                <a:lnTo>
                  <a:pt x="742269" y="20710"/>
                </a:lnTo>
                <a:lnTo>
                  <a:pt x="745943" y="19634"/>
                </a:lnTo>
                <a:lnTo>
                  <a:pt x="749618" y="18553"/>
                </a:lnTo>
                <a:lnTo>
                  <a:pt x="753292" y="17471"/>
                </a:lnTo>
                <a:lnTo>
                  <a:pt x="756967" y="16391"/>
                </a:lnTo>
                <a:lnTo>
                  <a:pt x="760642" y="15318"/>
                </a:lnTo>
                <a:lnTo>
                  <a:pt x="764316" y="14257"/>
                </a:lnTo>
                <a:lnTo>
                  <a:pt x="767991" y="13210"/>
                </a:lnTo>
                <a:lnTo>
                  <a:pt x="771665" y="12183"/>
                </a:lnTo>
                <a:lnTo>
                  <a:pt x="775340" y="11178"/>
                </a:lnTo>
                <a:lnTo>
                  <a:pt x="779015" y="10201"/>
                </a:lnTo>
                <a:lnTo>
                  <a:pt x="782689" y="9259"/>
                </a:lnTo>
                <a:lnTo>
                  <a:pt x="786364" y="8357"/>
                </a:lnTo>
                <a:lnTo>
                  <a:pt x="790038" y="7494"/>
                </a:lnTo>
                <a:lnTo>
                  <a:pt x="793713" y="6674"/>
                </a:lnTo>
                <a:lnTo>
                  <a:pt x="797388" y="5897"/>
                </a:lnTo>
                <a:lnTo>
                  <a:pt x="801062" y="5167"/>
                </a:lnTo>
                <a:lnTo>
                  <a:pt x="804737" y="4489"/>
                </a:lnTo>
                <a:lnTo>
                  <a:pt x="808411" y="3866"/>
                </a:lnTo>
                <a:lnTo>
                  <a:pt x="812086" y="3293"/>
                </a:lnTo>
                <a:lnTo>
                  <a:pt x="815761" y="2769"/>
                </a:lnTo>
                <a:lnTo>
                  <a:pt x="819435" y="2293"/>
                </a:lnTo>
                <a:lnTo>
                  <a:pt x="823110" y="1864"/>
                </a:lnTo>
                <a:lnTo>
                  <a:pt x="826784" y="1486"/>
                </a:lnTo>
                <a:lnTo>
                  <a:pt x="830459" y="1159"/>
                </a:lnTo>
                <a:lnTo>
                  <a:pt x="834134" y="876"/>
                </a:lnTo>
                <a:lnTo>
                  <a:pt x="837808" y="635"/>
                </a:lnTo>
                <a:lnTo>
                  <a:pt x="841483" y="433"/>
                </a:lnTo>
                <a:lnTo>
                  <a:pt x="845157" y="270"/>
                </a:lnTo>
                <a:lnTo>
                  <a:pt x="848832" y="145"/>
                </a:lnTo>
                <a:lnTo>
                  <a:pt x="852507" y="63"/>
                </a:lnTo>
                <a:lnTo>
                  <a:pt x="856181" y="14"/>
                </a:lnTo>
                <a:lnTo>
                  <a:pt x="859856" y="0"/>
                </a:lnTo>
                <a:lnTo>
                  <a:pt x="863530" y="17"/>
                </a:lnTo>
                <a:lnTo>
                  <a:pt x="867205" y="66"/>
                </a:lnTo>
                <a:lnTo>
                  <a:pt x="870880" y="146"/>
                </a:lnTo>
                <a:lnTo>
                  <a:pt x="874554" y="263"/>
                </a:lnTo>
                <a:lnTo>
                  <a:pt x="878229" y="410"/>
                </a:lnTo>
                <a:lnTo>
                  <a:pt x="881903" y="585"/>
                </a:lnTo>
                <a:lnTo>
                  <a:pt x="885578" y="789"/>
                </a:lnTo>
                <a:lnTo>
                  <a:pt x="889253" y="1019"/>
                </a:lnTo>
                <a:lnTo>
                  <a:pt x="892927" y="1274"/>
                </a:lnTo>
                <a:lnTo>
                  <a:pt x="896602" y="1557"/>
                </a:lnTo>
                <a:lnTo>
                  <a:pt x="900276" y="1862"/>
                </a:lnTo>
                <a:lnTo>
                  <a:pt x="903951" y="2185"/>
                </a:lnTo>
                <a:lnTo>
                  <a:pt x="907626" y="2522"/>
                </a:lnTo>
                <a:lnTo>
                  <a:pt x="911300" y="2873"/>
                </a:lnTo>
                <a:lnTo>
                  <a:pt x="914975" y="3232"/>
                </a:lnTo>
                <a:lnTo>
                  <a:pt x="918649" y="3596"/>
                </a:lnTo>
                <a:lnTo>
                  <a:pt x="922324" y="3961"/>
                </a:lnTo>
                <a:lnTo>
                  <a:pt x="925999" y="4322"/>
                </a:lnTo>
                <a:lnTo>
                  <a:pt x="929673" y="4674"/>
                </a:lnTo>
                <a:lnTo>
                  <a:pt x="933348" y="5016"/>
                </a:lnTo>
                <a:lnTo>
                  <a:pt x="937022" y="5342"/>
                </a:lnTo>
                <a:lnTo>
                  <a:pt x="940697" y="5649"/>
                </a:lnTo>
                <a:lnTo>
                  <a:pt x="944372" y="5931"/>
                </a:lnTo>
                <a:lnTo>
                  <a:pt x="948046" y="6190"/>
                </a:lnTo>
                <a:lnTo>
                  <a:pt x="951721" y="6423"/>
                </a:lnTo>
                <a:lnTo>
                  <a:pt x="955395" y="6631"/>
                </a:lnTo>
                <a:lnTo>
                  <a:pt x="959070" y="6812"/>
                </a:lnTo>
                <a:lnTo>
                  <a:pt x="962745" y="6964"/>
                </a:lnTo>
                <a:lnTo>
                  <a:pt x="966419" y="7088"/>
                </a:lnTo>
                <a:lnTo>
                  <a:pt x="970094" y="7187"/>
                </a:lnTo>
                <a:lnTo>
                  <a:pt x="973768" y="7266"/>
                </a:lnTo>
                <a:lnTo>
                  <a:pt x="977443" y="7325"/>
                </a:lnTo>
                <a:lnTo>
                  <a:pt x="981118" y="7367"/>
                </a:lnTo>
                <a:lnTo>
                  <a:pt x="984792" y="7395"/>
                </a:lnTo>
                <a:lnTo>
                  <a:pt x="988467" y="7411"/>
                </a:lnTo>
                <a:lnTo>
                  <a:pt x="992141" y="7422"/>
                </a:lnTo>
                <a:lnTo>
                  <a:pt x="995816" y="7431"/>
                </a:lnTo>
                <a:lnTo>
                  <a:pt x="999491" y="7441"/>
                </a:lnTo>
                <a:lnTo>
                  <a:pt x="1003165" y="7455"/>
                </a:lnTo>
                <a:lnTo>
                  <a:pt x="1006840" y="7477"/>
                </a:lnTo>
                <a:lnTo>
                  <a:pt x="1010514" y="7513"/>
                </a:lnTo>
                <a:lnTo>
                  <a:pt x="1014189" y="7564"/>
                </a:lnTo>
                <a:lnTo>
                  <a:pt x="1017864" y="7633"/>
                </a:lnTo>
                <a:lnTo>
                  <a:pt x="1021538" y="7722"/>
                </a:lnTo>
                <a:lnTo>
                  <a:pt x="1025213" y="7833"/>
                </a:lnTo>
                <a:lnTo>
                  <a:pt x="1028887" y="7969"/>
                </a:lnTo>
                <a:lnTo>
                  <a:pt x="1032562" y="8137"/>
                </a:lnTo>
                <a:lnTo>
                  <a:pt x="1036237" y="8335"/>
                </a:lnTo>
                <a:lnTo>
                  <a:pt x="1039911" y="8563"/>
                </a:lnTo>
                <a:lnTo>
                  <a:pt x="1043586" y="8823"/>
                </a:lnTo>
                <a:lnTo>
                  <a:pt x="1047260" y="9115"/>
                </a:lnTo>
                <a:lnTo>
                  <a:pt x="1050935" y="9440"/>
                </a:lnTo>
                <a:lnTo>
                  <a:pt x="1054610" y="9804"/>
                </a:lnTo>
                <a:lnTo>
                  <a:pt x="1058284" y="10205"/>
                </a:lnTo>
                <a:lnTo>
                  <a:pt x="1061959" y="10640"/>
                </a:lnTo>
                <a:lnTo>
                  <a:pt x="1065633" y="11108"/>
                </a:lnTo>
                <a:lnTo>
                  <a:pt x="1069308" y="11611"/>
                </a:lnTo>
                <a:lnTo>
                  <a:pt x="1072983" y="12146"/>
                </a:lnTo>
                <a:lnTo>
                  <a:pt x="1076657" y="12717"/>
                </a:lnTo>
                <a:lnTo>
                  <a:pt x="1080332" y="13321"/>
                </a:lnTo>
                <a:lnTo>
                  <a:pt x="1084006" y="13954"/>
                </a:lnTo>
                <a:lnTo>
                  <a:pt x="1087681" y="14614"/>
                </a:lnTo>
                <a:lnTo>
                  <a:pt x="1091356" y="15298"/>
                </a:lnTo>
                <a:lnTo>
                  <a:pt x="1095030" y="16006"/>
                </a:lnTo>
                <a:lnTo>
                  <a:pt x="1098705" y="16737"/>
                </a:lnTo>
                <a:lnTo>
                  <a:pt x="1102379" y="17488"/>
                </a:lnTo>
                <a:lnTo>
                  <a:pt x="1106054" y="18254"/>
                </a:lnTo>
                <a:lnTo>
                  <a:pt x="1109729" y="19034"/>
                </a:lnTo>
                <a:lnTo>
                  <a:pt x="1113403" y="19823"/>
                </a:lnTo>
                <a:lnTo>
                  <a:pt x="1117078" y="20622"/>
                </a:lnTo>
                <a:lnTo>
                  <a:pt x="1120752" y="21427"/>
                </a:lnTo>
                <a:lnTo>
                  <a:pt x="1124427" y="22236"/>
                </a:lnTo>
                <a:lnTo>
                  <a:pt x="1128102" y="23048"/>
                </a:lnTo>
                <a:lnTo>
                  <a:pt x="1131776" y="23860"/>
                </a:lnTo>
                <a:lnTo>
                  <a:pt x="1135451" y="24672"/>
                </a:lnTo>
                <a:lnTo>
                  <a:pt x="1139125" y="25483"/>
                </a:lnTo>
                <a:lnTo>
                  <a:pt x="1142800" y="26292"/>
                </a:lnTo>
                <a:lnTo>
                  <a:pt x="1146475" y="27099"/>
                </a:lnTo>
                <a:lnTo>
                  <a:pt x="1150149" y="27904"/>
                </a:lnTo>
                <a:lnTo>
                  <a:pt x="1153824" y="28708"/>
                </a:lnTo>
                <a:lnTo>
                  <a:pt x="1157498" y="29513"/>
                </a:lnTo>
                <a:lnTo>
                  <a:pt x="1161173" y="30318"/>
                </a:lnTo>
                <a:lnTo>
                  <a:pt x="1164848" y="31125"/>
                </a:lnTo>
                <a:lnTo>
                  <a:pt x="1168522" y="31938"/>
                </a:lnTo>
                <a:lnTo>
                  <a:pt x="1172197" y="32757"/>
                </a:lnTo>
                <a:lnTo>
                  <a:pt x="1175871" y="33583"/>
                </a:lnTo>
                <a:lnTo>
                  <a:pt x="1179546" y="34419"/>
                </a:lnTo>
                <a:lnTo>
                  <a:pt x="1183221" y="35267"/>
                </a:lnTo>
                <a:lnTo>
                  <a:pt x="1186895" y="36126"/>
                </a:lnTo>
                <a:lnTo>
                  <a:pt x="1190570" y="37003"/>
                </a:lnTo>
                <a:lnTo>
                  <a:pt x="1194244" y="37897"/>
                </a:lnTo>
                <a:lnTo>
                  <a:pt x="1197919" y="38807"/>
                </a:lnTo>
                <a:lnTo>
                  <a:pt x="1201594" y="39734"/>
                </a:lnTo>
                <a:lnTo>
                  <a:pt x="1205268" y="40679"/>
                </a:lnTo>
                <a:lnTo>
                  <a:pt x="1208943" y="41642"/>
                </a:lnTo>
                <a:lnTo>
                  <a:pt x="1212617" y="42624"/>
                </a:lnTo>
                <a:lnTo>
                  <a:pt x="1216292" y="43624"/>
                </a:lnTo>
                <a:lnTo>
                  <a:pt x="1219967" y="44639"/>
                </a:lnTo>
                <a:lnTo>
                  <a:pt x="1223641" y="45669"/>
                </a:lnTo>
                <a:lnTo>
                  <a:pt x="1227316" y="46710"/>
                </a:lnTo>
                <a:lnTo>
                  <a:pt x="1230990" y="47763"/>
                </a:lnTo>
                <a:lnTo>
                  <a:pt x="1234665" y="48826"/>
                </a:lnTo>
                <a:lnTo>
                  <a:pt x="1238340" y="49896"/>
                </a:lnTo>
                <a:lnTo>
                  <a:pt x="1242014" y="50971"/>
                </a:lnTo>
                <a:lnTo>
                  <a:pt x="1245689" y="52048"/>
                </a:lnTo>
                <a:lnTo>
                  <a:pt x="1249363" y="53125"/>
                </a:lnTo>
                <a:lnTo>
                  <a:pt x="1253038" y="54201"/>
                </a:lnTo>
                <a:lnTo>
                  <a:pt x="1256713" y="55273"/>
                </a:lnTo>
                <a:lnTo>
                  <a:pt x="1260387" y="56339"/>
                </a:lnTo>
                <a:lnTo>
                  <a:pt x="1264062" y="57397"/>
                </a:lnTo>
                <a:lnTo>
                  <a:pt x="1267736" y="58446"/>
                </a:lnTo>
                <a:lnTo>
                  <a:pt x="1271411" y="59485"/>
                </a:lnTo>
                <a:lnTo>
                  <a:pt x="1275086" y="60512"/>
                </a:lnTo>
                <a:lnTo>
                  <a:pt x="1278760" y="61527"/>
                </a:lnTo>
                <a:lnTo>
                  <a:pt x="1282435" y="62526"/>
                </a:lnTo>
                <a:lnTo>
                  <a:pt x="1286109" y="63510"/>
                </a:lnTo>
                <a:lnTo>
                  <a:pt x="1289784" y="64480"/>
                </a:lnTo>
                <a:lnTo>
                  <a:pt x="1293459" y="65435"/>
                </a:lnTo>
                <a:lnTo>
                  <a:pt x="1297133" y="66375"/>
                </a:lnTo>
                <a:lnTo>
                  <a:pt x="1300808" y="67300"/>
                </a:lnTo>
                <a:lnTo>
                  <a:pt x="1304482" y="68206"/>
                </a:lnTo>
                <a:lnTo>
                  <a:pt x="1308157" y="69097"/>
                </a:lnTo>
                <a:lnTo>
                  <a:pt x="1311832" y="69974"/>
                </a:lnTo>
                <a:lnTo>
                  <a:pt x="1315506" y="70838"/>
                </a:lnTo>
                <a:lnTo>
                  <a:pt x="1319181" y="71689"/>
                </a:lnTo>
                <a:lnTo>
                  <a:pt x="1322855" y="72528"/>
                </a:lnTo>
                <a:lnTo>
                  <a:pt x="1326530" y="73355"/>
                </a:lnTo>
                <a:lnTo>
                  <a:pt x="1330205" y="74173"/>
                </a:lnTo>
                <a:lnTo>
                  <a:pt x="1333879" y="74984"/>
                </a:lnTo>
                <a:lnTo>
                  <a:pt x="1337554" y="75789"/>
                </a:lnTo>
                <a:lnTo>
                  <a:pt x="1341228" y="76592"/>
                </a:lnTo>
                <a:lnTo>
                  <a:pt x="1344903" y="77392"/>
                </a:lnTo>
                <a:lnTo>
                  <a:pt x="1348577" y="78192"/>
                </a:lnTo>
                <a:lnTo>
                  <a:pt x="1352252" y="78994"/>
                </a:lnTo>
                <a:lnTo>
                  <a:pt x="1355927" y="79801"/>
                </a:lnTo>
                <a:lnTo>
                  <a:pt x="1359601" y="80613"/>
                </a:lnTo>
                <a:lnTo>
                  <a:pt x="1363276" y="81432"/>
                </a:lnTo>
                <a:lnTo>
                  <a:pt x="1366950" y="82258"/>
                </a:lnTo>
                <a:lnTo>
                  <a:pt x="1370625" y="83095"/>
                </a:lnTo>
                <a:lnTo>
                  <a:pt x="1374300" y="83941"/>
                </a:lnTo>
                <a:lnTo>
                  <a:pt x="1377974" y="84797"/>
                </a:lnTo>
                <a:lnTo>
                  <a:pt x="1381649" y="85661"/>
                </a:lnTo>
                <a:lnTo>
                  <a:pt x="1385323" y="86534"/>
                </a:lnTo>
                <a:lnTo>
                  <a:pt x="1388998" y="87414"/>
                </a:lnTo>
                <a:lnTo>
                  <a:pt x="1392673" y="88302"/>
                </a:lnTo>
                <a:lnTo>
                  <a:pt x="1396347" y="89193"/>
                </a:lnTo>
                <a:lnTo>
                  <a:pt x="1400022" y="90087"/>
                </a:lnTo>
                <a:lnTo>
                  <a:pt x="1403696" y="90980"/>
                </a:lnTo>
                <a:lnTo>
                  <a:pt x="1407371" y="91871"/>
                </a:lnTo>
                <a:lnTo>
                  <a:pt x="1411046" y="92756"/>
                </a:lnTo>
                <a:lnTo>
                  <a:pt x="1414720" y="93634"/>
                </a:lnTo>
                <a:lnTo>
                  <a:pt x="1418395" y="94500"/>
                </a:lnTo>
                <a:lnTo>
                  <a:pt x="1422069" y="95352"/>
                </a:lnTo>
                <a:lnTo>
                  <a:pt x="1425744" y="96188"/>
                </a:lnTo>
                <a:lnTo>
                  <a:pt x="1429419" y="97007"/>
                </a:lnTo>
                <a:lnTo>
                  <a:pt x="1433093" y="97805"/>
                </a:lnTo>
                <a:lnTo>
                  <a:pt x="1436768" y="98582"/>
                </a:lnTo>
                <a:lnTo>
                  <a:pt x="1440442" y="99329"/>
                </a:lnTo>
                <a:lnTo>
                  <a:pt x="1444117" y="100051"/>
                </a:lnTo>
                <a:lnTo>
                  <a:pt x="1447792" y="100748"/>
                </a:lnTo>
                <a:lnTo>
                  <a:pt x="1451466" y="101417"/>
                </a:lnTo>
                <a:lnTo>
                  <a:pt x="1455141" y="102059"/>
                </a:lnTo>
                <a:lnTo>
                  <a:pt x="1458815" y="102674"/>
                </a:lnTo>
                <a:lnTo>
                  <a:pt x="1462490" y="103254"/>
                </a:lnTo>
                <a:lnTo>
                  <a:pt x="1466165" y="103808"/>
                </a:lnTo>
                <a:lnTo>
                  <a:pt x="1469839" y="104336"/>
                </a:lnTo>
                <a:lnTo>
                  <a:pt x="1473514" y="104838"/>
                </a:lnTo>
                <a:lnTo>
                  <a:pt x="1477188" y="105316"/>
                </a:lnTo>
                <a:lnTo>
                  <a:pt x="1480863" y="105771"/>
                </a:lnTo>
                <a:lnTo>
                  <a:pt x="1484538" y="106200"/>
                </a:lnTo>
                <a:lnTo>
                  <a:pt x="1488212" y="106609"/>
                </a:lnTo>
                <a:lnTo>
                  <a:pt x="1491887" y="107000"/>
                </a:lnTo>
                <a:lnTo>
                  <a:pt x="1495561" y="107376"/>
                </a:lnTo>
                <a:lnTo>
                  <a:pt x="1499236" y="107736"/>
                </a:lnTo>
                <a:lnTo>
                  <a:pt x="1502911" y="108084"/>
                </a:lnTo>
                <a:lnTo>
                  <a:pt x="1506585" y="108420"/>
                </a:lnTo>
                <a:lnTo>
                  <a:pt x="1510260" y="108746"/>
                </a:lnTo>
                <a:lnTo>
                  <a:pt x="1513934" y="109066"/>
                </a:lnTo>
                <a:lnTo>
                  <a:pt x="1517609" y="109380"/>
                </a:lnTo>
                <a:lnTo>
                  <a:pt x="1521284" y="109691"/>
                </a:lnTo>
                <a:lnTo>
                  <a:pt x="1524958" y="109999"/>
                </a:lnTo>
                <a:lnTo>
                  <a:pt x="1528633" y="110305"/>
                </a:lnTo>
                <a:lnTo>
                  <a:pt x="1532307" y="110611"/>
                </a:lnTo>
                <a:lnTo>
                  <a:pt x="1535982" y="110918"/>
                </a:lnTo>
                <a:lnTo>
                  <a:pt x="1539657" y="111226"/>
                </a:lnTo>
                <a:lnTo>
                  <a:pt x="1543331" y="111536"/>
                </a:lnTo>
                <a:lnTo>
                  <a:pt x="1547006" y="111847"/>
                </a:lnTo>
                <a:lnTo>
                  <a:pt x="1550680" y="112160"/>
                </a:lnTo>
                <a:lnTo>
                  <a:pt x="1554355" y="112475"/>
                </a:lnTo>
                <a:lnTo>
                  <a:pt x="1558030" y="112790"/>
                </a:lnTo>
                <a:lnTo>
                  <a:pt x="1561704" y="113107"/>
                </a:lnTo>
                <a:lnTo>
                  <a:pt x="1565379" y="113422"/>
                </a:lnTo>
                <a:lnTo>
                  <a:pt x="1569053" y="113737"/>
                </a:lnTo>
                <a:lnTo>
                  <a:pt x="1572728" y="114050"/>
                </a:lnTo>
                <a:lnTo>
                  <a:pt x="1576403" y="114359"/>
                </a:lnTo>
                <a:lnTo>
                  <a:pt x="1580077" y="114665"/>
                </a:lnTo>
                <a:lnTo>
                  <a:pt x="1583752" y="114965"/>
                </a:lnTo>
                <a:lnTo>
                  <a:pt x="1587426" y="115260"/>
                </a:lnTo>
                <a:lnTo>
                  <a:pt x="1591101" y="115548"/>
                </a:lnTo>
                <a:lnTo>
                  <a:pt x="1594776" y="115829"/>
                </a:lnTo>
                <a:lnTo>
                  <a:pt x="1598450" y="116101"/>
                </a:lnTo>
                <a:lnTo>
                  <a:pt x="1602125" y="116364"/>
                </a:lnTo>
                <a:lnTo>
                  <a:pt x="1605799" y="116619"/>
                </a:lnTo>
                <a:lnTo>
                  <a:pt x="1609474" y="116865"/>
                </a:lnTo>
                <a:lnTo>
                  <a:pt x="1613149" y="117103"/>
                </a:lnTo>
                <a:lnTo>
                  <a:pt x="1616823" y="117332"/>
                </a:lnTo>
                <a:lnTo>
                  <a:pt x="1620498" y="117551"/>
                </a:lnTo>
                <a:lnTo>
                  <a:pt x="1624172" y="117762"/>
                </a:lnTo>
                <a:lnTo>
                  <a:pt x="1627847" y="117965"/>
                </a:lnTo>
                <a:lnTo>
                  <a:pt x="1631522" y="118162"/>
                </a:lnTo>
                <a:lnTo>
                  <a:pt x="1635196" y="118353"/>
                </a:lnTo>
                <a:lnTo>
                  <a:pt x="1638871" y="118537"/>
                </a:lnTo>
                <a:lnTo>
                  <a:pt x="1642545" y="118715"/>
                </a:lnTo>
                <a:lnTo>
                  <a:pt x="1646220" y="118889"/>
                </a:lnTo>
                <a:lnTo>
                  <a:pt x="1649895" y="119058"/>
                </a:lnTo>
                <a:lnTo>
                  <a:pt x="1653569" y="119224"/>
                </a:lnTo>
                <a:lnTo>
                  <a:pt x="1657244" y="119387"/>
                </a:lnTo>
                <a:lnTo>
                  <a:pt x="1660918" y="119546"/>
                </a:lnTo>
                <a:lnTo>
                  <a:pt x="1664593" y="119702"/>
                </a:lnTo>
                <a:lnTo>
                  <a:pt x="1668268" y="119856"/>
                </a:lnTo>
                <a:lnTo>
                  <a:pt x="1671942" y="120006"/>
                </a:lnTo>
                <a:lnTo>
                  <a:pt x="1675617" y="120154"/>
                </a:lnTo>
                <a:lnTo>
                  <a:pt x="1679291" y="120300"/>
                </a:lnTo>
                <a:lnTo>
                  <a:pt x="1682966" y="120442"/>
                </a:lnTo>
                <a:lnTo>
                  <a:pt x="1686641" y="120581"/>
                </a:lnTo>
                <a:lnTo>
                  <a:pt x="1690315" y="120715"/>
                </a:lnTo>
                <a:lnTo>
                  <a:pt x="1693990" y="120846"/>
                </a:lnTo>
                <a:lnTo>
                  <a:pt x="1697664" y="120973"/>
                </a:lnTo>
                <a:lnTo>
                  <a:pt x="1701339" y="121095"/>
                </a:lnTo>
                <a:lnTo>
                  <a:pt x="1705014" y="121212"/>
                </a:lnTo>
                <a:lnTo>
                  <a:pt x="1708688" y="121324"/>
                </a:lnTo>
                <a:lnTo>
                  <a:pt x="1712363" y="121430"/>
                </a:lnTo>
                <a:lnTo>
                  <a:pt x="1716037" y="121530"/>
                </a:lnTo>
                <a:lnTo>
                  <a:pt x="1719712" y="121624"/>
                </a:lnTo>
                <a:lnTo>
                  <a:pt x="1723387" y="121713"/>
                </a:lnTo>
                <a:lnTo>
                  <a:pt x="1727061" y="121795"/>
                </a:lnTo>
                <a:lnTo>
                  <a:pt x="1730736" y="121872"/>
                </a:lnTo>
                <a:lnTo>
                  <a:pt x="1734410" y="121941"/>
                </a:lnTo>
                <a:lnTo>
                  <a:pt x="1738085" y="122005"/>
                </a:lnTo>
                <a:lnTo>
                  <a:pt x="1741760" y="122064"/>
                </a:lnTo>
                <a:lnTo>
                  <a:pt x="1745434" y="122118"/>
                </a:lnTo>
                <a:lnTo>
                  <a:pt x="1749109" y="122167"/>
                </a:lnTo>
                <a:lnTo>
                  <a:pt x="1752783" y="122213"/>
                </a:lnTo>
                <a:lnTo>
                  <a:pt x="1756458" y="122253"/>
                </a:lnTo>
                <a:lnTo>
                  <a:pt x="1760133" y="122291"/>
                </a:lnTo>
                <a:lnTo>
                  <a:pt x="1763807" y="122326"/>
                </a:lnTo>
                <a:lnTo>
                  <a:pt x="1767482" y="122359"/>
                </a:lnTo>
                <a:lnTo>
                  <a:pt x="1771156" y="122391"/>
                </a:lnTo>
                <a:lnTo>
                  <a:pt x="1774831" y="122423"/>
                </a:lnTo>
                <a:lnTo>
                  <a:pt x="1778506" y="122454"/>
                </a:lnTo>
                <a:lnTo>
                  <a:pt x="1782180" y="122486"/>
                </a:lnTo>
                <a:lnTo>
                  <a:pt x="1785855" y="122520"/>
                </a:lnTo>
                <a:lnTo>
                  <a:pt x="1789529" y="122554"/>
                </a:lnTo>
                <a:lnTo>
                  <a:pt x="1793204" y="122591"/>
                </a:lnTo>
                <a:lnTo>
                  <a:pt x="1796879" y="122630"/>
                </a:lnTo>
                <a:lnTo>
                  <a:pt x="1800553" y="122672"/>
                </a:lnTo>
                <a:lnTo>
                  <a:pt x="1804228" y="122717"/>
                </a:lnTo>
                <a:lnTo>
                  <a:pt x="1807902" y="122765"/>
                </a:lnTo>
                <a:lnTo>
                  <a:pt x="1811577" y="122815"/>
                </a:lnTo>
                <a:lnTo>
                  <a:pt x="1815252" y="122868"/>
                </a:lnTo>
                <a:lnTo>
                  <a:pt x="1818926" y="122924"/>
                </a:lnTo>
                <a:lnTo>
                  <a:pt x="1822601" y="122982"/>
                </a:lnTo>
                <a:lnTo>
                  <a:pt x="1826275" y="123042"/>
                </a:lnTo>
                <a:lnTo>
                  <a:pt x="1829950" y="123103"/>
                </a:lnTo>
                <a:lnTo>
                  <a:pt x="1833625" y="123165"/>
                </a:lnTo>
                <a:lnTo>
                  <a:pt x="1837299" y="123228"/>
                </a:lnTo>
                <a:lnTo>
                  <a:pt x="1840974" y="123291"/>
                </a:lnTo>
                <a:lnTo>
                  <a:pt x="1844648" y="123353"/>
                </a:lnTo>
                <a:lnTo>
                  <a:pt x="1848323" y="123414"/>
                </a:lnTo>
                <a:lnTo>
                  <a:pt x="1851998" y="123474"/>
                </a:lnTo>
                <a:lnTo>
                  <a:pt x="1855672" y="123532"/>
                </a:lnTo>
                <a:lnTo>
                  <a:pt x="1859347" y="123588"/>
                </a:lnTo>
                <a:lnTo>
                  <a:pt x="1863021" y="123642"/>
                </a:lnTo>
                <a:lnTo>
                  <a:pt x="1866696" y="123692"/>
                </a:lnTo>
                <a:lnTo>
                  <a:pt x="1870371" y="123739"/>
                </a:lnTo>
                <a:lnTo>
                  <a:pt x="1874045" y="123783"/>
                </a:lnTo>
                <a:lnTo>
                  <a:pt x="1877720" y="123824"/>
                </a:lnTo>
                <a:lnTo>
                  <a:pt x="1877720" y="124128"/>
                </a:lnTo>
                <a:lnTo>
                  <a:pt x="1874045" y="124128"/>
                </a:lnTo>
                <a:lnTo>
                  <a:pt x="1870371" y="124128"/>
                </a:lnTo>
                <a:lnTo>
                  <a:pt x="1866696" y="124128"/>
                </a:lnTo>
                <a:lnTo>
                  <a:pt x="1863021" y="124128"/>
                </a:lnTo>
                <a:lnTo>
                  <a:pt x="1859347" y="124128"/>
                </a:lnTo>
                <a:lnTo>
                  <a:pt x="1855672" y="124128"/>
                </a:lnTo>
                <a:lnTo>
                  <a:pt x="1851998" y="124128"/>
                </a:lnTo>
                <a:lnTo>
                  <a:pt x="1848323" y="124128"/>
                </a:lnTo>
                <a:lnTo>
                  <a:pt x="1844648" y="124128"/>
                </a:lnTo>
                <a:lnTo>
                  <a:pt x="1840974" y="124128"/>
                </a:lnTo>
                <a:lnTo>
                  <a:pt x="1837299" y="124128"/>
                </a:lnTo>
                <a:lnTo>
                  <a:pt x="1833625" y="124128"/>
                </a:lnTo>
                <a:lnTo>
                  <a:pt x="1829950" y="124128"/>
                </a:lnTo>
                <a:lnTo>
                  <a:pt x="1826275" y="124128"/>
                </a:lnTo>
                <a:lnTo>
                  <a:pt x="1822601" y="124128"/>
                </a:lnTo>
                <a:lnTo>
                  <a:pt x="1818926" y="124128"/>
                </a:lnTo>
                <a:lnTo>
                  <a:pt x="1815252" y="124128"/>
                </a:lnTo>
                <a:lnTo>
                  <a:pt x="1811577" y="124128"/>
                </a:lnTo>
                <a:lnTo>
                  <a:pt x="1807902" y="124128"/>
                </a:lnTo>
                <a:lnTo>
                  <a:pt x="1804228" y="124128"/>
                </a:lnTo>
                <a:lnTo>
                  <a:pt x="1800553" y="124128"/>
                </a:lnTo>
                <a:lnTo>
                  <a:pt x="1796879" y="124128"/>
                </a:lnTo>
                <a:lnTo>
                  <a:pt x="1793204" y="124128"/>
                </a:lnTo>
                <a:lnTo>
                  <a:pt x="1789529" y="124128"/>
                </a:lnTo>
                <a:lnTo>
                  <a:pt x="1785855" y="124128"/>
                </a:lnTo>
                <a:lnTo>
                  <a:pt x="1782180" y="124128"/>
                </a:lnTo>
                <a:lnTo>
                  <a:pt x="1778506" y="124128"/>
                </a:lnTo>
                <a:lnTo>
                  <a:pt x="1774831" y="124128"/>
                </a:lnTo>
                <a:lnTo>
                  <a:pt x="1771156" y="124128"/>
                </a:lnTo>
                <a:lnTo>
                  <a:pt x="1767482" y="124128"/>
                </a:lnTo>
                <a:lnTo>
                  <a:pt x="1763807" y="124128"/>
                </a:lnTo>
                <a:lnTo>
                  <a:pt x="1760133" y="124128"/>
                </a:lnTo>
                <a:lnTo>
                  <a:pt x="1756458" y="124128"/>
                </a:lnTo>
                <a:lnTo>
                  <a:pt x="1752783" y="124128"/>
                </a:lnTo>
                <a:lnTo>
                  <a:pt x="1749109" y="124128"/>
                </a:lnTo>
                <a:lnTo>
                  <a:pt x="1745434" y="124128"/>
                </a:lnTo>
                <a:lnTo>
                  <a:pt x="1741760" y="124128"/>
                </a:lnTo>
                <a:lnTo>
                  <a:pt x="1738085" y="124128"/>
                </a:lnTo>
                <a:lnTo>
                  <a:pt x="1734410" y="124128"/>
                </a:lnTo>
                <a:lnTo>
                  <a:pt x="1730736" y="124128"/>
                </a:lnTo>
                <a:lnTo>
                  <a:pt x="1727061" y="124128"/>
                </a:lnTo>
                <a:lnTo>
                  <a:pt x="1723387" y="124128"/>
                </a:lnTo>
                <a:lnTo>
                  <a:pt x="1719712" y="124128"/>
                </a:lnTo>
                <a:lnTo>
                  <a:pt x="1716037" y="124128"/>
                </a:lnTo>
                <a:lnTo>
                  <a:pt x="1712363" y="124128"/>
                </a:lnTo>
                <a:lnTo>
                  <a:pt x="1708688" y="124128"/>
                </a:lnTo>
                <a:lnTo>
                  <a:pt x="1705014" y="124128"/>
                </a:lnTo>
                <a:lnTo>
                  <a:pt x="1701339" y="124128"/>
                </a:lnTo>
                <a:lnTo>
                  <a:pt x="1697664" y="124128"/>
                </a:lnTo>
                <a:lnTo>
                  <a:pt x="1693990" y="124128"/>
                </a:lnTo>
                <a:lnTo>
                  <a:pt x="1690315" y="124128"/>
                </a:lnTo>
                <a:lnTo>
                  <a:pt x="1686641" y="124128"/>
                </a:lnTo>
                <a:lnTo>
                  <a:pt x="1682966" y="124128"/>
                </a:lnTo>
                <a:lnTo>
                  <a:pt x="1679291" y="124128"/>
                </a:lnTo>
                <a:lnTo>
                  <a:pt x="1675617" y="124128"/>
                </a:lnTo>
                <a:lnTo>
                  <a:pt x="1671942" y="124128"/>
                </a:lnTo>
                <a:lnTo>
                  <a:pt x="1668268" y="124128"/>
                </a:lnTo>
                <a:lnTo>
                  <a:pt x="1664593" y="124128"/>
                </a:lnTo>
                <a:lnTo>
                  <a:pt x="1660918" y="124128"/>
                </a:lnTo>
                <a:lnTo>
                  <a:pt x="1657244" y="124128"/>
                </a:lnTo>
                <a:lnTo>
                  <a:pt x="1653569" y="124128"/>
                </a:lnTo>
                <a:lnTo>
                  <a:pt x="1649895" y="124128"/>
                </a:lnTo>
                <a:lnTo>
                  <a:pt x="1646220" y="124128"/>
                </a:lnTo>
                <a:lnTo>
                  <a:pt x="1642545" y="124128"/>
                </a:lnTo>
                <a:lnTo>
                  <a:pt x="1638871" y="124128"/>
                </a:lnTo>
                <a:lnTo>
                  <a:pt x="1635196" y="124128"/>
                </a:lnTo>
                <a:lnTo>
                  <a:pt x="1631522" y="124128"/>
                </a:lnTo>
                <a:lnTo>
                  <a:pt x="1627847" y="124128"/>
                </a:lnTo>
                <a:lnTo>
                  <a:pt x="1624172" y="124128"/>
                </a:lnTo>
                <a:lnTo>
                  <a:pt x="1620498" y="124128"/>
                </a:lnTo>
                <a:lnTo>
                  <a:pt x="1616823" y="124128"/>
                </a:lnTo>
                <a:lnTo>
                  <a:pt x="1613149" y="124128"/>
                </a:lnTo>
                <a:lnTo>
                  <a:pt x="1609474" y="124128"/>
                </a:lnTo>
                <a:lnTo>
                  <a:pt x="1605799" y="124128"/>
                </a:lnTo>
                <a:lnTo>
                  <a:pt x="1602125" y="124128"/>
                </a:lnTo>
                <a:lnTo>
                  <a:pt x="1598450" y="124128"/>
                </a:lnTo>
                <a:lnTo>
                  <a:pt x="1594776" y="124128"/>
                </a:lnTo>
                <a:lnTo>
                  <a:pt x="1591101" y="124128"/>
                </a:lnTo>
                <a:lnTo>
                  <a:pt x="1587426" y="124128"/>
                </a:lnTo>
                <a:lnTo>
                  <a:pt x="1583752" y="124128"/>
                </a:lnTo>
                <a:lnTo>
                  <a:pt x="1580077" y="124128"/>
                </a:lnTo>
                <a:lnTo>
                  <a:pt x="1576403" y="124128"/>
                </a:lnTo>
                <a:lnTo>
                  <a:pt x="1572728" y="124128"/>
                </a:lnTo>
                <a:lnTo>
                  <a:pt x="1569053" y="124128"/>
                </a:lnTo>
                <a:lnTo>
                  <a:pt x="1565379" y="124128"/>
                </a:lnTo>
                <a:lnTo>
                  <a:pt x="1561704" y="124128"/>
                </a:lnTo>
                <a:lnTo>
                  <a:pt x="1558030" y="124128"/>
                </a:lnTo>
                <a:lnTo>
                  <a:pt x="1554355" y="124128"/>
                </a:lnTo>
                <a:lnTo>
                  <a:pt x="1550680" y="124128"/>
                </a:lnTo>
                <a:lnTo>
                  <a:pt x="1547006" y="124128"/>
                </a:lnTo>
                <a:lnTo>
                  <a:pt x="1543331" y="124128"/>
                </a:lnTo>
                <a:lnTo>
                  <a:pt x="1539657" y="124128"/>
                </a:lnTo>
                <a:lnTo>
                  <a:pt x="1535982" y="124128"/>
                </a:lnTo>
                <a:lnTo>
                  <a:pt x="1532307" y="124128"/>
                </a:lnTo>
                <a:lnTo>
                  <a:pt x="1528633" y="124128"/>
                </a:lnTo>
                <a:lnTo>
                  <a:pt x="1524958" y="124128"/>
                </a:lnTo>
                <a:lnTo>
                  <a:pt x="1521284" y="124128"/>
                </a:lnTo>
                <a:lnTo>
                  <a:pt x="1517609" y="124128"/>
                </a:lnTo>
                <a:lnTo>
                  <a:pt x="1513934" y="124128"/>
                </a:lnTo>
                <a:lnTo>
                  <a:pt x="1510260" y="124128"/>
                </a:lnTo>
                <a:lnTo>
                  <a:pt x="1506585" y="124128"/>
                </a:lnTo>
                <a:lnTo>
                  <a:pt x="1502911" y="124128"/>
                </a:lnTo>
                <a:lnTo>
                  <a:pt x="1499236" y="124128"/>
                </a:lnTo>
                <a:lnTo>
                  <a:pt x="1495561" y="124128"/>
                </a:lnTo>
                <a:lnTo>
                  <a:pt x="1491887" y="124128"/>
                </a:lnTo>
                <a:lnTo>
                  <a:pt x="1488212" y="124128"/>
                </a:lnTo>
                <a:lnTo>
                  <a:pt x="1484538" y="124128"/>
                </a:lnTo>
                <a:lnTo>
                  <a:pt x="1480863" y="124128"/>
                </a:lnTo>
                <a:lnTo>
                  <a:pt x="1477188" y="124128"/>
                </a:lnTo>
                <a:lnTo>
                  <a:pt x="1473514" y="124128"/>
                </a:lnTo>
                <a:lnTo>
                  <a:pt x="1469839" y="124128"/>
                </a:lnTo>
                <a:lnTo>
                  <a:pt x="1466165" y="124128"/>
                </a:lnTo>
                <a:lnTo>
                  <a:pt x="1462490" y="124128"/>
                </a:lnTo>
                <a:lnTo>
                  <a:pt x="1458815" y="124128"/>
                </a:lnTo>
                <a:lnTo>
                  <a:pt x="1455141" y="124128"/>
                </a:lnTo>
                <a:lnTo>
                  <a:pt x="1451466" y="124128"/>
                </a:lnTo>
                <a:lnTo>
                  <a:pt x="1447792" y="124128"/>
                </a:lnTo>
                <a:lnTo>
                  <a:pt x="1444117" y="124128"/>
                </a:lnTo>
                <a:lnTo>
                  <a:pt x="1440442" y="124128"/>
                </a:lnTo>
                <a:lnTo>
                  <a:pt x="1436768" y="124128"/>
                </a:lnTo>
                <a:lnTo>
                  <a:pt x="1433093" y="124128"/>
                </a:lnTo>
                <a:lnTo>
                  <a:pt x="1429419" y="124128"/>
                </a:lnTo>
                <a:lnTo>
                  <a:pt x="1425744" y="124128"/>
                </a:lnTo>
                <a:lnTo>
                  <a:pt x="1422069" y="124128"/>
                </a:lnTo>
                <a:lnTo>
                  <a:pt x="1418395" y="124128"/>
                </a:lnTo>
                <a:lnTo>
                  <a:pt x="1414720" y="124128"/>
                </a:lnTo>
                <a:lnTo>
                  <a:pt x="1411046" y="124128"/>
                </a:lnTo>
                <a:lnTo>
                  <a:pt x="1407371" y="124128"/>
                </a:lnTo>
                <a:lnTo>
                  <a:pt x="1403696" y="124128"/>
                </a:lnTo>
                <a:lnTo>
                  <a:pt x="1400022" y="124128"/>
                </a:lnTo>
                <a:lnTo>
                  <a:pt x="1396347" y="124128"/>
                </a:lnTo>
                <a:lnTo>
                  <a:pt x="1392673" y="124128"/>
                </a:lnTo>
                <a:lnTo>
                  <a:pt x="1388998" y="124128"/>
                </a:lnTo>
                <a:lnTo>
                  <a:pt x="1385323" y="124128"/>
                </a:lnTo>
                <a:lnTo>
                  <a:pt x="1381649" y="124128"/>
                </a:lnTo>
                <a:lnTo>
                  <a:pt x="1377974" y="124128"/>
                </a:lnTo>
                <a:lnTo>
                  <a:pt x="1374300" y="124128"/>
                </a:lnTo>
                <a:lnTo>
                  <a:pt x="1370625" y="124128"/>
                </a:lnTo>
                <a:lnTo>
                  <a:pt x="1366950" y="124128"/>
                </a:lnTo>
                <a:lnTo>
                  <a:pt x="1363276" y="124128"/>
                </a:lnTo>
                <a:lnTo>
                  <a:pt x="1359601" y="124128"/>
                </a:lnTo>
                <a:lnTo>
                  <a:pt x="1355927" y="124128"/>
                </a:lnTo>
                <a:lnTo>
                  <a:pt x="1352252" y="124128"/>
                </a:lnTo>
                <a:lnTo>
                  <a:pt x="1348577" y="124128"/>
                </a:lnTo>
                <a:lnTo>
                  <a:pt x="1344903" y="124128"/>
                </a:lnTo>
                <a:lnTo>
                  <a:pt x="1341228" y="124128"/>
                </a:lnTo>
                <a:lnTo>
                  <a:pt x="1337554" y="124128"/>
                </a:lnTo>
                <a:lnTo>
                  <a:pt x="1333879" y="124128"/>
                </a:lnTo>
                <a:lnTo>
                  <a:pt x="1330205" y="124128"/>
                </a:lnTo>
                <a:lnTo>
                  <a:pt x="1326530" y="124128"/>
                </a:lnTo>
                <a:lnTo>
                  <a:pt x="1322855" y="124128"/>
                </a:lnTo>
                <a:lnTo>
                  <a:pt x="1319181" y="124128"/>
                </a:lnTo>
                <a:lnTo>
                  <a:pt x="1315506" y="124128"/>
                </a:lnTo>
                <a:lnTo>
                  <a:pt x="1311832" y="124128"/>
                </a:lnTo>
                <a:lnTo>
                  <a:pt x="1308157" y="124128"/>
                </a:lnTo>
                <a:lnTo>
                  <a:pt x="1304482" y="124128"/>
                </a:lnTo>
                <a:lnTo>
                  <a:pt x="1300808" y="124128"/>
                </a:lnTo>
                <a:lnTo>
                  <a:pt x="1297133" y="124128"/>
                </a:lnTo>
                <a:lnTo>
                  <a:pt x="1293459" y="124128"/>
                </a:lnTo>
                <a:lnTo>
                  <a:pt x="1289784" y="124128"/>
                </a:lnTo>
                <a:lnTo>
                  <a:pt x="1286109" y="124128"/>
                </a:lnTo>
                <a:lnTo>
                  <a:pt x="1282435" y="124128"/>
                </a:lnTo>
                <a:lnTo>
                  <a:pt x="1278760" y="124128"/>
                </a:lnTo>
                <a:lnTo>
                  <a:pt x="1275086" y="124128"/>
                </a:lnTo>
                <a:lnTo>
                  <a:pt x="1271411" y="124128"/>
                </a:lnTo>
                <a:lnTo>
                  <a:pt x="1267736" y="124128"/>
                </a:lnTo>
                <a:lnTo>
                  <a:pt x="1264062" y="124128"/>
                </a:lnTo>
                <a:lnTo>
                  <a:pt x="1260387" y="124128"/>
                </a:lnTo>
                <a:lnTo>
                  <a:pt x="1256713" y="124128"/>
                </a:lnTo>
                <a:lnTo>
                  <a:pt x="1253038" y="124128"/>
                </a:lnTo>
                <a:lnTo>
                  <a:pt x="1249363" y="124128"/>
                </a:lnTo>
                <a:lnTo>
                  <a:pt x="1245689" y="124128"/>
                </a:lnTo>
                <a:lnTo>
                  <a:pt x="1242014" y="124128"/>
                </a:lnTo>
                <a:lnTo>
                  <a:pt x="1238340" y="124128"/>
                </a:lnTo>
                <a:lnTo>
                  <a:pt x="1234665" y="124128"/>
                </a:lnTo>
                <a:lnTo>
                  <a:pt x="1230990" y="124128"/>
                </a:lnTo>
                <a:lnTo>
                  <a:pt x="1227316" y="124128"/>
                </a:lnTo>
                <a:lnTo>
                  <a:pt x="1223641" y="124128"/>
                </a:lnTo>
                <a:lnTo>
                  <a:pt x="1219967" y="124128"/>
                </a:lnTo>
                <a:lnTo>
                  <a:pt x="1216292" y="124128"/>
                </a:lnTo>
                <a:lnTo>
                  <a:pt x="1212617" y="124128"/>
                </a:lnTo>
                <a:lnTo>
                  <a:pt x="1208943" y="124128"/>
                </a:lnTo>
                <a:lnTo>
                  <a:pt x="1205268" y="124128"/>
                </a:lnTo>
                <a:lnTo>
                  <a:pt x="1201594" y="124128"/>
                </a:lnTo>
                <a:lnTo>
                  <a:pt x="1197919" y="124128"/>
                </a:lnTo>
                <a:lnTo>
                  <a:pt x="1194244" y="124128"/>
                </a:lnTo>
                <a:lnTo>
                  <a:pt x="1190570" y="124128"/>
                </a:lnTo>
                <a:lnTo>
                  <a:pt x="1186895" y="124128"/>
                </a:lnTo>
                <a:lnTo>
                  <a:pt x="1183221" y="124128"/>
                </a:lnTo>
                <a:lnTo>
                  <a:pt x="1179546" y="124128"/>
                </a:lnTo>
                <a:lnTo>
                  <a:pt x="1175871" y="124128"/>
                </a:lnTo>
                <a:lnTo>
                  <a:pt x="1172197" y="124128"/>
                </a:lnTo>
                <a:lnTo>
                  <a:pt x="1168522" y="124128"/>
                </a:lnTo>
                <a:lnTo>
                  <a:pt x="1164848" y="124128"/>
                </a:lnTo>
                <a:lnTo>
                  <a:pt x="1161173" y="124128"/>
                </a:lnTo>
                <a:lnTo>
                  <a:pt x="1157498" y="124128"/>
                </a:lnTo>
                <a:lnTo>
                  <a:pt x="1153824" y="124128"/>
                </a:lnTo>
                <a:lnTo>
                  <a:pt x="1150149" y="124128"/>
                </a:lnTo>
                <a:lnTo>
                  <a:pt x="1146475" y="124128"/>
                </a:lnTo>
                <a:lnTo>
                  <a:pt x="1142800" y="124128"/>
                </a:lnTo>
                <a:lnTo>
                  <a:pt x="1139125" y="124128"/>
                </a:lnTo>
                <a:lnTo>
                  <a:pt x="1135451" y="124128"/>
                </a:lnTo>
                <a:lnTo>
                  <a:pt x="1131776" y="124128"/>
                </a:lnTo>
                <a:lnTo>
                  <a:pt x="1128102" y="124128"/>
                </a:lnTo>
                <a:lnTo>
                  <a:pt x="1124427" y="124128"/>
                </a:lnTo>
                <a:lnTo>
                  <a:pt x="1120752" y="124128"/>
                </a:lnTo>
                <a:lnTo>
                  <a:pt x="1117078" y="124128"/>
                </a:lnTo>
                <a:lnTo>
                  <a:pt x="1113403" y="124128"/>
                </a:lnTo>
                <a:lnTo>
                  <a:pt x="1109729" y="124128"/>
                </a:lnTo>
                <a:lnTo>
                  <a:pt x="1106054" y="124128"/>
                </a:lnTo>
                <a:lnTo>
                  <a:pt x="1102379" y="124128"/>
                </a:lnTo>
                <a:lnTo>
                  <a:pt x="1098705" y="124128"/>
                </a:lnTo>
                <a:lnTo>
                  <a:pt x="1095030" y="124128"/>
                </a:lnTo>
                <a:lnTo>
                  <a:pt x="1091356" y="124128"/>
                </a:lnTo>
                <a:lnTo>
                  <a:pt x="1087681" y="124128"/>
                </a:lnTo>
                <a:lnTo>
                  <a:pt x="1084006" y="124128"/>
                </a:lnTo>
                <a:lnTo>
                  <a:pt x="1080332" y="124128"/>
                </a:lnTo>
                <a:lnTo>
                  <a:pt x="1076657" y="124128"/>
                </a:lnTo>
                <a:lnTo>
                  <a:pt x="1072983" y="124128"/>
                </a:lnTo>
                <a:lnTo>
                  <a:pt x="1069308" y="124128"/>
                </a:lnTo>
                <a:lnTo>
                  <a:pt x="1065633" y="124128"/>
                </a:lnTo>
                <a:lnTo>
                  <a:pt x="1061959" y="124128"/>
                </a:lnTo>
                <a:lnTo>
                  <a:pt x="1058284" y="124128"/>
                </a:lnTo>
                <a:lnTo>
                  <a:pt x="1054610" y="124128"/>
                </a:lnTo>
                <a:lnTo>
                  <a:pt x="1050935" y="124128"/>
                </a:lnTo>
                <a:lnTo>
                  <a:pt x="1047260" y="124128"/>
                </a:lnTo>
                <a:lnTo>
                  <a:pt x="1043586" y="124128"/>
                </a:lnTo>
                <a:lnTo>
                  <a:pt x="1039911" y="124128"/>
                </a:lnTo>
                <a:lnTo>
                  <a:pt x="1036237" y="124128"/>
                </a:lnTo>
                <a:lnTo>
                  <a:pt x="1032562" y="124128"/>
                </a:lnTo>
                <a:lnTo>
                  <a:pt x="1028887" y="124128"/>
                </a:lnTo>
                <a:lnTo>
                  <a:pt x="1025213" y="124128"/>
                </a:lnTo>
                <a:lnTo>
                  <a:pt x="1021538" y="124128"/>
                </a:lnTo>
                <a:lnTo>
                  <a:pt x="1017864" y="124128"/>
                </a:lnTo>
                <a:lnTo>
                  <a:pt x="1014189" y="124128"/>
                </a:lnTo>
                <a:lnTo>
                  <a:pt x="1010514" y="124128"/>
                </a:lnTo>
                <a:lnTo>
                  <a:pt x="1006840" y="124128"/>
                </a:lnTo>
                <a:lnTo>
                  <a:pt x="1003165" y="124128"/>
                </a:lnTo>
                <a:lnTo>
                  <a:pt x="999491" y="124128"/>
                </a:lnTo>
                <a:lnTo>
                  <a:pt x="995816" y="124128"/>
                </a:lnTo>
                <a:lnTo>
                  <a:pt x="992141" y="124128"/>
                </a:lnTo>
                <a:lnTo>
                  <a:pt x="988467" y="124128"/>
                </a:lnTo>
                <a:lnTo>
                  <a:pt x="984792" y="124128"/>
                </a:lnTo>
                <a:lnTo>
                  <a:pt x="981118" y="124128"/>
                </a:lnTo>
                <a:lnTo>
                  <a:pt x="977443" y="124128"/>
                </a:lnTo>
                <a:lnTo>
                  <a:pt x="973768" y="124128"/>
                </a:lnTo>
                <a:lnTo>
                  <a:pt x="970094" y="124128"/>
                </a:lnTo>
                <a:lnTo>
                  <a:pt x="966419" y="124128"/>
                </a:lnTo>
                <a:lnTo>
                  <a:pt x="962745" y="124128"/>
                </a:lnTo>
                <a:lnTo>
                  <a:pt x="959070" y="124128"/>
                </a:lnTo>
                <a:lnTo>
                  <a:pt x="955395" y="124128"/>
                </a:lnTo>
                <a:lnTo>
                  <a:pt x="951721" y="124128"/>
                </a:lnTo>
                <a:lnTo>
                  <a:pt x="948046" y="124128"/>
                </a:lnTo>
                <a:lnTo>
                  <a:pt x="944372" y="124128"/>
                </a:lnTo>
                <a:lnTo>
                  <a:pt x="940697" y="124128"/>
                </a:lnTo>
                <a:lnTo>
                  <a:pt x="937022" y="124128"/>
                </a:lnTo>
                <a:lnTo>
                  <a:pt x="933348" y="124128"/>
                </a:lnTo>
                <a:lnTo>
                  <a:pt x="929673" y="124128"/>
                </a:lnTo>
                <a:lnTo>
                  <a:pt x="925999" y="124128"/>
                </a:lnTo>
                <a:lnTo>
                  <a:pt x="922324" y="124128"/>
                </a:lnTo>
                <a:lnTo>
                  <a:pt x="918649" y="124128"/>
                </a:lnTo>
                <a:lnTo>
                  <a:pt x="914975" y="124128"/>
                </a:lnTo>
                <a:lnTo>
                  <a:pt x="911300" y="124128"/>
                </a:lnTo>
                <a:lnTo>
                  <a:pt x="907626" y="124128"/>
                </a:lnTo>
                <a:lnTo>
                  <a:pt x="903951" y="124128"/>
                </a:lnTo>
                <a:lnTo>
                  <a:pt x="900276" y="124128"/>
                </a:lnTo>
                <a:lnTo>
                  <a:pt x="896602" y="124128"/>
                </a:lnTo>
                <a:lnTo>
                  <a:pt x="892927" y="124128"/>
                </a:lnTo>
                <a:lnTo>
                  <a:pt x="889253" y="124128"/>
                </a:lnTo>
                <a:lnTo>
                  <a:pt x="885578" y="124128"/>
                </a:lnTo>
                <a:lnTo>
                  <a:pt x="881903" y="124128"/>
                </a:lnTo>
                <a:lnTo>
                  <a:pt x="878229" y="124128"/>
                </a:lnTo>
                <a:lnTo>
                  <a:pt x="874554" y="124128"/>
                </a:lnTo>
                <a:lnTo>
                  <a:pt x="870880" y="124128"/>
                </a:lnTo>
                <a:lnTo>
                  <a:pt x="867205" y="124128"/>
                </a:lnTo>
                <a:lnTo>
                  <a:pt x="863530" y="124128"/>
                </a:lnTo>
                <a:lnTo>
                  <a:pt x="859856" y="124128"/>
                </a:lnTo>
                <a:lnTo>
                  <a:pt x="856181" y="124128"/>
                </a:lnTo>
                <a:lnTo>
                  <a:pt x="852507" y="124128"/>
                </a:lnTo>
                <a:lnTo>
                  <a:pt x="848832" y="124128"/>
                </a:lnTo>
                <a:lnTo>
                  <a:pt x="845157" y="124128"/>
                </a:lnTo>
                <a:lnTo>
                  <a:pt x="841483" y="124128"/>
                </a:lnTo>
                <a:lnTo>
                  <a:pt x="837808" y="124128"/>
                </a:lnTo>
                <a:lnTo>
                  <a:pt x="834134" y="124128"/>
                </a:lnTo>
                <a:lnTo>
                  <a:pt x="830459" y="124128"/>
                </a:lnTo>
                <a:lnTo>
                  <a:pt x="826784" y="124128"/>
                </a:lnTo>
                <a:lnTo>
                  <a:pt x="823110" y="124128"/>
                </a:lnTo>
                <a:lnTo>
                  <a:pt x="819435" y="124128"/>
                </a:lnTo>
                <a:lnTo>
                  <a:pt x="815761" y="124128"/>
                </a:lnTo>
                <a:lnTo>
                  <a:pt x="812086" y="124128"/>
                </a:lnTo>
                <a:lnTo>
                  <a:pt x="808411" y="124128"/>
                </a:lnTo>
                <a:lnTo>
                  <a:pt x="804737" y="124128"/>
                </a:lnTo>
                <a:lnTo>
                  <a:pt x="801062" y="124128"/>
                </a:lnTo>
                <a:lnTo>
                  <a:pt x="797388" y="124128"/>
                </a:lnTo>
                <a:lnTo>
                  <a:pt x="793713" y="124128"/>
                </a:lnTo>
                <a:lnTo>
                  <a:pt x="790038" y="124128"/>
                </a:lnTo>
                <a:lnTo>
                  <a:pt x="786364" y="124128"/>
                </a:lnTo>
                <a:lnTo>
                  <a:pt x="782689" y="124128"/>
                </a:lnTo>
                <a:lnTo>
                  <a:pt x="779015" y="124128"/>
                </a:lnTo>
                <a:lnTo>
                  <a:pt x="775340" y="124128"/>
                </a:lnTo>
                <a:lnTo>
                  <a:pt x="771665" y="124128"/>
                </a:lnTo>
                <a:lnTo>
                  <a:pt x="767991" y="124128"/>
                </a:lnTo>
                <a:lnTo>
                  <a:pt x="764316" y="124128"/>
                </a:lnTo>
                <a:lnTo>
                  <a:pt x="760642" y="124128"/>
                </a:lnTo>
                <a:lnTo>
                  <a:pt x="756967" y="124128"/>
                </a:lnTo>
                <a:lnTo>
                  <a:pt x="753292" y="124128"/>
                </a:lnTo>
                <a:lnTo>
                  <a:pt x="749618" y="124128"/>
                </a:lnTo>
                <a:lnTo>
                  <a:pt x="745943" y="124128"/>
                </a:lnTo>
                <a:lnTo>
                  <a:pt x="742269" y="124128"/>
                </a:lnTo>
                <a:lnTo>
                  <a:pt x="738594" y="124128"/>
                </a:lnTo>
                <a:lnTo>
                  <a:pt x="734919" y="124128"/>
                </a:lnTo>
                <a:lnTo>
                  <a:pt x="731245" y="124128"/>
                </a:lnTo>
                <a:lnTo>
                  <a:pt x="727570" y="124128"/>
                </a:lnTo>
                <a:lnTo>
                  <a:pt x="723896" y="124128"/>
                </a:lnTo>
                <a:lnTo>
                  <a:pt x="720221" y="124128"/>
                </a:lnTo>
                <a:lnTo>
                  <a:pt x="716546" y="124128"/>
                </a:lnTo>
                <a:lnTo>
                  <a:pt x="712872" y="124128"/>
                </a:lnTo>
                <a:lnTo>
                  <a:pt x="709197" y="124128"/>
                </a:lnTo>
                <a:lnTo>
                  <a:pt x="705523" y="124128"/>
                </a:lnTo>
                <a:lnTo>
                  <a:pt x="701848" y="124128"/>
                </a:lnTo>
                <a:lnTo>
                  <a:pt x="698173" y="124128"/>
                </a:lnTo>
                <a:lnTo>
                  <a:pt x="694499" y="124128"/>
                </a:lnTo>
                <a:lnTo>
                  <a:pt x="690824" y="124128"/>
                </a:lnTo>
                <a:lnTo>
                  <a:pt x="687150" y="124128"/>
                </a:lnTo>
                <a:lnTo>
                  <a:pt x="683475" y="124128"/>
                </a:lnTo>
                <a:lnTo>
                  <a:pt x="679800" y="124128"/>
                </a:lnTo>
                <a:lnTo>
                  <a:pt x="676126" y="124128"/>
                </a:lnTo>
                <a:lnTo>
                  <a:pt x="672451" y="124128"/>
                </a:lnTo>
                <a:lnTo>
                  <a:pt x="668777" y="124128"/>
                </a:lnTo>
                <a:lnTo>
                  <a:pt x="665102" y="124128"/>
                </a:lnTo>
                <a:lnTo>
                  <a:pt x="661427" y="124128"/>
                </a:lnTo>
                <a:lnTo>
                  <a:pt x="657753" y="124128"/>
                </a:lnTo>
                <a:lnTo>
                  <a:pt x="654078" y="124128"/>
                </a:lnTo>
                <a:lnTo>
                  <a:pt x="650404" y="124128"/>
                </a:lnTo>
                <a:lnTo>
                  <a:pt x="646729" y="124128"/>
                </a:lnTo>
                <a:lnTo>
                  <a:pt x="643054" y="124128"/>
                </a:lnTo>
                <a:lnTo>
                  <a:pt x="639380" y="124128"/>
                </a:lnTo>
                <a:lnTo>
                  <a:pt x="635705" y="124128"/>
                </a:lnTo>
                <a:lnTo>
                  <a:pt x="632031" y="124128"/>
                </a:lnTo>
                <a:lnTo>
                  <a:pt x="628356" y="124128"/>
                </a:lnTo>
                <a:lnTo>
                  <a:pt x="624681" y="124128"/>
                </a:lnTo>
                <a:lnTo>
                  <a:pt x="621007" y="124128"/>
                </a:lnTo>
                <a:lnTo>
                  <a:pt x="617332" y="124128"/>
                </a:lnTo>
                <a:lnTo>
                  <a:pt x="613658" y="124128"/>
                </a:lnTo>
                <a:lnTo>
                  <a:pt x="609983" y="124128"/>
                </a:lnTo>
                <a:lnTo>
                  <a:pt x="606308" y="124128"/>
                </a:lnTo>
                <a:lnTo>
                  <a:pt x="602634" y="124128"/>
                </a:lnTo>
                <a:lnTo>
                  <a:pt x="598959" y="124128"/>
                </a:lnTo>
                <a:lnTo>
                  <a:pt x="595285" y="124128"/>
                </a:lnTo>
                <a:lnTo>
                  <a:pt x="591610" y="124128"/>
                </a:lnTo>
                <a:lnTo>
                  <a:pt x="587935" y="124128"/>
                </a:lnTo>
                <a:lnTo>
                  <a:pt x="584261" y="124128"/>
                </a:lnTo>
                <a:lnTo>
                  <a:pt x="580586" y="124128"/>
                </a:lnTo>
                <a:lnTo>
                  <a:pt x="576912" y="124128"/>
                </a:lnTo>
                <a:lnTo>
                  <a:pt x="573237" y="124128"/>
                </a:lnTo>
                <a:lnTo>
                  <a:pt x="569562" y="124128"/>
                </a:lnTo>
                <a:lnTo>
                  <a:pt x="565888" y="124128"/>
                </a:lnTo>
                <a:lnTo>
                  <a:pt x="562213" y="124128"/>
                </a:lnTo>
                <a:lnTo>
                  <a:pt x="558539" y="124128"/>
                </a:lnTo>
                <a:lnTo>
                  <a:pt x="554864" y="124128"/>
                </a:lnTo>
                <a:lnTo>
                  <a:pt x="551189" y="124128"/>
                </a:lnTo>
                <a:lnTo>
                  <a:pt x="547515" y="124128"/>
                </a:lnTo>
                <a:lnTo>
                  <a:pt x="543840" y="124128"/>
                </a:lnTo>
                <a:lnTo>
                  <a:pt x="540166" y="124128"/>
                </a:lnTo>
                <a:lnTo>
                  <a:pt x="536491" y="124128"/>
                </a:lnTo>
                <a:lnTo>
                  <a:pt x="532816" y="124128"/>
                </a:lnTo>
                <a:lnTo>
                  <a:pt x="529142" y="124128"/>
                </a:lnTo>
                <a:lnTo>
                  <a:pt x="525467" y="124128"/>
                </a:lnTo>
                <a:lnTo>
                  <a:pt x="521793" y="124128"/>
                </a:lnTo>
                <a:lnTo>
                  <a:pt x="518118" y="124128"/>
                </a:lnTo>
                <a:lnTo>
                  <a:pt x="514443" y="124128"/>
                </a:lnTo>
                <a:lnTo>
                  <a:pt x="510769" y="124128"/>
                </a:lnTo>
                <a:lnTo>
                  <a:pt x="507094" y="124128"/>
                </a:lnTo>
                <a:lnTo>
                  <a:pt x="503420" y="124128"/>
                </a:lnTo>
                <a:lnTo>
                  <a:pt x="499745" y="124128"/>
                </a:lnTo>
                <a:lnTo>
                  <a:pt x="496070" y="124128"/>
                </a:lnTo>
                <a:lnTo>
                  <a:pt x="492396" y="124128"/>
                </a:lnTo>
                <a:lnTo>
                  <a:pt x="488721" y="124128"/>
                </a:lnTo>
                <a:lnTo>
                  <a:pt x="485047" y="124128"/>
                </a:lnTo>
                <a:lnTo>
                  <a:pt x="481372" y="124128"/>
                </a:lnTo>
                <a:lnTo>
                  <a:pt x="477697" y="124128"/>
                </a:lnTo>
                <a:lnTo>
                  <a:pt x="474023" y="124128"/>
                </a:lnTo>
                <a:lnTo>
                  <a:pt x="470348" y="124128"/>
                </a:lnTo>
                <a:lnTo>
                  <a:pt x="466674" y="124128"/>
                </a:lnTo>
                <a:lnTo>
                  <a:pt x="462999" y="124128"/>
                </a:lnTo>
                <a:lnTo>
                  <a:pt x="459324" y="124128"/>
                </a:lnTo>
                <a:lnTo>
                  <a:pt x="455650" y="124128"/>
                </a:lnTo>
                <a:lnTo>
                  <a:pt x="451975" y="124128"/>
                </a:lnTo>
                <a:lnTo>
                  <a:pt x="448301" y="124128"/>
                </a:lnTo>
                <a:lnTo>
                  <a:pt x="444626" y="124128"/>
                </a:lnTo>
                <a:lnTo>
                  <a:pt x="440951" y="124128"/>
                </a:lnTo>
                <a:lnTo>
                  <a:pt x="437277" y="124128"/>
                </a:lnTo>
                <a:lnTo>
                  <a:pt x="433602" y="124128"/>
                </a:lnTo>
                <a:lnTo>
                  <a:pt x="429928" y="124128"/>
                </a:lnTo>
                <a:lnTo>
                  <a:pt x="426253" y="124128"/>
                </a:lnTo>
                <a:lnTo>
                  <a:pt x="422578" y="124128"/>
                </a:lnTo>
                <a:lnTo>
                  <a:pt x="418904" y="124128"/>
                </a:lnTo>
                <a:lnTo>
                  <a:pt x="415229" y="124128"/>
                </a:lnTo>
                <a:lnTo>
                  <a:pt x="411555" y="124128"/>
                </a:lnTo>
                <a:lnTo>
                  <a:pt x="407880" y="124128"/>
                </a:lnTo>
                <a:lnTo>
                  <a:pt x="404205" y="124128"/>
                </a:lnTo>
                <a:lnTo>
                  <a:pt x="400531" y="124128"/>
                </a:lnTo>
                <a:lnTo>
                  <a:pt x="396856" y="124128"/>
                </a:lnTo>
                <a:lnTo>
                  <a:pt x="393182" y="124128"/>
                </a:lnTo>
                <a:lnTo>
                  <a:pt x="389507" y="124128"/>
                </a:lnTo>
                <a:lnTo>
                  <a:pt x="385832" y="124128"/>
                </a:lnTo>
                <a:lnTo>
                  <a:pt x="382158" y="124128"/>
                </a:lnTo>
                <a:lnTo>
                  <a:pt x="378483" y="124128"/>
                </a:lnTo>
                <a:lnTo>
                  <a:pt x="374809" y="124128"/>
                </a:lnTo>
                <a:lnTo>
                  <a:pt x="371134" y="124128"/>
                </a:lnTo>
                <a:lnTo>
                  <a:pt x="367459" y="124128"/>
                </a:lnTo>
                <a:lnTo>
                  <a:pt x="363785" y="124128"/>
                </a:lnTo>
                <a:lnTo>
                  <a:pt x="360110" y="124128"/>
                </a:lnTo>
                <a:lnTo>
                  <a:pt x="356436" y="124128"/>
                </a:lnTo>
                <a:lnTo>
                  <a:pt x="352761" y="124128"/>
                </a:lnTo>
                <a:lnTo>
                  <a:pt x="349086" y="124128"/>
                </a:lnTo>
                <a:lnTo>
                  <a:pt x="345412" y="124128"/>
                </a:lnTo>
                <a:lnTo>
                  <a:pt x="341737" y="124128"/>
                </a:lnTo>
                <a:lnTo>
                  <a:pt x="338063" y="124128"/>
                </a:lnTo>
                <a:lnTo>
                  <a:pt x="334388" y="124128"/>
                </a:lnTo>
                <a:lnTo>
                  <a:pt x="330713" y="124128"/>
                </a:lnTo>
                <a:lnTo>
                  <a:pt x="327039" y="124128"/>
                </a:lnTo>
                <a:lnTo>
                  <a:pt x="323364" y="124128"/>
                </a:lnTo>
                <a:lnTo>
                  <a:pt x="319690" y="124128"/>
                </a:lnTo>
                <a:lnTo>
                  <a:pt x="316015" y="124128"/>
                </a:lnTo>
                <a:lnTo>
                  <a:pt x="312340" y="124128"/>
                </a:lnTo>
                <a:lnTo>
                  <a:pt x="308666" y="124128"/>
                </a:lnTo>
                <a:lnTo>
                  <a:pt x="304991" y="124128"/>
                </a:lnTo>
                <a:lnTo>
                  <a:pt x="301317" y="124128"/>
                </a:lnTo>
                <a:lnTo>
                  <a:pt x="297642" y="124128"/>
                </a:lnTo>
                <a:lnTo>
                  <a:pt x="293967" y="124128"/>
                </a:lnTo>
                <a:lnTo>
                  <a:pt x="290293" y="124128"/>
                </a:lnTo>
                <a:lnTo>
                  <a:pt x="286618" y="124128"/>
                </a:lnTo>
                <a:lnTo>
                  <a:pt x="282944" y="124128"/>
                </a:lnTo>
                <a:lnTo>
                  <a:pt x="279269" y="124128"/>
                </a:lnTo>
                <a:lnTo>
                  <a:pt x="275594" y="124128"/>
                </a:lnTo>
                <a:lnTo>
                  <a:pt x="271920" y="124128"/>
                </a:lnTo>
                <a:lnTo>
                  <a:pt x="268245" y="124128"/>
                </a:lnTo>
                <a:lnTo>
                  <a:pt x="264571" y="124128"/>
                </a:lnTo>
                <a:lnTo>
                  <a:pt x="260896" y="124128"/>
                </a:lnTo>
                <a:lnTo>
                  <a:pt x="257221" y="124128"/>
                </a:lnTo>
                <a:lnTo>
                  <a:pt x="253547" y="124128"/>
                </a:lnTo>
                <a:lnTo>
                  <a:pt x="249872" y="124128"/>
                </a:lnTo>
                <a:lnTo>
                  <a:pt x="246198" y="124128"/>
                </a:lnTo>
                <a:lnTo>
                  <a:pt x="242523" y="124128"/>
                </a:lnTo>
                <a:lnTo>
                  <a:pt x="238848" y="124128"/>
                </a:lnTo>
                <a:lnTo>
                  <a:pt x="235174" y="124128"/>
                </a:lnTo>
                <a:lnTo>
                  <a:pt x="231499" y="124128"/>
                </a:lnTo>
                <a:lnTo>
                  <a:pt x="227825" y="124128"/>
                </a:lnTo>
                <a:lnTo>
                  <a:pt x="224150" y="124128"/>
                </a:lnTo>
                <a:lnTo>
                  <a:pt x="220475" y="124128"/>
                </a:lnTo>
                <a:lnTo>
                  <a:pt x="216801" y="124128"/>
                </a:lnTo>
                <a:lnTo>
                  <a:pt x="213126" y="124128"/>
                </a:lnTo>
                <a:lnTo>
                  <a:pt x="209452" y="124128"/>
                </a:lnTo>
                <a:lnTo>
                  <a:pt x="205777" y="124128"/>
                </a:lnTo>
                <a:lnTo>
                  <a:pt x="202102" y="124128"/>
                </a:lnTo>
                <a:lnTo>
                  <a:pt x="198428" y="124128"/>
                </a:lnTo>
                <a:lnTo>
                  <a:pt x="194753" y="124128"/>
                </a:lnTo>
                <a:lnTo>
                  <a:pt x="191079" y="124128"/>
                </a:lnTo>
                <a:lnTo>
                  <a:pt x="187404" y="124128"/>
                </a:lnTo>
                <a:lnTo>
                  <a:pt x="183729" y="124128"/>
                </a:lnTo>
                <a:lnTo>
                  <a:pt x="180055" y="124128"/>
                </a:lnTo>
                <a:lnTo>
                  <a:pt x="176380" y="124128"/>
                </a:lnTo>
                <a:lnTo>
                  <a:pt x="172706" y="124128"/>
                </a:lnTo>
                <a:lnTo>
                  <a:pt x="169031" y="124128"/>
                </a:lnTo>
                <a:lnTo>
                  <a:pt x="165356" y="124128"/>
                </a:lnTo>
                <a:lnTo>
                  <a:pt x="161682" y="124128"/>
                </a:lnTo>
                <a:lnTo>
                  <a:pt x="158007" y="124128"/>
                </a:lnTo>
                <a:lnTo>
                  <a:pt x="154333" y="124128"/>
                </a:lnTo>
                <a:lnTo>
                  <a:pt x="150658" y="124128"/>
                </a:lnTo>
                <a:lnTo>
                  <a:pt x="146983" y="124128"/>
                </a:lnTo>
                <a:lnTo>
                  <a:pt x="143309" y="124128"/>
                </a:lnTo>
                <a:lnTo>
                  <a:pt x="139634" y="124128"/>
                </a:lnTo>
                <a:lnTo>
                  <a:pt x="135960" y="124128"/>
                </a:lnTo>
                <a:lnTo>
                  <a:pt x="132285" y="124128"/>
                </a:lnTo>
                <a:lnTo>
                  <a:pt x="128610" y="124128"/>
                </a:lnTo>
                <a:lnTo>
                  <a:pt x="124936" y="124128"/>
                </a:lnTo>
                <a:lnTo>
                  <a:pt x="121261" y="124128"/>
                </a:lnTo>
                <a:lnTo>
                  <a:pt x="117587" y="124128"/>
                </a:lnTo>
                <a:lnTo>
                  <a:pt x="113912" y="124128"/>
                </a:lnTo>
                <a:lnTo>
                  <a:pt x="110237" y="124128"/>
                </a:lnTo>
                <a:lnTo>
                  <a:pt x="106563" y="124128"/>
                </a:lnTo>
                <a:lnTo>
                  <a:pt x="102888" y="124128"/>
                </a:lnTo>
                <a:lnTo>
                  <a:pt x="99214" y="124128"/>
                </a:lnTo>
                <a:lnTo>
                  <a:pt x="95539" y="124128"/>
                </a:lnTo>
                <a:lnTo>
                  <a:pt x="91864" y="124128"/>
                </a:lnTo>
                <a:lnTo>
                  <a:pt x="88190" y="124128"/>
                </a:lnTo>
                <a:lnTo>
                  <a:pt x="84515" y="124128"/>
                </a:lnTo>
                <a:lnTo>
                  <a:pt x="80841" y="124128"/>
                </a:lnTo>
                <a:lnTo>
                  <a:pt x="77166" y="124128"/>
                </a:lnTo>
                <a:lnTo>
                  <a:pt x="73491" y="124128"/>
                </a:lnTo>
                <a:lnTo>
                  <a:pt x="69817" y="124128"/>
                </a:lnTo>
                <a:lnTo>
                  <a:pt x="66142" y="124128"/>
                </a:lnTo>
                <a:lnTo>
                  <a:pt x="62468" y="124128"/>
                </a:lnTo>
                <a:lnTo>
                  <a:pt x="58793" y="124128"/>
                </a:lnTo>
                <a:lnTo>
                  <a:pt x="55118" y="124128"/>
                </a:lnTo>
                <a:lnTo>
                  <a:pt x="51444" y="124128"/>
                </a:lnTo>
                <a:lnTo>
                  <a:pt x="47769" y="124128"/>
                </a:lnTo>
                <a:lnTo>
                  <a:pt x="44095" y="124128"/>
                </a:lnTo>
                <a:lnTo>
                  <a:pt x="40420" y="124128"/>
                </a:lnTo>
                <a:lnTo>
                  <a:pt x="36745" y="124128"/>
                </a:lnTo>
                <a:lnTo>
                  <a:pt x="33071" y="124128"/>
                </a:lnTo>
                <a:lnTo>
                  <a:pt x="29396" y="124128"/>
                </a:lnTo>
                <a:lnTo>
                  <a:pt x="25722" y="124128"/>
                </a:lnTo>
                <a:lnTo>
                  <a:pt x="22047" y="124128"/>
                </a:lnTo>
                <a:lnTo>
                  <a:pt x="18372" y="124128"/>
                </a:lnTo>
                <a:lnTo>
                  <a:pt x="14698" y="124128"/>
                </a:lnTo>
                <a:lnTo>
                  <a:pt x="11023" y="124128"/>
                </a:lnTo>
                <a:lnTo>
                  <a:pt x="7349" y="124128"/>
                </a:lnTo>
                <a:lnTo>
                  <a:pt x="3674" y="124128"/>
                </a:lnTo>
                <a:lnTo>
                  <a:pt x="0" y="124128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31" name="pl131"/>
          <p:cNvSpPr/>
          <p:nvPr/>
        </p:nvSpPr>
        <p:spPr>
          <a:xfrm>
            <a:off x="6702581" y="3358127"/>
            <a:ext cx="1877720" cy="123824"/>
          </a:xfrm>
          <a:custGeom>
            <a:avLst/>
            <a:gdLst/>
            <a:ahLst/>
            <a:cxnLst/>
            <a:rect l="0" t="0" r="0" b="0"/>
            <a:pathLst>
              <a:path w="1877720" h="123824">
                <a:moveTo>
                  <a:pt x="0" y="123766"/>
                </a:moveTo>
                <a:lnTo>
                  <a:pt x="3674" y="123728"/>
                </a:lnTo>
                <a:lnTo>
                  <a:pt x="7349" y="123687"/>
                </a:lnTo>
                <a:lnTo>
                  <a:pt x="11023" y="123645"/>
                </a:lnTo>
                <a:lnTo>
                  <a:pt x="14698" y="123601"/>
                </a:lnTo>
                <a:lnTo>
                  <a:pt x="18372" y="123556"/>
                </a:lnTo>
                <a:lnTo>
                  <a:pt x="22047" y="123510"/>
                </a:lnTo>
                <a:lnTo>
                  <a:pt x="25722" y="123463"/>
                </a:lnTo>
                <a:lnTo>
                  <a:pt x="29396" y="123415"/>
                </a:lnTo>
                <a:lnTo>
                  <a:pt x="33071" y="123368"/>
                </a:lnTo>
                <a:lnTo>
                  <a:pt x="36745" y="123321"/>
                </a:lnTo>
                <a:lnTo>
                  <a:pt x="40420" y="123274"/>
                </a:lnTo>
                <a:lnTo>
                  <a:pt x="44095" y="123228"/>
                </a:lnTo>
                <a:lnTo>
                  <a:pt x="47769" y="123183"/>
                </a:lnTo>
                <a:lnTo>
                  <a:pt x="51444" y="123139"/>
                </a:lnTo>
                <a:lnTo>
                  <a:pt x="55118" y="123097"/>
                </a:lnTo>
                <a:lnTo>
                  <a:pt x="58793" y="123056"/>
                </a:lnTo>
                <a:lnTo>
                  <a:pt x="62468" y="123016"/>
                </a:lnTo>
                <a:lnTo>
                  <a:pt x="66142" y="122978"/>
                </a:lnTo>
                <a:lnTo>
                  <a:pt x="69817" y="122942"/>
                </a:lnTo>
                <a:lnTo>
                  <a:pt x="73491" y="122906"/>
                </a:lnTo>
                <a:lnTo>
                  <a:pt x="77166" y="122872"/>
                </a:lnTo>
                <a:lnTo>
                  <a:pt x="80841" y="122838"/>
                </a:lnTo>
                <a:lnTo>
                  <a:pt x="84515" y="122805"/>
                </a:lnTo>
                <a:lnTo>
                  <a:pt x="88190" y="122772"/>
                </a:lnTo>
                <a:lnTo>
                  <a:pt x="91864" y="122738"/>
                </a:lnTo>
                <a:lnTo>
                  <a:pt x="95539" y="122704"/>
                </a:lnTo>
                <a:lnTo>
                  <a:pt x="99214" y="122668"/>
                </a:lnTo>
                <a:lnTo>
                  <a:pt x="102888" y="122631"/>
                </a:lnTo>
                <a:lnTo>
                  <a:pt x="106563" y="122592"/>
                </a:lnTo>
                <a:lnTo>
                  <a:pt x="110237" y="122550"/>
                </a:lnTo>
                <a:lnTo>
                  <a:pt x="113912" y="122506"/>
                </a:lnTo>
                <a:lnTo>
                  <a:pt x="117587" y="122458"/>
                </a:lnTo>
                <a:lnTo>
                  <a:pt x="121261" y="122407"/>
                </a:lnTo>
                <a:lnTo>
                  <a:pt x="124936" y="122353"/>
                </a:lnTo>
                <a:lnTo>
                  <a:pt x="128610" y="122294"/>
                </a:lnTo>
                <a:lnTo>
                  <a:pt x="132285" y="122230"/>
                </a:lnTo>
                <a:lnTo>
                  <a:pt x="135960" y="122163"/>
                </a:lnTo>
                <a:lnTo>
                  <a:pt x="139634" y="122091"/>
                </a:lnTo>
                <a:lnTo>
                  <a:pt x="143309" y="122014"/>
                </a:lnTo>
                <a:lnTo>
                  <a:pt x="146983" y="121933"/>
                </a:lnTo>
                <a:lnTo>
                  <a:pt x="150658" y="121846"/>
                </a:lnTo>
                <a:lnTo>
                  <a:pt x="154333" y="121753"/>
                </a:lnTo>
                <a:lnTo>
                  <a:pt x="158007" y="121655"/>
                </a:lnTo>
                <a:lnTo>
                  <a:pt x="161682" y="121551"/>
                </a:lnTo>
                <a:lnTo>
                  <a:pt x="165356" y="121442"/>
                </a:lnTo>
                <a:lnTo>
                  <a:pt x="169031" y="121326"/>
                </a:lnTo>
                <a:lnTo>
                  <a:pt x="172706" y="121204"/>
                </a:lnTo>
                <a:lnTo>
                  <a:pt x="176380" y="121074"/>
                </a:lnTo>
                <a:lnTo>
                  <a:pt x="180055" y="120937"/>
                </a:lnTo>
                <a:lnTo>
                  <a:pt x="183729" y="120793"/>
                </a:lnTo>
                <a:lnTo>
                  <a:pt x="187404" y="120642"/>
                </a:lnTo>
                <a:lnTo>
                  <a:pt x="191079" y="120483"/>
                </a:lnTo>
                <a:lnTo>
                  <a:pt x="194753" y="120316"/>
                </a:lnTo>
                <a:lnTo>
                  <a:pt x="198428" y="120140"/>
                </a:lnTo>
                <a:lnTo>
                  <a:pt x="202102" y="119956"/>
                </a:lnTo>
                <a:lnTo>
                  <a:pt x="205777" y="119764"/>
                </a:lnTo>
                <a:lnTo>
                  <a:pt x="209452" y="119564"/>
                </a:lnTo>
                <a:lnTo>
                  <a:pt x="213126" y="119357"/>
                </a:lnTo>
                <a:lnTo>
                  <a:pt x="216801" y="119142"/>
                </a:lnTo>
                <a:lnTo>
                  <a:pt x="220475" y="118919"/>
                </a:lnTo>
                <a:lnTo>
                  <a:pt x="224150" y="118689"/>
                </a:lnTo>
                <a:lnTo>
                  <a:pt x="227825" y="118453"/>
                </a:lnTo>
                <a:lnTo>
                  <a:pt x="231499" y="118211"/>
                </a:lnTo>
                <a:lnTo>
                  <a:pt x="235174" y="117965"/>
                </a:lnTo>
                <a:lnTo>
                  <a:pt x="238848" y="117714"/>
                </a:lnTo>
                <a:lnTo>
                  <a:pt x="242523" y="117459"/>
                </a:lnTo>
                <a:lnTo>
                  <a:pt x="246198" y="117200"/>
                </a:lnTo>
                <a:lnTo>
                  <a:pt x="249872" y="116940"/>
                </a:lnTo>
                <a:lnTo>
                  <a:pt x="253547" y="116678"/>
                </a:lnTo>
                <a:lnTo>
                  <a:pt x="257221" y="116416"/>
                </a:lnTo>
                <a:lnTo>
                  <a:pt x="260896" y="116153"/>
                </a:lnTo>
                <a:lnTo>
                  <a:pt x="264571" y="115890"/>
                </a:lnTo>
                <a:lnTo>
                  <a:pt x="268245" y="115627"/>
                </a:lnTo>
                <a:lnTo>
                  <a:pt x="271920" y="115366"/>
                </a:lnTo>
                <a:lnTo>
                  <a:pt x="275594" y="115106"/>
                </a:lnTo>
                <a:lnTo>
                  <a:pt x="279269" y="114847"/>
                </a:lnTo>
                <a:lnTo>
                  <a:pt x="282944" y="114590"/>
                </a:lnTo>
                <a:lnTo>
                  <a:pt x="286618" y="114333"/>
                </a:lnTo>
                <a:lnTo>
                  <a:pt x="290293" y="114078"/>
                </a:lnTo>
                <a:lnTo>
                  <a:pt x="293967" y="113823"/>
                </a:lnTo>
                <a:lnTo>
                  <a:pt x="297642" y="113567"/>
                </a:lnTo>
                <a:lnTo>
                  <a:pt x="301317" y="113311"/>
                </a:lnTo>
                <a:lnTo>
                  <a:pt x="304991" y="113054"/>
                </a:lnTo>
                <a:lnTo>
                  <a:pt x="308666" y="112794"/>
                </a:lnTo>
                <a:lnTo>
                  <a:pt x="312340" y="112530"/>
                </a:lnTo>
                <a:lnTo>
                  <a:pt x="316015" y="112262"/>
                </a:lnTo>
                <a:lnTo>
                  <a:pt x="319690" y="111990"/>
                </a:lnTo>
                <a:lnTo>
                  <a:pt x="323364" y="111711"/>
                </a:lnTo>
                <a:lnTo>
                  <a:pt x="327039" y="111426"/>
                </a:lnTo>
                <a:lnTo>
                  <a:pt x="330713" y="111131"/>
                </a:lnTo>
                <a:lnTo>
                  <a:pt x="334388" y="110827"/>
                </a:lnTo>
                <a:lnTo>
                  <a:pt x="338063" y="110513"/>
                </a:lnTo>
                <a:lnTo>
                  <a:pt x="341737" y="110189"/>
                </a:lnTo>
                <a:lnTo>
                  <a:pt x="345412" y="109854"/>
                </a:lnTo>
                <a:lnTo>
                  <a:pt x="349086" y="109507"/>
                </a:lnTo>
                <a:lnTo>
                  <a:pt x="352761" y="109147"/>
                </a:lnTo>
                <a:lnTo>
                  <a:pt x="356436" y="108772"/>
                </a:lnTo>
                <a:lnTo>
                  <a:pt x="360110" y="108383"/>
                </a:lnTo>
                <a:lnTo>
                  <a:pt x="363785" y="107982"/>
                </a:lnTo>
                <a:lnTo>
                  <a:pt x="367459" y="107566"/>
                </a:lnTo>
                <a:lnTo>
                  <a:pt x="371134" y="107137"/>
                </a:lnTo>
                <a:lnTo>
                  <a:pt x="374809" y="106693"/>
                </a:lnTo>
                <a:lnTo>
                  <a:pt x="378483" y="106233"/>
                </a:lnTo>
                <a:lnTo>
                  <a:pt x="382158" y="105760"/>
                </a:lnTo>
                <a:lnTo>
                  <a:pt x="385832" y="105272"/>
                </a:lnTo>
                <a:lnTo>
                  <a:pt x="389507" y="104772"/>
                </a:lnTo>
                <a:lnTo>
                  <a:pt x="393182" y="104259"/>
                </a:lnTo>
                <a:lnTo>
                  <a:pt x="396856" y="103733"/>
                </a:lnTo>
                <a:lnTo>
                  <a:pt x="400531" y="103193"/>
                </a:lnTo>
                <a:lnTo>
                  <a:pt x="404205" y="102641"/>
                </a:lnTo>
                <a:lnTo>
                  <a:pt x="407880" y="102079"/>
                </a:lnTo>
                <a:lnTo>
                  <a:pt x="411555" y="101507"/>
                </a:lnTo>
                <a:lnTo>
                  <a:pt x="415229" y="100926"/>
                </a:lnTo>
                <a:lnTo>
                  <a:pt x="418904" y="100337"/>
                </a:lnTo>
                <a:lnTo>
                  <a:pt x="422578" y="99739"/>
                </a:lnTo>
                <a:lnTo>
                  <a:pt x="426253" y="99134"/>
                </a:lnTo>
                <a:lnTo>
                  <a:pt x="429928" y="98523"/>
                </a:lnTo>
                <a:lnTo>
                  <a:pt x="433602" y="97908"/>
                </a:lnTo>
                <a:lnTo>
                  <a:pt x="437277" y="97289"/>
                </a:lnTo>
                <a:lnTo>
                  <a:pt x="440951" y="96667"/>
                </a:lnTo>
                <a:lnTo>
                  <a:pt x="444626" y="96041"/>
                </a:lnTo>
                <a:lnTo>
                  <a:pt x="448301" y="95414"/>
                </a:lnTo>
                <a:lnTo>
                  <a:pt x="451975" y="94785"/>
                </a:lnTo>
                <a:lnTo>
                  <a:pt x="455650" y="94155"/>
                </a:lnTo>
                <a:lnTo>
                  <a:pt x="459324" y="93524"/>
                </a:lnTo>
                <a:lnTo>
                  <a:pt x="462999" y="92892"/>
                </a:lnTo>
                <a:lnTo>
                  <a:pt x="466674" y="92260"/>
                </a:lnTo>
                <a:lnTo>
                  <a:pt x="470348" y="91627"/>
                </a:lnTo>
                <a:lnTo>
                  <a:pt x="474023" y="90994"/>
                </a:lnTo>
                <a:lnTo>
                  <a:pt x="477697" y="90361"/>
                </a:lnTo>
                <a:lnTo>
                  <a:pt x="481372" y="89726"/>
                </a:lnTo>
                <a:lnTo>
                  <a:pt x="485047" y="89091"/>
                </a:lnTo>
                <a:lnTo>
                  <a:pt x="488721" y="88455"/>
                </a:lnTo>
                <a:lnTo>
                  <a:pt x="492396" y="87818"/>
                </a:lnTo>
                <a:lnTo>
                  <a:pt x="496070" y="87181"/>
                </a:lnTo>
                <a:lnTo>
                  <a:pt x="499745" y="86543"/>
                </a:lnTo>
                <a:lnTo>
                  <a:pt x="503420" y="85903"/>
                </a:lnTo>
                <a:lnTo>
                  <a:pt x="507094" y="85263"/>
                </a:lnTo>
                <a:lnTo>
                  <a:pt x="510769" y="84623"/>
                </a:lnTo>
                <a:lnTo>
                  <a:pt x="514443" y="83981"/>
                </a:lnTo>
                <a:lnTo>
                  <a:pt x="518118" y="83338"/>
                </a:lnTo>
                <a:lnTo>
                  <a:pt x="521793" y="82694"/>
                </a:lnTo>
                <a:lnTo>
                  <a:pt x="525467" y="82048"/>
                </a:lnTo>
                <a:lnTo>
                  <a:pt x="529142" y="81400"/>
                </a:lnTo>
                <a:lnTo>
                  <a:pt x="532816" y="80748"/>
                </a:lnTo>
                <a:lnTo>
                  <a:pt x="536491" y="80091"/>
                </a:lnTo>
                <a:lnTo>
                  <a:pt x="540166" y="79428"/>
                </a:lnTo>
                <a:lnTo>
                  <a:pt x="543840" y="78758"/>
                </a:lnTo>
                <a:lnTo>
                  <a:pt x="547515" y="78078"/>
                </a:lnTo>
                <a:lnTo>
                  <a:pt x="551189" y="77387"/>
                </a:lnTo>
                <a:lnTo>
                  <a:pt x="554864" y="76682"/>
                </a:lnTo>
                <a:lnTo>
                  <a:pt x="558539" y="75957"/>
                </a:lnTo>
                <a:lnTo>
                  <a:pt x="562213" y="75213"/>
                </a:lnTo>
                <a:lnTo>
                  <a:pt x="565888" y="74447"/>
                </a:lnTo>
                <a:lnTo>
                  <a:pt x="569562" y="73657"/>
                </a:lnTo>
                <a:lnTo>
                  <a:pt x="573237" y="72840"/>
                </a:lnTo>
                <a:lnTo>
                  <a:pt x="576912" y="71995"/>
                </a:lnTo>
                <a:lnTo>
                  <a:pt x="580586" y="71111"/>
                </a:lnTo>
                <a:lnTo>
                  <a:pt x="584261" y="70193"/>
                </a:lnTo>
                <a:lnTo>
                  <a:pt x="587935" y="69241"/>
                </a:lnTo>
                <a:lnTo>
                  <a:pt x="591610" y="68253"/>
                </a:lnTo>
                <a:lnTo>
                  <a:pt x="595285" y="67228"/>
                </a:lnTo>
                <a:lnTo>
                  <a:pt x="598959" y="66167"/>
                </a:lnTo>
                <a:lnTo>
                  <a:pt x="602634" y="65063"/>
                </a:lnTo>
                <a:lnTo>
                  <a:pt x="606308" y="63922"/>
                </a:lnTo>
                <a:lnTo>
                  <a:pt x="609983" y="62748"/>
                </a:lnTo>
                <a:lnTo>
                  <a:pt x="613658" y="61542"/>
                </a:lnTo>
                <a:lnTo>
                  <a:pt x="617332" y="60307"/>
                </a:lnTo>
                <a:lnTo>
                  <a:pt x="621007" y="59045"/>
                </a:lnTo>
                <a:lnTo>
                  <a:pt x="624681" y="57757"/>
                </a:lnTo>
                <a:lnTo>
                  <a:pt x="628356" y="56449"/>
                </a:lnTo>
                <a:lnTo>
                  <a:pt x="632031" y="55128"/>
                </a:lnTo>
                <a:lnTo>
                  <a:pt x="635705" y="53796"/>
                </a:lnTo>
                <a:lnTo>
                  <a:pt x="639380" y="52459"/>
                </a:lnTo>
                <a:lnTo>
                  <a:pt x="643054" y="51121"/>
                </a:lnTo>
                <a:lnTo>
                  <a:pt x="646729" y="49786"/>
                </a:lnTo>
                <a:lnTo>
                  <a:pt x="650404" y="48460"/>
                </a:lnTo>
                <a:lnTo>
                  <a:pt x="654078" y="47147"/>
                </a:lnTo>
                <a:lnTo>
                  <a:pt x="657753" y="45850"/>
                </a:lnTo>
                <a:lnTo>
                  <a:pt x="661427" y="44572"/>
                </a:lnTo>
                <a:lnTo>
                  <a:pt x="665102" y="43315"/>
                </a:lnTo>
                <a:lnTo>
                  <a:pt x="668777" y="42083"/>
                </a:lnTo>
                <a:lnTo>
                  <a:pt x="672451" y="40880"/>
                </a:lnTo>
                <a:lnTo>
                  <a:pt x="676126" y="39702"/>
                </a:lnTo>
                <a:lnTo>
                  <a:pt x="679800" y="38550"/>
                </a:lnTo>
                <a:lnTo>
                  <a:pt x="683475" y="37422"/>
                </a:lnTo>
                <a:lnTo>
                  <a:pt x="687150" y="36317"/>
                </a:lnTo>
                <a:lnTo>
                  <a:pt x="690824" y="35235"/>
                </a:lnTo>
                <a:lnTo>
                  <a:pt x="694499" y="34175"/>
                </a:lnTo>
                <a:lnTo>
                  <a:pt x="698173" y="33129"/>
                </a:lnTo>
                <a:lnTo>
                  <a:pt x="701848" y="32096"/>
                </a:lnTo>
                <a:lnTo>
                  <a:pt x="705523" y="31072"/>
                </a:lnTo>
                <a:lnTo>
                  <a:pt x="709197" y="30053"/>
                </a:lnTo>
                <a:lnTo>
                  <a:pt x="712872" y="29038"/>
                </a:lnTo>
                <a:lnTo>
                  <a:pt x="716546" y="28021"/>
                </a:lnTo>
                <a:lnTo>
                  <a:pt x="720221" y="27000"/>
                </a:lnTo>
                <a:lnTo>
                  <a:pt x="723896" y="25973"/>
                </a:lnTo>
                <a:lnTo>
                  <a:pt x="727570" y="24939"/>
                </a:lnTo>
                <a:lnTo>
                  <a:pt x="731245" y="23896"/>
                </a:lnTo>
                <a:lnTo>
                  <a:pt x="734919" y="22844"/>
                </a:lnTo>
                <a:lnTo>
                  <a:pt x="738594" y="21781"/>
                </a:lnTo>
                <a:lnTo>
                  <a:pt x="742269" y="20710"/>
                </a:lnTo>
                <a:lnTo>
                  <a:pt x="745943" y="19634"/>
                </a:lnTo>
                <a:lnTo>
                  <a:pt x="749618" y="18553"/>
                </a:lnTo>
                <a:lnTo>
                  <a:pt x="753292" y="17471"/>
                </a:lnTo>
                <a:lnTo>
                  <a:pt x="756967" y="16391"/>
                </a:lnTo>
                <a:lnTo>
                  <a:pt x="760642" y="15318"/>
                </a:lnTo>
                <a:lnTo>
                  <a:pt x="764316" y="14257"/>
                </a:lnTo>
                <a:lnTo>
                  <a:pt x="767991" y="13210"/>
                </a:lnTo>
                <a:lnTo>
                  <a:pt x="771665" y="12183"/>
                </a:lnTo>
                <a:lnTo>
                  <a:pt x="775340" y="11178"/>
                </a:lnTo>
                <a:lnTo>
                  <a:pt x="779015" y="10201"/>
                </a:lnTo>
                <a:lnTo>
                  <a:pt x="782689" y="9259"/>
                </a:lnTo>
                <a:lnTo>
                  <a:pt x="786364" y="8357"/>
                </a:lnTo>
                <a:lnTo>
                  <a:pt x="790038" y="7494"/>
                </a:lnTo>
                <a:lnTo>
                  <a:pt x="793713" y="6674"/>
                </a:lnTo>
                <a:lnTo>
                  <a:pt x="797388" y="5897"/>
                </a:lnTo>
                <a:lnTo>
                  <a:pt x="801062" y="5167"/>
                </a:lnTo>
                <a:lnTo>
                  <a:pt x="804737" y="4489"/>
                </a:lnTo>
                <a:lnTo>
                  <a:pt x="808411" y="3866"/>
                </a:lnTo>
                <a:lnTo>
                  <a:pt x="812086" y="3293"/>
                </a:lnTo>
                <a:lnTo>
                  <a:pt x="815761" y="2769"/>
                </a:lnTo>
                <a:lnTo>
                  <a:pt x="819435" y="2293"/>
                </a:lnTo>
                <a:lnTo>
                  <a:pt x="823110" y="1864"/>
                </a:lnTo>
                <a:lnTo>
                  <a:pt x="826784" y="1486"/>
                </a:lnTo>
                <a:lnTo>
                  <a:pt x="830459" y="1159"/>
                </a:lnTo>
                <a:lnTo>
                  <a:pt x="834134" y="876"/>
                </a:lnTo>
                <a:lnTo>
                  <a:pt x="837808" y="635"/>
                </a:lnTo>
                <a:lnTo>
                  <a:pt x="841483" y="433"/>
                </a:lnTo>
                <a:lnTo>
                  <a:pt x="845157" y="270"/>
                </a:lnTo>
                <a:lnTo>
                  <a:pt x="848832" y="145"/>
                </a:lnTo>
                <a:lnTo>
                  <a:pt x="852507" y="63"/>
                </a:lnTo>
                <a:lnTo>
                  <a:pt x="856181" y="14"/>
                </a:lnTo>
                <a:lnTo>
                  <a:pt x="859856" y="0"/>
                </a:lnTo>
                <a:lnTo>
                  <a:pt x="863530" y="17"/>
                </a:lnTo>
                <a:lnTo>
                  <a:pt x="867205" y="66"/>
                </a:lnTo>
                <a:lnTo>
                  <a:pt x="870880" y="146"/>
                </a:lnTo>
                <a:lnTo>
                  <a:pt x="874554" y="263"/>
                </a:lnTo>
                <a:lnTo>
                  <a:pt x="878229" y="410"/>
                </a:lnTo>
                <a:lnTo>
                  <a:pt x="881903" y="585"/>
                </a:lnTo>
                <a:lnTo>
                  <a:pt x="885578" y="789"/>
                </a:lnTo>
                <a:lnTo>
                  <a:pt x="889253" y="1019"/>
                </a:lnTo>
                <a:lnTo>
                  <a:pt x="892927" y="1274"/>
                </a:lnTo>
                <a:lnTo>
                  <a:pt x="896602" y="1557"/>
                </a:lnTo>
                <a:lnTo>
                  <a:pt x="900276" y="1862"/>
                </a:lnTo>
                <a:lnTo>
                  <a:pt x="903951" y="2185"/>
                </a:lnTo>
                <a:lnTo>
                  <a:pt x="907626" y="2522"/>
                </a:lnTo>
                <a:lnTo>
                  <a:pt x="911300" y="2873"/>
                </a:lnTo>
                <a:lnTo>
                  <a:pt x="914975" y="3232"/>
                </a:lnTo>
                <a:lnTo>
                  <a:pt x="918649" y="3596"/>
                </a:lnTo>
                <a:lnTo>
                  <a:pt x="922324" y="3961"/>
                </a:lnTo>
                <a:lnTo>
                  <a:pt x="925999" y="4322"/>
                </a:lnTo>
                <a:lnTo>
                  <a:pt x="929673" y="4674"/>
                </a:lnTo>
                <a:lnTo>
                  <a:pt x="933348" y="5016"/>
                </a:lnTo>
                <a:lnTo>
                  <a:pt x="937022" y="5342"/>
                </a:lnTo>
                <a:lnTo>
                  <a:pt x="940697" y="5649"/>
                </a:lnTo>
                <a:lnTo>
                  <a:pt x="944372" y="5931"/>
                </a:lnTo>
                <a:lnTo>
                  <a:pt x="948046" y="6190"/>
                </a:lnTo>
                <a:lnTo>
                  <a:pt x="951721" y="6423"/>
                </a:lnTo>
                <a:lnTo>
                  <a:pt x="955395" y="6631"/>
                </a:lnTo>
                <a:lnTo>
                  <a:pt x="959070" y="6812"/>
                </a:lnTo>
                <a:lnTo>
                  <a:pt x="962745" y="6964"/>
                </a:lnTo>
                <a:lnTo>
                  <a:pt x="966419" y="7088"/>
                </a:lnTo>
                <a:lnTo>
                  <a:pt x="970094" y="7187"/>
                </a:lnTo>
                <a:lnTo>
                  <a:pt x="973768" y="7266"/>
                </a:lnTo>
                <a:lnTo>
                  <a:pt x="977443" y="7325"/>
                </a:lnTo>
                <a:lnTo>
                  <a:pt x="981118" y="7367"/>
                </a:lnTo>
                <a:lnTo>
                  <a:pt x="984792" y="7395"/>
                </a:lnTo>
                <a:lnTo>
                  <a:pt x="988467" y="7411"/>
                </a:lnTo>
                <a:lnTo>
                  <a:pt x="992141" y="7422"/>
                </a:lnTo>
                <a:lnTo>
                  <a:pt x="995816" y="7431"/>
                </a:lnTo>
                <a:lnTo>
                  <a:pt x="999491" y="7441"/>
                </a:lnTo>
                <a:lnTo>
                  <a:pt x="1003165" y="7455"/>
                </a:lnTo>
                <a:lnTo>
                  <a:pt x="1006840" y="7477"/>
                </a:lnTo>
                <a:lnTo>
                  <a:pt x="1010514" y="7513"/>
                </a:lnTo>
                <a:lnTo>
                  <a:pt x="1014189" y="7564"/>
                </a:lnTo>
                <a:lnTo>
                  <a:pt x="1017864" y="7633"/>
                </a:lnTo>
                <a:lnTo>
                  <a:pt x="1021538" y="7722"/>
                </a:lnTo>
                <a:lnTo>
                  <a:pt x="1025213" y="7833"/>
                </a:lnTo>
                <a:lnTo>
                  <a:pt x="1028887" y="7969"/>
                </a:lnTo>
                <a:lnTo>
                  <a:pt x="1032562" y="8137"/>
                </a:lnTo>
                <a:lnTo>
                  <a:pt x="1036237" y="8335"/>
                </a:lnTo>
                <a:lnTo>
                  <a:pt x="1039911" y="8563"/>
                </a:lnTo>
                <a:lnTo>
                  <a:pt x="1043586" y="8823"/>
                </a:lnTo>
                <a:lnTo>
                  <a:pt x="1047260" y="9115"/>
                </a:lnTo>
                <a:lnTo>
                  <a:pt x="1050935" y="9440"/>
                </a:lnTo>
                <a:lnTo>
                  <a:pt x="1054610" y="9804"/>
                </a:lnTo>
                <a:lnTo>
                  <a:pt x="1058284" y="10205"/>
                </a:lnTo>
                <a:lnTo>
                  <a:pt x="1061959" y="10640"/>
                </a:lnTo>
                <a:lnTo>
                  <a:pt x="1065633" y="11108"/>
                </a:lnTo>
                <a:lnTo>
                  <a:pt x="1069308" y="11611"/>
                </a:lnTo>
                <a:lnTo>
                  <a:pt x="1072983" y="12146"/>
                </a:lnTo>
                <a:lnTo>
                  <a:pt x="1076657" y="12717"/>
                </a:lnTo>
                <a:lnTo>
                  <a:pt x="1080332" y="13321"/>
                </a:lnTo>
                <a:lnTo>
                  <a:pt x="1084006" y="13954"/>
                </a:lnTo>
                <a:lnTo>
                  <a:pt x="1087681" y="14614"/>
                </a:lnTo>
                <a:lnTo>
                  <a:pt x="1091356" y="15298"/>
                </a:lnTo>
                <a:lnTo>
                  <a:pt x="1095030" y="16006"/>
                </a:lnTo>
                <a:lnTo>
                  <a:pt x="1098705" y="16737"/>
                </a:lnTo>
                <a:lnTo>
                  <a:pt x="1102379" y="17488"/>
                </a:lnTo>
                <a:lnTo>
                  <a:pt x="1106054" y="18254"/>
                </a:lnTo>
                <a:lnTo>
                  <a:pt x="1109729" y="19034"/>
                </a:lnTo>
                <a:lnTo>
                  <a:pt x="1113403" y="19823"/>
                </a:lnTo>
                <a:lnTo>
                  <a:pt x="1117078" y="20622"/>
                </a:lnTo>
                <a:lnTo>
                  <a:pt x="1120752" y="21427"/>
                </a:lnTo>
                <a:lnTo>
                  <a:pt x="1124427" y="22236"/>
                </a:lnTo>
                <a:lnTo>
                  <a:pt x="1128102" y="23048"/>
                </a:lnTo>
                <a:lnTo>
                  <a:pt x="1131776" y="23860"/>
                </a:lnTo>
                <a:lnTo>
                  <a:pt x="1135451" y="24672"/>
                </a:lnTo>
                <a:lnTo>
                  <a:pt x="1139125" y="25483"/>
                </a:lnTo>
                <a:lnTo>
                  <a:pt x="1142800" y="26292"/>
                </a:lnTo>
                <a:lnTo>
                  <a:pt x="1146475" y="27099"/>
                </a:lnTo>
                <a:lnTo>
                  <a:pt x="1150149" y="27904"/>
                </a:lnTo>
                <a:lnTo>
                  <a:pt x="1153824" y="28708"/>
                </a:lnTo>
                <a:lnTo>
                  <a:pt x="1157498" y="29513"/>
                </a:lnTo>
                <a:lnTo>
                  <a:pt x="1161173" y="30318"/>
                </a:lnTo>
                <a:lnTo>
                  <a:pt x="1164848" y="31125"/>
                </a:lnTo>
                <a:lnTo>
                  <a:pt x="1168522" y="31938"/>
                </a:lnTo>
                <a:lnTo>
                  <a:pt x="1172197" y="32757"/>
                </a:lnTo>
                <a:lnTo>
                  <a:pt x="1175871" y="33583"/>
                </a:lnTo>
                <a:lnTo>
                  <a:pt x="1179546" y="34419"/>
                </a:lnTo>
                <a:lnTo>
                  <a:pt x="1183221" y="35267"/>
                </a:lnTo>
                <a:lnTo>
                  <a:pt x="1186895" y="36126"/>
                </a:lnTo>
                <a:lnTo>
                  <a:pt x="1190570" y="37003"/>
                </a:lnTo>
                <a:lnTo>
                  <a:pt x="1194244" y="37897"/>
                </a:lnTo>
                <a:lnTo>
                  <a:pt x="1197919" y="38807"/>
                </a:lnTo>
                <a:lnTo>
                  <a:pt x="1201594" y="39734"/>
                </a:lnTo>
                <a:lnTo>
                  <a:pt x="1205268" y="40679"/>
                </a:lnTo>
                <a:lnTo>
                  <a:pt x="1208943" y="41642"/>
                </a:lnTo>
                <a:lnTo>
                  <a:pt x="1212617" y="42624"/>
                </a:lnTo>
                <a:lnTo>
                  <a:pt x="1216292" y="43624"/>
                </a:lnTo>
                <a:lnTo>
                  <a:pt x="1219967" y="44639"/>
                </a:lnTo>
                <a:lnTo>
                  <a:pt x="1223641" y="45669"/>
                </a:lnTo>
                <a:lnTo>
                  <a:pt x="1227316" y="46710"/>
                </a:lnTo>
                <a:lnTo>
                  <a:pt x="1230990" y="47763"/>
                </a:lnTo>
                <a:lnTo>
                  <a:pt x="1234665" y="48826"/>
                </a:lnTo>
                <a:lnTo>
                  <a:pt x="1238340" y="49896"/>
                </a:lnTo>
                <a:lnTo>
                  <a:pt x="1242014" y="50971"/>
                </a:lnTo>
                <a:lnTo>
                  <a:pt x="1245689" y="52048"/>
                </a:lnTo>
                <a:lnTo>
                  <a:pt x="1249363" y="53125"/>
                </a:lnTo>
                <a:lnTo>
                  <a:pt x="1253038" y="54201"/>
                </a:lnTo>
                <a:lnTo>
                  <a:pt x="1256713" y="55273"/>
                </a:lnTo>
                <a:lnTo>
                  <a:pt x="1260387" y="56339"/>
                </a:lnTo>
                <a:lnTo>
                  <a:pt x="1264062" y="57397"/>
                </a:lnTo>
                <a:lnTo>
                  <a:pt x="1267736" y="58446"/>
                </a:lnTo>
                <a:lnTo>
                  <a:pt x="1271411" y="59485"/>
                </a:lnTo>
                <a:lnTo>
                  <a:pt x="1275086" y="60512"/>
                </a:lnTo>
                <a:lnTo>
                  <a:pt x="1278760" y="61527"/>
                </a:lnTo>
                <a:lnTo>
                  <a:pt x="1282435" y="62526"/>
                </a:lnTo>
                <a:lnTo>
                  <a:pt x="1286109" y="63510"/>
                </a:lnTo>
                <a:lnTo>
                  <a:pt x="1289784" y="64480"/>
                </a:lnTo>
                <a:lnTo>
                  <a:pt x="1293459" y="65435"/>
                </a:lnTo>
                <a:lnTo>
                  <a:pt x="1297133" y="66375"/>
                </a:lnTo>
                <a:lnTo>
                  <a:pt x="1300808" y="67300"/>
                </a:lnTo>
                <a:lnTo>
                  <a:pt x="1304482" y="68206"/>
                </a:lnTo>
                <a:lnTo>
                  <a:pt x="1308157" y="69097"/>
                </a:lnTo>
                <a:lnTo>
                  <a:pt x="1311832" y="69974"/>
                </a:lnTo>
                <a:lnTo>
                  <a:pt x="1315506" y="70838"/>
                </a:lnTo>
                <a:lnTo>
                  <a:pt x="1319181" y="71689"/>
                </a:lnTo>
                <a:lnTo>
                  <a:pt x="1322855" y="72528"/>
                </a:lnTo>
                <a:lnTo>
                  <a:pt x="1326530" y="73355"/>
                </a:lnTo>
                <a:lnTo>
                  <a:pt x="1330205" y="74173"/>
                </a:lnTo>
                <a:lnTo>
                  <a:pt x="1333879" y="74984"/>
                </a:lnTo>
                <a:lnTo>
                  <a:pt x="1337554" y="75789"/>
                </a:lnTo>
                <a:lnTo>
                  <a:pt x="1341228" y="76592"/>
                </a:lnTo>
                <a:lnTo>
                  <a:pt x="1344903" y="77392"/>
                </a:lnTo>
                <a:lnTo>
                  <a:pt x="1348577" y="78192"/>
                </a:lnTo>
                <a:lnTo>
                  <a:pt x="1352252" y="78994"/>
                </a:lnTo>
                <a:lnTo>
                  <a:pt x="1355927" y="79801"/>
                </a:lnTo>
                <a:lnTo>
                  <a:pt x="1359601" y="80613"/>
                </a:lnTo>
                <a:lnTo>
                  <a:pt x="1363276" y="81432"/>
                </a:lnTo>
                <a:lnTo>
                  <a:pt x="1366950" y="82258"/>
                </a:lnTo>
                <a:lnTo>
                  <a:pt x="1370625" y="83095"/>
                </a:lnTo>
                <a:lnTo>
                  <a:pt x="1374300" y="83941"/>
                </a:lnTo>
                <a:lnTo>
                  <a:pt x="1377974" y="84797"/>
                </a:lnTo>
                <a:lnTo>
                  <a:pt x="1381649" y="85661"/>
                </a:lnTo>
                <a:lnTo>
                  <a:pt x="1385323" y="86534"/>
                </a:lnTo>
                <a:lnTo>
                  <a:pt x="1388998" y="87414"/>
                </a:lnTo>
                <a:lnTo>
                  <a:pt x="1392673" y="88302"/>
                </a:lnTo>
                <a:lnTo>
                  <a:pt x="1396347" y="89193"/>
                </a:lnTo>
                <a:lnTo>
                  <a:pt x="1400022" y="90087"/>
                </a:lnTo>
                <a:lnTo>
                  <a:pt x="1403696" y="90980"/>
                </a:lnTo>
                <a:lnTo>
                  <a:pt x="1407371" y="91871"/>
                </a:lnTo>
                <a:lnTo>
                  <a:pt x="1411046" y="92756"/>
                </a:lnTo>
                <a:lnTo>
                  <a:pt x="1414720" y="93634"/>
                </a:lnTo>
                <a:lnTo>
                  <a:pt x="1418395" y="94500"/>
                </a:lnTo>
                <a:lnTo>
                  <a:pt x="1422069" y="95352"/>
                </a:lnTo>
                <a:lnTo>
                  <a:pt x="1425744" y="96188"/>
                </a:lnTo>
                <a:lnTo>
                  <a:pt x="1429419" y="97007"/>
                </a:lnTo>
                <a:lnTo>
                  <a:pt x="1433093" y="97805"/>
                </a:lnTo>
                <a:lnTo>
                  <a:pt x="1436768" y="98582"/>
                </a:lnTo>
                <a:lnTo>
                  <a:pt x="1440442" y="99329"/>
                </a:lnTo>
                <a:lnTo>
                  <a:pt x="1444117" y="100051"/>
                </a:lnTo>
                <a:lnTo>
                  <a:pt x="1447792" y="100748"/>
                </a:lnTo>
                <a:lnTo>
                  <a:pt x="1451466" y="101417"/>
                </a:lnTo>
                <a:lnTo>
                  <a:pt x="1455141" y="102059"/>
                </a:lnTo>
                <a:lnTo>
                  <a:pt x="1458815" y="102674"/>
                </a:lnTo>
                <a:lnTo>
                  <a:pt x="1462490" y="103254"/>
                </a:lnTo>
                <a:lnTo>
                  <a:pt x="1466165" y="103808"/>
                </a:lnTo>
                <a:lnTo>
                  <a:pt x="1469839" y="104336"/>
                </a:lnTo>
                <a:lnTo>
                  <a:pt x="1473514" y="104838"/>
                </a:lnTo>
                <a:lnTo>
                  <a:pt x="1477188" y="105316"/>
                </a:lnTo>
                <a:lnTo>
                  <a:pt x="1480863" y="105771"/>
                </a:lnTo>
                <a:lnTo>
                  <a:pt x="1484538" y="106200"/>
                </a:lnTo>
                <a:lnTo>
                  <a:pt x="1488212" y="106609"/>
                </a:lnTo>
                <a:lnTo>
                  <a:pt x="1491887" y="107000"/>
                </a:lnTo>
                <a:lnTo>
                  <a:pt x="1495561" y="107376"/>
                </a:lnTo>
                <a:lnTo>
                  <a:pt x="1499236" y="107736"/>
                </a:lnTo>
                <a:lnTo>
                  <a:pt x="1502911" y="108084"/>
                </a:lnTo>
                <a:lnTo>
                  <a:pt x="1506585" y="108420"/>
                </a:lnTo>
                <a:lnTo>
                  <a:pt x="1510260" y="108746"/>
                </a:lnTo>
                <a:lnTo>
                  <a:pt x="1513934" y="109066"/>
                </a:lnTo>
                <a:lnTo>
                  <a:pt x="1517609" y="109380"/>
                </a:lnTo>
                <a:lnTo>
                  <a:pt x="1521284" y="109691"/>
                </a:lnTo>
                <a:lnTo>
                  <a:pt x="1524958" y="109999"/>
                </a:lnTo>
                <a:lnTo>
                  <a:pt x="1528633" y="110305"/>
                </a:lnTo>
                <a:lnTo>
                  <a:pt x="1532307" y="110611"/>
                </a:lnTo>
                <a:lnTo>
                  <a:pt x="1535982" y="110918"/>
                </a:lnTo>
                <a:lnTo>
                  <a:pt x="1539657" y="111226"/>
                </a:lnTo>
                <a:lnTo>
                  <a:pt x="1543331" y="111536"/>
                </a:lnTo>
                <a:lnTo>
                  <a:pt x="1547006" y="111847"/>
                </a:lnTo>
                <a:lnTo>
                  <a:pt x="1550680" y="112160"/>
                </a:lnTo>
                <a:lnTo>
                  <a:pt x="1554355" y="112475"/>
                </a:lnTo>
                <a:lnTo>
                  <a:pt x="1558030" y="112790"/>
                </a:lnTo>
                <a:lnTo>
                  <a:pt x="1561704" y="113107"/>
                </a:lnTo>
                <a:lnTo>
                  <a:pt x="1565379" y="113422"/>
                </a:lnTo>
                <a:lnTo>
                  <a:pt x="1569053" y="113737"/>
                </a:lnTo>
                <a:lnTo>
                  <a:pt x="1572728" y="114050"/>
                </a:lnTo>
                <a:lnTo>
                  <a:pt x="1576403" y="114359"/>
                </a:lnTo>
                <a:lnTo>
                  <a:pt x="1580077" y="114665"/>
                </a:lnTo>
                <a:lnTo>
                  <a:pt x="1583752" y="114965"/>
                </a:lnTo>
                <a:lnTo>
                  <a:pt x="1587426" y="115260"/>
                </a:lnTo>
                <a:lnTo>
                  <a:pt x="1591101" y="115548"/>
                </a:lnTo>
                <a:lnTo>
                  <a:pt x="1594776" y="115829"/>
                </a:lnTo>
                <a:lnTo>
                  <a:pt x="1598450" y="116101"/>
                </a:lnTo>
                <a:lnTo>
                  <a:pt x="1602125" y="116364"/>
                </a:lnTo>
                <a:lnTo>
                  <a:pt x="1605799" y="116619"/>
                </a:lnTo>
                <a:lnTo>
                  <a:pt x="1609474" y="116865"/>
                </a:lnTo>
                <a:lnTo>
                  <a:pt x="1613149" y="117103"/>
                </a:lnTo>
                <a:lnTo>
                  <a:pt x="1616823" y="117332"/>
                </a:lnTo>
                <a:lnTo>
                  <a:pt x="1620498" y="117551"/>
                </a:lnTo>
                <a:lnTo>
                  <a:pt x="1624172" y="117762"/>
                </a:lnTo>
                <a:lnTo>
                  <a:pt x="1627847" y="117965"/>
                </a:lnTo>
                <a:lnTo>
                  <a:pt x="1631522" y="118162"/>
                </a:lnTo>
                <a:lnTo>
                  <a:pt x="1635196" y="118353"/>
                </a:lnTo>
                <a:lnTo>
                  <a:pt x="1638871" y="118537"/>
                </a:lnTo>
                <a:lnTo>
                  <a:pt x="1642545" y="118715"/>
                </a:lnTo>
                <a:lnTo>
                  <a:pt x="1646220" y="118889"/>
                </a:lnTo>
                <a:lnTo>
                  <a:pt x="1649895" y="119058"/>
                </a:lnTo>
                <a:lnTo>
                  <a:pt x="1653569" y="119224"/>
                </a:lnTo>
                <a:lnTo>
                  <a:pt x="1657244" y="119387"/>
                </a:lnTo>
                <a:lnTo>
                  <a:pt x="1660918" y="119546"/>
                </a:lnTo>
                <a:lnTo>
                  <a:pt x="1664593" y="119702"/>
                </a:lnTo>
                <a:lnTo>
                  <a:pt x="1668268" y="119856"/>
                </a:lnTo>
                <a:lnTo>
                  <a:pt x="1671942" y="120006"/>
                </a:lnTo>
                <a:lnTo>
                  <a:pt x="1675617" y="120154"/>
                </a:lnTo>
                <a:lnTo>
                  <a:pt x="1679291" y="120300"/>
                </a:lnTo>
                <a:lnTo>
                  <a:pt x="1682966" y="120442"/>
                </a:lnTo>
                <a:lnTo>
                  <a:pt x="1686641" y="120581"/>
                </a:lnTo>
                <a:lnTo>
                  <a:pt x="1690315" y="120715"/>
                </a:lnTo>
                <a:lnTo>
                  <a:pt x="1693990" y="120846"/>
                </a:lnTo>
                <a:lnTo>
                  <a:pt x="1697664" y="120973"/>
                </a:lnTo>
                <a:lnTo>
                  <a:pt x="1701339" y="121095"/>
                </a:lnTo>
                <a:lnTo>
                  <a:pt x="1705014" y="121212"/>
                </a:lnTo>
                <a:lnTo>
                  <a:pt x="1708688" y="121324"/>
                </a:lnTo>
                <a:lnTo>
                  <a:pt x="1712363" y="121430"/>
                </a:lnTo>
                <a:lnTo>
                  <a:pt x="1716037" y="121530"/>
                </a:lnTo>
                <a:lnTo>
                  <a:pt x="1719712" y="121624"/>
                </a:lnTo>
                <a:lnTo>
                  <a:pt x="1723387" y="121713"/>
                </a:lnTo>
                <a:lnTo>
                  <a:pt x="1727061" y="121795"/>
                </a:lnTo>
                <a:lnTo>
                  <a:pt x="1730736" y="121872"/>
                </a:lnTo>
                <a:lnTo>
                  <a:pt x="1734410" y="121941"/>
                </a:lnTo>
                <a:lnTo>
                  <a:pt x="1738085" y="122005"/>
                </a:lnTo>
                <a:lnTo>
                  <a:pt x="1741760" y="122064"/>
                </a:lnTo>
                <a:lnTo>
                  <a:pt x="1745434" y="122118"/>
                </a:lnTo>
                <a:lnTo>
                  <a:pt x="1749109" y="122167"/>
                </a:lnTo>
                <a:lnTo>
                  <a:pt x="1752783" y="122213"/>
                </a:lnTo>
                <a:lnTo>
                  <a:pt x="1756458" y="122253"/>
                </a:lnTo>
                <a:lnTo>
                  <a:pt x="1760133" y="122291"/>
                </a:lnTo>
                <a:lnTo>
                  <a:pt x="1763807" y="122326"/>
                </a:lnTo>
                <a:lnTo>
                  <a:pt x="1767482" y="122359"/>
                </a:lnTo>
                <a:lnTo>
                  <a:pt x="1771156" y="122391"/>
                </a:lnTo>
                <a:lnTo>
                  <a:pt x="1774831" y="122423"/>
                </a:lnTo>
                <a:lnTo>
                  <a:pt x="1778506" y="122454"/>
                </a:lnTo>
                <a:lnTo>
                  <a:pt x="1782180" y="122486"/>
                </a:lnTo>
                <a:lnTo>
                  <a:pt x="1785855" y="122520"/>
                </a:lnTo>
                <a:lnTo>
                  <a:pt x="1789529" y="122554"/>
                </a:lnTo>
                <a:lnTo>
                  <a:pt x="1793204" y="122591"/>
                </a:lnTo>
                <a:lnTo>
                  <a:pt x="1796879" y="122630"/>
                </a:lnTo>
                <a:lnTo>
                  <a:pt x="1800553" y="122672"/>
                </a:lnTo>
                <a:lnTo>
                  <a:pt x="1804228" y="122717"/>
                </a:lnTo>
                <a:lnTo>
                  <a:pt x="1807902" y="122765"/>
                </a:lnTo>
                <a:lnTo>
                  <a:pt x="1811577" y="122815"/>
                </a:lnTo>
                <a:lnTo>
                  <a:pt x="1815252" y="122868"/>
                </a:lnTo>
                <a:lnTo>
                  <a:pt x="1818926" y="122924"/>
                </a:lnTo>
                <a:lnTo>
                  <a:pt x="1822601" y="122982"/>
                </a:lnTo>
                <a:lnTo>
                  <a:pt x="1826275" y="123042"/>
                </a:lnTo>
                <a:lnTo>
                  <a:pt x="1829950" y="123103"/>
                </a:lnTo>
                <a:lnTo>
                  <a:pt x="1833625" y="123165"/>
                </a:lnTo>
                <a:lnTo>
                  <a:pt x="1837299" y="123228"/>
                </a:lnTo>
                <a:lnTo>
                  <a:pt x="1840974" y="123291"/>
                </a:lnTo>
                <a:lnTo>
                  <a:pt x="1844648" y="123353"/>
                </a:lnTo>
                <a:lnTo>
                  <a:pt x="1848323" y="123414"/>
                </a:lnTo>
                <a:lnTo>
                  <a:pt x="1851998" y="123474"/>
                </a:lnTo>
                <a:lnTo>
                  <a:pt x="1855672" y="123532"/>
                </a:lnTo>
                <a:lnTo>
                  <a:pt x="1859347" y="123588"/>
                </a:lnTo>
                <a:lnTo>
                  <a:pt x="1863021" y="123642"/>
                </a:lnTo>
                <a:lnTo>
                  <a:pt x="1866696" y="123692"/>
                </a:lnTo>
                <a:lnTo>
                  <a:pt x="1870371" y="123739"/>
                </a:lnTo>
                <a:lnTo>
                  <a:pt x="1874045" y="123783"/>
                </a:lnTo>
                <a:lnTo>
                  <a:pt x="1877720" y="123824"/>
                </a:lnTo>
              </a:path>
            </a:pathLst>
          </a:custGeom>
          <a:ln w="27101" cap="flat">
            <a:solidFill>
              <a:srgbClr val="00BFC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2" name="pg132"/>
          <p:cNvSpPr/>
          <p:nvPr/>
        </p:nvSpPr>
        <p:spPr>
          <a:xfrm>
            <a:off x="6702581" y="3387450"/>
            <a:ext cx="1877720" cy="94804"/>
          </a:xfrm>
          <a:custGeom>
            <a:avLst/>
            <a:gdLst/>
            <a:ahLst/>
            <a:cxnLst/>
            <a:rect l="0" t="0" r="0" b="0"/>
            <a:pathLst>
              <a:path w="1877720" h="94804">
                <a:moveTo>
                  <a:pt x="0" y="91797"/>
                </a:moveTo>
                <a:lnTo>
                  <a:pt x="3674" y="91614"/>
                </a:lnTo>
                <a:lnTo>
                  <a:pt x="7349" y="91427"/>
                </a:lnTo>
                <a:lnTo>
                  <a:pt x="11023" y="91236"/>
                </a:lnTo>
                <a:lnTo>
                  <a:pt x="14698" y="91041"/>
                </a:lnTo>
                <a:lnTo>
                  <a:pt x="18372" y="90844"/>
                </a:lnTo>
                <a:lnTo>
                  <a:pt x="22047" y="90644"/>
                </a:lnTo>
                <a:lnTo>
                  <a:pt x="25722" y="90442"/>
                </a:lnTo>
                <a:lnTo>
                  <a:pt x="29396" y="90238"/>
                </a:lnTo>
                <a:lnTo>
                  <a:pt x="33071" y="90032"/>
                </a:lnTo>
                <a:lnTo>
                  <a:pt x="36745" y="89825"/>
                </a:lnTo>
                <a:lnTo>
                  <a:pt x="40420" y="89617"/>
                </a:lnTo>
                <a:lnTo>
                  <a:pt x="44095" y="89408"/>
                </a:lnTo>
                <a:lnTo>
                  <a:pt x="47769" y="89199"/>
                </a:lnTo>
                <a:lnTo>
                  <a:pt x="51444" y="88990"/>
                </a:lnTo>
                <a:lnTo>
                  <a:pt x="55118" y="88780"/>
                </a:lnTo>
                <a:lnTo>
                  <a:pt x="58793" y="88571"/>
                </a:lnTo>
                <a:lnTo>
                  <a:pt x="62468" y="88362"/>
                </a:lnTo>
                <a:lnTo>
                  <a:pt x="66142" y="88154"/>
                </a:lnTo>
                <a:lnTo>
                  <a:pt x="69817" y="87946"/>
                </a:lnTo>
                <a:lnTo>
                  <a:pt x="73491" y="87739"/>
                </a:lnTo>
                <a:lnTo>
                  <a:pt x="77166" y="87533"/>
                </a:lnTo>
                <a:lnTo>
                  <a:pt x="80841" y="87327"/>
                </a:lnTo>
                <a:lnTo>
                  <a:pt x="84515" y="87122"/>
                </a:lnTo>
                <a:lnTo>
                  <a:pt x="88190" y="86919"/>
                </a:lnTo>
                <a:lnTo>
                  <a:pt x="91864" y="86716"/>
                </a:lnTo>
                <a:lnTo>
                  <a:pt x="95539" y="86513"/>
                </a:lnTo>
                <a:lnTo>
                  <a:pt x="99214" y="86312"/>
                </a:lnTo>
                <a:lnTo>
                  <a:pt x="102888" y="86111"/>
                </a:lnTo>
                <a:lnTo>
                  <a:pt x="106563" y="85912"/>
                </a:lnTo>
                <a:lnTo>
                  <a:pt x="110237" y="85712"/>
                </a:lnTo>
                <a:lnTo>
                  <a:pt x="113912" y="85513"/>
                </a:lnTo>
                <a:lnTo>
                  <a:pt x="117587" y="85315"/>
                </a:lnTo>
                <a:lnTo>
                  <a:pt x="121261" y="85116"/>
                </a:lnTo>
                <a:lnTo>
                  <a:pt x="124936" y="84918"/>
                </a:lnTo>
                <a:lnTo>
                  <a:pt x="128610" y="84719"/>
                </a:lnTo>
                <a:lnTo>
                  <a:pt x="132285" y="84520"/>
                </a:lnTo>
                <a:lnTo>
                  <a:pt x="135960" y="84321"/>
                </a:lnTo>
                <a:lnTo>
                  <a:pt x="139634" y="84120"/>
                </a:lnTo>
                <a:lnTo>
                  <a:pt x="143309" y="83918"/>
                </a:lnTo>
                <a:lnTo>
                  <a:pt x="146983" y="83715"/>
                </a:lnTo>
                <a:lnTo>
                  <a:pt x="150658" y="83511"/>
                </a:lnTo>
                <a:lnTo>
                  <a:pt x="154333" y="83304"/>
                </a:lnTo>
                <a:lnTo>
                  <a:pt x="158007" y="83095"/>
                </a:lnTo>
                <a:lnTo>
                  <a:pt x="161682" y="82883"/>
                </a:lnTo>
                <a:lnTo>
                  <a:pt x="165356" y="82668"/>
                </a:lnTo>
                <a:lnTo>
                  <a:pt x="169031" y="82450"/>
                </a:lnTo>
                <a:lnTo>
                  <a:pt x="172706" y="82229"/>
                </a:lnTo>
                <a:lnTo>
                  <a:pt x="176380" y="82003"/>
                </a:lnTo>
                <a:lnTo>
                  <a:pt x="180055" y="81773"/>
                </a:lnTo>
                <a:lnTo>
                  <a:pt x="183729" y="81539"/>
                </a:lnTo>
                <a:lnTo>
                  <a:pt x="187404" y="81302"/>
                </a:lnTo>
                <a:lnTo>
                  <a:pt x="191079" y="81059"/>
                </a:lnTo>
                <a:lnTo>
                  <a:pt x="194753" y="80811"/>
                </a:lnTo>
                <a:lnTo>
                  <a:pt x="198428" y="80559"/>
                </a:lnTo>
                <a:lnTo>
                  <a:pt x="202102" y="80302"/>
                </a:lnTo>
                <a:lnTo>
                  <a:pt x="205777" y="80040"/>
                </a:lnTo>
                <a:lnTo>
                  <a:pt x="209452" y="79774"/>
                </a:lnTo>
                <a:lnTo>
                  <a:pt x="213126" y="79502"/>
                </a:lnTo>
                <a:lnTo>
                  <a:pt x="216801" y="79226"/>
                </a:lnTo>
                <a:lnTo>
                  <a:pt x="220475" y="78945"/>
                </a:lnTo>
                <a:lnTo>
                  <a:pt x="224150" y="78661"/>
                </a:lnTo>
                <a:lnTo>
                  <a:pt x="227825" y="78372"/>
                </a:lnTo>
                <a:lnTo>
                  <a:pt x="231499" y="78078"/>
                </a:lnTo>
                <a:lnTo>
                  <a:pt x="235174" y="77782"/>
                </a:lnTo>
                <a:lnTo>
                  <a:pt x="238848" y="77481"/>
                </a:lnTo>
                <a:lnTo>
                  <a:pt x="242523" y="77178"/>
                </a:lnTo>
                <a:lnTo>
                  <a:pt x="246198" y="76871"/>
                </a:lnTo>
                <a:lnTo>
                  <a:pt x="249872" y="76561"/>
                </a:lnTo>
                <a:lnTo>
                  <a:pt x="253547" y="76248"/>
                </a:lnTo>
                <a:lnTo>
                  <a:pt x="257221" y="75933"/>
                </a:lnTo>
                <a:lnTo>
                  <a:pt x="260896" y="75615"/>
                </a:lnTo>
                <a:lnTo>
                  <a:pt x="264571" y="75294"/>
                </a:lnTo>
                <a:lnTo>
                  <a:pt x="268245" y="74971"/>
                </a:lnTo>
                <a:lnTo>
                  <a:pt x="271920" y="74645"/>
                </a:lnTo>
                <a:lnTo>
                  <a:pt x="275594" y="74316"/>
                </a:lnTo>
                <a:lnTo>
                  <a:pt x="279269" y="73985"/>
                </a:lnTo>
                <a:lnTo>
                  <a:pt x="282944" y="73651"/>
                </a:lnTo>
                <a:lnTo>
                  <a:pt x="286618" y="73314"/>
                </a:lnTo>
                <a:lnTo>
                  <a:pt x="290293" y="72974"/>
                </a:lnTo>
                <a:lnTo>
                  <a:pt x="293967" y="72631"/>
                </a:lnTo>
                <a:lnTo>
                  <a:pt x="297642" y="72284"/>
                </a:lnTo>
                <a:lnTo>
                  <a:pt x="301317" y="71934"/>
                </a:lnTo>
                <a:lnTo>
                  <a:pt x="304991" y="71580"/>
                </a:lnTo>
                <a:lnTo>
                  <a:pt x="308666" y="71221"/>
                </a:lnTo>
                <a:lnTo>
                  <a:pt x="312340" y="70858"/>
                </a:lnTo>
                <a:lnTo>
                  <a:pt x="316015" y="70491"/>
                </a:lnTo>
                <a:lnTo>
                  <a:pt x="319690" y="70118"/>
                </a:lnTo>
                <a:lnTo>
                  <a:pt x="323364" y="69740"/>
                </a:lnTo>
                <a:lnTo>
                  <a:pt x="327039" y="69357"/>
                </a:lnTo>
                <a:lnTo>
                  <a:pt x="330713" y="68969"/>
                </a:lnTo>
                <a:lnTo>
                  <a:pt x="334388" y="68576"/>
                </a:lnTo>
                <a:lnTo>
                  <a:pt x="338063" y="68178"/>
                </a:lnTo>
                <a:lnTo>
                  <a:pt x="341737" y="67773"/>
                </a:lnTo>
                <a:lnTo>
                  <a:pt x="345412" y="67362"/>
                </a:lnTo>
                <a:lnTo>
                  <a:pt x="349086" y="66947"/>
                </a:lnTo>
                <a:lnTo>
                  <a:pt x="352761" y="66527"/>
                </a:lnTo>
                <a:lnTo>
                  <a:pt x="356436" y="66101"/>
                </a:lnTo>
                <a:lnTo>
                  <a:pt x="360110" y="65669"/>
                </a:lnTo>
                <a:lnTo>
                  <a:pt x="363785" y="65232"/>
                </a:lnTo>
                <a:lnTo>
                  <a:pt x="367459" y="64791"/>
                </a:lnTo>
                <a:lnTo>
                  <a:pt x="371134" y="64346"/>
                </a:lnTo>
                <a:lnTo>
                  <a:pt x="374809" y="63896"/>
                </a:lnTo>
                <a:lnTo>
                  <a:pt x="378483" y="63441"/>
                </a:lnTo>
                <a:lnTo>
                  <a:pt x="382158" y="62983"/>
                </a:lnTo>
                <a:lnTo>
                  <a:pt x="385832" y="62522"/>
                </a:lnTo>
                <a:lnTo>
                  <a:pt x="389507" y="62057"/>
                </a:lnTo>
                <a:lnTo>
                  <a:pt x="393182" y="61589"/>
                </a:lnTo>
                <a:lnTo>
                  <a:pt x="396856" y="61117"/>
                </a:lnTo>
                <a:lnTo>
                  <a:pt x="400531" y="60642"/>
                </a:lnTo>
                <a:lnTo>
                  <a:pt x="404205" y="60165"/>
                </a:lnTo>
                <a:lnTo>
                  <a:pt x="407880" y="59685"/>
                </a:lnTo>
                <a:lnTo>
                  <a:pt x="411555" y="59202"/>
                </a:lnTo>
                <a:lnTo>
                  <a:pt x="415229" y="58716"/>
                </a:lnTo>
                <a:lnTo>
                  <a:pt x="418904" y="58227"/>
                </a:lnTo>
                <a:lnTo>
                  <a:pt x="422578" y="57735"/>
                </a:lnTo>
                <a:lnTo>
                  <a:pt x="426253" y="57240"/>
                </a:lnTo>
                <a:lnTo>
                  <a:pt x="429928" y="56741"/>
                </a:lnTo>
                <a:lnTo>
                  <a:pt x="433602" y="56238"/>
                </a:lnTo>
                <a:lnTo>
                  <a:pt x="437277" y="55732"/>
                </a:lnTo>
                <a:lnTo>
                  <a:pt x="440951" y="55221"/>
                </a:lnTo>
                <a:lnTo>
                  <a:pt x="444626" y="54707"/>
                </a:lnTo>
                <a:lnTo>
                  <a:pt x="448301" y="54188"/>
                </a:lnTo>
                <a:lnTo>
                  <a:pt x="451975" y="53663"/>
                </a:lnTo>
                <a:lnTo>
                  <a:pt x="455650" y="53134"/>
                </a:lnTo>
                <a:lnTo>
                  <a:pt x="459324" y="52600"/>
                </a:lnTo>
                <a:lnTo>
                  <a:pt x="462999" y="52061"/>
                </a:lnTo>
                <a:lnTo>
                  <a:pt x="466674" y="51516"/>
                </a:lnTo>
                <a:lnTo>
                  <a:pt x="470348" y="50965"/>
                </a:lnTo>
                <a:lnTo>
                  <a:pt x="474023" y="50408"/>
                </a:lnTo>
                <a:lnTo>
                  <a:pt x="477697" y="49847"/>
                </a:lnTo>
                <a:lnTo>
                  <a:pt x="481372" y="49280"/>
                </a:lnTo>
                <a:lnTo>
                  <a:pt x="485047" y="48707"/>
                </a:lnTo>
                <a:lnTo>
                  <a:pt x="488721" y="48128"/>
                </a:lnTo>
                <a:lnTo>
                  <a:pt x="492396" y="47545"/>
                </a:lnTo>
                <a:lnTo>
                  <a:pt x="496070" y="46956"/>
                </a:lnTo>
                <a:lnTo>
                  <a:pt x="499745" y="46364"/>
                </a:lnTo>
                <a:lnTo>
                  <a:pt x="503420" y="45766"/>
                </a:lnTo>
                <a:lnTo>
                  <a:pt x="507094" y="45164"/>
                </a:lnTo>
                <a:lnTo>
                  <a:pt x="510769" y="44559"/>
                </a:lnTo>
                <a:lnTo>
                  <a:pt x="514443" y="43950"/>
                </a:lnTo>
                <a:lnTo>
                  <a:pt x="518118" y="43339"/>
                </a:lnTo>
                <a:lnTo>
                  <a:pt x="521793" y="42724"/>
                </a:lnTo>
                <a:lnTo>
                  <a:pt x="525467" y="42108"/>
                </a:lnTo>
                <a:lnTo>
                  <a:pt x="529142" y="41489"/>
                </a:lnTo>
                <a:lnTo>
                  <a:pt x="532816" y="40870"/>
                </a:lnTo>
                <a:lnTo>
                  <a:pt x="536491" y="40249"/>
                </a:lnTo>
                <a:lnTo>
                  <a:pt x="540166" y="39628"/>
                </a:lnTo>
                <a:lnTo>
                  <a:pt x="543840" y="39007"/>
                </a:lnTo>
                <a:lnTo>
                  <a:pt x="547515" y="38387"/>
                </a:lnTo>
                <a:lnTo>
                  <a:pt x="551189" y="37768"/>
                </a:lnTo>
                <a:lnTo>
                  <a:pt x="554864" y="37150"/>
                </a:lnTo>
                <a:lnTo>
                  <a:pt x="558539" y="36534"/>
                </a:lnTo>
                <a:lnTo>
                  <a:pt x="562213" y="35921"/>
                </a:lnTo>
                <a:lnTo>
                  <a:pt x="565888" y="35310"/>
                </a:lnTo>
                <a:lnTo>
                  <a:pt x="569562" y="34704"/>
                </a:lnTo>
                <a:lnTo>
                  <a:pt x="573237" y="34100"/>
                </a:lnTo>
                <a:lnTo>
                  <a:pt x="576912" y="33502"/>
                </a:lnTo>
                <a:lnTo>
                  <a:pt x="580586" y="32910"/>
                </a:lnTo>
                <a:lnTo>
                  <a:pt x="584261" y="32322"/>
                </a:lnTo>
                <a:lnTo>
                  <a:pt x="587935" y="31740"/>
                </a:lnTo>
                <a:lnTo>
                  <a:pt x="591610" y="31164"/>
                </a:lnTo>
                <a:lnTo>
                  <a:pt x="595285" y="30596"/>
                </a:lnTo>
                <a:lnTo>
                  <a:pt x="598959" y="30035"/>
                </a:lnTo>
                <a:lnTo>
                  <a:pt x="602634" y="29482"/>
                </a:lnTo>
                <a:lnTo>
                  <a:pt x="606308" y="28935"/>
                </a:lnTo>
                <a:lnTo>
                  <a:pt x="609983" y="28396"/>
                </a:lnTo>
                <a:lnTo>
                  <a:pt x="613658" y="27867"/>
                </a:lnTo>
                <a:lnTo>
                  <a:pt x="617332" y="27346"/>
                </a:lnTo>
                <a:lnTo>
                  <a:pt x="621007" y="26832"/>
                </a:lnTo>
                <a:lnTo>
                  <a:pt x="624681" y="26327"/>
                </a:lnTo>
                <a:lnTo>
                  <a:pt x="628356" y="25829"/>
                </a:lnTo>
                <a:lnTo>
                  <a:pt x="632031" y="25341"/>
                </a:lnTo>
                <a:lnTo>
                  <a:pt x="635705" y="24861"/>
                </a:lnTo>
                <a:lnTo>
                  <a:pt x="639380" y="24388"/>
                </a:lnTo>
                <a:lnTo>
                  <a:pt x="643054" y="23923"/>
                </a:lnTo>
                <a:lnTo>
                  <a:pt x="646729" y="23464"/>
                </a:lnTo>
                <a:lnTo>
                  <a:pt x="650404" y="23015"/>
                </a:lnTo>
                <a:lnTo>
                  <a:pt x="654078" y="22572"/>
                </a:lnTo>
                <a:lnTo>
                  <a:pt x="657753" y="22135"/>
                </a:lnTo>
                <a:lnTo>
                  <a:pt x="661427" y="21705"/>
                </a:lnTo>
                <a:lnTo>
                  <a:pt x="665102" y="21281"/>
                </a:lnTo>
                <a:lnTo>
                  <a:pt x="668777" y="20864"/>
                </a:lnTo>
                <a:lnTo>
                  <a:pt x="672451" y="20453"/>
                </a:lnTo>
                <a:lnTo>
                  <a:pt x="676126" y="20048"/>
                </a:lnTo>
                <a:lnTo>
                  <a:pt x="679800" y="19648"/>
                </a:lnTo>
                <a:lnTo>
                  <a:pt x="683475" y="19254"/>
                </a:lnTo>
                <a:lnTo>
                  <a:pt x="687150" y="18867"/>
                </a:lnTo>
                <a:lnTo>
                  <a:pt x="690824" y="18485"/>
                </a:lnTo>
                <a:lnTo>
                  <a:pt x="694499" y="18109"/>
                </a:lnTo>
                <a:lnTo>
                  <a:pt x="698173" y="17738"/>
                </a:lnTo>
                <a:lnTo>
                  <a:pt x="701848" y="17372"/>
                </a:lnTo>
                <a:lnTo>
                  <a:pt x="705523" y="17014"/>
                </a:lnTo>
                <a:lnTo>
                  <a:pt x="709197" y="16662"/>
                </a:lnTo>
                <a:lnTo>
                  <a:pt x="712872" y="16315"/>
                </a:lnTo>
                <a:lnTo>
                  <a:pt x="716546" y="15973"/>
                </a:lnTo>
                <a:lnTo>
                  <a:pt x="720221" y="15637"/>
                </a:lnTo>
                <a:lnTo>
                  <a:pt x="723896" y="15307"/>
                </a:lnTo>
                <a:lnTo>
                  <a:pt x="727570" y="14982"/>
                </a:lnTo>
                <a:lnTo>
                  <a:pt x="731245" y="14662"/>
                </a:lnTo>
                <a:lnTo>
                  <a:pt x="734919" y="14347"/>
                </a:lnTo>
                <a:lnTo>
                  <a:pt x="738594" y="14035"/>
                </a:lnTo>
                <a:lnTo>
                  <a:pt x="742269" y="13728"/>
                </a:lnTo>
                <a:lnTo>
                  <a:pt x="745943" y="13424"/>
                </a:lnTo>
                <a:lnTo>
                  <a:pt x="749618" y="13122"/>
                </a:lnTo>
                <a:lnTo>
                  <a:pt x="753292" y="12821"/>
                </a:lnTo>
                <a:lnTo>
                  <a:pt x="756967" y="12522"/>
                </a:lnTo>
                <a:lnTo>
                  <a:pt x="760642" y="12223"/>
                </a:lnTo>
                <a:lnTo>
                  <a:pt x="764316" y="11923"/>
                </a:lnTo>
                <a:lnTo>
                  <a:pt x="767991" y="11622"/>
                </a:lnTo>
                <a:lnTo>
                  <a:pt x="771665" y="11318"/>
                </a:lnTo>
                <a:lnTo>
                  <a:pt x="775340" y="11012"/>
                </a:lnTo>
                <a:lnTo>
                  <a:pt x="779015" y="10701"/>
                </a:lnTo>
                <a:lnTo>
                  <a:pt x="782689" y="10386"/>
                </a:lnTo>
                <a:lnTo>
                  <a:pt x="786364" y="10066"/>
                </a:lnTo>
                <a:lnTo>
                  <a:pt x="790038" y="9741"/>
                </a:lnTo>
                <a:lnTo>
                  <a:pt x="793713" y="9410"/>
                </a:lnTo>
                <a:lnTo>
                  <a:pt x="797388" y="9071"/>
                </a:lnTo>
                <a:lnTo>
                  <a:pt x="801062" y="8726"/>
                </a:lnTo>
                <a:lnTo>
                  <a:pt x="804737" y="8376"/>
                </a:lnTo>
                <a:lnTo>
                  <a:pt x="808411" y="8019"/>
                </a:lnTo>
                <a:lnTo>
                  <a:pt x="812086" y="7656"/>
                </a:lnTo>
                <a:lnTo>
                  <a:pt x="815761" y="7287"/>
                </a:lnTo>
                <a:lnTo>
                  <a:pt x="819435" y="6914"/>
                </a:lnTo>
                <a:lnTo>
                  <a:pt x="823110" y="6537"/>
                </a:lnTo>
                <a:lnTo>
                  <a:pt x="826784" y="6158"/>
                </a:lnTo>
                <a:lnTo>
                  <a:pt x="830459" y="5776"/>
                </a:lnTo>
                <a:lnTo>
                  <a:pt x="834134" y="5394"/>
                </a:lnTo>
                <a:lnTo>
                  <a:pt x="837808" y="5014"/>
                </a:lnTo>
                <a:lnTo>
                  <a:pt x="841483" y="4636"/>
                </a:lnTo>
                <a:lnTo>
                  <a:pt x="845157" y="4261"/>
                </a:lnTo>
                <a:lnTo>
                  <a:pt x="848832" y="3893"/>
                </a:lnTo>
                <a:lnTo>
                  <a:pt x="852507" y="3533"/>
                </a:lnTo>
                <a:lnTo>
                  <a:pt x="856181" y="3183"/>
                </a:lnTo>
                <a:lnTo>
                  <a:pt x="859856" y="2843"/>
                </a:lnTo>
                <a:lnTo>
                  <a:pt x="863530" y="2515"/>
                </a:lnTo>
                <a:lnTo>
                  <a:pt x="867205" y="2202"/>
                </a:lnTo>
                <a:lnTo>
                  <a:pt x="870880" y="1908"/>
                </a:lnTo>
                <a:lnTo>
                  <a:pt x="874554" y="1631"/>
                </a:lnTo>
                <a:lnTo>
                  <a:pt x="878229" y="1371"/>
                </a:lnTo>
                <a:lnTo>
                  <a:pt x="881903" y="1131"/>
                </a:lnTo>
                <a:lnTo>
                  <a:pt x="885578" y="913"/>
                </a:lnTo>
                <a:lnTo>
                  <a:pt x="889253" y="721"/>
                </a:lnTo>
                <a:lnTo>
                  <a:pt x="892927" y="550"/>
                </a:lnTo>
                <a:lnTo>
                  <a:pt x="896602" y="401"/>
                </a:lnTo>
                <a:lnTo>
                  <a:pt x="900276" y="274"/>
                </a:lnTo>
                <a:lnTo>
                  <a:pt x="903951" y="173"/>
                </a:lnTo>
                <a:lnTo>
                  <a:pt x="907626" y="98"/>
                </a:lnTo>
                <a:lnTo>
                  <a:pt x="911300" y="44"/>
                </a:lnTo>
                <a:lnTo>
                  <a:pt x="914975" y="12"/>
                </a:lnTo>
                <a:lnTo>
                  <a:pt x="918649" y="0"/>
                </a:lnTo>
                <a:lnTo>
                  <a:pt x="922324" y="10"/>
                </a:lnTo>
                <a:lnTo>
                  <a:pt x="925999" y="41"/>
                </a:lnTo>
                <a:lnTo>
                  <a:pt x="929673" y="89"/>
                </a:lnTo>
                <a:lnTo>
                  <a:pt x="933348" y="153"/>
                </a:lnTo>
                <a:lnTo>
                  <a:pt x="937022" y="230"/>
                </a:lnTo>
                <a:lnTo>
                  <a:pt x="940697" y="322"/>
                </a:lnTo>
                <a:lnTo>
                  <a:pt x="944372" y="426"/>
                </a:lnTo>
                <a:lnTo>
                  <a:pt x="948046" y="539"/>
                </a:lnTo>
                <a:lnTo>
                  <a:pt x="951721" y="659"/>
                </a:lnTo>
                <a:lnTo>
                  <a:pt x="955395" y="785"/>
                </a:lnTo>
                <a:lnTo>
                  <a:pt x="959070" y="916"/>
                </a:lnTo>
                <a:lnTo>
                  <a:pt x="962745" y="1049"/>
                </a:lnTo>
                <a:lnTo>
                  <a:pt x="966419" y="1184"/>
                </a:lnTo>
                <a:lnTo>
                  <a:pt x="970094" y="1319"/>
                </a:lnTo>
                <a:lnTo>
                  <a:pt x="973768" y="1453"/>
                </a:lnTo>
                <a:lnTo>
                  <a:pt x="977443" y="1585"/>
                </a:lnTo>
                <a:lnTo>
                  <a:pt x="981118" y="1715"/>
                </a:lnTo>
                <a:lnTo>
                  <a:pt x="984792" y="1842"/>
                </a:lnTo>
                <a:lnTo>
                  <a:pt x="988467" y="1966"/>
                </a:lnTo>
                <a:lnTo>
                  <a:pt x="992141" y="2087"/>
                </a:lnTo>
                <a:lnTo>
                  <a:pt x="995816" y="2205"/>
                </a:lnTo>
                <a:lnTo>
                  <a:pt x="999491" y="2321"/>
                </a:lnTo>
                <a:lnTo>
                  <a:pt x="1003165" y="2436"/>
                </a:lnTo>
                <a:lnTo>
                  <a:pt x="1006840" y="2550"/>
                </a:lnTo>
                <a:lnTo>
                  <a:pt x="1010514" y="2665"/>
                </a:lnTo>
                <a:lnTo>
                  <a:pt x="1014189" y="2781"/>
                </a:lnTo>
                <a:lnTo>
                  <a:pt x="1017864" y="2900"/>
                </a:lnTo>
                <a:lnTo>
                  <a:pt x="1021538" y="3024"/>
                </a:lnTo>
                <a:lnTo>
                  <a:pt x="1025213" y="3153"/>
                </a:lnTo>
                <a:lnTo>
                  <a:pt x="1028887" y="3289"/>
                </a:lnTo>
                <a:lnTo>
                  <a:pt x="1032562" y="3434"/>
                </a:lnTo>
                <a:lnTo>
                  <a:pt x="1036237" y="3590"/>
                </a:lnTo>
                <a:lnTo>
                  <a:pt x="1039911" y="3756"/>
                </a:lnTo>
                <a:lnTo>
                  <a:pt x="1043586" y="3934"/>
                </a:lnTo>
                <a:lnTo>
                  <a:pt x="1047260" y="4123"/>
                </a:lnTo>
                <a:lnTo>
                  <a:pt x="1050935" y="4329"/>
                </a:lnTo>
                <a:lnTo>
                  <a:pt x="1054610" y="4550"/>
                </a:lnTo>
                <a:lnTo>
                  <a:pt x="1058284" y="4785"/>
                </a:lnTo>
                <a:lnTo>
                  <a:pt x="1061959" y="5034"/>
                </a:lnTo>
                <a:lnTo>
                  <a:pt x="1065633" y="5297"/>
                </a:lnTo>
                <a:lnTo>
                  <a:pt x="1069308" y="5577"/>
                </a:lnTo>
                <a:lnTo>
                  <a:pt x="1072983" y="5872"/>
                </a:lnTo>
                <a:lnTo>
                  <a:pt x="1076657" y="6180"/>
                </a:lnTo>
                <a:lnTo>
                  <a:pt x="1080332" y="6500"/>
                </a:lnTo>
                <a:lnTo>
                  <a:pt x="1084006" y="6832"/>
                </a:lnTo>
                <a:lnTo>
                  <a:pt x="1087681" y="7177"/>
                </a:lnTo>
                <a:lnTo>
                  <a:pt x="1091356" y="7531"/>
                </a:lnTo>
                <a:lnTo>
                  <a:pt x="1095030" y="7894"/>
                </a:lnTo>
                <a:lnTo>
                  <a:pt x="1098705" y="8264"/>
                </a:lnTo>
                <a:lnTo>
                  <a:pt x="1102379" y="8639"/>
                </a:lnTo>
                <a:lnTo>
                  <a:pt x="1106054" y="9021"/>
                </a:lnTo>
                <a:lnTo>
                  <a:pt x="1109729" y="9405"/>
                </a:lnTo>
                <a:lnTo>
                  <a:pt x="1113403" y="9792"/>
                </a:lnTo>
                <a:lnTo>
                  <a:pt x="1117078" y="10180"/>
                </a:lnTo>
                <a:lnTo>
                  <a:pt x="1120752" y="10568"/>
                </a:lnTo>
                <a:lnTo>
                  <a:pt x="1124427" y="10955"/>
                </a:lnTo>
                <a:lnTo>
                  <a:pt x="1128102" y="11340"/>
                </a:lnTo>
                <a:lnTo>
                  <a:pt x="1131776" y="11722"/>
                </a:lnTo>
                <a:lnTo>
                  <a:pt x="1135451" y="12102"/>
                </a:lnTo>
                <a:lnTo>
                  <a:pt x="1139125" y="12478"/>
                </a:lnTo>
                <a:lnTo>
                  <a:pt x="1142800" y="12849"/>
                </a:lnTo>
                <a:lnTo>
                  <a:pt x="1146475" y="13216"/>
                </a:lnTo>
                <a:lnTo>
                  <a:pt x="1150149" y="13578"/>
                </a:lnTo>
                <a:lnTo>
                  <a:pt x="1153824" y="13936"/>
                </a:lnTo>
                <a:lnTo>
                  <a:pt x="1157498" y="14290"/>
                </a:lnTo>
                <a:lnTo>
                  <a:pt x="1161173" y="14639"/>
                </a:lnTo>
                <a:lnTo>
                  <a:pt x="1164848" y="14984"/>
                </a:lnTo>
                <a:lnTo>
                  <a:pt x="1168522" y="15325"/>
                </a:lnTo>
                <a:lnTo>
                  <a:pt x="1172197" y="15664"/>
                </a:lnTo>
                <a:lnTo>
                  <a:pt x="1175871" y="16000"/>
                </a:lnTo>
                <a:lnTo>
                  <a:pt x="1179546" y="16335"/>
                </a:lnTo>
                <a:lnTo>
                  <a:pt x="1183221" y="16668"/>
                </a:lnTo>
                <a:lnTo>
                  <a:pt x="1186895" y="17002"/>
                </a:lnTo>
                <a:lnTo>
                  <a:pt x="1190570" y="17336"/>
                </a:lnTo>
                <a:lnTo>
                  <a:pt x="1194244" y="17672"/>
                </a:lnTo>
                <a:lnTo>
                  <a:pt x="1197919" y="18012"/>
                </a:lnTo>
                <a:lnTo>
                  <a:pt x="1201594" y="18355"/>
                </a:lnTo>
                <a:lnTo>
                  <a:pt x="1205268" y="18704"/>
                </a:lnTo>
                <a:lnTo>
                  <a:pt x="1208943" y="19059"/>
                </a:lnTo>
                <a:lnTo>
                  <a:pt x="1212617" y="19422"/>
                </a:lnTo>
                <a:lnTo>
                  <a:pt x="1216292" y="19796"/>
                </a:lnTo>
                <a:lnTo>
                  <a:pt x="1219967" y="20180"/>
                </a:lnTo>
                <a:lnTo>
                  <a:pt x="1223641" y="20575"/>
                </a:lnTo>
                <a:lnTo>
                  <a:pt x="1227316" y="20983"/>
                </a:lnTo>
                <a:lnTo>
                  <a:pt x="1230990" y="21404"/>
                </a:lnTo>
                <a:lnTo>
                  <a:pt x="1234665" y="21845"/>
                </a:lnTo>
                <a:lnTo>
                  <a:pt x="1238340" y="22301"/>
                </a:lnTo>
                <a:lnTo>
                  <a:pt x="1242014" y="22774"/>
                </a:lnTo>
                <a:lnTo>
                  <a:pt x="1245689" y="23265"/>
                </a:lnTo>
                <a:lnTo>
                  <a:pt x="1249363" y="23774"/>
                </a:lnTo>
                <a:lnTo>
                  <a:pt x="1253038" y="24307"/>
                </a:lnTo>
                <a:lnTo>
                  <a:pt x="1256713" y="24859"/>
                </a:lnTo>
                <a:lnTo>
                  <a:pt x="1260387" y="25430"/>
                </a:lnTo>
                <a:lnTo>
                  <a:pt x="1264062" y="26019"/>
                </a:lnTo>
                <a:lnTo>
                  <a:pt x="1267736" y="26628"/>
                </a:lnTo>
                <a:lnTo>
                  <a:pt x="1271411" y="27259"/>
                </a:lnTo>
                <a:lnTo>
                  <a:pt x="1275086" y="27907"/>
                </a:lnTo>
                <a:lnTo>
                  <a:pt x="1278760" y="28571"/>
                </a:lnTo>
                <a:lnTo>
                  <a:pt x="1282435" y="29250"/>
                </a:lnTo>
                <a:lnTo>
                  <a:pt x="1286109" y="29943"/>
                </a:lnTo>
                <a:lnTo>
                  <a:pt x="1289784" y="30651"/>
                </a:lnTo>
                <a:lnTo>
                  <a:pt x="1293459" y="31369"/>
                </a:lnTo>
                <a:lnTo>
                  <a:pt x="1297133" y="32094"/>
                </a:lnTo>
                <a:lnTo>
                  <a:pt x="1300808" y="32826"/>
                </a:lnTo>
                <a:lnTo>
                  <a:pt x="1304482" y="33562"/>
                </a:lnTo>
                <a:lnTo>
                  <a:pt x="1308157" y="34301"/>
                </a:lnTo>
                <a:lnTo>
                  <a:pt x="1311832" y="35040"/>
                </a:lnTo>
                <a:lnTo>
                  <a:pt x="1315506" y="35776"/>
                </a:lnTo>
                <a:lnTo>
                  <a:pt x="1319181" y="36508"/>
                </a:lnTo>
                <a:lnTo>
                  <a:pt x="1322855" y="37235"/>
                </a:lnTo>
                <a:lnTo>
                  <a:pt x="1326530" y="37951"/>
                </a:lnTo>
                <a:lnTo>
                  <a:pt x="1330205" y="38659"/>
                </a:lnTo>
                <a:lnTo>
                  <a:pt x="1333879" y="39355"/>
                </a:lnTo>
                <a:lnTo>
                  <a:pt x="1337554" y="40039"/>
                </a:lnTo>
                <a:lnTo>
                  <a:pt x="1341228" y="40709"/>
                </a:lnTo>
                <a:lnTo>
                  <a:pt x="1344903" y="41362"/>
                </a:lnTo>
                <a:lnTo>
                  <a:pt x="1348577" y="42001"/>
                </a:lnTo>
                <a:lnTo>
                  <a:pt x="1352252" y="42624"/>
                </a:lnTo>
                <a:lnTo>
                  <a:pt x="1355927" y="43232"/>
                </a:lnTo>
                <a:lnTo>
                  <a:pt x="1359601" y="43822"/>
                </a:lnTo>
                <a:lnTo>
                  <a:pt x="1363276" y="44394"/>
                </a:lnTo>
                <a:lnTo>
                  <a:pt x="1366950" y="44952"/>
                </a:lnTo>
                <a:lnTo>
                  <a:pt x="1370625" y="45495"/>
                </a:lnTo>
                <a:lnTo>
                  <a:pt x="1374300" y="46024"/>
                </a:lnTo>
                <a:lnTo>
                  <a:pt x="1377974" y="46538"/>
                </a:lnTo>
                <a:lnTo>
                  <a:pt x="1381649" y="47037"/>
                </a:lnTo>
                <a:lnTo>
                  <a:pt x="1385323" y="47526"/>
                </a:lnTo>
                <a:lnTo>
                  <a:pt x="1388998" y="48004"/>
                </a:lnTo>
                <a:lnTo>
                  <a:pt x="1392673" y="48473"/>
                </a:lnTo>
                <a:lnTo>
                  <a:pt x="1396347" y="48932"/>
                </a:lnTo>
                <a:lnTo>
                  <a:pt x="1400022" y="49382"/>
                </a:lnTo>
                <a:lnTo>
                  <a:pt x="1403696" y="49827"/>
                </a:lnTo>
                <a:lnTo>
                  <a:pt x="1407371" y="50266"/>
                </a:lnTo>
                <a:lnTo>
                  <a:pt x="1411046" y="50701"/>
                </a:lnTo>
                <a:lnTo>
                  <a:pt x="1414720" y="51132"/>
                </a:lnTo>
                <a:lnTo>
                  <a:pt x="1418395" y="51560"/>
                </a:lnTo>
                <a:lnTo>
                  <a:pt x="1422069" y="51987"/>
                </a:lnTo>
                <a:lnTo>
                  <a:pt x="1425744" y="52412"/>
                </a:lnTo>
                <a:lnTo>
                  <a:pt x="1429419" y="52837"/>
                </a:lnTo>
                <a:lnTo>
                  <a:pt x="1433093" y="53261"/>
                </a:lnTo>
                <a:lnTo>
                  <a:pt x="1436768" y="53686"/>
                </a:lnTo>
                <a:lnTo>
                  <a:pt x="1440442" y="54113"/>
                </a:lnTo>
                <a:lnTo>
                  <a:pt x="1444117" y="54540"/>
                </a:lnTo>
                <a:lnTo>
                  <a:pt x="1447792" y="54968"/>
                </a:lnTo>
                <a:lnTo>
                  <a:pt x="1451466" y="55398"/>
                </a:lnTo>
                <a:lnTo>
                  <a:pt x="1455141" y="55830"/>
                </a:lnTo>
                <a:lnTo>
                  <a:pt x="1458815" y="56264"/>
                </a:lnTo>
                <a:lnTo>
                  <a:pt x="1462490" y="56699"/>
                </a:lnTo>
                <a:lnTo>
                  <a:pt x="1466165" y="57136"/>
                </a:lnTo>
                <a:lnTo>
                  <a:pt x="1469839" y="57575"/>
                </a:lnTo>
                <a:lnTo>
                  <a:pt x="1473514" y="58016"/>
                </a:lnTo>
                <a:lnTo>
                  <a:pt x="1477188" y="58458"/>
                </a:lnTo>
                <a:lnTo>
                  <a:pt x="1480863" y="58902"/>
                </a:lnTo>
                <a:lnTo>
                  <a:pt x="1484538" y="59346"/>
                </a:lnTo>
                <a:lnTo>
                  <a:pt x="1488212" y="59792"/>
                </a:lnTo>
                <a:lnTo>
                  <a:pt x="1491887" y="60240"/>
                </a:lnTo>
                <a:lnTo>
                  <a:pt x="1495561" y="60688"/>
                </a:lnTo>
                <a:lnTo>
                  <a:pt x="1499236" y="61137"/>
                </a:lnTo>
                <a:lnTo>
                  <a:pt x="1502911" y="61586"/>
                </a:lnTo>
                <a:lnTo>
                  <a:pt x="1506585" y="62037"/>
                </a:lnTo>
                <a:lnTo>
                  <a:pt x="1510260" y="62487"/>
                </a:lnTo>
                <a:lnTo>
                  <a:pt x="1513934" y="62939"/>
                </a:lnTo>
                <a:lnTo>
                  <a:pt x="1517609" y="63391"/>
                </a:lnTo>
                <a:lnTo>
                  <a:pt x="1521284" y="63843"/>
                </a:lnTo>
                <a:lnTo>
                  <a:pt x="1524958" y="64295"/>
                </a:lnTo>
                <a:lnTo>
                  <a:pt x="1528633" y="64747"/>
                </a:lnTo>
                <a:lnTo>
                  <a:pt x="1532307" y="65200"/>
                </a:lnTo>
                <a:lnTo>
                  <a:pt x="1535982" y="65653"/>
                </a:lnTo>
                <a:lnTo>
                  <a:pt x="1539657" y="66105"/>
                </a:lnTo>
                <a:lnTo>
                  <a:pt x="1543331" y="66558"/>
                </a:lnTo>
                <a:lnTo>
                  <a:pt x="1547006" y="67010"/>
                </a:lnTo>
                <a:lnTo>
                  <a:pt x="1550680" y="67462"/>
                </a:lnTo>
                <a:lnTo>
                  <a:pt x="1554355" y="67913"/>
                </a:lnTo>
                <a:lnTo>
                  <a:pt x="1558030" y="68364"/>
                </a:lnTo>
                <a:lnTo>
                  <a:pt x="1561704" y="68815"/>
                </a:lnTo>
                <a:lnTo>
                  <a:pt x="1565379" y="69264"/>
                </a:lnTo>
                <a:lnTo>
                  <a:pt x="1569053" y="69712"/>
                </a:lnTo>
                <a:lnTo>
                  <a:pt x="1572728" y="70159"/>
                </a:lnTo>
                <a:lnTo>
                  <a:pt x="1576403" y="70604"/>
                </a:lnTo>
                <a:lnTo>
                  <a:pt x="1580077" y="71048"/>
                </a:lnTo>
                <a:lnTo>
                  <a:pt x="1583752" y="71489"/>
                </a:lnTo>
                <a:lnTo>
                  <a:pt x="1587426" y="71928"/>
                </a:lnTo>
                <a:lnTo>
                  <a:pt x="1591101" y="72365"/>
                </a:lnTo>
                <a:lnTo>
                  <a:pt x="1594776" y="72799"/>
                </a:lnTo>
                <a:lnTo>
                  <a:pt x="1598450" y="73228"/>
                </a:lnTo>
                <a:lnTo>
                  <a:pt x="1602125" y="73654"/>
                </a:lnTo>
                <a:lnTo>
                  <a:pt x="1605799" y="74076"/>
                </a:lnTo>
                <a:lnTo>
                  <a:pt x="1609474" y="74494"/>
                </a:lnTo>
                <a:lnTo>
                  <a:pt x="1613149" y="74907"/>
                </a:lnTo>
                <a:lnTo>
                  <a:pt x="1616823" y="75314"/>
                </a:lnTo>
                <a:lnTo>
                  <a:pt x="1620498" y="75715"/>
                </a:lnTo>
                <a:lnTo>
                  <a:pt x="1624172" y="76110"/>
                </a:lnTo>
                <a:lnTo>
                  <a:pt x="1627847" y="76499"/>
                </a:lnTo>
                <a:lnTo>
                  <a:pt x="1631522" y="76882"/>
                </a:lnTo>
                <a:lnTo>
                  <a:pt x="1635196" y="77256"/>
                </a:lnTo>
                <a:lnTo>
                  <a:pt x="1638871" y="77622"/>
                </a:lnTo>
                <a:lnTo>
                  <a:pt x="1642545" y="77981"/>
                </a:lnTo>
                <a:lnTo>
                  <a:pt x="1646220" y="78333"/>
                </a:lnTo>
                <a:lnTo>
                  <a:pt x="1649895" y="78676"/>
                </a:lnTo>
                <a:lnTo>
                  <a:pt x="1653569" y="79009"/>
                </a:lnTo>
                <a:lnTo>
                  <a:pt x="1657244" y="79334"/>
                </a:lnTo>
                <a:lnTo>
                  <a:pt x="1660918" y="79650"/>
                </a:lnTo>
                <a:lnTo>
                  <a:pt x="1664593" y="79957"/>
                </a:lnTo>
                <a:lnTo>
                  <a:pt x="1668268" y="80256"/>
                </a:lnTo>
                <a:lnTo>
                  <a:pt x="1671942" y="80544"/>
                </a:lnTo>
                <a:lnTo>
                  <a:pt x="1675617" y="80824"/>
                </a:lnTo>
                <a:lnTo>
                  <a:pt x="1679291" y="81094"/>
                </a:lnTo>
                <a:lnTo>
                  <a:pt x="1682966" y="81357"/>
                </a:lnTo>
                <a:lnTo>
                  <a:pt x="1686641" y="81611"/>
                </a:lnTo>
                <a:lnTo>
                  <a:pt x="1690315" y="81854"/>
                </a:lnTo>
                <a:lnTo>
                  <a:pt x="1693990" y="82090"/>
                </a:lnTo>
                <a:lnTo>
                  <a:pt x="1697664" y="82318"/>
                </a:lnTo>
                <a:lnTo>
                  <a:pt x="1701339" y="82539"/>
                </a:lnTo>
                <a:lnTo>
                  <a:pt x="1705014" y="82752"/>
                </a:lnTo>
                <a:lnTo>
                  <a:pt x="1708688" y="82957"/>
                </a:lnTo>
                <a:lnTo>
                  <a:pt x="1712363" y="83156"/>
                </a:lnTo>
                <a:lnTo>
                  <a:pt x="1716037" y="83349"/>
                </a:lnTo>
                <a:lnTo>
                  <a:pt x="1719712" y="83536"/>
                </a:lnTo>
                <a:lnTo>
                  <a:pt x="1723387" y="83718"/>
                </a:lnTo>
                <a:lnTo>
                  <a:pt x="1727061" y="83894"/>
                </a:lnTo>
                <a:lnTo>
                  <a:pt x="1730736" y="84066"/>
                </a:lnTo>
                <a:lnTo>
                  <a:pt x="1734410" y="84235"/>
                </a:lnTo>
                <a:lnTo>
                  <a:pt x="1738085" y="84401"/>
                </a:lnTo>
                <a:lnTo>
                  <a:pt x="1741760" y="84564"/>
                </a:lnTo>
                <a:lnTo>
                  <a:pt x="1745434" y="84724"/>
                </a:lnTo>
                <a:lnTo>
                  <a:pt x="1749109" y="84883"/>
                </a:lnTo>
                <a:lnTo>
                  <a:pt x="1752783" y="85041"/>
                </a:lnTo>
                <a:lnTo>
                  <a:pt x="1756458" y="85199"/>
                </a:lnTo>
                <a:lnTo>
                  <a:pt x="1760133" y="85356"/>
                </a:lnTo>
                <a:lnTo>
                  <a:pt x="1763807" y="85515"/>
                </a:lnTo>
                <a:lnTo>
                  <a:pt x="1767482" y="85675"/>
                </a:lnTo>
                <a:lnTo>
                  <a:pt x="1771156" y="85836"/>
                </a:lnTo>
                <a:lnTo>
                  <a:pt x="1774831" y="85999"/>
                </a:lnTo>
                <a:lnTo>
                  <a:pt x="1778506" y="86165"/>
                </a:lnTo>
                <a:lnTo>
                  <a:pt x="1782180" y="86335"/>
                </a:lnTo>
                <a:lnTo>
                  <a:pt x="1785855" y="86507"/>
                </a:lnTo>
                <a:lnTo>
                  <a:pt x="1789529" y="86683"/>
                </a:lnTo>
                <a:lnTo>
                  <a:pt x="1793204" y="86862"/>
                </a:lnTo>
                <a:lnTo>
                  <a:pt x="1796879" y="87045"/>
                </a:lnTo>
                <a:lnTo>
                  <a:pt x="1800553" y="87233"/>
                </a:lnTo>
                <a:lnTo>
                  <a:pt x="1804228" y="87424"/>
                </a:lnTo>
                <a:lnTo>
                  <a:pt x="1807902" y="87620"/>
                </a:lnTo>
                <a:lnTo>
                  <a:pt x="1811577" y="87819"/>
                </a:lnTo>
                <a:lnTo>
                  <a:pt x="1815252" y="88022"/>
                </a:lnTo>
                <a:lnTo>
                  <a:pt x="1818926" y="88229"/>
                </a:lnTo>
                <a:lnTo>
                  <a:pt x="1822601" y="88439"/>
                </a:lnTo>
                <a:lnTo>
                  <a:pt x="1826275" y="88652"/>
                </a:lnTo>
                <a:lnTo>
                  <a:pt x="1829950" y="88867"/>
                </a:lnTo>
                <a:lnTo>
                  <a:pt x="1833625" y="89085"/>
                </a:lnTo>
                <a:lnTo>
                  <a:pt x="1837299" y="89304"/>
                </a:lnTo>
                <a:lnTo>
                  <a:pt x="1840974" y="89524"/>
                </a:lnTo>
                <a:lnTo>
                  <a:pt x="1844648" y="89745"/>
                </a:lnTo>
                <a:lnTo>
                  <a:pt x="1848323" y="89966"/>
                </a:lnTo>
                <a:lnTo>
                  <a:pt x="1851998" y="90187"/>
                </a:lnTo>
                <a:lnTo>
                  <a:pt x="1855672" y="90406"/>
                </a:lnTo>
                <a:lnTo>
                  <a:pt x="1859347" y="90623"/>
                </a:lnTo>
                <a:lnTo>
                  <a:pt x="1863021" y="90838"/>
                </a:lnTo>
                <a:lnTo>
                  <a:pt x="1866696" y="91051"/>
                </a:lnTo>
                <a:lnTo>
                  <a:pt x="1870371" y="91259"/>
                </a:lnTo>
                <a:lnTo>
                  <a:pt x="1874045" y="91463"/>
                </a:lnTo>
                <a:lnTo>
                  <a:pt x="1877720" y="91663"/>
                </a:lnTo>
                <a:lnTo>
                  <a:pt x="1877720" y="94804"/>
                </a:lnTo>
                <a:lnTo>
                  <a:pt x="1874045" y="94804"/>
                </a:lnTo>
                <a:lnTo>
                  <a:pt x="1870371" y="94804"/>
                </a:lnTo>
                <a:lnTo>
                  <a:pt x="1866696" y="94804"/>
                </a:lnTo>
                <a:lnTo>
                  <a:pt x="1863021" y="94804"/>
                </a:lnTo>
                <a:lnTo>
                  <a:pt x="1859347" y="94804"/>
                </a:lnTo>
                <a:lnTo>
                  <a:pt x="1855672" y="94804"/>
                </a:lnTo>
                <a:lnTo>
                  <a:pt x="1851998" y="94804"/>
                </a:lnTo>
                <a:lnTo>
                  <a:pt x="1848323" y="94804"/>
                </a:lnTo>
                <a:lnTo>
                  <a:pt x="1844648" y="94804"/>
                </a:lnTo>
                <a:lnTo>
                  <a:pt x="1840974" y="94804"/>
                </a:lnTo>
                <a:lnTo>
                  <a:pt x="1837299" y="94804"/>
                </a:lnTo>
                <a:lnTo>
                  <a:pt x="1833625" y="94804"/>
                </a:lnTo>
                <a:lnTo>
                  <a:pt x="1829950" y="94804"/>
                </a:lnTo>
                <a:lnTo>
                  <a:pt x="1826275" y="94804"/>
                </a:lnTo>
                <a:lnTo>
                  <a:pt x="1822601" y="94804"/>
                </a:lnTo>
                <a:lnTo>
                  <a:pt x="1818926" y="94804"/>
                </a:lnTo>
                <a:lnTo>
                  <a:pt x="1815252" y="94804"/>
                </a:lnTo>
                <a:lnTo>
                  <a:pt x="1811577" y="94804"/>
                </a:lnTo>
                <a:lnTo>
                  <a:pt x="1807902" y="94804"/>
                </a:lnTo>
                <a:lnTo>
                  <a:pt x="1804228" y="94804"/>
                </a:lnTo>
                <a:lnTo>
                  <a:pt x="1800553" y="94804"/>
                </a:lnTo>
                <a:lnTo>
                  <a:pt x="1796879" y="94804"/>
                </a:lnTo>
                <a:lnTo>
                  <a:pt x="1793204" y="94804"/>
                </a:lnTo>
                <a:lnTo>
                  <a:pt x="1789529" y="94804"/>
                </a:lnTo>
                <a:lnTo>
                  <a:pt x="1785855" y="94804"/>
                </a:lnTo>
                <a:lnTo>
                  <a:pt x="1782180" y="94804"/>
                </a:lnTo>
                <a:lnTo>
                  <a:pt x="1778506" y="94804"/>
                </a:lnTo>
                <a:lnTo>
                  <a:pt x="1774831" y="94804"/>
                </a:lnTo>
                <a:lnTo>
                  <a:pt x="1771156" y="94804"/>
                </a:lnTo>
                <a:lnTo>
                  <a:pt x="1767482" y="94804"/>
                </a:lnTo>
                <a:lnTo>
                  <a:pt x="1763807" y="94804"/>
                </a:lnTo>
                <a:lnTo>
                  <a:pt x="1760133" y="94804"/>
                </a:lnTo>
                <a:lnTo>
                  <a:pt x="1756458" y="94804"/>
                </a:lnTo>
                <a:lnTo>
                  <a:pt x="1752783" y="94804"/>
                </a:lnTo>
                <a:lnTo>
                  <a:pt x="1749109" y="94804"/>
                </a:lnTo>
                <a:lnTo>
                  <a:pt x="1745434" y="94804"/>
                </a:lnTo>
                <a:lnTo>
                  <a:pt x="1741760" y="94804"/>
                </a:lnTo>
                <a:lnTo>
                  <a:pt x="1738085" y="94804"/>
                </a:lnTo>
                <a:lnTo>
                  <a:pt x="1734410" y="94804"/>
                </a:lnTo>
                <a:lnTo>
                  <a:pt x="1730736" y="94804"/>
                </a:lnTo>
                <a:lnTo>
                  <a:pt x="1727061" y="94804"/>
                </a:lnTo>
                <a:lnTo>
                  <a:pt x="1723387" y="94804"/>
                </a:lnTo>
                <a:lnTo>
                  <a:pt x="1719712" y="94804"/>
                </a:lnTo>
                <a:lnTo>
                  <a:pt x="1716037" y="94804"/>
                </a:lnTo>
                <a:lnTo>
                  <a:pt x="1712363" y="94804"/>
                </a:lnTo>
                <a:lnTo>
                  <a:pt x="1708688" y="94804"/>
                </a:lnTo>
                <a:lnTo>
                  <a:pt x="1705014" y="94804"/>
                </a:lnTo>
                <a:lnTo>
                  <a:pt x="1701339" y="94804"/>
                </a:lnTo>
                <a:lnTo>
                  <a:pt x="1697664" y="94804"/>
                </a:lnTo>
                <a:lnTo>
                  <a:pt x="1693990" y="94804"/>
                </a:lnTo>
                <a:lnTo>
                  <a:pt x="1690315" y="94804"/>
                </a:lnTo>
                <a:lnTo>
                  <a:pt x="1686641" y="94804"/>
                </a:lnTo>
                <a:lnTo>
                  <a:pt x="1682966" y="94804"/>
                </a:lnTo>
                <a:lnTo>
                  <a:pt x="1679291" y="94804"/>
                </a:lnTo>
                <a:lnTo>
                  <a:pt x="1675617" y="94804"/>
                </a:lnTo>
                <a:lnTo>
                  <a:pt x="1671942" y="94804"/>
                </a:lnTo>
                <a:lnTo>
                  <a:pt x="1668268" y="94804"/>
                </a:lnTo>
                <a:lnTo>
                  <a:pt x="1664593" y="94804"/>
                </a:lnTo>
                <a:lnTo>
                  <a:pt x="1660918" y="94804"/>
                </a:lnTo>
                <a:lnTo>
                  <a:pt x="1657244" y="94804"/>
                </a:lnTo>
                <a:lnTo>
                  <a:pt x="1653569" y="94804"/>
                </a:lnTo>
                <a:lnTo>
                  <a:pt x="1649895" y="94804"/>
                </a:lnTo>
                <a:lnTo>
                  <a:pt x="1646220" y="94804"/>
                </a:lnTo>
                <a:lnTo>
                  <a:pt x="1642545" y="94804"/>
                </a:lnTo>
                <a:lnTo>
                  <a:pt x="1638871" y="94804"/>
                </a:lnTo>
                <a:lnTo>
                  <a:pt x="1635196" y="94804"/>
                </a:lnTo>
                <a:lnTo>
                  <a:pt x="1631522" y="94804"/>
                </a:lnTo>
                <a:lnTo>
                  <a:pt x="1627847" y="94804"/>
                </a:lnTo>
                <a:lnTo>
                  <a:pt x="1624172" y="94804"/>
                </a:lnTo>
                <a:lnTo>
                  <a:pt x="1620498" y="94804"/>
                </a:lnTo>
                <a:lnTo>
                  <a:pt x="1616823" y="94804"/>
                </a:lnTo>
                <a:lnTo>
                  <a:pt x="1613149" y="94804"/>
                </a:lnTo>
                <a:lnTo>
                  <a:pt x="1609474" y="94804"/>
                </a:lnTo>
                <a:lnTo>
                  <a:pt x="1605799" y="94804"/>
                </a:lnTo>
                <a:lnTo>
                  <a:pt x="1602125" y="94804"/>
                </a:lnTo>
                <a:lnTo>
                  <a:pt x="1598450" y="94804"/>
                </a:lnTo>
                <a:lnTo>
                  <a:pt x="1594776" y="94804"/>
                </a:lnTo>
                <a:lnTo>
                  <a:pt x="1591101" y="94804"/>
                </a:lnTo>
                <a:lnTo>
                  <a:pt x="1587426" y="94804"/>
                </a:lnTo>
                <a:lnTo>
                  <a:pt x="1583752" y="94804"/>
                </a:lnTo>
                <a:lnTo>
                  <a:pt x="1580077" y="94804"/>
                </a:lnTo>
                <a:lnTo>
                  <a:pt x="1576403" y="94804"/>
                </a:lnTo>
                <a:lnTo>
                  <a:pt x="1572728" y="94804"/>
                </a:lnTo>
                <a:lnTo>
                  <a:pt x="1569053" y="94804"/>
                </a:lnTo>
                <a:lnTo>
                  <a:pt x="1565379" y="94804"/>
                </a:lnTo>
                <a:lnTo>
                  <a:pt x="1561704" y="94804"/>
                </a:lnTo>
                <a:lnTo>
                  <a:pt x="1558030" y="94804"/>
                </a:lnTo>
                <a:lnTo>
                  <a:pt x="1554355" y="94804"/>
                </a:lnTo>
                <a:lnTo>
                  <a:pt x="1550680" y="94804"/>
                </a:lnTo>
                <a:lnTo>
                  <a:pt x="1547006" y="94804"/>
                </a:lnTo>
                <a:lnTo>
                  <a:pt x="1543331" y="94804"/>
                </a:lnTo>
                <a:lnTo>
                  <a:pt x="1539657" y="94804"/>
                </a:lnTo>
                <a:lnTo>
                  <a:pt x="1535982" y="94804"/>
                </a:lnTo>
                <a:lnTo>
                  <a:pt x="1532307" y="94804"/>
                </a:lnTo>
                <a:lnTo>
                  <a:pt x="1528633" y="94804"/>
                </a:lnTo>
                <a:lnTo>
                  <a:pt x="1524958" y="94804"/>
                </a:lnTo>
                <a:lnTo>
                  <a:pt x="1521284" y="94804"/>
                </a:lnTo>
                <a:lnTo>
                  <a:pt x="1517609" y="94804"/>
                </a:lnTo>
                <a:lnTo>
                  <a:pt x="1513934" y="94804"/>
                </a:lnTo>
                <a:lnTo>
                  <a:pt x="1510260" y="94804"/>
                </a:lnTo>
                <a:lnTo>
                  <a:pt x="1506585" y="94804"/>
                </a:lnTo>
                <a:lnTo>
                  <a:pt x="1502911" y="94804"/>
                </a:lnTo>
                <a:lnTo>
                  <a:pt x="1499236" y="94804"/>
                </a:lnTo>
                <a:lnTo>
                  <a:pt x="1495561" y="94804"/>
                </a:lnTo>
                <a:lnTo>
                  <a:pt x="1491887" y="94804"/>
                </a:lnTo>
                <a:lnTo>
                  <a:pt x="1488212" y="94804"/>
                </a:lnTo>
                <a:lnTo>
                  <a:pt x="1484538" y="94804"/>
                </a:lnTo>
                <a:lnTo>
                  <a:pt x="1480863" y="94804"/>
                </a:lnTo>
                <a:lnTo>
                  <a:pt x="1477188" y="94804"/>
                </a:lnTo>
                <a:lnTo>
                  <a:pt x="1473514" y="94804"/>
                </a:lnTo>
                <a:lnTo>
                  <a:pt x="1469839" y="94804"/>
                </a:lnTo>
                <a:lnTo>
                  <a:pt x="1466165" y="94804"/>
                </a:lnTo>
                <a:lnTo>
                  <a:pt x="1462490" y="94804"/>
                </a:lnTo>
                <a:lnTo>
                  <a:pt x="1458815" y="94804"/>
                </a:lnTo>
                <a:lnTo>
                  <a:pt x="1455141" y="94804"/>
                </a:lnTo>
                <a:lnTo>
                  <a:pt x="1451466" y="94804"/>
                </a:lnTo>
                <a:lnTo>
                  <a:pt x="1447792" y="94804"/>
                </a:lnTo>
                <a:lnTo>
                  <a:pt x="1444117" y="94804"/>
                </a:lnTo>
                <a:lnTo>
                  <a:pt x="1440442" y="94804"/>
                </a:lnTo>
                <a:lnTo>
                  <a:pt x="1436768" y="94804"/>
                </a:lnTo>
                <a:lnTo>
                  <a:pt x="1433093" y="94804"/>
                </a:lnTo>
                <a:lnTo>
                  <a:pt x="1429419" y="94804"/>
                </a:lnTo>
                <a:lnTo>
                  <a:pt x="1425744" y="94804"/>
                </a:lnTo>
                <a:lnTo>
                  <a:pt x="1422069" y="94804"/>
                </a:lnTo>
                <a:lnTo>
                  <a:pt x="1418395" y="94804"/>
                </a:lnTo>
                <a:lnTo>
                  <a:pt x="1414720" y="94804"/>
                </a:lnTo>
                <a:lnTo>
                  <a:pt x="1411046" y="94804"/>
                </a:lnTo>
                <a:lnTo>
                  <a:pt x="1407371" y="94804"/>
                </a:lnTo>
                <a:lnTo>
                  <a:pt x="1403696" y="94804"/>
                </a:lnTo>
                <a:lnTo>
                  <a:pt x="1400022" y="94804"/>
                </a:lnTo>
                <a:lnTo>
                  <a:pt x="1396347" y="94804"/>
                </a:lnTo>
                <a:lnTo>
                  <a:pt x="1392673" y="94804"/>
                </a:lnTo>
                <a:lnTo>
                  <a:pt x="1388998" y="94804"/>
                </a:lnTo>
                <a:lnTo>
                  <a:pt x="1385323" y="94804"/>
                </a:lnTo>
                <a:lnTo>
                  <a:pt x="1381649" y="94804"/>
                </a:lnTo>
                <a:lnTo>
                  <a:pt x="1377974" y="94804"/>
                </a:lnTo>
                <a:lnTo>
                  <a:pt x="1374300" y="94804"/>
                </a:lnTo>
                <a:lnTo>
                  <a:pt x="1370625" y="94804"/>
                </a:lnTo>
                <a:lnTo>
                  <a:pt x="1366950" y="94804"/>
                </a:lnTo>
                <a:lnTo>
                  <a:pt x="1363276" y="94804"/>
                </a:lnTo>
                <a:lnTo>
                  <a:pt x="1359601" y="94804"/>
                </a:lnTo>
                <a:lnTo>
                  <a:pt x="1355927" y="94804"/>
                </a:lnTo>
                <a:lnTo>
                  <a:pt x="1352252" y="94804"/>
                </a:lnTo>
                <a:lnTo>
                  <a:pt x="1348577" y="94804"/>
                </a:lnTo>
                <a:lnTo>
                  <a:pt x="1344903" y="94804"/>
                </a:lnTo>
                <a:lnTo>
                  <a:pt x="1341228" y="94804"/>
                </a:lnTo>
                <a:lnTo>
                  <a:pt x="1337554" y="94804"/>
                </a:lnTo>
                <a:lnTo>
                  <a:pt x="1333879" y="94804"/>
                </a:lnTo>
                <a:lnTo>
                  <a:pt x="1330205" y="94804"/>
                </a:lnTo>
                <a:lnTo>
                  <a:pt x="1326530" y="94804"/>
                </a:lnTo>
                <a:lnTo>
                  <a:pt x="1322855" y="94804"/>
                </a:lnTo>
                <a:lnTo>
                  <a:pt x="1319181" y="94804"/>
                </a:lnTo>
                <a:lnTo>
                  <a:pt x="1315506" y="94804"/>
                </a:lnTo>
                <a:lnTo>
                  <a:pt x="1311832" y="94804"/>
                </a:lnTo>
                <a:lnTo>
                  <a:pt x="1308157" y="94804"/>
                </a:lnTo>
                <a:lnTo>
                  <a:pt x="1304482" y="94804"/>
                </a:lnTo>
                <a:lnTo>
                  <a:pt x="1300808" y="94804"/>
                </a:lnTo>
                <a:lnTo>
                  <a:pt x="1297133" y="94804"/>
                </a:lnTo>
                <a:lnTo>
                  <a:pt x="1293459" y="94804"/>
                </a:lnTo>
                <a:lnTo>
                  <a:pt x="1289784" y="94804"/>
                </a:lnTo>
                <a:lnTo>
                  <a:pt x="1286109" y="94804"/>
                </a:lnTo>
                <a:lnTo>
                  <a:pt x="1282435" y="94804"/>
                </a:lnTo>
                <a:lnTo>
                  <a:pt x="1278760" y="94804"/>
                </a:lnTo>
                <a:lnTo>
                  <a:pt x="1275086" y="94804"/>
                </a:lnTo>
                <a:lnTo>
                  <a:pt x="1271411" y="94804"/>
                </a:lnTo>
                <a:lnTo>
                  <a:pt x="1267736" y="94804"/>
                </a:lnTo>
                <a:lnTo>
                  <a:pt x="1264062" y="94804"/>
                </a:lnTo>
                <a:lnTo>
                  <a:pt x="1260387" y="94804"/>
                </a:lnTo>
                <a:lnTo>
                  <a:pt x="1256713" y="94804"/>
                </a:lnTo>
                <a:lnTo>
                  <a:pt x="1253038" y="94804"/>
                </a:lnTo>
                <a:lnTo>
                  <a:pt x="1249363" y="94804"/>
                </a:lnTo>
                <a:lnTo>
                  <a:pt x="1245689" y="94804"/>
                </a:lnTo>
                <a:lnTo>
                  <a:pt x="1242014" y="94804"/>
                </a:lnTo>
                <a:lnTo>
                  <a:pt x="1238340" y="94804"/>
                </a:lnTo>
                <a:lnTo>
                  <a:pt x="1234665" y="94804"/>
                </a:lnTo>
                <a:lnTo>
                  <a:pt x="1230990" y="94804"/>
                </a:lnTo>
                <a:lnTo>
                  <a:pt x="1227316" y="94804"/>
                </a:lnTo>
                <a:lnTo>
                  <a:pt x="1223641" y="94804"/>
                </a:lnTo>
                <a:lnTo>
                  <a:pt x="1219967" y="94804"/>
                </a:lnTo>
                <a:lnTo>
                  <a:pt x="1216292" y="94804"/>
                </a:lnTo>
                <a:lnTo>
                  <a:pt x="1212617" y="94804"/>
                </a:lnTo>
                <a:lnTo>
                  <a:pt x="1208943" y="94804"/>
                </a:lnTo>
                <a:lnTo>
                  <a:pt x="1205268" y="94804"/>
                </a:lnTo>
                <a:lnTo>
                  <a:pt x="1201594" y="94804"/>
                </a:lnTo>
                <a:lnTo>
                  <a:pt x="1197919" y="94804"/>
                </a:lnTo>
                <a:lnTo>
                  <a:pt x="1194244" y="94804"/>
                </a:lnTo>
                <a:lnTo>
                  <a:pt x="1190570" y="94804"/>
                </a:lnTo>
                <a:lnTo>
                  <a:pt x="1186895" y="94804"/>
                </a:lnTo>
                <a:lnTo>
                  <a:pt x="1183221" y="94804"/>
                </a:lnTo>
                <a:lnTo>
                  <a:pt x="1179546" y="94804"/>
                </a:lnTo>
                <a:lnTo>
                  <a:pt x="1175871" y="94804"/>
                </a:lnTo>
                <a:lnTo>
                  <a:pt x="1172197" y="94804"/>
                </a:lnTo>
                <a:lnTo>
                  <a:pt x="1168522" y="94804"/>
                </a:lnTo>
                <a:lnTo>
                  <a:pt x="1164848" y="94804"/>
                </a:lnTo>
                <a:lnTo>
                  <a:pt x="1161173" y="94804"/>
                </a:lnTo>
                <a:lnTo>
                  <a:pt x="1157498" y="94804"/>
                </a:lnTo>
                <a:lnTo>
                  <a:pt x="1153824" y="94804"/>
                </a:lnTo>
                <a:lnTo>
                  <a:pt x="1150149" y="94804"/>
                </a:lnTo>
                <a:lnTo>
                  <a:pt x="1146475" y="94804"/>
                </a:lnTo>
                <a:lnTo>
                  <a:pt x="1142800" y="94804"/>
                </a:lnTo>
                <a:lnTo>
                  <a:pt x="1139125" y="94804"/>
                </a:lnTo>
                <a:lnTo>
                  <a:pt x="1135451" y="94804"/>
                </a:lnTo>
                <a:lnTo>
                  <a:pt x="1131776" y="94804"/>
                </a:lnTo>
                <a:lnTo>
                  <a:pt x="1128102" y="94804"/>
                </a:lnTo>
                <a:lnTo>
                  <a:pt x="1124427" y="94804"/>
                </a:lnTo>
                <a:lnTo>
                  <a:pt x="1120752" y="94804"/>
                </a:lnTo>
                <a:lnTo>
                  <a:pt x="1117078" y="94804"/>
                </a:lnTo>
                <a:lnTo>
                  <a:pt x="1113403" y="94804"/>
                </a:lnTo>
                <a:lnTo>
                  <a:pt x="1109729" y="94804"/>
                </a:lnTo>
                <a:lnTo>
                  <a:pt x="1106054" y="94804"/>
                </a:lnTo>
                <a:lnTo>
                  <a:pt x="1102379" y="94804"/>
                </a:lnTo>
                <a:lnTo>
                  <a:pt x="1098705" y="94804"/>
                </a:lnTo>
                <a:lnTo>
                  <a:pt x="1095030" y="94804"/>
                </a:lnTo>
                <a:lnTo>
                  <a:pt x="1091356" y="94804"/>
                </a:lnTo>
                <a:lnTo>
                  <a:pt x="1087681" y="94804"/>
                </a:lnTo>
                <a:lnTo>
                  <a:pt x="1084006" y="94804"/>
                </a:lnTo>
                <a:lnTo>
                  <a:pt x="1080332" y="94804"/>
                </a:lnTo>
                <a:lnTo>
                  <a:pt x="1076657" y="94804"/>
                </a:lnTo>
                <a:lnTo>
                  <a:pt x="1072983" y="94804"/>
                </a:lnTo>
                <a:lnTo>
                  <a:pt x="1069308" y="94804"/>
                </a:lnTo>
                <a:lnTo>
                  <a:pt x="1065633" y="94804"/>
                </a:lnTo>
                <a:lnTo>
                  <a:pt x="1061959" y="94804"/>
                </a:lnTo>
                <a:lnTo>
                  <a:pt x="1058284" y="94804"/>
                </a:lnTo>
                <a:lnTo>
                  <a:pt x="1054610" y="94804"/>
                </a:lnTo>
                <a:lnTo>
                  <a:pt x="1050935" y="94804"/>
                </a:lnTo>
                <a:lnTo>
                  <a:pt x="1047260" y="94804"/>
                </a:lnTo>
                <a:lnTo>
                  <a:pt x="1043586" y="94804"/>
                </a:lnTo>
                <a:lnTo>
                  <a:pt x="1039911" y="94804"/>
                </a:lnTo>
                <a:lnTo>
                  <a:pt x="1036237" y="94804"/>
                </a:lnTo>
                <a:lnTo>
                  <a:pt x="1032562" y="94804"/>
                </a:lnTo>
                <a:lnTo>
                  <a:pt x="1028887" y="94804"/>
                </a:lnTo>
                <a:lnTo>
                  <a:pt x="1025213" y="94804"/>
                </a:lnTo>
                <a:lnTo>
                  <a:pt x="1021538" y="94804"/>
                </a:lnTo>
                <a:lnTo>
                  <a:pt x="1017864" y="94804"/>
                </a:lnTo>
                <a:lnTo>
                  <a:pt x="1014189" y="94804"/>
                </a:lnTo>
                <a:lnTo>
                  <a:pt x="1010514" y="94804"/>
                </a:lnTo>
                <a:lnTo>
                  <a:pt x="1006840" y="94804"/>
                </a:lnTo>
                <a:lnTo>
                  <a:pt x="1003165" y="94804"/>
                </a:lnTo>
                <a:lnTo>
                  <a:pt x="999491" y="94804"/>
                </a:lnTo>
                <a:lnTo>
                  <a:pt x="995816" y="94804"/>
                </a:lnTo>
                <a:lnTo>
                  <a:pt x="992141" y="94804"/>
                </a:lnTo>
                <a:lnTo>
                  <a:pt x="988467" y="94804"/>
                </a:lnTo>
                <a:lnTo>
                  <a:pt x="984792" y="94804"/>
                </a:lnTo>
                <a:lnTo>
                  <a:pt x="981118" y="94804"/>
                </a:lnTo>
                <a:lnTo>
                  <a:pt x="977443" y="94804"/>
                </a:lnTo>
                <a:lnTo>
                  <a:pt x="973768" y="94804"/>
                </a:lnTo>
                <a:lnTo>
                  <a:pt x="970094" y="94804"/>
                </a:lnTo>
                <a:lnTo>
                  <a:pt x="966419" y="94804"/>
                </a:lnTo>
                <a:lnTo>
                  <a:pt x="962745" y="94804"/>
                </a:lnTo>
                <a:lnTo>
                  <a:pt x="959070" y="94804"/>
                </a:lnTo>
                <a:lnTo>
                  <a:pt x="955395" y="94804"/>
                </a:lnTo>
                <a:lnTo>
                  <a:pt x="951721" y="94804"/>
                </a:lnTo>
                <a:lnTo>
                  <a:pt x="948046" y="94804"/>
                </a:lnTo>
                <a:lnTo>
                  <a:pt x="944372" y="94804"/>
                </a:lnTo>
                <a:lnTo>
                  <a:pt x="940697" y="94804"/>
                </a:lnTo>
                <a:lnTo>
                  <a:pt x="937022" y="94804"/>
                </a:lnTo>
                <a:lnTo>
                  <a:pt x="933348" y="94804"/>
                </a:lnTo>
                <a:lnTo>
                  <a:pt x="929673" y="94804"/>
                </a:lnTo>
                <a:lnTo>
                  <a:pt x="925999" y="94804"/>
                </a:lnTo>
                <a:lnTo>
                  <a:pt x="922324" y="94804"/>
                </a:lnTo>
                <a:lnTo>
                  <a:pt x="918649" y="94804"/>
                </a:lnTo>
                <a:lnTo>
                  <a:pt x="914975" y="94804"/>
                </a:lnTo>
                <a:lnTo>
                  <a:pt x="911300" y="94804"/>
                </a:lnTo>
                <a:lnTo>
                  <a:pt x="907626" y="94804"/>
                </a:lnTo>
                <a:lnTo>
                  <a:pt x="903951" y="94804"/>
                </a:lnTo>
                <a:lnTo>
                  <a:pt x="900276" y="94804"/>
                </a:lnTo>
                <a:lnTo>
                  <a:pt x="896602" y="94804"/>
                </a:lnTo>
                <a:lnTo>
                  <a:pt x="892927" y="94804"/>
                </a:lnTo>
                <a:lnTo>
                  <a:pt x="889253" y="94804"/>
                </a:lnTo>
                <a:lnTo>
                  <a:pt x="885578" y="94804"/>
                </a:lnTo>
                <a:lnTo>
                  <a:pt x="881903" y="94804"/>
                </a:lnTo>
                <a:lnTo>
                  <a:pt x="878229" y="94804"/>
                </a:lnTo>
                <a:lnTo>
                  <a:pt x="874554" y="94804"/>
                </a:lnTo>
                <a:lnTo>
                  <a:pt x="870880" y="94804"/>
                </a:lnTo>
                <a:lnTo>
                  <a:pt x="867205" y="94804"/>
                </a:lnTo>
                <a:lnTo>
                  <a:pt x="863530" y="94804"/>
                </a:lnTo>
                <a:lnTo>
                  <a:pt x="859856" y="94804"/>
                </a:lnTo>
                <a:lnTo>
                  <a:pt x="856181" y="94804"/>
                </a:lnTo>
                <a:lnTo>
                  <a:pt x="852507" y="94804"/>
                </a:lnTo>
                <a:lnTo>
                  <a:pt x="848832" y="94804"/>
                </a:lnTo>
                <a:lnTo>
                  <a:pt x="845157" y="94804"/>
                </a:lnTo>
                <a:lnTo>
                  <a:pt x="841483" y="94804"/>
                </a:lnTo>
                <a:lnTo>
                  <a:pt x="837808" y="94804"/>
                </a:lnTo>
                <a:lnTo>
                  <a:pt x="834134" y="94804"/>
                </a:lnTo>
                <a:lnTo>
                  <a:pt x="830459" y="94804"/>
                </a:lnTo>
                <a:lnTo>
                  <a:pt x="826784" y="94804"/>
                </a:lnTo>
                <a:lnTo>
                  <a:pt x="823110" y="94804"/>
                </a:lnTo>
                <a:lnTo>
                  <a:pt x="819435" y="94804"/>
                </a:lnTo>
                <a:lnTo>
                  <a:pt x="815761" y="94804"/>
                </a:lnTo>
                <a:lnTo>
                  <a:pt x="812086" y="94804"/>
                </a:lnTo>
                <a:lnTo>
                  <a:pt x="808411" y="94804"/>
                </a:lnTo>
                <a:lnTo>
                  <a:pt x="804737" y="94804"/>
                </a:lnTo>
                <a:lnTo>
                  <a:pt x="801062" y="94804"/>
                </a:lnTo>
                <a:lnTo>
                  <a:pt x="797388" y="94804"/>
                </a:lnTo>
                <a:lnTo>
                  <a:pt x="793713" y="94804"/>
                </a:lnTo>
                <a:lnTo>
                  <a:pt x="790038" y="94804"/>
                </a:lnTo>
                <a:lnTo>
                  <a:pt x="786364" y="94804"/>
                </a:lnTo>
                <a:lnTo>
                  <a:pt x="782689" y="94804"/>
                </a:lnTo>
                <a:lnTo>
                  <a:pt x="779015" y="94804"/>
                </a:lnTo>
                <a:lnTo>
                  <a:pt x="775340" y="94804"/>
                </a:lnTo>
                <a:lnTo>
                  <a:pt x="771665" y="94804"/>
                </a:lnTo>
                <a:lnTo>
                  <a:pt x="767991" y="94804"/>
                </a:lnTo>
                <a:lnTo>
                  <a:pt x="764316" y="94804"/>
                </a:lnTo>
                <a:lnTo>
                  <a:pt x="760642" y="94804"/>
                </a:lnTo>
                <a:lnTo>
                  <a:pt x="756967" y="94804"/>
                </a:lnTo>
                <a:lnTo>
                  <a:pt x="753292" y="94804"/>
                </a:lnTo>
                <a:lnTo>
                  <a:pt x="749618" y="94804"/>
                </a:lnTo>
                <a:lnTo>
                  <a:pt x="745943" y="94804"/>
                </a:lnTo>
                <a:lnTo>
                  <a:pt x="742269" y="94804"/>
                </a:lnTo>
                <a:lnTo>
                  <a:pt x="738594" y="94804"/>
                </a:lnTo>
                <a:lnTo>
                  <a:pt x="734919" y="94804"/>
                </a:lnTo>
                <a:lnTo>
                  <a:pt x="731245" y="94804"/>
                </a:lnTo>
                <a:lnTo>
                  <a:pt x="727570" y="94804"/>
                </a:lnTo>
                <a:lnTo>
                  <a:pt x="723896" y="94804"/>
                </a:lnTo>
                <a:lnTo>
                  <a:pt x="720221" y="94804"/>
                </a:lnTo>
                <a:lnTo>
                  <a:pt x="716546" y="94804"/>
                </a:lnTo>
                <a:lnTo>
                  <a:pt x="712872" y="94804"/>
                </a:lnTo>
                <a:lnTo>
                  <a:pt x="709197" y="94804"/>
                </a:lnTo>
                <a:lnTo>
                  <a:pt x="705523" y="94804"/>
                </a:lnTo>
                <a:lnTo>
                  <a:pt x="701848" y="94804"/>
                </a:lnTo>
                <a:lnTo>
                  <a:pt x="698173" y="94804"/>
                </a:lnTo>
                <a:lnTo>
                  <a:pt x="694499" y="94804"/>
                </a:lnTo>
                <a:lnTo>
                  <a:pt x="690824" y="94804"/>
                </a:lnTo>
                <a:lnTo>
                  <a:pt x="687150" y="94804"/>
                </a:lnTo>
                <a:lnTo>
                  <a:pt x="683475" y="94804"/>
                </a:lnTo>
                <a:lnTo>
                  <a:pt x="679800" y="94804"/>
                </a:lnTo>
                <a:lnTo>
                  <a:pt x="676126" y="94804"/>
                </a:lnTo>
                <a:lnTo>
                  <a:pt x="672451" y="94804"/>
                </a:lnTo>
                <a:lnTo>
                  <a:pt x="668777" y="94804"/>
                </a:lnTo>
                <a:lnTo>
                  <a:pt x="665102" y="94804"/>
                </a:lnTo>
                <a:lnTo>
                  <a:pt x="661427" y="94804"/>
                </a:lnTo>
                <a:lnTo>
                  <a:pt x="657753" y="94804"/>
                </a:lnTo>
                <a:lnTo>
                  <a:pt x="654078" y="94804"/>
                </a:lnTo>
                <a:lnTo>
                  <a:pt x="650404" y="94804"/>
                </a:lnTo>
                <a:lnTo>
                  <a:pt x="646729" y="94804"/>
                </a:lnTo>
                <a:lnTo>
                  <a:pt x="643054" y="94804"/>
                </a:lnTo>
                <a:lnTo>
                  <a:pt x="639380" y="94804"/>
                </a:lnTo>
                <a:lnTo>
                  <a:pt x="635705" y="94804"/>
                </a:lnTo>
                <a:lnTo>
                  <a:pt x="632031" y="94804"/>
                </a:lnTo>
                <a:lnTo>
                  <a:pt x="628356" y="94804"/>
                </a:lnTo>
                <a:lnTo>
                  <a:pt x="624681" y="94804"/>
                </a:lnTo>
                <a:lnTo>
                  <a:pt x="621007" y="94804"/>
                </a:lnTo>
                <a:lnTo>
                  <a:pt x="617332" y="94804"/>
                </a:lnTo>
                <a:lnTo>
                  <a:pt x="613658" y="94804"/>
                </a:lnTo>
                <a:lnTo>
                  <a:pt x="609983" y="94804"/>
                </a:lnTo>
                <a:lnTo>
                  <a:pt x="606308" y="94804"/>
                </a:lnTo>
                <a:lnTo>
                  <a:pt x="602634" y="94804"/>
                </a:lnTo>
                <a:lnTo>
                  <a:pt x="598959" y="94804"/>
                </a:lnTo>
                <a:lnTo>
                  <a:pt x="595285" y="94804"/>
                </a:lnTo>
                <a:lnTo>
                  <a:pt x="591610" y="94804"/>
                </a:lnTo>
                <a:lnTo>
                  <a:pt x="587935" y="94804"/>
                </a:lnTo>
                <a:lnTo>
                  <a:pt x="584261" y="94804"/>
                </a:lnTo>
                <a:lnTo>
                  <a:pt x="580586" y="94804"/>
                </a:lnTo>
                <a:lnTo>
                  <a:pt x="576912" y="94804"/>
                </a:lnTo>
                <a:lnTo>
                  <a:pt x="573237" y="94804"/>
                </a:lnTo>
                <a:lnTo>
                  <a:pt x="569562" y="94804"/>
                </a:lnTo>
                <a:lnTo>
                  <a:pt x="565888" y="94804"/>
                </a:lnTo>
                <a:lnTo>
                  <a:pt x="562213" y="94804"/>
                </a:lnTo>
                <a:lnTo>
                  <a:pt x="558539" y="94804"/>
                </a:lnTo>
                <a:lnTo>
                  <a:pt x="554864" y="94804"/>
                </a:lnTo>
                <a:lnTo>
                  <a:pt x="551189" y="94804"/>
                </a:lnTo>
                <a:lnTo>
                  <a:pt x="547515" y="94804"/>
                </a:lnTo>
                <a:lnTo>
                  <a:pt x="543840" y="94804"/>
                </a:lnTo>
                <a:lnTo>
                  <a:pt x="540166" y="94804"/>
                </a:lnTo>
                <a:lnTo>
                  <a:pt x="536491" y="94804"/>
                </a:lnTo>
                <a:lnTo>
                  <a:pt x="532816" y="94804"/>
                </a:lnTo>
                <a:lnTo>
                  <a:pt x="529142" y="94804"/>
                </a:lnTo>
                <a:lnTo>
                  <a:pt x="525467" y="94804"/>
                </a:lnTo>
                <a:lnTo>
                  <a:pt x="521793" y="94804"/>
                </a:lnTo>
                <a:lnTo>
                  <a:pt x="518118" y="94804"/>
                </a:lnTo>
                <a:lnTo>
                  <a:pt x="514443" y="94804"/>
                </a:lnTo>
                <a:lnTo>
                  <a:pt x="510769" y="94804"/>
                </a:lnTo>
                <a:lnTo>
                  <a:pt x="507094" y="94804"/>
                </a:lnTo>
                <a:lnTo>
                  <a:pt x="503420" y="94804"/>
                </a:lnTo>
                <a:lnTo>
                  <a:pt x="499745" y="94804"/>
                </a:lnTo>
                <a:lnTo>
                  <a:pt x="496070" y="94804"/>
                </a:lnTo>
                <a:lnTo>
                  <a:pt x="492396" y="94804"/>
                </a:lnTo>
                <a:lnTo>
                  <a:pt x="488721" y="94804"/>
                </a:lnTo>
                <a:lnTo>
                  <a:pt x="485047" y="94804"/>
                </a:lnTo>
                <a:lnTo>
                  <a:pt x="481372" y="94804"/>
                </a:lnTo>
                <a:lnTo>
                  <a:pt x="477697" y="94804"/>
                </a:lnTo>
                <a:lnTo>
                  <a:pt x="474023" y="94804"/>
                </a:lnTo>
                <a:lnTo>
                  <a:pt x="470348" y="94804"/>
                </a:lnTo>
                <a:lnTo>
                  <a:pt x="466674" y="94804"/>
                </a:lnTo>
                <a:lnTo>
                  <a:pt x="462999" y="94804"/>
                </a:lnTo>
                <a:lnTo>
                  <a:pt x="459324" y="94804"/>
                </a:lnTo>
                <a:lnTo>
                  <a:pt x="455650" y="94804"/>
                </a:lnTo>
                <a:lnTo>
                  <a:pt x="451975" y="94804"/>
                </a:lnTo>
                <a:lnTo>
                  <a:pt x="448301" y="94804"/>
                </a:lnTo>
                <a:lnTo>
                  <a:pt x="444626" y="94804"/>
                </a:lnTo>
                <a:lnTo>
                  <a:pt x="440951" y="94804"/>
                </a:lnTo>
                <a:lnTo>
                  <a:pt x="437277" y="94804"/>
                </a:lnTo>
                <a:lnTo>
                  <a:pt x="433602" y="94804"/>
                </a:lnTo>
                <a:lnTo>
                  <a:pt x="429928" y="94804"/>
                </a:lnTo>
                <a:lnTo>
                  <a:pt x="426253" y="94804"/>
                </a:lnTo>
                <a:lnTo>
                  <a:pt x="422578" y="94804"/>
                </a:lnTo>
                <a:lnTo>
                  <a:pt x="418904" y="94804"/>
                </a:lnTo>
                <a:lnTo>
                  <a:pt x="415229" y="94804"/>
                </a:lnTo>
                <a:lnTo>
                  <a:pt x="411555" y="94804"/>
                </a:lnTo>
                <a:lnTo>
                  <a:pt x="407880" y="94804"/>
                </a:lnTo>
                <a:lnTo>
                  <a:pt x="404205" y="94804"/>
                </a:lnTo>
                <a:lnTo>
                  <a:pt x="400531" y="94804"/>
                </a:lnTo>
                <a:lnTo>
                  <a:pt x="396856" y="94804"/>
                </a:lnTo>
                <a:lnTo>
                  <a:pt x="393182" y="94804"/>
                </a:lnTo>
                <a:lnTo>
                  <a:pt x="389507" y="94804"/>
                </a:lnTo>
                <a:lnTo>
                  <a:pt x="385832" y="94804"/>
                </a:lnTo>
                <a:lnTo>
                  <a:pt x="382158" y="94804"/>
                </a:lnTo>
                <a:lnTo>
                  <a:pt x="378483" y="94804"/>
                </a:lnTo>
                <a:lnTo>
                  <a:pt x="374809" y="94804"/>
                </a:lnTo>
                <a:lnTo>
                  <a:pt x="371134" y="94804"/>
                </a:lnTo>
                <a:lnTo>
                  <a:pt x="367459" y="94804"/>
                </a:lnTo>
                <a:lnTo>
                  <a:pt x="363785" y="94804"/>
                </a:lnTo>
                <a:lnTo>
                  <a:pt x="360110" y="94804"/>
                </a:lnTo>
                <a:lnTo>
                  <a:pt x="356436" y="94804"/>
                </a:lnTo>
                <a:lnTo>
                  <a:pt x="352761" y="94804"/>
                </a:lnTo>
                <a:lnTo>
                  <a:pt x="349086" y="94804"/>
                </a:lnTo>
                <a:lnTo>
                  <a:pt x="345412" y="94804"/>
                </a:lnTo>
                <a:lnTo>
                  <a:pt x="341737" y="94804"/>
                </a:lnTo>
                <a:lnTo>
                  <a:pt x="338063" y="94804"/>
                </a:lnTo>
                <a:lnTo>
                  <a:pt x="334388" y="94804"/>
                </a:lnTo>
                <a:lnTo>
                  <a:pt x="330713" y="94804"/>
                </a:lnTo>
                <a:lnTo>
                  <a:pt x="327039" y="94804"/>
                </a:lnTo>
                <a:lnTo>
                  <a:pt x="323364" y="94804"/>
                </a:lnTo>
                <a:lnTo>
                  <a:pt x="319690" y="94804"/>
                </a:lnTo>
                <a:lnTo>
                  <a:pt x="316015" y="94804"/>
                </a:lnTo>
                <a:lnTo>
                  <a:pt x="312340" y="94804"/>
                </a:lnTo>
                <a:lnTo>
                  <a:pt x="308666" y="94804"/>
                </a:lnTo>
                <a:lnTo>
                  <a:pt x="304991" y="94804"/>
                </a:lnTo>
                <a:lnTo>
                  <a:pt x="301317" y="94804"/>
                </a:lnTo>
                <a:lnTo>
                  <a:pt x="297642" y="94804"/>
                </a:lnTo>
                <a:lnTo>
                  <a:pt x="293967" y="94804"/>
                </a:lnTo>
                <a:lnTo>
                  <a:pt x="290293" y="94804"/>
                </a:lnTo>
                <a:lnTo>
                  <a:pt x="286618" y="94804"/>
                </a:lnTo>
                <a:lnTo>
                  <a:pt x="282944" y="94804"/>
                </a:lnTo>
                <a:lnTo>
                  <a:pt x="279269" y="94804"/>
                </a:lnTo>
                <a:lnTo>
                  <a:pt x="275594" y="94804"/>
                </a:lnTo>
                <a:lnTo>
                  <a:pt x="271920" y="94804"/>
                </a:lnTo>
                <a:lnTo>
                  <a:pt x="268245" y="94804"/>
                </a:lnTo>
                <a:lnTo>
                  <a:pt x="264571" y="94804"/>
                </a:lnTo>
                <a:lnTo>
                  <a:pt x="260896" y="94804"/>
                </a:lnTo>
                <a:lnTo>
                  <a:pt x="257221" y="94804"/>
                </a:lnTo>
                <a:lnTo>
                  <a:pt x="253547" y="94804"/>
                </a:lnTo>
                <a:lnTo>
                  <a:pt x="249872" y="94804"/>
                </a:lnTo>
                <a:lnTo>
                  <a:pt x="246198" y="94804"/>
                </a:lnTo>
                <a:lnTo>
                  <a:pt x="242523" y="94804"/>
                </a:lnTo>
                <a:lnTo>
                  <a:pt x="238848" y="94804"/>
                </a:lnTo>
                <a:lnTo>
                  <a:pt x="235174" y="94804"/>
                </a:lnTo>
                <a:lnTo>
                  <a:pt x="231499" y="94804"/>
                </a:lnTo>
                <a:lnTo>
                  <a:pt x="227825" y="94804"/>
                </a:lnTo>
                <a:lnTo>
                  <a:pt x="224150" y="94804"/>
                </a:lnTo>
                <a:lnTo>
                  <a:pt x="220475" y="94804"/>
                </a:lnTo>
                <a:lnTo>
                  <a:pt x="216801" y="94804"/>
                </a:lnTo>
                <a:lnTo>
                  <a:pt x="213126" y="94804"/>
                </a:lnTo>
                <a:lnTo>
                  <a:pt x="209452" y="94804"/>
                </a:lnTo>
                <a:lnTo>
                  <a:pt x="205777" y="94804"/>
                </a:lnTo>
                <a:lnTo>
                  <a:pt x="202102" y="94804"/>
                </a:lnTo>
                <a:lnTo>
                  <a:pt x="198428" y="94804"/>
                </a:lnTo>
                <a:lnTo>
                  <a:pt x="194753" y="94804"/>
                </a:lnTo>
                <a:lnTo>
                  <a:pt x="191079" y="94804"/>
                </a:lnTo>
                <a:lnTo>
                  <a:pt x="187404" y="94804"/>
                </a:lnTo>
                <a:lnTo>
                  <a:pt x="183729" y="94804"/>
                </a:lnTo>
                <a:lnTo>
                  <a:pt x="180055" y="94804"/>
                </a:lnTo>
                <a:lnTo>
                  <a:pt x="176380" y="94804"/>
                </a:lnTo>
                <a:lnTo>
                  <a:pt x="172706" y="94804"/>
                </a:lnTo>
                <a:lnTo>
                  <a:pt x="169031" y="94804"/>
                </a:lnTo>
                <a:lnTo>
                  <a:pt x="165356" y="94804"/>
                </a:lnTo>
                <a:lnTo>
                  <a:pt x="161682" y="94804"/>
                </a:lnTo>
                <a:lnTo>
                  <a:pt x="158007" y="94804"/>
                </a:lnTo>
                <a:lnTo>
                  <a:pt x="154333" y="94804"/>
                </a:lnTo>
                <a:lnTo>
                  <a:pt x="150658" y="94804"/>
                </a:lnTo>
                <a:lnTo>
                  <a:pt x="146983" y="94804"/>
                </a:lnTo>
                <a:lnTo>
                  <a:pt x="143309" y="94804"/>
                </a:lnTo>
                <a:lnTo>
                  <a:pt x="139634" y="94804"/>
                </a:lnTo>
                <a:lnTo>
                  <a:pt x="135960" y="94804"/>
                </a:lnTo>
                <a:lnTo>
                  <a:pt x="132285" y="94804"/>
                </a:lnTo>
                <a:lnTo>
                  <a:pt x="128610" y="94804"/>
                </a:lnTo>
                <a:lnTo>
                  <a:pt x="124936" y="94804"/>
                </a:lnTo>
                <a:lnTo>
                  <a:pt x="121261" y="94804"/>
                </a:lnTo>
                <a:lnTo>
                  <a:pt x="117587" y="94804"/>
                </a:lnTo>
                <a:lnTo>
                  <a:pt x="113912" y="94804"/>
                </a:lnTo>
                <a:lnTo>
                  <a:pt x="110237" y="94804"/>
                </a:lnTo>
                <a:lnTo>
                  <a:pt x="106563" y="94804"/>
                </a:lnTo>
                <a:lnTo>
                  <a:pt x="102888" y="94804"/>
                </a:lnTo>
                <a:lnTo>
                  <a:pt x="99214" y="94804"/>
                </a:lnTo>
                <a:lnTo>
                  <a:pt x="95539" y="94804"/>
                </a:lnTo>
                <a:lnTo>
                  <a:pt x="91864" y="94804"/>
                </a:lnTo>
                <a:lnTo>
                  <a:pt x="88190" y="94804"/>
                </a:lnTo>
                <a:lnTo>
                  <a:pt x="84515" y="94804"/>
                </a:lnTo>
                <a:lnTo>
                  <a:pt x="80841" y="94804"/>
                </a:lnTo>
                <a:lnTo>
                  <a:pt x="77166" y="94804"/>
                </a:lnTo>
                <a:lnTo>
                  <a:pt x="73491" y="94804"/>
                </a:lnTo>
                <a:lnTo>
                  <a:pt x="69817" y="94804"/>
                </a:lnTo>
                <a:lnTo>
                  <a:pt x="66142" y="94804"/>
                </a:lnTo>
                <a:lnTo>
                  <a:pt x="62468" y="94804"/>
                </a:lnTo>
                <a:lnTo>
                  <a:pt x="58793" y="94804"/>
                </a:lnTo>
                <a:lnTo>
                  <a:pt x="55118" y="94804"/>
                </a:lnTo>
                <a:lnTo>
                  <a:pt x="51444" y="94804"/>
                </a:lnTo>
                <a:lnTo>
                  <a:pt x="47769" y="94804"/>
                </a:lnTo>
                <a:lnTo>
                  <a:pt x="44095" y="94804"/>
                </a:lnTo>
                <a:lnTo>
                  <a:pt x="40420" y="94804"/>
                </a:lnTo>
                <a:lnTo>
                  <a:pt x="36745" y="94804"/>
                </a:lnTo>
                <a:lnTo>
                  <a:pt x="33071" y="94804"/>
                </a:lnTo>
                <a:lnTo>
                  <a:pt x="29396" y="94804"/>
                </a:lnTo>
                <a:lnTo>
                  <a:pt x="25722" y="94804"/>
                </a:lnTo>
                <a:lnTo>
                  <a:pt x="22047" y="94804"/>
                </a:lnTo>
                <a:lnTo>
                  <a:pt x="18372" y="94804"/>
                </a:lnTo>
                <a:lnTo>
                  <a:pt x="14698" y="94804"/>
                </a:lnTo>
                <a:lnTo>
                  <a:pt x="11023" y="94804"/>
                </a:lnTo>
                <a:lnTo>
                  <a:pt x="7349" y="94804"/>
                </a:lnTo>
                <a:lnTo>
                  <a:pt x="3674" y="94804"/>
                </a:lnTo>
                <a:lnTo>
                  <a:pt x="0" y="94804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33" name="pl133"/>
          <p:cNvSpPr/>
          <p:nvPr/>
        </p:nvSpPr>
        <p:spPr>
          <a:xfrm>
            <a:off x="6702581" y="3387450"/>
            <a:ext cx="1877720" cy="91797"/>
          </a:xfrm>
          <a:custGeom>
            <a:avLst/>
            <a:gdLst/>
            <a:ahLst/>
            <a:cxnLst/>
            <a:rect l="0" t="0" r="0" b="0"/>
            <a:pathLst>
              <a:path w="1877720" h="91797">
                <a:moveTo>
                  <a:pt x="0" y="91797"/>
                </a:moveTo>
                <a:lnTo>
                  <a:pt x="3674" y="91614"/>
                </a:lnTo>
                <a:lnTo>
                  <a:pt x="7349" y="91427"/>
                </a:lnTo>
                <a:lnTo>
                  <a:pt x="11023" y="91236"/>
                </a:lnTo>
                <a:lnTo>
                  <a:pt x="14698" y="91041"/>
                </a:lnTo>
                <a:lnTo>
                  <a:pt x="18372" y="90844"/>
                </a:lnTo>
                <a:lnTo>
                  <a:pt x="22047" y="90644"/>
                </a:lnTo>
                <a:lnTo>
                  <a:pt x="25722" y="90442"/>
                </a:lnTo>
                <a:lnTo>
                  <a:pt x="29396" y="90238"/>
                </a:lnTo>
                <a:lnTo>
                  <a:pt x="33071" y="90032"/>
                </a:lnTo>
                <a:lnTo>
                  <a:pt x="36745" y="89825"/>
                </a:lnTo>
                <a:lnTo>
                  <a:pt x="40420" y="89617"/>
                </a:lnTo>
                <a:lnTo>
                  <a:pt x="44095" y="89408"/>
                </a:lnTo>
                <a:lnTo>
                  <a:pt x="47769" y="89199"/>
                </a:lnTo>
                <a:lnTo>
                  <a:pt x="51444" y="88990"/>
                </a:lnTo>
                <a:lnTo>
                  <a:pt x="55118" y="88780"/>
                </a:lnTo>
                <a:lnTo>
                  <a:pt x="58793" y="88571"/>
                </a:lnTo>
                <a:lnTo>
                  <a:pt x="62468" y="88362"/>
                </a:lnTo>
                <a:lnTo>
                  <a:pt x="66142" y="88154"/>
                </a:lnTo>
                <a:lnTo>
                  <a:pt x="69817" y="87946"/>
                </a:lnTo>
                <a:lnTo>
                  <a:pt x="73491" y="87739"/>
                </a:lnTo>
                <a:lnTo>
                  <a:pt x="77166" y="87533"/>
                </a:lnTo>
                <a:lnTo>
                  <a:pt x="80841" y="87327"/>
                </a:lnTo>
                <a:lnTo>
                  <a:pt x="84515" y="87122"/>
                </a:lnTo>
                <a:lnTo>
                  <a:pt x="88190" y="86919"/>
                </a:lnTo>
                <a:lnTo>
                  <a:pt x="91864" y="86716"/>
                </a:lnTo>
                <a:lnTo>
                  <a:pt x="95539" y="86513"/>
                </a:lnTo>
                <a:lnTo>
                  <a:pt x="99214" y="86312"/>
                </a:lnTo>
                <a:lnTo>
                  <a:pt x="102888" y="86111"/>
                </a:lnTo>
                <a:lnTo>
                  <a:pt x="106563" y="85912"/>
                </a:lnTo>
                <a:lnTo>
                  <a:pt x="110237" y="85712"/>
                </a:lnTo>
                <a:lnTo>
                  <a:pt x="113912" y="85513"/>
                </a:lnTo>
                <a:lnTo>
                  <a:pt x="117587" y="85315"/>
                </a:lnTo>
                <a:lnTo>
                  <a:pt x="121261" y="85116"/>
                </a:lnTo>
                <a:lnTo>
                  <a:pt x="124936" y="84918"/>
                </a:lnTo>
                <a:lnTo>
                  <a:pt x="128610" y="84719"/>
                </a:lnTo>
                <a:lnTo>
                  <a:pt x="132285" y="84520"/>
                </a:lnTo>
                <a:lnTo>
                  <a:pt x="135960" y="84321"/>
                </a:lnTo>
                <a:lnTo>
                  <a:pt x="139634" y="84120"/>
                </a:lnTo>
                <a:lnTo>
                  <a:pt x="143309" y="83918"/>
                </a:lnTo>
                <a:lnTo>
                  <a:pt x="146983" y="83715"/>
                </a:lnTo>
                <a:lnTo>
                  <a:pt x="150658" y="83511"/>
                </a:lnTo>
                <a:lnTo>
                  <a:pt x="154333" y="83304"/>
                </a:lnTo>
                <a:lnTo>
                  <a:pt x="158007" y="83095"/>
                </a:lnTo>
                <a:lnTo>
                  <a:pt x="161682" y="82883"/>
                </a:lnTo>
                <a:lnTo>
                  <a:pt x="165356" y="82668"/>
                </a:lnTo>
                <a:lnTo>
                  <a:pt x="169031" y="82450"/>
                </a:lnTo>
                <a:lnTo>
                  <a:pt x="172706" y="82229"/>
                </a:lnTo>
                <a:lnTo>
                  <a:pt x="176380" y="82003"/>
                </a:lnTo>
                <a:lnTo>
                  <a:pt x="180055" y="81773"/>
                </a:lnTo>
                <a:lnTo>
                  <a:pt x="183729" y="81539"/>
                </a:lnTo>
                <a:lnTo>
                  <a:pt x="187404" y="81302"/>
                </a:lnTo>
                <a:lnTo>
                  <a:pt x="191079" y="81059"/>
                </a:lnTo>
                <a:lnTo>
                  <a:pt x="194753" y="80811"/>
                </a:lnTo>
                <a:lnTo>
                  <a:pt x="198428" y="80559"/>
                </a:lnTo>
                <a:lnTo>
                  <a:pt x="202102" y="80302"/>
                </a:lnTo>
                <a:lnTo>
                  <a:pt x="205777" y="80040"/>
                </a:lnTo>
                <a:lnTo>
                  <a:pt x="209452" y="79774"/>
                </a:lnTo>
                <a:lnTo>
                  <a:pt x="213126" y="79502"/>
                </a:lnTo>
                <a:lnTo>
                  <a:pt x="216801" y="79226"/>
                </a:lnTo>
                <a:lnTo>
                  <a:pt x="220475" y="78945"/>
                </a:lnTo>
                <a:lnTo>
                  <a:pt x="224150" y="78661"/>
                </a:lnTo>
                <a:lnTo>
                  <a:pt x="227825" y="78372"/>
                </a:lnTo>
                <a:lnTo>
                  <a:pt x="231499" y="78078"/>
                </a:lnTo>
                <a:lnTo>
                  <a:pt x="235174" y="77782"/>
                </a:lnTo>
                <a:lnTo>
                  <a:pt x="238848" y="77481"/>
                </a:lnTo>
                <a:lnTo>
                  <a:pt x="242523" y="77178"/>
                </a:lnTo>
                <a:lnTo>
                  <a:pt x="246198" y="76871"/>
                </a:lnTo>
                <a:lnTo>
                  <a:pt x="249872" y="76561"/>
                </a:lnTo>
                <a:lnTo>
                  <a:pt x="253547" y="76248"/>
                </a:lnTo>
                <a:lnTo>
                  <a:pt x="257221" y="75933"/>
                </a:lnTo>
                <a:lnTo>
                  <a:pt x="260896" y="75615"/>
                </a:lnTo>
                <a:lnTo>
                  <a:pt x="264571" y="75294"/>
                </a:lnTo>
                <a:lnTo>
                  <a:pt x="268245" y="74971"/>
                </a:lnTo>
                <a:lnTo>
                  <a:pt x="271920" y="74645"/>
                </a:lnTo>
                <a:lnTo>
                  <a:pt x="275594" y="74316"/>
                </a:lnTo>
                <a:lnTo>
                  <a:pt x="279269" y="73985"/>
                </a:lnTo>
                <a:lnTo>
                  <a:pt x="282944" y="73651"/>
                </a:lnTo>
                <a:lnTo>
                  <a:pt x="286618" y="73314"/>
                </a:lnTo>
                <a:lnTo>
                  <a:pt x="290293" y="72974"/>
                </a:lnTo>
                <a:lnTo>
                  <a:pt x="293967" y="72631"/>
                </a:lnTo>
                <a:lnTo>
                  <a:pt x="297642" y="72284"/>
                </a:lnTo>
                <a:lnTo>
                  <a:pt x="301317" y="71934"/>
                </a:lnTo>
                <a:lnTo>
                  <a:pt x="304991" y="71580"/>
                </a:lnTo>
                <a:lnTo>
                  <a:pt x="308666" y="71221"/>
                </a:lnTo>
                <a:lnTo>
                  <a:pt x="312340" y="70858"/>
                </a:lnTo>
                <a:lnTo>
                  <a:pt x="316015" y="70491"/>
                </a:lnTo>
                <a:lnTo>
                  <a:pt x="319690" y="70118"/>
                </a:lnTo>
                <a:lnTo>
                  <a:pt x="323364" y="69740"/>
                </a:lnTo>
                <a:lnTo>
                  <a:pt x="327039" y="69357"/>
                </a:lnTo>
                <a:lnTo>
                  <a:pt x="330713" y="68969"/>
                </a:lnTo>
                <a:lnTo>
                  <a:pt x="334388" y="68576"/>
                </a:lnTo>
                <a:lnTo>
                  <a:pt x="338063" y="68178"/>
                </a:lnTo>
                <a:lnTo>
                  <a:pt x="341737" y="67773"/>
                </a:lnTo>
                <a:lnTo>
                  <a:pt x="345412" y="67362"/>
                </a:lnTo>
                <a:lnTo>
                  <a:pt x="349086" y="66947"/>
                </a:lnTo>
                <a:lnTo>
                  <a:pt x="352761" y="66527"/>
                </a:lnTo>
                <a:lnTo>
                  <a:pt x="356436" y="66101"/>
                </a:lnTo>
                <a:lnTo>
                  <a:pt x="360110" y="65669"/>
                </a:lnTo>
                <a:lnTo>
                  <a:pt x="363785" y="65232"/>
                </a:lnTo>
                <a:lnTo>
                  <a:pt x="367459" y="64791"/>
                </a:lnTo>
                <a:lnTo>
                  <a:pt x="371134" y="64346"/>
                </a:lnTo>
                <a:lnTo>
                  <a:pt x="374809" y="63896"/>
                </a:lnTo>
                <a:lnTo>
                  <a:pt x="378483" y="63441"/>
                </a:lnTo>
                <a:lnTo>
                  <a:pt x="382158" y="62983"/>
                </a:lnTo>
                <a:lnTo>
                  <a:pt x="385832" y="62522"/>
                </a:lnTo>
                <a:lnTo>
                  <a:pt x="389507" y="62057"/>
                </a:lnTo>
                <a:lnTo>
                  <a:pt x="393182" y="61589"/>
                </a:lnTo>
                <a:lnTo>
                  <a:pt x="396856" y="61117"/>
                </a:lnTo>
                <a:lnTo>
                  <a:pt x="400531" y="60642"/>
                </a:lnTo>
                <a:lnTo>
                  <a:pt x="404205" y="60165"/>
                </a:lnTo>
                <a:lnTo>
                  <a:pt x="407880" y="59685"/>
                </a:lnTo>
                <a:lnTo>
                  <a:pt x="411555" y="59202"/>
                </a:lnTo>
                <a:lnTo>
                  <a:pt x="415229" y="58716"/>
                </a:lnTo>
                <a:lnTo>
                  <a:pt x="418904" y="58227"/>
                </a:lnTo>
                <a:lnTo>
                  <a:pt x="422578" y="57735"/>
                </a:lnTo>
                <a:lnTo>
                  <a:pt x="426253" y="57240"/>
                </a:lnTo>
                <a:lnTo>
                  <a:pt x="429928" y="56741"/>
                </a:lnTo>
                <a:lnTo>
                  <a:pt x="433602" y="56238"/>
                </a:lnTo>
                <a:lnTo>
                  <a:pt x="437277" y="55732"/>
                </a:lnTo>
                <a:lnTo>
                  <a:pt x="440951" y="55221"/>
                </a:lnTo>
                <a:lnTo>
                  <a:pt x="444626" y="54707"/>
                </a:lnTo>
                <a:lnTo>
                  <a:pt x="448301" y="54188"/>
                </a:lnTo>
                <a:lnTo>
                  <a:pt x="451975" y="53663"/>
                </a:lnTo>
                <a:lnTo>
                  <a:pt x="455650" y="53134"/>
                </a:lnTo>
                <a:lnTo>
                  <a:pt x="459324" y="52600"/>
                </a:lnTo>
                <a:lnTo>
                  <a:pt x="462999" y="52061"/>
                </a:lnTo>
                <a:lnTo>
                  <a:pt x="466674" y="51516"/>
                </a:lnTo>
                <a:lnTo>
                  <a:pt x="470348" y="50965"/>
                </a:lnTo>
                <a:lnTo>
                  <a:pt x="474023" y="50408"/>
                </a:lnTo>
                <a:lnTo>
                  <a:pt x="477697" y="49847"/>
                </a:lnTo>
                <a:lnTo>
                  <a:pt x="481372" y="49280"/>
                </a:lnTo>
                <a:lnTo>
                  <a:pt x="485047" y="48707"/>
                </a:lnTo>
                <a:lnTo>
                  <a:pt x="488721" y="48128"/>
                </a:lnTo>
                <a:lnTo>
                  <a:pt x="492396" y="47545"/>
                </a:lnTo>
                <a:lnTo>
                  <a:pt x="496070" y="46956"/>
                </a:lnTo>
                <a:lnTo>
                  <a:pt x="499745" y="46364"/>
                </a:lnTo>
                <a:lnTo>
                  <a:pt x="503420" y="45766"/>
                </a:lnTo>
                <a:lnTo>
                  <a:pt x="507094" y="45164"/>
                </a:lnTo>
                <a:lnTo>
                  <a:pt x="510769" y="44559"/>
                </a:lnTo>
                <a:lnTo>
                  <a:pt x="514443" y="43950"/>
                </a:lnTo>
                <a:lnTo>
                  <a:pt x="518118" y="43339"/>
                </a:lnTo>
                <a:lnTo>
                  <a:pt x="521793" y="42724"/>
                </a:lnTo>
                <a:lnTo>
                  <a:pt x="525467" y="42108"/>
                </a:lnTo>
                <a:lnTo>
                  <a:pt x="529142" y="41489"/>
                </a:lnTo>
                <a:lnTo>
                  <a:pt x="532816" y="40870"/>
                </a:lnTo>
                <a:lnTo>
                  <a:pt x="536491" y="40249"/>
                </a:lnTo>
                <a:lnTo>
                  <a:pt x="540166" y="39628"/>
                </a:lnTo>
                <a:lnTo>
                  <a:pt x="543840" y="39007"/>
                </a:lnTo>
                <a:lnTo>
                  <a:pt x="547515" y="38387"/>
                </a:lnTo>
                <a:lnTo>
                  <a:pt x="551189" y="37768"/>
                </a:lnTo>
                <a:lnTo>
                  <a:pt x="554864" y="37150"/>
                </a:lnTo>
                <a:lnTo>
                  <a:pt x="558539" y="36534"/>
                </a:lnTo>
                <a:lnTo>
                  <a:pt x="562213" y="35921"/>
                </a:lnTo>
                <a:lnTo>
                  <a:pt x="565888" y="35310"/>
                </a:lnTo>
                <a:lnTo>
                  <a:pt x="569562" y="34704"/>
                </a:lnTo>
                <a:lnTo>
                  <a:pt x="573237" y="34100"/>
                </a:lnTo>
                <a:lnTo>
                  <a:pt x="576912" y="33502"/>
                </a:lnTo>
                <a:lnTo>
                  <a:pt x="580586" y="32910"/>
                </a:lnTo>
                <a:lnTo>
                  <a:pt x="584261" y="32322"/>
                </a:lnTo>
                <a:lnTo>
                  <a:pt x="587935" y="31740"/>
                </a:lnTo>
                <a:lnTo>
                  <a:pt x="591610" y="31164"/>
                </a:lnTo>
                <a:lnTo>
                  <a:pt x="595285" y="30596"/>
                </a:lnTo>
                <a:lnTo>
                  <a:pt x="598959" y="30035"/>
                </a:lnTo>
                <a:lnTo>
                  <a:pt x="602634" y="29482"/>
                </a:lnTo>
                <a:lnTo>
                  <a:pt x="606308" y="28935"/>
                </a:lnTo>
                <a:lnTo>
                  <a:pt x="609983" y="28396"/>
                </a:lnTo>
                <a:lnTo>
                  <a:pt x="613658" y="27867"/>
                </a:lnTo>
                <a:lnTo>
                  <a:pt x="617332" y="27346"/>
                </a:lnTo>
                <a:lnTo>
                  <a:pt x="621007" y="26832"/>
                </a:lnTo>
                <a:lnTo>
                  <a:pt x="624681" y="26327"/>
                </a:lnTo>
                <a:lnTo>
                  <a:pt x="628356" y="25829"/>
                </a:lnTo>
                <a:lnTo>
                  <a:pt x="632031" y="25341"/>
                </a:lnTo>
                <a:lnTo>
                  <a:pt x="635705" y="24861"/>
                </a:lnTo>
                <a:lnTo>
                  <a:pt x="639380" y="24388"/>
                </a:lnTo>
                <a:lnTo>
                  <a:pt x="643054" y="23923"/>
                </a:lnTo>
                <a:lnTo>
                  <a:pt x="646729" y="23464"/>
                </a:lnTo>
                <a:lnTo>
                  <a:pt x="650404" y="23015"/>
                </a:lnTo>
                <a:lnTo>
                  <a:pt x="654078" y="22572"/>
                </a:lnTo>
                <a:lnTo>
                  <a:pt x="657753" y="22135"/>
                </a:lnTo>
                <a:lnTo>
                  <a:pt x="661427" y="21705"/>
                </a:lnTo>
                <a:lnTo>
                  <a:pt x="665102" y="21281"/>
                </a:lnTo>
                <a:lnTo>
                  <a:pt x="668777" y="20864"/>
                </a:lnTo>
                <a:lnTo>
                  <a:pt x="672451" y="20453"/>
                </a:lnTo>
                <a:lnTo>
                  <a:pt x="676126" y="20048"/>
                </a:lnTo>
                <a:lnTo>
                  <a:pt x="679800" y="19648"/>
                </a:lnTo>
                <a:lnTo>
                  <a:pt x="683475" y="19254"/>
                </a:lnTo>
                <a:lnTo>
                  <a:pt x="687150" y="18867"/>
                </a:lnTo>
                <a:lnTo>
                  <a:pt x="690824" y="18485"/>
                </a:lnTo>
                <a:lnTo>
                  <a:pt x="694499" y="18109"/>
                </a:lnTo>
                <a:lnTo>
                  <a:pt x="698173" y="17738"/>
                </a:lnTo>
                <a:lnTo>
                  <a:pt x="701848" y="17372"/>
                </a:lnTo>
                <a:lnTo>
                  <a:pt x="705523" y="17014"/>
                </a:lnTo>
                <a:lnTo>
                  <a:pt x="709197" y="16662"/>
                </a:lnTo>
                <a:lnTo>
                  <a:pt x="712872" y="16315"/>
                </a:lnTo>
                <a:lnTo>
                  <a:pt x="716546" y="15973"/>
                </a:lnTo>
                <a:lnTo>
                  <a:pt x="720221" y="15637"/>
                </a:lnTo>
                <a:lnTo>
                  <a:pt x="723896" y="15307"/>
                </a:lnTo>
                <a:lnTo>
                  <a:pt x="727570" y="14982"/>
                </a:lnTo>
                <a:lnTo>
                  <a:pt x="731245" y="14662"/>
                </a:lnTo>
                <a:lnTo>
                  <a:pt x="734919" y="14347"/>
                </a:lnTo>
                <a:lnTo>
                  <a:pt x="738594" y="14035"/>
                </a:lnTo>
                <a:lnTo>
                  <a:pt x="742269" y="13728"/>
                </a:lnTo>
                <a:lnTo>
                  <a:pt x="745943" y="13424"/>
                </a:lnTo>
                <a:lnTo>
                  <a:pt x="749618" y="13122"/>
                </a:lnTo>
                <a:lnTo>
                  <a:pt x="753292" y="12821"/>
                </a:lnTo>
                <a:lnTo>
                  <a:pt x="756967" y="12522"/>
                </a:lnTo>
                <a:lnTo>
                  <a:pt x="760642" y="12223"/>
                </a:lnTo>
                <a:lnTo>
                  <a:pt x="764316" y="11923"/>
                </a:lnTo>
                <a:lnTo>
                  <a:pt x="767991" y="11622"/>
                </a:lnTo>
                <a:lnTo>
                  <a:pt x="771665" y="11318"/>
                </a:lnTo>
                <a:lnTo>
                  <a:pt x="775340" y="11012"/>
                </a:lnTo>
                <a:lnTo>
                  <a:pt x="779015" y="10701"/>
                </a:lnTo>
                <a:lnTo>
                  <a:pt x="782689" y="10386"/>
                </a:lnTo>
                <a:lnTo>
                  <a:pt x="786364" y="10066"/>
                </a:lnTo>
                <a:lnTo>
                  <a:pt x="790038" y="9741"/>
                </a:lnTo>
                <a:lnTo>
                  <a:pt x="793713" y="9410"/>
                </a:lnTo>
                <a:lnTo>
                  <a:pt x="797388" y="9071"/>
                </a:lnTo>
                <a:lnTo>
                  <a:pt x="801062" y="8726"/>
                </a:lnTo>
                <a:lnTo>
                  <a:pt x="804737" y="8376"/>
                </a:lnTo>
                <a:lnTo>
                  <a:pt x="808411" y="8019"/>
                </a:lnTo>
                <a:lnTo>
                  <a:pt x="812086" y="7656"/>
                </a:lnTo>
                <a:lnTo>
                  <a:pt x="815761" y="7287"/>
                </a:lnTo>
                <a:lnTo>
                  <a:pt x="819435" y="6914"/>
                </a:lnTo>
                <a:lnTo>
                  <a:pt x="823110" y="6537"/>
                </a:lnTo>
                <a:lnTo>
                  <a:pt x="826784" y="6158"/>
                </a:lnTo>
                <a:lnTo>
                  <a:pt x="830459" y="5776"/>
                </a:lnTo>
                <a:lnTo>
                  <a:pt x="834134" y="5394"/>
                </a:lnTo>
                <a:lnTo>
                  <a:pt x="837808" y="5014"/>
                </a:lnTo>
                <a:lnTo>
                  <a:pt x="841483" y="4636"/>
                </a:lnTo>
                <a:lnTo>
                  <a:pt x="845157" y="4261"/>
                </a:lnTo>
                <a:lnTo>
                  <a:pt x="848832" y="3893"/>
                </a:lnTo>
                <a:lnTo>
                  <a:pt x="852507" y="3533"/>
                </a:lnTo>
                <a:lnTo>
                  <a:pt x="856181" y="3183"/>
                </a:lnTo>
                <a:lnTo>
                  <a:pt x="859856" y="2843"/>
                </a:lnTo>
                <a:lnTo>
                  <a:pt x="863530" y="2515"/>
                </a:lnTo>
                <a:lnTo>
                  <a:pt x="867205" y="2202"/>
                </a:lnTo>
                <a:lnTo>
                  <a:pt x="870880" y="1908"/>
                </a:lnTo>
                <a:lnTo>
                  <a:pt x="874554" y="1631"/>
                </a:lnTo>
                <a:lnTo>
                  <a:pt x="878229" y="1371"/>
                </a:lnTo>
                <a:lnTo>
                  <a:pt x="881903" y="1131"/>
                </a:lnTo>
                <a:lnTo>
                  <a:pt x="885578" y="913"/>
                </a:lnTo>
                <a:lnTo>
                  <a:pt x="889253" y="721"/>
                </a:lnTo>
                <a:lnTo>
                  <a:pt x="892927" y="550"/>
                </a:lnTo>
                <a:lnTo>
                  <a:pt x="896602" y="401"/>
                </a:lnTo>
                <a:lnTo>
                  <a:pt x="900276" y="274"/>
                </a:lnTo>
                <a:lnTo>
                  <a:pt x="903951" y="173"/>
                </a:lnTo>
                <a:lnTo>
                  <a:pt x="907626" y="98"/>
                </a:lnTo>
                <a:lnTo>
                  <a:pt x="911300" y="44"/>
                </a:lnTo>
                <a:lnTo>
                  <a:pt x="914975" y="12"/>
                </a:lnTo>
                <a:lnTo>
                  <a:pt x="918649" y="0"/>
                </a:lnTo>
                <a:lnTo>
                  <a:pt x="922324" y="10"/>
                </a:lnTo>
                <a:lnTo>
                  <a:pt x="925999" y="41"/>
                </a:lnTo>
                <a:lnTo>
                  <a:pt x="929673" y="89"/>
                </a:lnTo>
                <a:lnTo>
                  <a:pt x="933348" y="153"/>
                </a:lnTo>
                <a:lnTo>
                  <a:pt x="937022" y="230"/>
                </a:lnTo>
                <a:lnTo>
                  <a:pt x="940697" y="322"/>
                </a:lnTo>
                <a:lnTo>
                  <a:pt x="944372" y="426"/>
                </a:lnTo>
                <a:lnTo>
                  <a:pt x="948046" y="539"/>
                </a:lnTo>
                <a:lnTo>
                  <a:pt x="951721" y="659"/>
                </a:lnTo>
                <a:lnTo>
                  <a:pt x="955395" y="785"/>
                </a:lnTo>
                <a:lnTo>
                  <a:pt x="959070" y="916"/>
                </a:lnTo>
                <a:lnTo>
                  <a:pt x="962745" y="1049"/>
                </a:lnTo>
                <a:lnTo>
                  <a:pt x="966419" y="1184"/>
                </a:lnTo>
                <a:lnTo>
                  <a:pt x="970094" y="1319"/>
                </a:lnTo>
                <a:lnTo>
                  <a:pt x="973768" y="1453"/>
                </a:lnTo>
                <a:lnTo>
                  <a:pt x="977443" y="1585"/>
                </a:lnTo>
                <a:lnTo>
                  <a:pt x="981118" y="1715"/>
                </a:lnTo>
                <a:lnTo>
                  <a:pt x="984792" y="1842"/>
                </a:lnTo>
                <a:lnTo>
                  <a:pt x="988467" y="1966"/>
                </a:lnTo>
                <a:lnTo>
                  <a:pt x="992141" y="2087"/>
                </a:lnTo>
                <a:lnTo>
                  <a:pt x="995816" y="2205"/>
                </a:lnTo>
                <a:lnTo>
                  <a:pt x="999491" y="2321"/>
                </a:lnTo>
                <a:lnTo>
                  <a:pt x="1003165" y="2436"/>
                </a:lnTo>
                <a:lnTo>
                  <a:pt x="1006840" y="2550"/>
                </a:lnTo>
                <a:lnTo>
                  <a:pt x="1010514" y="2665"/>
                </a:lnTo>
                <a:lnTo>
                  <a:pt x="1014189" y="2781"/>
                </a:lnTo>
                <a:lnTo>
                  <a:pt x="1017864" y="2900"/>
                </a:lnTo>
                <a:lnTo>
                  <a:pt x="1021538" y="3024"/>
                </a:lnTo>
                <a:lnTo>
                  <a:pt x="1025213" y="3153"/>
                </a:lnTo>
                <a:lnTo>
                  <a:pt x="1028887" y="3289"/>
                </a:lnTo>
                <a:lnTo>
                  <a:pt x="1032562" y="3434"/>
                </a:lnTo>
                <a:lnTo>
                  <a:pt x="1036237" y="3590"/>
                </a:lnTo>
                <a:lnTo>
                  <a:pt x="1039911" y="3756"/>
                </a:lnTo>
                <a:lnTo>
                  <a:pt x="1043586" y="3934"/>
                </a:lnTo>
                <a:lnTo>
                  <a:pt x="1047260" y="4123"/>
                </a:lnTo>
                <a:lnTo>
                  <a:pt x="1050935" y="4329"/>
                </a:lnTo>
                <a:lnTo>
                  <a:pt x="1054610" y="4550"/>
                </a:lnTo>
                <a:lnTo>
                  <a:pt x="1058284" y="4785"/>
                </a:lnTo>
                <a:lnTo>
                  <a:pt x="1061959" y="5034"/>
                </a:lnTo>
                <a:lnTo>
                  <a:pt x="1065633" y="5297"/>
                </a:lnTo>
                <a:lnTo>
                  <a:pt x="1069308" y="5577"/>
                </a:lnTo>
                <a:lnTo>
                  <a:pt x="1072983" y="5872"/>
                </a:lnTo>
                <a:lnTo>
                  <a:pt x="1076657" y="6180"/>
                </a:lnTo>
                <a:lnTo>
                  <a:pt x="1080332" y="6500"/>
                </a:lnTo>
                <a:lnTo>
                  <a:pt x="1084006" y="6832"/>
                </a:lnTo>
                <a:lnTo>
                  <a:pt x="1087681" y="7177"/>
                </a:lnTo>
                <a:lnTo>
                  <a:pt x="1091356" y="7531"/>
                </a:lnTo>
                <a:lnTo>
                  <a:pt x="1095030" y="7894"/>
                </a:lnTo>
                <a:lnTo>
                  <a:pt x="1098705" y="8264"/>
                </a:lnTo>
                <a:lnTo>
                  <a:pt x="1102379" y="8639"/>
                </a:lnTo>
                <a:lnTo>
                  <a:pt x="1106054" y="9021"/>
                </a:lnTo>
                <a:lnTo>
                  <a:pt x="1109729" y="9405"/>
                </a:lnTo>
                <a:lnTo>
                  <a:pt x="1113403" y="9792"/>
                </a:lnTo>
                <a:lnTo>
                  <a:pt x="1117078" y="10180"/>
                </a:lnTo>
                <a:lnTo>
                  <a:pt x="1120752" y="10568"/>
                </a:lnTo>
                <a:lnTo>
                  <a:pt x="1124427" y="10955"/>
                </a:lnTo>
                <a:lnTo>
                  <a:pt x="1128102" y="11340"/>
                </a:lnTo>
                <a:lnTo>
                  <a:pt x="1131776" y="11722"/>
                </a:lnTo>
                <a:lnTo>
                  <a:pt x="1135451" y="12102"/>
                </a:lnTo>
                <a:lnTo>
                  <a:pt x="1139125" y="12478"/>
                </a:lnTo>
                <a:lnTo>
                  <a:pt x="1142800" y="12849"/>
                </a:lnTo>
                <a:lnTo>
                  <a:pt x="1146475" y="13216"/>
                </a:lnTo>
                <a:lnTo>
                  <a:pt x="1150149" y="13578"/>
                </a:lnTo>
                <a:lnTo>
                  <a:pt x="1153824" y="13936"/>
                </a:lnTo>
                <a:lnTo>
                  <a:pt x="1157498" y="14290"/>
                </a:lnTo>
                <a:lnTo>
                  <a:pt x="1161173" y="14639"/>
                </a:lnTo>
                <a:lnTo>
                  <a:pt x="1164848" y="14984"/>
                </a:lnTo>
                <a:lnTo>
                  <a:pt x="1168522" y="15325"/>
                </a:lnTo>
                <a:lnTo>
                  <a:pt x="1172197" y="15664"/>
                </a:lnTo>
                <a:lnTo>
                  <a:pt x="1175871" y="16000"/>
                </a:lnTo>
                <a:lnTo>
                  <a:pt x="1179546" y="16335"/>
                </a:lnTo>
                <a:lnTo>
                  <a:pt x="1183221" y="16668"/>
                </a:lnTo>
                <a:lnTo>
                  <a:pt x="1186895" y="17002"/>
                </a:lnTo>
                <a:lnTo>
                  <a:pt x="1190570" y="17336"/>
                </a:lnTo>
                <a:lnTo>
                  <a:pt x="1194244" y="17672"/>
                </a:lnTo>
                <a:lnTo>
                  <a:pt x="1197919" y="18012"/>
                </a:lnTo>
                <a:lnTo>
                  <a:pt x="1201594" y="18355"/>
                </a:lnTo>
                <a:lnTo>
                  <a:pt x="1205268" y="18704"/>
                </a:lnTo>
                <a:lnTo>
                  <a:pt x="1208943" y="19059"/>
                </a:lnTo>
                <a:lnTo>
                  <a:pt x="1212617" y="19422"/>
                </a:lnTo>
                <a:lnTo>
                  <a:pt x="1216292" y="19796"/>
                </a:lnTo>
                <a:lnTo>
                  <a:pt x="1219967" y="20180"/>
                </a:lnTo>
                <a:lnTo>
                  <a:pt x="1223641" y="20575"/>
                </a:lnTo>
                <a:lnTo>
                  <a:pt x="1227316" y="20983"/>
                </a:lnTo>
                <a:lnTo>
                  <a:pt x="1230990" y="21404"/>
                </a:lnTo>
                <a:lnTo>
                  <a:pt x="1234665" y="21845"/>
                </a:lnTo>
                <a:lnTo>
                  <a:pt x="1238340" y="22301"/>
                </a:lnTo>
                <a:lnTo>
                  <a:pt x="1242014" y="22774"/>
                </a:lnTo>
                <a:lnTo>
                  <a:pt x="1245689" y="23265"/>
                </a:lnTo>
                <a:lnTo>
                  <a:pt x="1249363" y="23774"/>
                </a:lnTo>
                <a:lnTo>
                  <a:pt x="1253038" y="24307"/>
                </a:lnTo>
                <a:lnTo>
                  <a:pt x="1256713" y="24859"/>
                </a:lnTo>
                <a:lnTo>
                  <a:pt x="1260387" y="25430"/>
                </a:lnTo>
                <a:lnTo>
                  <a:pt x="1264062" y="26019"/>
                </a:lnTo>
                <a:lnTo>
                  <a:pt x="1267736" y="26628"/>
                </a:lnTo>
                <a:lnTo>
                  <a:pt x="1271411" y="27259"/>
                </a:lnTo>
                <a:lnTo>
                  <a:pt x="1275086" y="27907"/>
                </a:lnTo>
                <a:lnTo>
                  <a:pt x="1278760" y="28571"/>
                </a:lnTo>
                <a:lnTo>
                  <a:pt x="1282435" y="29250"/>
                </a:lnTo>
                <a:lnTo>
                  <a:pt x="1286109" y="29943"/>
                </a:lnTo>
                <a:lnTo>
                  <a:pt x="1289784" y="30651"/>
                </a:lnTo>
                <a:lnTo>
                  <a:pt x="1293459" y="31369"/>
                </a:lnTo>
                <a:lnTo>
                  <a:pt x="1297133" y="32094"/>
                </a:lnTo>
                <a:lnTo>
                  <a:pt x="1300808" y="32826"/>
                </a:lnTo>
                <a:lnTo>
                  <a:pt x="1304482" y="33562"/>
                </a:lnTo>
                <a:lnTo>
                  <a:pt x="1308157" y="34301"/>
                </a:lnTo>
                <a:lnTo>
                  <a:pt x="1311832" y="35040"/>
                </a:lnTo>
                <a:lnTo>
                  <a:pt x="1315506" y="35776"/>
                </a:lnTo>
                <a:lnTo>
                  <a:pt x="1319181" y="36508"/>
                </a:lnTo>
                <a:lnTo>
                  <a:pt x="1322855" y="37235"/>
                </a:lnTo>
                <a:lnTo>
                  <a:pt x="1326530" y="37951"/>
                </a:lnTo>
                <a:lnTo>
                  <a:pt x="1330205" y="38659"/>
                </a:lnTo>
                <a:lnTo>
                  <a:pt x="1333879" y="39355"/>
                </a:lnTo>
                <a:lnTo>
                  <a:pt x="1337554" y="40039"/>
                </a:lnTo>
                <a:lnTo>
                  <a:pt x="1341228" y="40709"/>
                </a:lnTo>
                <a:lnTo>
                  <a:pt x="1344903" y="41362"/>
                </a:lnTo>
                <a:lnTo>
                  <a:pt x="1348577" y="42001"/>
                </a:lnTo>
                <a:lnTo>
                  <a:pt x="1352252" y="42624"/>
                </a:lnTo>
                <a:lnTo>
                  <a:pt x="1355927" y="43232"/>
                </a:lnTo>
                <a:lnTo>
                  <a:pt x="1359601" y="43822"/>
                </a:lnTo>
                <a:lnTo>
                  <a:pt x="1363276" y="44394"/>
                </a:lnTo>
                <a:lnTo>
                  <a:pt x="1366950" y="44952"/>
                </a:lnTo>
                <a:lnTo>
                  <a:pt x="1370625" y="45495"/>
                </a:lnTo>
                <a:lnTo>
                  <a:pt x="1374300" y="46024"/>
                </a:lnTo>
                <a:lnTo>
                  <a:pt x="1377974" y="46538"/>
                </a:lnTo>
                <a:lnTo>
                  <a:pt x="1381649" y="47037"/>
                </a:lnTo>
                <a:lnTo>
                  <a:pt x="1385323" y="47526"/>
                </a:lnTo>
                <a:lnTo>
                  <a:pt x="1388998" y="48004"/>
                </a:lnTo>
                <a:lnTo>
                  <a:pt x="1392673" y="48473"/>
                </a:lnTo>
                <a:lnTo>
                  <a:pt x="1396347" y="48932"/>
                </a:lnTo>
                <a:lnTo>
                  <a:pt x="1400022" y="49382"/>
                </a:lnTo>
                <a:lnTo>
                  <a:pt x="1403696" y="49827"/>
                </a:lnTo>
                <a:lnTo>
                  <a:pt x="1407371" y="50266"/>
                </a:lnTo>
                <a:lnTo>
                  <a:pt x="1411046" y="50701"/>
                </a:lnTo>
                <a:lnTo>
                  <a:pt x="1414720" y="51132"/>
                </a:lnTo>
                <a:lnTo>
                  <a:pt x="1418395" y="51560"/>
                </a:lnTo>
                <a:lnTo>
                  <a:pt x="1422069" y="51987"/>
                </a:lnTo>
                <a:lnTo>
                  <a:pt x="1425744" y="52412"/>
                </a:lnTo>
                <a:lnTo>
                  <a:pt x="1429419" y="52837"/>
                </a:lnTo>
                <a:lnTo>
                  <a:pt x="1433093" y="53261"/>
                </a:lnTo>
                <a:lnTo>
                  <a:pt x="1436768" y="53686"/>
                </a:lnTo>
                <a:lnTo>
                  <a:pt x="1440442" y="54113"/>
                </a:lnTo>
                <a:lnTo>
                  <a:pt x="1444117" y="54540"/>
                </a:lnTo>
                <a:lnTo>
                  <a:pt x="1447792" y="54968"/>
                </a:lnTo>
                <a:lnTo>
                  <a:pt x="1451466" y="55398"/>
                </a:lnTo>
                <a:lnTo>
                  <a:pt x="1455141" y="55830"/>
                </a:lnTo>
                <a:lnTo>
                  <a:pt x="1458815" y="56264"/>
                </a:lnTo>
                <a:lnTo>
                  <a:pt x="1462490" y="56699"/>
                </a:lnTo>
                <a:lnTo>
                  <a:pt x="1466165" y="57136"/>
                </a:lnTo>
                <a:lnTo>
                  <a:pt x="1469839" y="57575"/>
                </a:lnTo>
                <a:lnTo>
                  <a:pt x="1473514" y="58016"/>
                </a:lnTo>
                <a:lnTo>
                  <a:pt x="1477188" y="58458"/>
                </a:lnTo>
                <a:lnTo>
                  <a:pt x="1480863" y="58902"/>
                </a:lnTo>
                <a:lnTo>
                  <a:pt x="1484538" y="59346"/>
                </a:lnTo>
                <a:lnTo>
                  <a:pt x="1488212" y="59792"/>
                </a:lnTo>
                <a:lnTo>
                  <a:pt x="1491887" y="60240"/>
                </a:lnTo>
                <a:lnTo>
                  <a:pt x="1495561" y="60688"/>
                </a:lnTo>
                <a:lnTo>
                  <a:pt x="1499236" y="61137"/>
                </a:lnTo>
                <a:lnTo>
                  <a:pt x="1502911" y="61586"/>
                </a:lnTo>
                <a:lnTo>
                  <a:pt x="1506585" y="62037"/>
                </a:lnTo>
                <a:lnTo>
                  <a:pt x="1510260" y="62487"/>
                </a:lnTo>
                <a:lnTo>
                  <a:pt x="1513934" y="62939"/>
                </a:lnTo>
                <a:lnTo>
                  <a:pt x="1517609" y="63391"/>
                </a:lnTo>
                <a:lnTo>
                  <a:pt x="1521284" y="63843"/>
                </a:lnTo>
                <a:lnTo>
                  <a:pt x="1524958" y="64295"/>
                </a:lnTo>
                <a:lnTo>
                  <a:pt x="1528633" y="64747"/>
                </a:lnTo>
                <a:lnTo>
                  <a:pt x="1532307" y="65200"/>
                </a:lnTo>
                <a:lnTo>
                  <a:pt x="1535982" y="65653"/>
                </a:lnTo>
                <a:lnTo>
                  <a:pt x="1539657" y="66105"/>
                </a:lnTo>
                <a:lnTo>
                  <a:pt x="1543331" y="66558"/>
                </a:lnTo>
                <a:lnTo>
                  <a:pt x="1547006" y="67010"/>
                </a:lnTo>
                <a:lnTo>
                  <a:pt x="1550680" y="67462"/>
                </a:lnTo>
                <a:lnTo>
                  <a:pt x="1554355" y="67913"/>
                </a:lnTo>
                <a:lnTo>
                  <a:pt x="1558030" y="68364"/>
                </a:lnTo>
                <a:lnTo>
                  <a:pt x="1561704" y="68815"/>
                </a:lnTo>
                <a:lnTo>
                  <a:pt x="1565379" y="69264"/>
                </a:lnTo>
                <a:lnTo>
                  <a:pt x="1569053" y="69712"/>
                </a:lnTo>
                <a:lnTo>
                  <a:pt x="1572728" y="70159"/>
                </a:lnTo>
                <a:lnTo>
                  <a:pt x="1576403" y="70604"/>
                </a:lnTo>
                <a:lnTo>
                  <a:pt x="1580077" y="71048"/>
                </a:lnTo>
                <a:lnTo>
                  <a:pt x="1583752" y="71489"/>
                </a:lnTo>
                <a:lnTo>
                  <a:pt x="1587426" y="71928"/>
                </a:lnTo>
                <a:lnTo>
                  <a:pt x="1591101" y="72365"/>
                </a:lnTo>
                <a:lnTo>
                  <a:pt x="1594776" y="72799"/>
                </a:lnTo>
                <a:lnTo>
                  <a:pt x="1598450" y="73228"/>
                </a:lnTo>
                <a:lnTo>
                  <a:pt x="1602125" y="73654"/>
                </a:lnTo>
                <a:lnTo>
                  <a:pt x="1605799" y="74076"/>
                </a:lnTo>
                <a:lnTo>
                  <a:pt x="1609474" y="74494"/>
                </a:lnTo>
                <a:lnTo>
                  <a:pt x="1613149" y="74907"/>
                </a:lnTo>
                <a:lnTo>
                  <a:pt x="1616823" y="75314"/>
                </a:lnTo>
                <a:lnTo>
                  <a:pt x="1620498" y="75715"/>
                </a:lnTo>
                <a:lnTo>
                  <a:pt x="1624172" y="76110"/>
                </a:lnTo>
                <a:lnTo>
                  <a:pt x="1627847" y="76499"/>
                </a:lnTo>
                <a:lnTo>
                  <a:pt x="1631522" y="76882"/>
                </a:lnTo>
                <a:lnTo>
                  <a:pt x="1635196" y="77256"/>
                </a:lnTo>
                <a:lnTo>
                  <a:pt x="1638871" y="77622"/>
                </a:lnTo>
                <a:lnTo>
                  <a:pt x="1642545" y="77981"/>
                </a:lnTo>
                <a:lnTo>
                  <a:pt x="1646220" y="78333"/>
                </a:lnTo>
                <a:lnTo>
                  <a:pt x="1649895" y="78676"/>
                </a:lnTo>
                <a:lnTo>
                  <a:pt x="1653569" y="79009"/>
                </a:lnTo>
                <a:lnTo>
                  <a:pt x="1657244" y="79334"/>
                </a:lnTo>
                <a:lnTo>
                  <a:pt x="1660918" y="79650"/>
                </a:lnTo>
                <a:lnTo>
                  <a:pt x="1664593" y="79957"/>
                </a:lnTo>
                <a:lnTo>
                  <a:pt x="1668268" y="80256"/>
                </a:lnTo>
                <a:lnTo>
                  <a:pt x="1671942" y="80544"/>
                </a:lnTo>
                <a:lnTo>
                  <a:pt x="1675617" y="80824"/>
                </a:lnTo>
                <a:lnTo>
                  <a:pt x="1679291" y="81094"/>
                </a:lnTo>
                <a:lnTo>
                  <a:pt x="1682966" y="81357"/>
                </a:lnTo>
                <a:lnTo>
                  <a:pt x="1686641" y="81611"/>
                </a:lnTo>
                <a:lnTo>
                  <a:pt x="1690315" y="81854"/>
                </a:lnTo>
                <a:lnTo>
                  <a:pt x="1693990" y="82090"/>
                </a:lnTo>
                <a:lnTo>
                  <a:pt x="1697664" y="82318"/>
                </a:lnTo>
                <a:lnTo>
                  <a:pt x="1701339" y="82539"/>
                </a:lnTo>
                <a:lnTo>
                  <a:pt x="1705014" y="82752"/>
                </a:lnTo>
                <a:lnTo>
                  <a:pt x="1708688" y="82957"/>
                </a:lnTo>
                <a:lnTo>
                  <a:pt x="1712363" y="83156"/>
                </a:lnTo>
                <a:lnTo>
                  <a:pt x="1716037" y="83349"/>
                </a:lnTo>
                <a:lnTo>
                  <a:pt x="1719712" y="83536"/>
                </a:lnTo>
                <a:lnTo>
                  <a:pt x="1723387" y="83718"/>
                </a:lnTo>
                <a:lnTo>
                  <a:pt x="1727061" y="83894"/>
                </a:lnTo>
                <a:lnTo>
                  <a:pt x="1730736" y="84066"/>
                </a:lnTo>
                <a:lnTo>
                  <a:pt x="1734410" y="84235"/>
                </a:lnTo>
                <a:lnTo>
                  <a:pt x="1738085" y="84401"/>
                </a:lnTo>
                <a:lnTo>
                  <a:pt x="1741760" y="84564"/>
                </a:lnTo>
                <a:lnTo>
                  <a:pt x="1745434" y="84724"/>
                </a:lnTo>
                <a:lnTo>
                  <a:pt x="1749109" y="84883"/>
                </a:lnTo>
                <a:lnTo>
                  <a:pt x="1752783" y="85041"/>
                </a:lnTo>
                <a:lnTo>
                  <a:pt x="1756458" y="85199"/>
                </a:lnTo>
                <a:lnTo>
                  <a:pt x="1760133" y="85356"/>
                </a:lnTo>
                <a:lnTo>
                  <a:pt x="1763807" y="85515"/>
                </a:lnTo>
                <a:lnTo>
                  <a:pt x="1767482" y="85675"/>
                </a:lnTo>
                <a:lnTo>
                  <a:pt x="1771156" y="85836"/>
                </a:lnTo>
                <a:lnTo>
                  <a:pt x="1774831" y="85999"/>
                </a:lnTo>
                <a:lnTo>
                  <a:pt x="1778506" y="86165"/>
                </a:lnTo>
                <a:lnTo>
                  <a:pt x="1782180" y="86335"/>
                </a:lnTo>
                <a:lnTo>
                  <a:pt x="1785855" y="86507"/>
                </a:lnTo>
                <a:lnTo>
                  <a:pt x="1789529" y="86683"/>
                </a:lnTo>
                <a:lnTo>
                  <a:pt x="1793204" y="86862"/>
                </a:lnTo>
                <a:lnTo>
                  <a:pt x="1796879" y="87045"/>
                </a:lnTo>
                <a:lnTo>
                  <a:pt x="1800553" y="87233"/>
                </a:lnTo>
                <a:lnTo>
                  <a:pt x="1804228" y="87424"/>
                </a:lnTo>
                <a:lnTo>
                  <a:pt x="1807902" y="87620"/>
                </a:lnTo>
                <a:lnTo>
                  <a:pt x="1811577" y="87819"/>
                </a:lnTo>
                <a:lnTo>
                  <a:pt x="1815252" y="88022"/>
                </a:lnTo>
                <a:lnTo>
                  <a:pt x="1818926" y="88229"/>
                </a:lnTo>
                <a:lnTo>
                  <a:pt x="1822601" y="88439"/>
                </a:lnTo>
                <a:lnTo>
                  <a:pt x="1826275" y="88652"/>
                </a:lnTo>
                <a:lnTo>
                  <a:pt x="1829950" y="88867"/>
                </a:lnTo>
                <a:lnTo>
                  <a:pt x="1833625" y="89085"/>
                </a:lnTo>
                <a:lnTo>
                  <a:pt x="1837299" y="89304"/>
                </a:lnTo>
                <a:lnTo>
                  <a:pt x="1840974" y="89524"/>
                </a:lnTo>
                <a:lnTo>
                  <a:pt x="1844648" y="89745"/>
                </a:lnTo>
                <a:lnTo>
                  <a:pt x="1848323" y="89966"/>
                </a:lnTo>
                <a:lnTo>
                  <a:pt x="1851998" y="90187"/>
                </a:lnTo>
                <a:lnTo>
                  <a:pt x="1855672" y="90406"/>
                </a:lnTo>
                <a:lnTo>
                  <a:pt x="1859347" y="90623"/>
                </a:lnTo>
                <a:lnTo>
                  <a:pt x="1863021" y="90838"/>
                </a:lnTo>
                <a:lnTo>
                  <a:pt x="1866696" y="91051"/>
                </a:lnTo>
                <a:lnTo>
                  <a:pt x="1870371" y="91259"/>
                </a:lnTo>
                <a:lnTo>
                  <a:pt x="1874045" y="91463"/>
                </a:lnTo>
                <a:lnTo>
                  <a:pt x="1877720" y="91663"/>
                </a:lnTo>
              </a:path>
            </a:pathLst>
          </a:custGeom>
          <a:ln w="27101" cap="flat">
            <a:solidFill>
              <a:srgbClr val="C77C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4" name="rc134"/>
          <p:cNvSpPr/>
          <p:nvPr/>
        </p:nvSpPr>
        <p:spPr>
          <a:xfrm>
            <a:off x="6608695" y="2857989"/>
            <a:ext cx="2065492" cy="653993"/>
          </a:xfrm>
          <a:prstGeom prst="rect">
            <a:avLst/>
          </a:prstGeom>
          <a:ln w="17246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5" name="rc135"/>
          <p:cNvSpPr/>
          <p:nvPr/>
        </p:nvSpPr>
        <p:spPr>
          <a:xfrm>
            <a:off x="6608695" y="3600550"/>
            <a:ext cx="2065492" cy="653993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6" name="pl136"/>
          <p:cNvSpPr/>
          <p:nvPr/>
        </p:nvSpPr>
        <p:spPr>
          <a:xfrm>
            <a:off x="6608695" y="4129570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7" name="pl137"/>
          <p:cNvSpPr/>
          <p:nvPr/>
        </p:nvSpPr>
        <p:spPr>
          <a:xfrm>
            <a:off x="6608695" y="3939079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8" name="pl138"/>
          <p:cNvSpPr/>
          <p:nvPr/>
        </p:nvSpPr>
        <p:spPr>
          <a:xfrm>
            <a:off x="6608695" y="3748587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9" name="pl139"/>
          <p:cNvSpPr/>
          <p:nvPr/>
        </p:nvSpPr>
        <p:spPr>
          <a:xfrm>
            <a:off x="6937297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0" name="pl140"/>
          <p:cNvSpPr/>
          <p:nvPr/>
        </p:nvSpPr>
        <p:spPr>
          <a:xfrm>
            <a:off x="7406727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1" name="pl141"/>
          <p:cNvSpPr/>
          <p:nvPr/>
        </p:nvSpPr>
        <p:spPr>
          <a:xfrm>
            <a:off x="7876157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2" name="pl142"/>
          <p:cNvSpPr/>
          <p:nvPr/>
        </p:nvSpPr>
        <p:spPr>
          <a:xfrm>
            <a:off x="8345587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3" name="pl143"/>
          <p:cNvSpPr/>
          <p:nvPr/>
        </p:nvSpPr>
        <p:spPr>
          <a:xfrm>
            <a:off x="6608695" y="4224816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4" name="pl144"/>
          <p:cNvSpPr/>
          <p:nvPr/>
        </p:nvSpPr>
        <p:spPr>
          <a:xfrm>
            <a:off x="6608695" y="4034324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5" name="pl145"/>
          <p:cNvSpPr/>
          <p:nvPr/>
        </p:nvSpPr>
        <p:spPr>
          <a:xfrm>
            <a:off x="6608695" y="3843833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6" name="pl146"/>
          <p:cNvSpPr/>
          <p:nvPr/>
        </p:nvSpPr>
        <p:spPr>
          <a:xfrm>
            <a:off x="6608695" y="3653342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7" name="pl147"/>
          <p:cNvSpPr/>
          <p:nvPr/>
        </p:nvSpPr>
        <p:spPr>
          <a:xfrm>
            <a:off x="6702581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8" name="pl148"/>
          <p:cNvSpPr/>
          <p:nvPr/>
        </p:nvSpPr>
        <p:spPr>
          <a:xfrm>
            <a:off x="7172012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9" name="pl149"/>
          <p:cNvSpPr/>
          <p:nvPr/>
        </p:nvSpPr>
        <p:spPr>
          <a:xfrm>
            <a:off x="7641442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0" name="pl150"/>
          <p:cNvSpPr/>
          <p:nvPr/>
        </p:nvSpPr>
        <p:spPr>
          <a:xfrm>
            <a:off x="8110872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1" name="pl151"/>
          <p:cNvSpPr/>
          <p:nvPr/>
        </p:nvSpPr>
        <p:spPr>
          <a:xfrm>
            <a:off x="8580302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2" name="pg152"/>
          <p:cNvSpPr/>
          <p:nvPr/>
        </p:nvSpPr>
        <p:spPr>
          <a:xfrm>
            <a:off x="6702581" y="3655864"/>
            <a:ext cx="1877720" cy="568951"/>
          </a:xfrm>
          <a:custGeom>
            <a:avLst/>
            <a:gdLst/>
            <a:ahLst/>
            <a:cxnLst/>
            <a:rect l="0" t="0" r="0" b="0"/>
            <a:pathLst>
              <a:path w="1877720" h="568951">
                <a:moveTo>
                  <a:pt x="0" y="568951"/>
                </a:moveTo>
                <a:lnTo>
                  <a:pt x="3674" y="568951"/>
                </a:lnTo>
                <a:lnTo>
                  <a:pt x="7349" y="568951"/>
                </a:lnTo>
                <a:lnTo>
                  <a:pt x="11023" y="568951"/>
                </a:lnTo>
                <a:lnTo>
                  <a:pt x="14698" y="568951"/>
                </a:lnTo>
                <a:lnTo>
                  <a:pt x="18372" y="568951"/>
                </a:lnTo>
                <a:lnTo>
                  <a:pt x="22047" y="568951"/>
                </a:lnTo>
                <a:lnTo>
                  <a:pt x="25722" y="568951"/>
                </a:lnTo>
                <a:lnTo>
                  <a:pt x="29396" y="568951"/>
                </a:lnTo>
                <a:lnTo>
                  <a:pt x="33071" y="568951"/>
                </a:lnTo>
                <a:lnTo>
                  <a:pt x="36745" y="568951"/>
                </a:lnTo>
                <a:lnTo>
                  <a:pt x="40420" y="568951"/>
                </a:lnTo>
                <a:lnTo>
                  <a:pt x="44095" y="568951"/>
                </a:lnTo>
                <a:lnTo>
                  <a:pt x="47769" y="568951"/>
                </a:lnTo>
                <a:lnTo>
                  <a:pt x="51444" y="568951"/>
                </a:lnTo>
                <a:lnTo>
                  <a:pt x="55118" y="568951"/>
                </a:lnTo>
                <a:lnTo>
                  <a:pt x="58793" y="568951"/>
                </a:lnTo>
                <a:lnTo>
                  <a:pt x="62468" y="568951"/>
                </a:lnTo>
                <a:lnTo>
                  <a:pt x="66142" y="568951"/>
                </a:lnTo>
                <a:lnTo>
                  <a:pt x="69817" y="568951"/>
                </a:lnTo>
                <a:lnTo>
                  <a:pt x="73491" y="568951"/>
                </a:lnTo>
                <a:lnTo>
                  <a:pt x="77166" y="568951"/>
                </a:lnTo>
                <a:lnTo>
                  <a:pt x="80841" y="568951"/>
                </a:lnTo>
                <a:lnTo>
                  <a:pt x="84515" y="568951"/>
                </a:lnTo>
                <a:lnTo>
                  <a:pt x="88190" y="568951"/>
                </a:lnTo>
                <a:lnTo>
                  <a:pt x="91864" y="568951"/>
                </a:lnTo>
                <a:lnTo>
                  <a:pt x="95539" y="568951"/>
                </a:lnTo>
                <a:lnTo>
                  <a:pt x="99214" y="568951"/>
                </a:lnTo>
                <a:lnTo>
                  <a:pt x="102888" y="568951"/>
                </a:lnTo>
                <a:lnTo>
                  <a:pt x="106563" y="568951"/>
                </a:lnTo>
                <a:lnTo>
                  <a:pt x="110237" y="568951"/>
                </a:lnTo>
                <a:lnTo>
                  <a:pt x="113912" y="568951"/>
                </a:lnTo>
                <a:lnTo>
                  <a:pt x="117587" y="568951"/>
                </a:lnTo>
                <a:lnTo>
                  <a:pt x="121261" y="568951"/>
                </a:lnTo>
                <a:lnTo>
                  <a:pt x="124936" y="568951"/>
                </a:lnTo>
                <a:lnTo>
                  <a:pt x="128610" y="568951"/>
                </a:lnTo>
                <a:lnTo>
                  <a:pt x="132285" y="568951"/>
                </a:lnTo>
                <a:lnTo>
                  <a:pt x="135960" y="568951"/>
                </a:lnTo>
                <a:lnTo>
                  <a:pt x="139634" y="568951"/>
                </a:lnTo>
                <a:lnTo>
                  <a:pt x="143309" y="568951"/>
                </a:lnTo>
                <a:lnTo>
                  <a:pt x="146983" y="568951"/>
                </a:lnTo>
                <a:lnTo>
                  <a:pt x="150658" y="568951"/>
                </a:lnTo>
                <a:lnTo>
                  <a:pt x="154333" y="568951"/>
                </a:lnTo>
                <a:lnTo>
                  <a:pt x="158007" y="568951"/>
                </a:lnTo>
                <a:lnTo>
                  <a:pt x="161682" y="568951"/>
                </a:lnTo>
                <a:lnTo>
                  <a:pt x="165356" y="568951"/>
                </a:lnTo>
                <a:lnTo>
                  <a:pt x="169031" y="568951"/>
                </a:lnTo>
                <a:lnTo>
                  <a:pt x="172706" y="568951"/>
                </a:lnTo>
                <a:lnTo>
                  <a:pt x="176380" y="568951"/>
                </a:lnTo>
                <a:lnTo>
                  <a:pt x="180055" y="568951"/>
                </a:lnTo>
                <a:lnTo>
                  <a:pt x="183729" y="568951"/>
                </a:lnTo>
                <a:lnTo>
                  <a:pt x="187404" y="568951"/>
                </a:lnTo>
                <a:lnTo>
                  <a:pt x="191079" y="568951"/>
                </a:lnTo>
                <a:lnTo>
                  <a:pt x="194753" y="568951"/>
                </a:lnTo>
                <a:lnTo>
                  <a:pt x="198428" y="568951"/>
                </a:lnTo>
                <a:lnTo>
                  <a:pt x="202102" y="568951"/>
                </a:lnTo>
                <a:lnTo>
                  <a:pt x="205777" y="568951"/>
                </a:lnTo>
                <a:lnTo>
                  <a:pt x="209452" y="568951"/>
                </a:lnTo>
                <a:lnTo>
                  <a:pt x="213126" y="568951"/>
                </a:lnTo>
                <a:lnTo>
                  <a:pt x="216801" y="568951"/>
                </a:lnTo>
                <a:lnTo>
                  <a:pt x="220475" y="568951"/>
                </a:lnTo>
                <a:lnTo>
                  <a:pt x="224150" y="568951"/>
                </a:lnTo>
                <a:lnTo>
                  <a:pt x="227825" y="568951"/>
                </a:lnTo>
                <a:lnTo>
                  <a:pt x="231499" y="568951"/>
                </a:lnTo>
                <a:lnTo>
                  <a:pt x="235174" y="568951"/>
                </a:lnTo>
                <a:lnTo>
                  <a:pt x="238848" y="568951"/>
                </a:lnTo>
                <a:lnTo>
                  <a:pt x="242523" y="568951"/>
                </a:lnTo>
                <a:lnTo>
                  <a:pt x="246198" y="568951"/>
                </a:lnTo>
                <a:lnTo>
                  <a:pt x="249872" y="568951"/>
                </a:lnTo>
                <a:lnTo>
                  <a:pt x="253547" y="568951"/>
                </a:lnTo>
                <a:lnTo>
                  <a:pt x="257221" y="568951"/>
                </a:lnTo>
                <a:lnTo>
                  <a:pt x="260896" y="568951"/>
                </a:lnTo>
                <a:lnTo>
                  <a:pt x="264571" y="568951"/>
                </a:lnTo>
                <a:lnTo>
                  <a:pt x="268245" y="568951"/>
                </a:lnTo>
                <a:lnTo>
                  <a:pt x="271920" y="568951"/>
                </a:lnTo>
                <a:lnTo>
                  <a:pt x="275594" y="568951"/>
                </a:lnTo>
                <a:lnTo>
                  <a:pt x="279269" y="568951"/>
                </a:lnTo>
                <a:lnTo>
                  <a:pt x="282944" y="568951"/>
                </a:lnTo>
                <a:lnTo>
                  <a:pt x="286618" y="568951"/>
                </a:lnTo>
                <a:lnTo>
                  <a:pt x="290293" y="568951"/>
                </a:lnTo>
                <a:lnTo>
                  <a:pt x="293967" y="568951"/>
                </a:lnTo>
                <a:lnTo>
                  <a:pt x="297642" y="568951"/>
                </a:lnTo>
                <a:lnTo>
                  <a:pt x="301317" y="568951"/>
                </a:lnTo>
                <a:lnTo>
                  <a:pt x="304991" y="568951"/>
                </a:lnTo>
                <a:lnTo>
                  <a:pt x="308666" y="568951"/>
                </a:lnTo>
                <a:lnTo>
                  <a:pt x="312340" y="568951"/>
                </a:lnTo>
                <a:lnTo>
                  <a:pt x="316015" y="568951"/>
                </a:lnTo>
                <a:lnTo>
                  <a:pt x="319690" y="568951"/>
                </a:lnTo>
                <a:lnTo>
                  <a:pt x="323364" y="568951"/>
                </a:lnTo>
                <a:lnTo>
                  <a:pt x="327039" y="568951"/>
                </a:lnTo>
                <a:lnTo>
                  <a:pt x="330713" y="568951"/>
                </a:lnTo>
                <a:lnTo>
                  <a:pt x="334388" y="568951"/>
                </a:lnTo>
                <a:lnTo>
                  <a:pt x="338063" y="568951"/>
                </a:lnTo>
                <a:lnTo>
                  <a:pt x="341737" y="568951"/>
                </a:lnTo>
                <a:lnTo>
                  <a:pt x="345412" y="568951"/>
                </a:lnTo>
                <a:lnTo>
                  <a:pt x="349086" y="568951"/>
                </a:lnTo>
                <a:lnTo>
                  <a:pt x="352761" y="568951"/>
                </a:lnTo>
                <a:lnTo>
                  <a:pt x="356436" y="568951"/>
                </a:lnTo>
                <a:lnTo>
                  <a:pt x="360110" y="568951"/>
                </a:lnTo>
                <a:lnTo>
                  <a:pt x="363785" y="568951"/>
                </a:lnTo>
                <a:lnTo>
                  <a:pt x="367459" y="568951"/>
                </a:lnTo>
                <a:lnTo>
                  <a:pt x="371134" y="568951"/>
                </a:lnTo>
                <a:lnTo>
                  <a:pt x="374809" y="568951"/>
                </a:lnTo>
                <a:lnTo>
                  <a:pt x="378483" y="568951"/>
                </a:lnTo>
                <a:lnTo>
                  <a:pt x="382158" y="568951"/>
                </a:lnTo>
                <a:lnTo>
                  <a:pt x="385832" y="568951"/>
                </a:lnTo>
                <a:lnTo>
                  <a:pt x="389507" y="568951"/>
                </a:lnTo>
                <a:lnTo>
                  <a:pt x="393182" y="568951"/>
                </a:lnTo>
                <a:lnTo>
                  <a:pt x="396856" y="568951"/>
                </a:lnTo>
                <a:lnTo>
                  <a:pt x="400531" y="568951"/>
                </a:lnTo>
                <a:lnTo>
                  <a:pt x="404205" y="568951"/>
                </a:lnTo>
                <a:lnTo>
                  <a:pt x="407880" y="568951"/>
                </a:lnTo>
                <a:lnTo>
                  <a:pt x="411555" y="568951"/>
                </a:lnTo>
                <a:lnTo>
                  <a:pt x="415229" y="568951"/>
                </a:lnTo>
                <a:lnTo>
                  <a:pt x="418904" y="568951"/>
                </a:lnTo>
                <a:lnTo>
                  <a:pt x="422578" y="568951"/>
                </a:lnTo>
                <a:lnTo>
                  <a:pt x="426253" y="568951"/>
                </a:lnTo>
                <a:lnTo>
                  <a:pt x="429928" y="568951"/>
                </a:lnTo>
                <a:lnTo>
                  <a:pt x="433602" y="568951"/>
                </a:lnTo>
                <a:lnTo>
                  <a:pt x="437277" y="568951"/>
                </a:lnTo>
                <a:lnTo>
                  <a:pt x="440951" y="568951"/>
                </a:lnTo>
                <a:lnTo>
                  <a:pt x="444626" y="568951"/>
                </a:lnTo>
                <a:lnTo>
                  <a:pt x="448301" y="568951"/>
                </a:lnTo>
                <a:lnTo>
                  <a:pt x="451975" y="568951"/>
                </a:lnTo>
                <a:lnTo>
                  <a:pt x="455650" y="568951"/>
                </a:lnTo>
                <a:lnTo>
                  <a:pt x="459324" y="568951"/>
                </a:lnTo>
                <a:lnTo>
                  <a:pt x="462999" y="568951"/>
                </a:lnTo>
                <a:lnTo>
                  <a:pt x="466674" y="568951"/>
                </a:lnTo>
                <a:lnTo>
                  <a:pt x="470348" y="568951"/>
                </a:lnTo>
                <a:lnTo>
                  <a:pt x="474023" y="568951"/>
                </a:lnTo>
                <a:lnTo>
                  <a:pt x="477697" y="568951"/>
                </a:lnTo>
                <a:lnTo>
                  <a:pt x="481372" y="568951"/>
                </a:lnTo>
                <a:lnTo>
                  <a:pt x="485047" y="568951"/>
                </a:lnTo>
                <a:lnTo>
                  <a:pt x="488721" y="568951"/>
                </a:lnTo>
                <a:lnTo>
                  <a:pt x="492396" y="568951"/>
                </a:lnTo>
                <a:lnTo>
                  <a:pt x="496070" y="568951"/>
                </a:lnTo>
                <a:lnTo>
                  <a:pt x="499745" y="568951"/>
                </a:lnTo>
                <a:lnTo>
                  <a:pt x="503420" y="568951"/>
                </a:lnTo>
                <a:lnTo>
                  <a:pt x="507094" y="568951"/>
                </a:lnTo>
                <a:lnTo>
                  <a:pt x="510769" y="568951"/>
                </a:lnTo>
                <a:lnTo>
                  <a:pt x="514443" y="568951"/>
                </a:lnTo>
                <a:lnTo>
                  <a:pt x="518118" y="568951"/>
                </a:lnTo>
                <a:lnTo>
                  <a:pt x="521793" y="568951"/>
                </a:lnTo>
                <a:lnTo>
                  <a:pt x="525467" y="568951"/>
                </a:lnTo>
                <a:lnTo>
                  <a:pt x="529142" y="568951"/>
                </a:lnTo>
                <a:lnTo>
                  <a:pt x="532816" y="568951"/>
                </a:lnTo>
                <a:lnTo>
                  <a:pt x="536491" y="568951"/>
                </a:lnTo>
                <a:lnTo>
                  <a:pt x="540166" y="568951"/>
                </a:lnTo>
                <a:lnTo>
                  <a:pt x="543840" y="568951"/>
                </a:lnTo>
                <a:lnTo>
                  <a:pt x="547515" y="568951"/>
                </a:lnTo>
                <a:lnTo>
                  <a:pt x="551189" y="568951"/>
                </a:lnTo>
                <a:lnTo>
                  <a:pt x="554864" y="568951"/>
                </a:lnTo>
                <a:lnTo>
                  <a:pt x="558539" y="568951"/>
                </a:lnTo>
                <a:lnTo>
                  <a:pt x="562213" y="568951"/>
                </a:lnTo>
                <a:lnTo>
                  <a:pt x="565888" y="568951"/>
                </a:lnTo>
                <a:lnTo>
                  <a:pt x="569562" y="568951"/>
                </a:lnTo>
                <a:lnTo>
                  <a:pt x="573237" y="568951"/>
                </a:lnTo>
                <a:lnTo>
                  <a:pt x="576912" y="568951"/>
                </a:lnTo>
                <a:lnTo>
                  <a:pt x="580586" y="568951"/>
                </a:lnTo>
                <a:lnTo>
                  <a:pt x="584261" y="568951"/>
                </a:lnTo>
                <a:lnTo>
                  <a:pt x="587935" y="568951"/>
                </a:lnTo>
                <a:lnTo>
                  <a:pt x="591610" y="568951"/>
                </a:lnTo>
                <a:lnTo>
                  <a:pt x="595285" y="568951"/>
                </a:lnTo>
                <a:lnTo>
                  <a:pt x="598959" y="568951"/>
                </a:lnTo>
                <a:lnTo>
                  <a:pt x="602634" y="568951"/>
                </a:lnTo>
                <a:lnTo>
                  <a:pt x="606308" y="568951"/>
                </a:lnTo>
                <a:lnTo>
                  <a:pt x="609983" y="568951"/>
                </a:lnTo>
                <a:lnTo>
                  <a:pt x="613658" y="568951"/>
                </a:lnTo>
                <a:lnTo>
                  <a:pt x="617332" y="568951"/>
                </a:lnTo>
                <a:lnTo>
                  <a:pt x="621007" y="568951"/>
                </a:lnTo>
                <a:lnTo>
                  <a:pt x="624681" y="568951"/>
                </a:lnTo>
                <a:lnTo>
                  <a:pt x="628356" y="568951"/>
                </a:lnTo>
                <a:lnTo>
                  <a:pt x="632031" y="568951"/>
                </a:lnTo>
                <a:lnTo>
                  <a:pt x="635705" y="568951"/>
                </a:lnTo>
                <a:lnTo>
                  <a:pt x="639380" y="568951"/>
                </a:lnTo>
                <a:lnTo>
                  <a:pt x="643054" y="568951"/>
                </a:lnTo>
                <a:lnTo>
                  <a:pt x="646729" y="568951"/>
                </a:lnTo>
                <a:lnTo>
                  <a:pt x="650404" y="568951"/>
                </a:lnTo>
                <a:lnTo>
                  <a:pt x="654078" y="568951"/>
                </a:lnTo>
                <a:lnTo>
                  <a:pt x="657753" y="568951"/>
                </a:lnTo>
                <a:lnTo>
                  <a:pt x="661427" y="568951"/>
                </a:lnTo>
                <a:lnTo>
                  <a:pt x="665102" y="568951"/>
                </a:lnTo>
                <a:lnTo>
                  <a:pt x="668777" y="568951"/>
                </a:lnTo>
                <a:lnTo>
                  <a:pt x="672451" y="568951"/>
                </a:lnTo>
                <a:lnTo>
                  <a:pt x="676126" y="568951"/>
                </a:lnTo>
                <a:lnTo>
                  <a:pt x="679800" y="568951"/>
                </a:lnTo>
                <a:lnTo>
                  <a:pt x="683475" y="568951"/>
                </a:lnTo>
                <a:lnTo>
                  <a:pt x="687150" y="568951"/>
                </a:lnTo>
                <a:lnTo>
                  <a:pt x="690824" y="568951"/>
                </a:lnTo>
                <a:lnTo>
                  <a:pt x="694499" y="568951"/>
                </a:lnTo>
                <a:lnTo>
                  <a:pt x="698173" y="568951"/>
                </a:lnTo>
                <a:lnTo>
                  <a:pt x="701848" y="568951"/>
                </a:lnTo>
                <a:lnTo>
                  <a:pt x="705523" y="568951"/>
                </a:lnTo>
                <a:lnTo>
                  <a:pt x="709197" y="568951"/>
                </a:lnTo>
                <a:lnTo>
                  <a:pt x="712872" y="568951"/>
                </a:lnTo>
                <a:lnTo>
                  <a:pt x="716546" y="568951"/>
                </a:lnTo>
                <a:lnTo>
                  <a:pt x="720221" y="568951"/>
                </a:lnTo>
                <a:lnTo>
                  <a:pt x="723896" y="568951"/>
                </a:lnTo>
                <a:lnTo>
                  <a:pt x="727570" y="568951"/>
                </a:lnTo>
                <a:lnTo>
                  <a:pt x="731245" y="568951"/>
                </a:lnTo>
                <a:lnTo>
                  <a:pt x="734919" y="568951"/>
                </a:lnTo>
                <a:lnTo>
                  <a:pt x="738594" y="568951"/>
                </a:lnTo>
                <a:lnTo>
                  <a:pt x="742269" y="568951"/>
                </a:lnTo>
                <a:lnTo>
                  <a:pt x="745943" y="568951"/>
                </a:lnTo>
                <a:lnTo>
                  <a:pt x="749618" y="568951"/>
                </a:lnTo>
                <a:lnTo>
                  <a:pt x="753292" y="568951"/>
                </a:lnTo>
                <a:lnTo>
                  <a:pt x="756967" y="568951"/>
                </a:lnTo>
                <a:lnTo>
                  <a:pt x="760642" y="568951"/>
                </a:lnTo>
                <a:lnTo>
                  <a:pt x="764316" y="568951"/>
                </a:lnTo>
                <a:lnTo>
                  <a:pt x="767991" y="568951"/>
                </a:lnTo>
                <a:lnTo>
                  <a:pt x="771665" y="568951"/>
                </a:lnTo>
                <a:lnTo>
                  <a:pt x="775340" y="568951"/>
                </a:lnTo>
                <a:lnTo>
                  <a:pt x="779015" y="568949"/>
                </a:lnTo>
                <a:lnTo>
                  <a:pt x="782689" y="568944"/>
                </a:lnTo>
                <a:lnTo>
                  <a:pt x="786364" y="568930"/>
                </a:lnTo>
                <a:lnTo>
                  <a:pt x="790038" y="568899"/>
                </a:lnTo>
                <a:lnTo>
                  <a:pt x="793713" y="568837"/>
                </a:lnTo>
                <a:lnTo>
                  <a:pt x="797388" y="568730"/>
                </a:lnTo>
                <a:lnTo>
                  <a:pt x="801062" y="568566"/>
                </a:lnTo>
                <a:lnTo>
                  <a:pt x="804737" y="568343"/>
                </a:lnTo>
                <a:lnTo>
                  <a:pt x="808411" y="568074"/>
                </a:lnTo>
                <a:lnTo>
                  <a:pt x="812086" y="567777"/>
                </a:lnTo>
                <a:lnTo>
                  <a:pt x="815761" y="567474"/>
                </a:lnTo>
                <a:lnTo>
                  <a:pt x="819435" y="567163"/>
                </a:lnTo>
                <a:lnTo>
                  <a:pt x="823110" y="566805"/>
                </a:lnTo>
                <a:lnTo>
                  <a:pt x="826784" y="566311"/>
                </a:lnTo>
                <a:lnTo>
                  <a:pt x="830459" y="565536"/>
                </a:lnTo>
                <a:lnTo>
                  <a:pt x="834134" y="564297"/>
                </a:lnTo>
                <a:lnTo>
                  <a:pt x="837808" y="562412"/>
                </a:lnTo>
                <a:lnTo>
                  <a:pt x="841483" y="559755"/>
                </a:lnTo>
                <a:lnTo>
                  <a:pt x="845157" y="556302"/>
                </a:lnTo>
                <a:lnTo>
                  <a:pt x="848832" y="552161"/>
                </a:lnTo>
                <a:lnTo>
                  <a:pt x="852507" y="547536"/>
                </a:lnTo>
                <a:lnTo>
                  <a:pt x="856181" y="542631"/>
                </a:lnTo>
                <a:lnTo>
                  <a:pt x="859856" y="537538"/>
                </a:lnTo>
                <a:lnTo>
                  <a:pt x="863530" y="532116"/>
                </a:lnTo>
                <a:lnTo>
                  <a:pt x="867205" y="526075"/>
                </a:lnTo>
                <a:lnTo>
                  <a:pt x="870880" y="519129"/>
                </a:lnTo>
                <a:lnTo>
                  <a:pt x="874554" y="511145"/>
                </a:lnTo>
                <a:lnTo>
                  <a:pt x="878229" y="502137"/>
                </a:lnTo>
                <a:lnTo>
                  <a:pt x="881903" y="492108"/>
                </a:lnTo>
                <a:lnTo>
                  <a:pt x="885578" y="480885"/>
                </a:lnTo>
                <a:lnTo>
                  <a:pt x="889253" y="468124"/>
                </a:lnTo>
                <a:lnTo>
                  <a:pt x="892927" y="453519"/>
                </a:lnTo>
                <a:lnTo>
                  <a:pt x="896602" y="437063"/>
                </a:lnTo>
                <a:lnTo>
                  <a:pt x="900276" y="419137"/>
                </a:lnTo>
                <a:lnTo>
                  <a:pt x="903951" y="400328"/>
                </a:lnTo>
                <a:lnTo>
                  <a:pt x="907626" y="381134"/>
                </a:lnTo>
                <a:lnTo>
                  <a:pt x="911300" y="361771"/>
                </a:lnTo>
                <a:lnTo>
                  <a:pt x="914975" y="342208"/>
                </a:lnTo>
                <a:lnTo>
                  <a:pt x="918649" y="322329"/>
                </a:lnTo>
                <a:lnTo>
                  <a:pt x="922324" y="302003"/>
                </a:lnTo>
                <a:lnTo>
                  <a:pt x="925999" y="281004"/>
                </a:lnTo>
                <a:lnTo>
                  <a:pt x="929673" y="258929"/>
                </a:lnTo>
                <a:lnTo>
                  <a:pt x="933348" y="235326"/>
                </a:lnTo>
                <a:lnTo>
                  <a:pt x="937022" y="210047"/>
                </a:lnTo>
                <a:lnTo>
                  <a:pt x="940697" y="183555"/>
                </a:lnTo>
                <a:lnTo>
                  <a:pt x="944372" y="156948"/>
                </a:lnTo>
                <a:lnTo>
                  <a:pt x="948046" y="131326"/>
                </a:lnTo>
                <a:lnTo>
                  <a:pt x="951721" y="107363"/>
                </a:lnTo>
                <a:lnTo>
                  <a:pt x="955395" y="85333"/>
                </a:lnTo>
                <a:lnTo>
                  <a:pt x="959070" y="65404"/>
                </a:lnTo>
                <a:lnTo>
                  <a:pt x="962745" y="47889"/>
                </a:lnTo>
                <a:lnTo>
                  <a:pt x="966419" y="33206"/>
                </a:lnTo>
                <a:lnTo>
                  <a:pt x="970094" y="21638"/>
                </a:lnTo>
                <a:lnTo>
                  <a:pt x="973768" y="13116"/>
                </a:lnTo>
                <a:lnTo>
                  <a:pt x="977443" y="7212"/>
                </a:lnTo>
                <a:lnTo>
                  <a:pt x="981118" y="3326"/>
                </a:lnTo>
                <a:lnTo>
                  <a:pt x="984792" y="972"/>
                </a:lnTo>
                <a:lnTo>
                  <a:pt x="988467" y="0"/>
                </a:lnTo>
                <a:lnTo>
                  <a:pt x="992141" y="669"/>
                </a:lnTo>
                <a:lnTo>
                  <a:pt x="995816" y="3503"/>
                </a:lnTo>
                <a:lnTo>
                  <a:pt x="999491" y="8980"/>
                </a:lnTo>
                <a:lnTo>
                  <a:pt x="1003165" y="17200"/>
                </a:lnTo>
                <a:lnTo>
                  <a:pt x="1006840" y="27747"/>
                </a:lnTo>
                <a:lnTo>
                  <a:pt x="1010514" y="39833"/>
                </a:lnTo>
                <a:lnTo>
                  <a:pt x="1014189" y="52683"/>
                </a:lnTo>
                <a:lnTo>
                  <a:pt x="1017864" y="65888"/>
                </a:lnTo>
                <a:lnTo>
                  <a:pt x="1021538" y="79531"/>
                </a:lnTo>
                <a:lnTo>
                  <a:pt x="1025213" y="93991"/>
                </a:lnTo>
                <a:lnTo>
                  <a:pt x="1028887" y="109668"/>
                </a:lnTo>
                <a:lnTo>
                  <a:pt x="1032562" y="126522"/>
                </a:lnTo>
                <a:lnTo>
                  <a:pt x="1036237" y="144180"/>
                </a:lnTo>
                <a:lnTo>
                  <a:pt x="1039911" y="161974"/>
                </a:lnTo>
                <a:lnTo>
                  <a:pt x="1043586" y="179110"/>
                </a:lnTo>
                <a:lnTo>
                  <a:pt x="1047260" y="194906"/>
                </a:lnTo>
                <a:lnTo>
                  <a:pt x="1050935" y="209077"/>
                </a:lnTo>
                <a:lnTo>
                  <a:pt x="1054610" y="221925"/>
                </a:lnTo>
                <a:lnTo>
                  <a:pt x="1058284" y="234322"/>
                </a:lnTo>
                <a:lnTo>
                  <a:pt x="1061959" y="247405"/>
                </a:lnTo>
                <a:lnTo>
                  <a:pt x="1065633" y="262118"/>
                </a:lnTo>
                <a:lnTo>
                  <a:pt x="1069308" y="278785"/>
                </a:lnTo>
                <a:lnTo>
                  <a:pt x="1072983" y="296929"/>
                </a:lnTo>
                <a:lnTo>
                  <a:pt x="1076657" y="315449"/>
                </a:lnTo>
                <a:lnTo>
                  <a:pt x="1080332" y="333052"/>
                </a:lnTo>
                <a:lnTo>
                  <a:pt x="1084006" y="348758"/>
                </a:lnTo>
                <a:lnTo>
                  <a:pt x="1087681" y="362208"/>
                </a:lnTo>
                <a:lnTo>
                  <a:pt x="1091356" y="373663"/>
                </a:lnTo>
                <a:lnTo>
                  <a:pt x="1095030" y="383736"/>
                </a:lnTo>
                <a:lnTo>
                  <a:pt x="1098705" y="393028"/>
                </a:lnTo>
                <a:lnTo>
                  <a:pt x="1102379" y="401927"/>
                </a:lnTo>
                <a:lnTo>
                  <a:pt x="1106054" y="410611"/>
                </a:lnTo>
                <a:lnTo>
                  <a:pt x="1109729" y="419205"/>
                </a:lnTo>
                <a:lnTo>
                  <a:pt x="1113403" y="427879"/>
                </a:lnTo>
                <a:lnTo>
                  <a:pt x="1117078" y="436791"/>
                </a:lnTo>
                <a:lnTo>
                  <a:pt x="1120752" y="445938"/>
                </a:lnTo>
                <a:lnTo>
                  <a:pt x="1124427" y="455148"/>
                </a:lnTo>
                <a:lnTo>
                  <a:pt x="1128102" y="464182"/>
                </a:lnTo>
                <a:lnTo>
                  <a:pt x="1131776" y="472871"/>
                </a:lnTo>
                <a:lnTo>
                  <a:pt x="1135451" y="481169"/>
                </a:lnTo>
                <a:lnTo>
                  <a:pt x="1139125" y="489110"/>
                </a:lnTo>
                <a:lnTo>
                  <a:pt x="1142800" y="496727"/>
                </a:lnTo>
                <a:lnTo>
                  <a:pt x="1146475" y="504007"/>
                </a:lnTo>
                <a:lnTo>
                  <a:pt x="1150149" y="510898"/>
                </a:lnTo>
                <a:lnTo>
                  <a:pt x="1153824" y="517322"/>
                </a:lnTo>
                <a:lnTo>
                  <a:pt x="1157498" y="523191"/>
                </a:lnTo>
                <a:lnTo>
                  <a:pt x="1161173" y="528426"/>
                </a:lnTo>
                <a:lnTo>
                  <a:pt x="1164848" y="532983"/>
                </a:lnTo>
                <a:lnTo>
                  <a:pt x="1168522" y="536884"/>
                </a:lnTo>
                <a:lnTo>
                  <a:pt x="1172197" y="540223"/>
                </a:lnTo>
                <a:lnTo>
                  <a:pt x="1175871" y="543122"/>
                </a:lnTo>
                <a:lnTo>
                  <a:pt x="1179546" y="545694"/>
                </a:lnTo>
                <a:lnTo>
                  <a:pt x="1183221" y="548010"/>
                </a:lnTo>
                <a:lnTo>
                  <a:pt x="1186895" y="550113"/>
                </a:lnTo>
                <a:lnTo>
                  <a:pt x="1190570" y="552039"/>
                </a:lnTo>
                <a:lnTo>
                  <a:pt x="1194244" y="553830"/>
                </a:lnTo>
                <a:lnTo>
                  <a:pt x="1197919" y="555511"/>
                </a:lnTo>
                <a:lnTo>
                  <a:pt x="1201594" y="557049"/>
                </a:lnTo>
                <a:lnTo>
                  <a:pt x="1205268" y="558365"/>
                </a:lnTo>
                <a:lnTo>
                  <a:pt x="1208943" y="559371"/>
                </a:lnTo>
                <a:lnTo>
                  <a:pt x="1212617" y="560031"/>
                </a:lnTo>
                <a:lnTo>
                  <a:pt x="1216292" y="560408"/>
                </a:lnTo>
                <a:lnTo>
                  <a:pt x="1219967" y="560648"/>
                </a:lnTo>
                <a:lnTo>
                  <a:pt x="1223641" y="560912"/>
                </a:lnTo>
                <a:lnTo>
                  <a:pt x="1227316" y="561300"/>
                </a:lnTo>
                <a:lnTo>
                  <a:pt x="1230990" y="561800"/>
                </a:lnTo>
                <a:lnTo>
                  <a:pt x="1234665" y="562305"/>
                </a:lnTo>
                <a:lnTo>
                  <a:pt x="1238340" y="562686"/>
                </a:lnTo>
                <a:lnTo>
                  <a:pt x="1242014" y="562869"/>
                </a:lnTo>
                <a:lnTo>
                  <a:pt x="1245689" y="562881"/>
                </a:lnTo>
                <a:lnTo>
                  <a:pt x="1249363" y="562831"/>
                </a:lnTo>
                <a:lnTo>
                  <a:pt x="1253038" y="562855"/>
                </a:lnTo>
                <a:lnTo>
                  <a:pt x="1256713" y="563056"/>
                </a:lnTo>
                <a:lnTo>
                  <a:pt x="1260387" y="563471"/>
                </a:lnTo>
                <a:lnTo>
                  <a:pt x="1264062" y="564070"/>
                </a:lnTo>
                <a:lnTo>
                  <a:pt x="1267736" y="564782"/>
                </a:lnTo>
                <a:lnTo>
                  <a:pt x="1271411" y="565522"/>
                </a:lnTo>
                <a:lnTo>
                  <a:pt x="1275086" y="566216"/>
                </a:lnTo>
                <a:lnTo>
                  <a:pt x="1278760" y="566818"/>
                </a:lnTo>
                <a:lnTo>
                  <a:pt x="1282435" y="567315"/>
                </a:lnTo>
                <a:lnTo>
                  <a:pt x="1286109" y="567717"/>
                </a:lnTo>
                <a:lnTo>
                  <a:pt x="1289784" y="568049"/>
                </a:lnTo>
                <a:lnTo>
                  <a:pt x="1293459" y="568322"/>
                </a:lnTo>
                <a:lnTo>
                  <a:pt x="1297133" y="568542"/>
                </a:lnTo>
                <a:lnTo>
                  <a:pt x="1300808" y="568705"/>
                </a:lnTo>
                <a:lnTo>
                  <a:pt x="1304482" y="568817"/>
                </a:lnTo>
                <a:lnTo>
                  <a:pt x="1308157" y="568885"/>
                </a:lnTo>
                <a:lnTo>
                  <a:pt x="1311832" y="568922"/>
                </a:lnTo>
                <a:lnTo>
                  <a:pt x="1315506" y="568940"/>
                </a:lnTo>
                <a:lnTo>
                  <a:pt x="1319181" y="568947"/>
                </a:lnTo>
                <a:lnTo>
                  <a:pt x="1322855" y="568950"/>
                </a:lnTo>
                <a:lnTo>
                  <a:pt x="1326530" y="568951"/>
                </a:lnTo>
                <a:lnTo>
                  <a:pt x="1330205" y="568951"/>
                </a:lnTo>
                <a:lnTo>
                  <a:pt x="1333879" y="568951"/>
                </a:lnTo>
                <a:lnTo>
                  <a:pt x="1337554" y="568951"/>
                </a:lnTo>
                <a:lnTo>
                  <a:pt x="1341228" y="568951"/>
                </a:lnTo>
                <a:lnTo>
                  <a:pt x="1344903" y="568951"/>
                </a:lnTo>
                <a:lnTo>
                  <a:pt x="1348577" y="568951"/>
                </a:lnTo>
                <a:lnTo>
                  <a:pt x="1352252" y="568951"/>
                </a:lnTo>
                <a:lnTo>
                  <a:pt x="1355927" y="568951"/>
                </a:lnTo>
                <a:lnTo>
                  <a:pt x="1359601" y="568951"/>
                </a:lnTo>
                <a:lnTo>
                  <a:pt x="1363276" y="568951"/>
                </a:lnTo>
                <a:lnTo>
                  <a:pt x="1366950" y="568951"/>
                </a:lnTo>
                <a:lnTo>
                  <a:pt x="1370625" y="568951"/>
                </a:lnTo>
                <a:lnTo>
                  <a:pt x="1374300" y="568951"/>
                </a:lnTo>
                <a:lnTo>
                  <a:pt x="1377974" y="568951"/>
                </a:lnTo>
                <a:lnTo>
                  <a:pt x="1381649" y="568951"/>
                </a:lnTo>
                <a:lnTo>
                  <a:pt x="1385323" y="568951"/>
                </a:lnTo>
                <a:lnTo>
                  <a:pt x="1388998" y="568951"/>
                </a:lnTo>
                <a:lnTo>
                  <a:pt x="1392673" y="568951"/>
                </a:lnTo>
                <a:lnTo>
                  <a:pt x="1396347" y="568951"/>
                </a:lnTo>
                <a:lnTo>
                  <a:pt x="1400022" y="568951"/>
                </a:lnTo>
                <a:lnTo>
                  <a:pt x="1403696" y="568951"/>
                </a:lnTo>
                <a:lnTo>
                  <a:pt x="1407371" y="568951"/>
                </a:lnTo>
                <a:lnTo>
                  <a:pt x="1411046" y="568951"/>
                </a:lnTo>
                <a:lnTo>
                  <a:pt x="1414720" y="568951"/>
                </a:lnTo>
                <a:lnTo>
                  <a:pt x="1418395" y="568951"/>
                </a:lnTo>
                <a:lnTo>
                  <a:pt x="1422069" y="568951"/>
                </a:lnTo>
                <a:lnTo>
                  <a:pt x="1425744" y="568951"/>
                </a:lnTo>
                <a:lnTo>
                  <a:pt x="1429419" y="568951"/>
                </a:lnTo>
                <a:lnTo>
                  <a:pt x="1433093" y="568951"/>
                </a:lnTo>
                <a:lnTo>
                  <a:pt x="1436768" y="568951"/>
                </a:lnTo>
                <a:lnTo>
                  <a:pt x="1440442" y="568951"/>
                </a:lnTo>
                <a:lnTo>
                  <a:pt x="1444117" y="568951"/>
                </a:lnTo>
                <a:lnTo>
                  <a:pt x="1447792" y="568951"/>
                </a:lnTo>
                <a:lnTo>
                  <a:pt x="1451466" y="568951"/>
                </a:lnTo>
                <a:lnTo>
                  <a:pt x="1455141" y="568951"/>
                </a:lnTo>
                <a:lnTo>
                  <a:pt x="1458815" y="568951"/>
                </a:lnTo>
                <a:lnTo>
                  <a:pt x="1462490" y="568951"/>
                </a:lnTo>
                <a:lnTo>
                  <a:pt x="1466165" y="568951"/>
                </a:lnTo>
                <a:lnTo>
                  <a:pt x="1469839" y="568951"/>
                </a:lnTo>
                <a:lnTo>
                  <a:pt x="1473514" y="568951"/>
                </a:lnTo>
                <a:lnTo>
                  <a:pt x="1477188" y="568951"/>
                </a:lnTo>
                <a:lnTo>
                  <a:pt x="1480863" y="568951"/>
                </a:lnTo>
                <a:lnTo>
                  <a:pt x="1484538" y="568951"/>
                </a:lnTo>
                <a:lnTo>
                  <a:pt x="1488212" y="568951"/>
                </a:lnTo>
                <a:lnTo>
                  <a:pt x="1491887" y="568951"/>
                </a:lnTo>
                <a:lnTo>
                  <a:pt x="1495561" y="568951"/>
                </a:lnTo>
                <a:lnTo>
                  <a:pt x="1499236" y="568951"/>
                </a:lnTo>
                <a:lnTo>
                  <a:pt x="1502911" y="568951"/>
                </a:lnTo>
                <a:lnTo>
                  <a:pt x="1506585" y="568951"/>
                </a:lnTo>
                <a:lnTo>
                  <a:pt x="1510260" y="568951"/>
                </a:lnTo>
                <a:lnTo>
                  <a:pt x="1513934" y="568951"/>
                </a:lnTo>
                <a:lnTo>
                  <a:pt x="1517609" y="568951"/>
                </a:lnTo>
                <a:lnTo>
                  <a:pt x="1521284" y="568951"/>
                </a:lnTo>
                <a:lnTo>
                  <a:pt x="1524958" y="568951"/>
                </a:lnTo>
                <a:lnTo>
                  <a:pt x="1528633" y="568951"/>
                </a:lnTo>
                <a:lnTo>
                  <a:pt x="1532307" y="568951"/>
                </a:lnTo>
                <a:lnTo>
                  <a:pt x="1535982" y="568951"/>
                </a:lnTo>
                <a:lnTo>
                  <a:pt x="1539657" y="568951"/>
                </a:lnTo>
                <a:lnTo>
                  <a:pt x="1543331" y="568951"/>
                </a:lnTo>
                <a:lnTo>
                  <a:pt x="1547006" y="568951"/>
                </a:lnTo>
                <a:lnTo>
                  <a:pt x="1550680" y="568951"/>
                </a:lnTo>
                <a:lnTo>
                  <a:pt x="1554355" y="568951"/>
                </a:lnTo>
                <a:lnTo>
                  <a:pt x="1558030" y="568951"/>
                </a:lnTo>
                <a:lnTo>
                  <a:pt x="1561704" y="568951"/>
                </a:lnTo>
                <a:lnTo>
                  <a:pt x="1565379" y="568951"/>
                </a:lnTo>
                <a:lnTo>
                  <a:pt x="1569053" y="568951"/>
                </a:lnTo>
                <a:lnTo>
                  <a:pt x="1572728" y="568951"/>
                </a:lnTo>
                <a:lnTo>
                  <a:pt x="1576403" y="568951"/>
                </a:lnTo>
                <a:lnTo>
                  <a:pt x="1580077" y="568951"/>
                </a:lnTo>
                <a:lnTo>
                  <a:pt x="1583752" y="568951"/>
                </a:lnTo>
                <a:lnTo>
                  <a:pt x="1587426" y="568951"/>
                </a:lnTo>
                <a:lnTo>
                  <a:pt x="1591101" y="568951"/>
                </a:lnTo>
                <a:lnTo>
                  <a:pt x="1594776" y="568951"/>
                </a:lnTo>
                <a:lnTo>
                  <a:pt x="1598450" y="568951"/>
                </a:lnTo>
                <a:lnTo>
                  <a:pt x="1602125" y="568951"/>
                </a:lnTo>
                <a:lnTo>
                  <a:pt x="1605799" y="568951"/>
                </a:lnTo>
                <a:lnTo>
                  <a:pt x="1609474" y="568951"/>
                </a:lnTo>
                <a:lnTo>
                  <a:pt x="1613149" y="568951"/>
                </a:lnTo>
                <a:lnTo>
                  <a:pt x="1616823" y="568951"/>
                </a:lnTo>
                <a:lnTo>
                  <a:pt x="1620498" y="568951"/>
                </a:lnTo>
                <a:lnTo>
                  <a:pt x="1624172" y="568951"/>
                </a:lnTo>
                <a:lnTo>
                  <a:pt x="1627847" y="568951"/>
                </a:lnTo>
                <a:lnTo>
                  <a:pt x="1631522" y="568951"/>
                </a:lnTo>
                <a:lnTo>
                  <a:pt x="1635196" y="568951"/>
                </a:lnTo>
                <a:lnTo>
                  <a:pt x="1638871" y="568951"/>
                </a:lnTo>
                <a:lnTo>
                  <a:pt x="1642545" y="568951"/>
                </a:lnTo>
                <a:lnTo>
                  <a:pt x="1646220" y="568951"/>
                </a:lnTo>
                <a:lnTo>
                  <a:pt x="1649895" y="568951"/>
                </a:lnTo>
                <a:lnTo>
                  <a:pt x="1653569" y="568951"/>
                </a:lnTo>
                <a:lnTo>
                  <a:pt x="1657244" y="568951"/>
                </a:lnTo>
                <a:lnTo>
                  <a:pt x="1660918" y="568951"/>
                </a:lnTo>
                <a:lnTo>
                  <a:pt x="1664593" y="568951"/>
                </a:lnTo>
                <a:lnTo>
                  <a:pt x="1668268" y="568951"/>
                </a:lnTo>
                <a:lnTo>
                  <a:pt x="1671942" y="568951"/>
                </a:lnTo>
                <a:lnTo>
                  <a:pt x="1675617" y="568951"/>
                </a:lnTo>
                <a:lnTo>
                  <a:pt x="1679291" y="568951"/>
                </a:lnTo>
                <a:lnTo>
                  <a:pt x="1682966" y="568951"/>
                </a:lnTo>
                <a:lnTo>
                  <a:pt x="1686641" y="568951"/>
                </a:lnTo>
                <a:lnTo>
                  <a:pt x="1690315" y="568951"/>
                </a:lnTo>
                <a:lnTo>
                  <a:pt x="1693990" y="568951"/>
                </a:lnTo>
                <a:lnTo>
                  <a:pt x="1697664" y="568951"/>
                </a:lnTo>
                <a:lnTo>
                  <a:pt x="1701339" y="568951"/>
                </a:lnTo>
                <a:lnTo>
                  <a:pt x="1705014" y="568951"/>
                </a:lnTo>
                <a:lnTo>
                  <a:pt x="1708688" y="568951"/>
                </a:lnTo>
                <a:lnTo>
                  <a:pt x="1712363" y="568951"/>
                </a:lnTo>
                <a:lnTo>
                  <a:pt x="1716037" y="568951"/>
                </a:lnTo>
                <a:lnTo>
                  <a:pt x="1719712" y="568951"/>
                </a:lnTo>
                <a:lnTo>
                  <a:pt x="1723387" y="568951"/>
                </a:lnTo>
                <a:lnTo>
                  <a:pt x="1727061" y="568951"/>
                </a:lnTo>
                <a:lnTo>
                  <a:pt x="1730736" y="568951"/>
                </a:lnTo>
                <a:lnTo>
                  <a:pt x="1734410" y="568951"/>
                </a:lnTo>
                <a:lnTo>
                  <a:pt x="1738085" y="568951"/>
                </a:lnTo>
                <a:lnTo>
                  <a:pt x="1741760" y="568951"/>
                </a:lnTo>
                <a:lnTo>
                  <a:pt x="1745434" y="568951"/>
                </a:lnTo>
                <a:lnTo>
                  <a:pt x="1749109" y="568951"/>
                </a:lnTo>
                <a:lnTo>
                  <a:pt x="1752783" y="568951"/>
                </a:lnTo>
                <a:lnTo>
                  <a:pt x="1756458" y="568951"/>
                </a:lnTo>
                <a:lnTo>
                  <a:pt x="1760133" y="568951"/>
                </a:lnTo>
                <a:lnTo>
                  <a:pt x="1763807" y="568951"/>
                </a:lnTo>
                <a:lnTo>
                  <a:pt x="1767482" y="568951"/>
                </a:lnTo>
                <a:lnTo>
                  <a:pt x="1771156" y="568951"/>
                </a:lnTo>
                <a:lnTo>
                  <a:pt x="1774831" y="568951"/>
                </a:lnTo>
                <a:lnTo>
                  <a:pt x="1778506" y="568951"/>
                </a:lnTo>
                <a:lnTo>
                  <a:pt x="1782180" y="568951"/>
                </a:lnTo>
                <a:lnTo>
                  <a:pt x="1785855" y="568951"/>
                </a:lnTo>
                <a:lnTo>
                  <a:pt x="1789529" y="568951"/>
                </a:lnTo>
                <a:lnTo>
                  <a:pt x="1793204" y="568951"/>
                </a:lnTo>
                <a:lnTo>
                  <a:pt x="1796879" y="568951"/>
                </a:lnTo>
                <a:lnTo>
                  <a:pt x="1800553" y="568951"/>
                </a:lnTo>
                <a:lnTo>
                  <a:pt x="1804228" y="568951"/>
                </a:lnTo>
                <a:lnTo>
                  <a:pt x="1807902" y="568951"/>
                </a:lnTo>
                <a:lnTo>
                  <a:pt x="1811577" y="568951"/>
                </a:lnTo>
                <a:lnTo>
                  <a:pt x="1815252" y="568951"/>
                </a:lnTo>
                <a:lnTo>
                  <a:pt x="1818926" y="568951"/>
                </a:lnTo>
                <a:lnTo>
                  <a:pt x="1822601" y="568951"/>
                </a:lnTo>
                <a:lnTo>
                  <a:pt x="1826275" y="568951"/>
                </a:lnTo>
                <a:lnTo>
                  <a:pt x="1829950" y="568951"/>
                </a:lnTo>
                <a:lnTo>
                  <a:pt x="1833625" y="568951"/>
                </a:lnTo>
                <a:lnTo>
                  <a:pt x="1837299" y="568951"/>
                </a:lnTo>
                <a:lnTo>
                  <a:pt x="1840974" y="568951"/>
                </a:lnTo>
                <a:lnTo>
                  <a:pt x="1844648" y="568951"/>
                </a:lnTo>
                <a:lnTo>
                  <a:pt x="1848323" y="568951"/>
                </a:lnTo>
                <a:lnTo>
                  <a:pt x="1851998" y="568951"/>
                </a:lnTo>
                <a:lnTo>
                  <a:pt x="1855672" y="568951"/>
                </a:lnTo>
                <a:lnTo>
                  <a:pt x="1859347" y="568951"/>
                </a:lnTo>
                <a:lnTo>
                  <a:pt x="1863021" y="568951"/>
                </a:lnTo>
                <a:lnTo>
                  <a:pt x="1866696" y="568951"/>
                </a:lnTo>
                <a:lnTo>
                  <a:pt x="1870371" y="568951"/>
                </a:lnTo>
                <a:lnTo>
                  <a:pt x="1874045" y="568951"/>
                </a:lnTo>
                <a:lnTo>
                  <a:pt x="1877720" y="568951"/>
                </a:lnTo>
                <a:lnTo>
                  <a:pt x="1874045" y="568951"/>
                </a:lnTo>
                <a:lnTo>
                  <a:pt x="1870371" y="568951"/>
                </a:lnTo>
                <a:lnTo>
                  <a:pt x="1866696" y="568951"/>
                </a:lnTo>
                <a:lnTo>
                  <a:pt x="1863021" y="568951"/>
                </a:lnTo>
                <a:lnTo>
                  <a:pt x="1859347" y="568951"/>
                </a:lnTo>
                <a:lnTo>
                  <a:pt x="1855672" y="568951"/>
                </a:lnTo>
                <a:lnTo>
                  <a:pt x="1851998" y="568951"/>
                </a:lnTo>
                <a:lnTo>
                  <a:pt x="1848323" y="568951"/>
                </a:lnTo>
                <a:lnTo>
                  <a:pt x="1844648" y="568951"/>
                </a:lnTo>
                <a:lnTo>
                  <a:pt x="1840974" y="568951"/>
                </a:lnTo>
                <a:lnTo>
                  <a:pt x="1837299" y="568951"/>
                </a:lnTo>
                <a:lnTo>
                  <a:pt x="1833625" y="568951"/>
                </a:lnTo>
                <a:lnTo>
                  <a:pt x="1829950" y="568951"/>
                </a:lnTo>
                <a:lnTo>
                  <a:pt x="1826275" y="568951"/>
                </a:lnTo>
                <a:lnTo>
                  <a:pt x="1822601" y="568951"/>
                </a:lnTo>
                <a:lnTo>
                  <a:pt x="1818926" y="568951"/>
                </a:lnTo>
                <a:lnTo>
                  <a:pt x="1815252" y="568951"/>
                </a:lnTo>
                <a:lnTo>
                  <a:pt x="1811577" y="568951"/>
                </a:lnTo>
                <a:lnTo>
                  <a:pt x="1807902" y="568951"/>
                </a:lnTo>
                <a:lnTo>
                  <a:pt x="1804228" y="568951"/>
                </a:lnTo>
                <a:lnTo>
                  <a:pt x="1800553" y="568951"/>
                </a:lnTo>
                <a:lnTo>
                  <a:pt x="1796879" y="568951"/>
                </a:lnTo>
                <a:lnTo>
                  <a:pt x="1793204" y="568951"/>
                </a:lnTo>
                <a:lnTo>
                  <a:pt x="1789529" y="568951"/>
                </a:lnTo>
                <a:lnTo>
                  <a:pt x="1785855" y="568951"/>
                </a:lnTo>
                <a:lnTo>
                  <a:pt x="1782180" y="568951"/>
                </a:lnTo>
                <a:lnTo>
                  <a:pt x="1778506" y="568951"/>
                </a:lnTo>
                <a:lnTo>
                  <a:pt x="1774831" y="568951"/>
                </a:lnTo>
                <a:lnTo>
                  <a:pt x="1771156" y="568951"/>
                </a:lnTo>
                <a:lnTo>
                  <a:pt x="1767482" y="568951"/>
                </a:lnTo>
                <a:lnTo>
                  <a:pt x="1763807" y="568951"/>
                </a:lnTo>
                <a:lnTo>
                  <a:pt x="1760133" y="568951"/>
                </a:lnTo>
                <a:lnTo>
                  <a:pt x="1756458" y="568951"/>
                </a:lnTo>
                <a:lnTo>
                  <a:pt x="1752783" y="568951"/>
                </a:lnTo>
                <a:lnTo>
                  <a:pt x="1749109" y="568951"/>
                </a:lnTo>
                <a:lnTo>
                  <a:pt x="1745434" y="568951"/>
                </a:lnTo>
                <a:lnTo>
                  <a:pt x="1741760" y="568951"/>
                </a:lnTo>
                <a:lnTo>
                  <a:pt x="1738085" y="568951"/>
                </a:lnTo>
                <a:lnTo>
                  <a:pt x="1734410" y="568951"/>
                </a:lnTo>
                <a:lnTo>
                  <a:pt x="1730736" y="568951"/>
                </a:lnTo>
                <a:lnTo>
                  <a:pt x="1727061" y="568951"/>
                </a:lnTo>
                <a:lnTo>
                  <a:pt x="1723387" y="568951"/>
                </a:lnTo>
                <a:lnTo>
                  <a:pt x="1719712" y="568951"/>
                </a:lnTo>
                <a:lnTo>
                  <a:pt x="1716037" y="568951"/>
                </a:lnTo>
                <a:lnTo>
                  <a:pt x="1712363" y="568951"/>
                </a:lnTo>
                <a:lnTo>
                  <a:pt x="1708688" y="568951"/>
                </a:lnTo>
                <a:lnTo>
                  <a:pt x="1705014" y="568951"/>
                </a:lnTo>
                <a:lnTo>
                  <a:pt x="1701339" y="568951"/>
                </a:lnTo>
                <a:lnTo>
                  <a:pt x="1697664" y="568951"/>
                </a:lnTo>
                <a:lnTo>
                  <a:pt x="1693990" y="568951"/>
                </a:lnTo>
                <a:lnTo>
                  <a:pt x="1690315" y="568951"/>
                </a:lnTo>
                <a:lnTo>
                  <a:pt x="1686641" y="568951"/>
                </a:lnTo>
                <a:lnTo>
                  <a:pt x="1682966" y="568951"/>
                </a:lnTo>
                <a:lnTo>
                  <a:pt x="1679291" y="568951"/>
                </a:lnTo>
                <a:lnTo>
                  <a:pt x="1675617" y="568951"/>
                </a:lnTo>
                <a:lnTo>
                  <a:pt x="1671942" y="568951"/>
                </a:lnTo>
                <a:lnTo>
                  <a:pt x="1668268" y="568951"/>
                </a:lnTo>
                <a:lnTo>
                  <a:pt x="1664593" y="568951"/>
                </a:lnTo>
                <a:lnTo>
                  <a:pt x="1660918" y="568951"/>
                </a:lnTo>
                <a:lnTo>
                  <a:pt x="1657244" y="568951"/>
                </a:lnTo>
                <a:lnTo>
                  <a:pt x="1653569" y="568951"/>
                </a:lnTo>
                <a:lnTo>
                  <a:pt x="1649895" y="568951"/>
                </a:lnTo>
                <a:lnTo>
                  <a:pt x="1646220" y="568951"/>
                </a:lnTo>
                <a:lnTo>
                  <a:pt x="1642545" y="568951"/>
                </a:lnTo>
                <a:lnTo>
                  <a:pt x="1638871" y="568951"/>
                </a:lnTo>
                <a:lnTo>
                  <a:pt x="1635196" y="568951"/>
                </a:lnTo>
                <a:lnTo>
                  <a:pt x="1631522" y="568951"/>
                </a:lnTo>
                <a:lnTo>
                  <a:pt x="1627847" y="568951"/>
                </a:lnTo>
                <a:lnTo>
                  <a:pt x="1624172" y="568951"/>
                </a:lnTo>
                <a:lnTo>
                  <a:pt x="1620498" y="568951"/>
                </a:lnTo>
                <a:lnTo>
                  <a:pt x="1616823" y="568951"/>
                </a:lnTo>
                <a:lnTo>
                  <a:pt x="1613149" y="568951"/>
                </a:lnTo>
                <a:lnTo>
                  <a:pt x="1609474" y="568951"/>
                </a:lnTo>
                <a:lnTo>
                  <a:pt x="1605799" y="568951"/>
                </a:lnTo>
                <a:lnTo>
                  <a:pt x="1602125" y="568951"/>
                </a:lnTo>
                <a:lnTo>
                  <a:pt x="1598450" y="568951"/>
                </a:lnTo>
                <a:lnTo>
                  <a:pt x="1594776" y="568951"/>
                </a:lnTo>
                <a:lnTo>
                  <a:pt x="1591101" y="568951"/>
                </a:lnTo>
                <a:lnTo>
                  <a:pt x="1587426" y="568951"/>
                </a:lnTo>
                <a:lnTo>
                  <a:pt x="1583752" y="568951"/>
                </a:lnTo>
                <a:lnTo>
                  <a:pt x="1580077" y="568951"/>
                </a:lnTo>
                <a:lnTo>
                  <a:pt x="1576403" y="568951"/>
                </a:lnTo>
                <a:lnTo>
                  <a:pt x="1572728" y="568951"/>
                </a:lnTo>
                <a:lnTo>
                  <a:pt x="1569053" y="568951"/>
                </a:lnTo>
                <a:lnTo>
                  <a:pt x="1565379" y="568951"/>
                </a:lnTo>
                <a:lnTo>
                  <a:pt x="1561704" y="568951"/>
                </a:lnTo>
                <a:lnTo>
                  <a:pt x="1558030" y="568951"/>
                </a:lnTo>
                <a:lnTo>
                  <a:pt x="1554355" y="568951"/>
                </a:lnTo>
                <a:lnTo>
                  <a:pt x="1550680" y="568951"/>
                </a:lnTo>
                <a:lnTo>
                  <a:pt x="1547006" y="568951"/>
                </a:lnTo>
                <a:lnTo>
                  <a:pt x="1543331" y="568951"/>
                </a:lnTo>
                <a:lnTo>
                  <a:pt x="1539657" y="568951"/>
                </a:lnTo>
                <a:lnTo>
                  <a:pt x="1535982" y="568951"/>
                </a:lnTo>
                <a:lnTo>
                  <a:pt x="1532307" y="568951"/>
                </a:lnTo>
                <a:lnTo>
                  <a:pt x="1528633" y="568951"/>
                </a:lnTo>
                <a:lnTo>
                  <a:pt x="1524958" y="568951"/>
                </a:lnTo>
                <a:lnTo>
                  <a:pt x="1521284" y="568951"/>
                </a:lnTo>
                <a:lnTo>
                  <a:pt x="1517609" y="568951"/>
                </a:lnTo>
                <a:lnTo>
                  <a:pt x="1513934" y="568951"/>
                </a:lnTo>
                <a:lnTo>
                  <a:pt x="1510260" y="568951"/>
                </a:lnTo>
                <a:lnTo>
                  <a:pt x="1506585" y="568951"/>
                </a:lnTo>
                <a:lnTo>
                  <a:pt x="1502911" y="568951"/>
                </a:lnTo>
                <a:lnTo>
                  <a:pt x="1499236" y="568951"/>
                </a:lnTo>
                <a:lnTo>
                  <a:pt x="1495561" y="568951"/>
                </a:lnTo>
                <a:lnTo>
                  <a:pt x="1491887" y="568951"/>
                </a:lnTo>
                <a:lnTo>
                  <a:pt x="1488212" y="568951"/>
                </a:lnTo>
                <a:lnTo>
                  <a:pt x="1484538" y="568951"/>
                </a:lnTo>
                <a:lnTo>
                  <a:pt x="1480863" y="568951"/>
                </a:lnTo>
                <a:lnTo>
                  <a:pt x="1477188" y="568951"/>
                </a:lnTo>
                <a:lnTo>
                  <a:pt x="1473514" y="568951"/>
                </a:lnTo>
                <a:lnTo>
                  <a:pt x="1469839" y="568951"/>
                </a:lnTo>
                <a:lnTo>
                  <a:pt x="1466165" y="568951"/>
                </a:lnTo>
                <a:lnTo>
                  <a:pt x="1462490" y="568951"/>
                </a:lnTo>
                <a:lnTo>
                  <a:pt x="1458815" y="568951"/>
                </a:lnTo>
                <a:lnTo>
                  <a:pt x="1455141" y="568951"/>
                </a:lnTo>
                <a:lnTo>
                  <a:pt x="1451466" y="568951"/>
                </a:lnTo>
                <a:lnTo>
                  <a:pt x="1447792" y="568951"/>
                </a:lnTo>
                <a:lnTo>
                  <a:pt x="1444117" y="568951"/>
                </a:lnTo>
                <a:lnTo>
                  <a:pt x="1440442" y="568951"/>
                </a:lnTo>
                <a:lnTo>
                  <a:pt x="1436768" y="568951"/>
                </a:lnTo>
                <a:lnTo>
                  <a:pt x="1433093" y="568951"/>
                </a:lnTo>
                <a:lnTo>
                  <a:pt x="1429419" y="568951"/>
                </a:lnTo>
                <a:lnTo>
                  <a:pt x="1425744" y="568951"/>
                </a:lnTo>
                <a:lnTo>
                  <a:pt x="1422069" y="568951"/>
                </a:lnTo>
                <a:lnTo>
                  <a:pt x="1418395" y="568951"/>
                </a:lnTo>
                <a:lnTo>
                  <a:pt x="1414720" y="568951"/>
                </a:lnTo>
                <a:lnTo>
                  <a:pt x="1411046" y="568951"/>
                </a:lnTo>
                <a:lnTo>
                  <a:pt x="1407371" y="568951"/>
                </a:lnTo>
                <a:lnTo>
                  <a:pt x="1403696" y="568951"/>
                </a:lnTo>
                <a:lnTo>
                  <a:pt x="1400022" y="568951"/>
                </a:lnTo>
                <a:lnTo>
                  <a:pt x="1396347" y="568951"/>
                </a:lnTo>
                <a:lnTo>
                  <a:pt x="1392673" y="568951"/>
                </a:lnTo>
                <a:lnTo>
                  <a:pt x="1388998" y="568951"/>
                </a:lnTo>
                <a:lnTo>
                  <a:pt x="1385323" y="568951"/>
                </a:lnTo>
                <a:lnTo>
                  <a:pt x="1381649" y="568951"/>
                </a:lnTo>
                <a:lnTo>
                  <a:pt x="1377974" y="568951"/>
                </a:lnTo>
                <a:lnTo>
                  <a:pt x="1374300" y="568951"/>
                </a:lnTo>
                <a:lnTo>
                  <a:pt x="1370625" y="568951"/>
                </a:lnTo>
                <a:lnTo>
                  <a:pt x="1366950" y="568951"/>
                </a:lnTo>
                <a:lnTo>
                  <a:pt x="1363276" y="568951"/>
                </a:lnTo>
                <a:lnTo>
                  <a:pt x="1359601" y="568951"/>
                </a:lnTo>
                <a:lnTo>
                  <a:pt x="1355927" y="568951"/>
                </a:lnTo>
                <a:lnTo>
                  <a:pt x="1352252" y="568951"/>
                </a:lnTo>
                <a:lnTo>
                  <a:pt x="1348577" y="568951"/>
                </a:lnTo>
                <a:lnTo>
                  <a:pt x="1344903" y="568951"/>
                </a:lnTo>
                <a:lnTo>
                  <a:pt x="1341228" y="568951"/>
                </a:lnTo>
                <a:lnTo>
                  <a:pt x="1337554" y="568951"/>
                </a:lnTo>
                <a:lnTo>
                  <a:pt x="1333879" y="568951"/>
                </a:lnTo>
                <a:lnTo>
                  <a:pt x="1330205" y="568951"/>
                </a:lnTo>
                <a:lnTo>
                  <a:pt x="1326530" y="568951"/>
                </a:lnTo>
                <a:lnTo>
                  <a:pt x="1322855" y="568951"/>
                </a:lnTo>
                <a:lnTo>
                  <a:pt x="1319181" y="568951"/>
                </a:lnTo>
                <a:lnTo>
                  <a:pt x="1315506" y="568951"/>
                </a:lnTo>
                <a:lnTo>
                  <a:pt x="1311832" y="568951"/>
                </a:lnTo>
                <a:lnTo>
                  <a:pt x="1308157" y="568951"/>
                </a:lnTo>
                <a:lnTo>
                  <a:pt x="1304482" y="568951"/>
                </a:lnTo>
                <a:lnTo>
                  <a:pt x="1300808" y="568951"/>
                </a:lnTo>
                <a:lnTo>
                  <a:pt x="1297133" y="568951"/>
                </a:lnTo>
                <a:lnTo>
                  <a:pt x="1293459" y="568951"/>
                </a:lnTo>
                <a:lnTo>
                  <a:pt x="1289784" y="568951"/>
                </a:lnTo>
                <a:lnTo>
                  <a:pt x="1286109" y="568951"/>
                </a:lnTo>
                <a:lnTo>
                  <a:pt x="1282435" y="568951"/>
                </a:lnTo>
                <a:lnTo>
                  <a:pt x="1278760" y="568951"/>
                </a:lnTo>
                <a:lnTo>
                  <a:pt x="1275086" y="568951"/>
                </a:lnTo>
                <a:lnTo>
                  <a:pt x="1271411" y="568951"/>
                </a:lnTo>
                <a:lnTo>
                  <a:pt x="1267736" y="568951"/>
                </a:lnTo>
                <a:lnTo>
                  <a:pt x="1264062" y="568951"/>
                </a:lnTo>
                <a:lnTo>
                  <a:pt x="1260387" y="568951"/>
                </a:lnTo>
                <a:lnTo>
                  <a:pt x="1256713" y="568951"/>
                </a:lnTo>
                <a:lnTo>
                  <a:pt x="1253038" y="568951"/>
                </a:lnTo>
                <a:lnTo>
                  <a:pt x="1249363" y="568951"/>
                </a:lnTo>
                <a:lnTo>
                  <a:pt x="1245689" y="568951"/>
                </a:lnTo>
                <a:lnTo>
                  <a:pt x="1242014" y="568951"/>
                </a:lnTo>
                <a:lnTo>
                  <a:pt x="1238340" y="568951"/>
                </a:lnTo>
                <a:lnTo>
                  <a:pt x="1234665" y="568951"/>
                </a:lnTo>
                <a:lnTo>
                  <a:pt x="1230990" y="568951"/>
                </a:lnTo>
                <a:lnTo>
                  <a:pt x="1227316" y="568951"/>
                </a:lnTo>
                <a:lnTo>
                  <a:pt x="1223641" y="568951"/>
                </a:lnTo>
                <a:lnTo>
                  <a:pt x="1219967" y="568951"/>
                </a:lnTo>
                <a:lnTo>
                  <a:pt x="1216292" y="568951"/>
                </a:lnTo>
                <a:lnTo>
                  <a:pt x="1212617" y="568951"/>
                </a:lnTo>
                <a:lnTo>
                  <a:pt x="1208943" y="568951"/>
                </a:lnTo>
                <a:lnTo>
                  <a:pt x="1205268" y="568951"/>
                </a:lnTo>
                <a:lnTo>
                  <a:pt x="1201594" y="568951"/>
                </a:lnTo>
                <a:lnTo>
                  <a:pt x="1197919" y="568951"/>
                </a:lnTo>
                <a:lnTo>
                  <a:pt x="1194244" y="568951"/>
                </a:lnTo>
                <a:lnTo>
                  <a:pt x="1190570" y="568951"/>
                </a:lnTo>
                <a:lnTo>
                  <a:pt x="1186895" y="568951"/>
                </a:lnTo>
                <a:lnTo>
                  <a:pt x="1183221" y="568951"/>
                </a:lnTo>
                <a:lnTo>
                  <a:pt x="1179546" y="568951"/>
                </a:lnTo>
                <a:lnTo>
                  <a:pt x="1175871" y="568951"/>
                </a:lnTo>
                <a:lnTo>
                  <a:pt x="1172197" y="568951"/>
                </a:lnTo>
                <a:lnTo>
                  <a:pt x="1168522" y="568951"/>
                </a:lnTo>
                <a:lnTo>
                  <a:pt x="1164848" y="568951"/>
                </a:lnTo>
                <a:lnTo>
                  <a:pt x="1161173" y="568951"/>
                </a:lnTo>
                <a:lnTo>
                  <a:pt x="1157498" y="568951"/>
                </a:lnTo>
                <a:lnTo>
                  <a:pt x="1153824" y="568951"/>
                </a:lnTo>
                <a:lnTo>
                  <a:pt x="1150149" y="568951"/>
                </a:lnTo>
                <a:lnTo>
                  <a:pt x="1146475" y="568951"/>
                </a:lnTo>
                <a:lnTo>
                  <a:pt x="1142800" y="568951"/>
                </a:lnTo>
                <a:lnTo>
                  <a:pt x="1139125" y="568951"/>
                </a:lnTo>
                <a:lnTo>
                  <a:pt x="1135451" y="568951"/>
                </a:lnTo>
                <a:lnTo>
                  <a:pt x="1131776" y="568951"/>
                </a:lnTo>
                <a:lnTo>
                  <a:pt x="1128102" y="568951"/>
                </a:lnTo>
                <a:lnTo>
                  <a:pt x="1124427" y="568951"/>
                </a:lnTo>
                <a:lnTo>
                  <a:pt x="1120752" y="568951"/>
                </a:lnTo>
                <a:lnTo>
                  <a:pt x="1117078" y="568951"/>
                </a:lnTo>
                <a:lnTo>
                  <a:pt x="1113403" y="568951"/>
                </a:lnTo>
                <a:lnTo>
                  <a:pt x="1109729" y="568951"/>
                </a:lnTo>
                <a:lnTo>
                  <a:pt x="1106054" y="568951"/>
                </a:lnTo>
                <a:lnTo>
                  <a:pt x="1102379" y="568951"/>
                </a:lnTo>
                <a:lnTo>
                  <a:pt x="1098705" y="568951"/>
                </a:lnTo>
                <a:lnTo>
                  <a:pt x="1095030" y="568951"/>
                </a:lnTo>
                <a:lnTo>
                  <a:pt x="1091356" y="568951"/>
                </a:lnTo>
                <a:lnTo>
                  <a:pt x="1087681" y="568951"/>
                </a:lnTo>
                <a:lnTo>
                  <a:pt x="1084006" y="568951"/>
                </a:lnTo>
                <a:lnTo>
                  <a:pt x="1080332" y="568951"/>
                </a:lnTo>
                <a:lnTo>
                  <a:pt x="1076657" y="568951"/>
                </a:lnTo>
                <a:lnTo>
                  <a:pt x="1072983" y="568951"/>
                </a:lnTo>
                <a:lnTo>
                  <a:pt x="1069308" y="568951"/>
                </a:lnTo>
                <a:lnTo>
                  <a:pt x="1065633" y="568951"/>
                </a:lnTo>
                <a:lnTo>
                  <a:pt x="1061959" y="568951"/>
                </a:lnTo>
                <a:lnTo>
                  <a:pt x="1058284" y="568951"/>
                </a:lnTo>
                <a:lnTo>
                  <a:pt x="1054610" y="568951"/>
                </a:lnTo>
                <a:lnTo>
                  <a:pt x="1050935" y="568951"/>
                </a:lnTo>
                <a:lnTo>
                  <a:pt x="1047260" y="568951"/>
                </a:lnTo>
                <a:lnTo>
                  <a:pt x="1043586" y="568951"/>
                </a:lnTo>
                <a:lnTo>
                  <a:pt x="1039911" y="568951"/>
                </a:lnTo>
                <a:lnTo>
                  <a:pt x="1036237" y="568951"/>
                </a:lnTo>
                <a:lnTo>
                  <a:pt x="1032562" y="568951"/>
                </a:lnTo>
                <a:lnTo>
                  <a:pt x="1028887" y="568951"/>
                </a:lnTo>
                <a:lnTo>
                  <a:pt x="1025213" y="568951"/>
                </a:lnTo>
                <a:lnTo>
                  <a:pt x="1021538" y="568951"/>
                </a:lnTo>
                <a:lnTo>
                  <a:pt x="1017864" y="568951"/>
                </a:lnTo>
                <a:lnTo>
                  <a:pt x="1014189" y="568951"/>
                </a:lnTo>
                <a:lnTo>
                  <a:pt x="1010514" y="568951"/>
                </a:lnTo>
                <a:lnTo>
                  <a:pt x="1006840" y="568951"/>
                </a:lnTo>
                <a:lnTo>
                  <a:pt x="1003165" y="568951"/>
                </a:lnTo>
                <a:lnTo>
                  <a:pt x="999491" y="568951"/>
                </a:lnTo>
                <a:lnTo>
                  <a:pt x="995816" y="568951"/>
                </a:lnTo>
                <a:lnTo>
                  <a:pt x="992141" y="568951"/>
                </a:lnTo>
                <a:lnTo>
                  <a:pt x="988467" y="568951"/>
                </a:lnTo>
                <a:lnTo>
                  <a:pt x="984792" y="568951"/>
                </a:lnTo>
                <a:lnTo>
                  <a:pt x="981118" y="568951"/>
                </a:lnTo>
                <a:lnTo>
                  <a:pt x="977443" y="568951"/>
                </a:lnTo>
                <a:lnTo>
                  <a:pt x="973768" y="568951"/>
                </a:lnTo>
                <a:lnTo>
                  <a:pt x="970094" y="568951"/>
                </a:lnTo>
                <a:lnTo>
                  <a:pt x="966419" y="568951"/>
                </a:lnTo>
                <a:lnTo>
                  <a:pt x="962745" y="568951"/>
                </a:lnTo>
                <a:lnTo>
                  <a:pt x="959070" y="568951"/>
                </a:lnTo>
                <a:lnTo>
                  <a:pt x="955395" y="568951"/>
                </a:lnTo>
                <a:lnTo>
                  <a:pt x="951721" y="568951"/>
                </a:lnTo>
                <a:lnTo>
                  <a:pt x="948046" y="568951"/>
                </a:lnTo>
                <a:lnTo>
                  <a:pt x="944372" y="568951"/>
                </a:lnTo>
                <a:lnTo>
                  <a:pt x="940697" y="568951"/>
                </a:lnTo>
                <a:lnTo>
                  <a:pt x="937022" y="568951"/>
                </a:lnTo>
                <a:lnTo>
                  <a:pt x="933348" y="568951"/>
                </a:lnTo>
                <a:lnTo>
                  <a:pt x="929673" y="568951"/>
                </a:lnTo>
                <a:lnTo>
                  <a:pt x="925999" y="568951"/>
                </a:lnTo>
                <a:lnTo>
                  <a:pt x="922324" y="568951"/>
                </a:lnTo>
                <a:lnTo>
                  <a:pt x="918649" y="568951"/>
                </a:lnTo>
                <a:lnTo>
                  <a:pt x="914975" y="568951"/>
                </a:lnTo>
                <a:lnTo>
                  <a:pt x="911300" y="568951"/>
                </a:lnTo>
                <a:lnTo>
                  <a:pt x="907626" y="568951"/>
                </a:lnTo>
                <a:lnTo>
                  <a:pt x="903951" y="568951"/>
                </a:lnTo>
                <a:lnTo>
                  <a:pt x="900276" y="568951"/>
                </a:lnTo>
                <a:lnTo>
                  <a:pt x="896602" y="568951"/>
                </a:lnTo>
                <a:lnTo>
                  <a:pt x="892927" y="568951"/>
                </a:lnTo>
                <a:lnTo>
                  <a:pt x="889253" y="568951"/>
                </a:lnTo>
                <a:lnTo>
                  <a:pt x="885578" y="568951"/>
                </a:lnTo>
                <a:lnTo>
                  <a:pt x="881903" y="568951"/>
                </a:lnTo>
                <a:lnTo>
                  <a:pt x="878229" y="568951"/>
                </a:lnTo>
                <a:lnTo>
                  <a:pt x="874554" y="568951"/>
                </a:lnTo>
                <a:lnTo>
                  <a:pt x="870880" y="568951"/>
                </a:lnTo>
                <a:lnTo>
                  <a:pt x="867205" y="568951"/>
                </a:lnTo>
                <a:lnTo>
                  <a:pt x="863530" y="568951"/>
                </a:lnTo>
                <a:lnTo>
                  <a:pt x="859856" y="568951"/>
                </a:lnTo>
                <a:lnTo>
                  <a:pt x="856181" y="568951"/>
                </a:lnTo>
                <a:lnTo>
                  <a:pt x="852507" y="568951"/>
                </a:lnTo>
                <a:lnTo>
                  <a:pt x="848832" y="568951"/>
                </a:lnTo>
                <a:lnTo>
                  <a:pt x="845157" y="568951"/>
                </a:lnTo>
                <a:lnTo>
                  <a:pt x="841483" y="568951"/>
                </a:lnTo>
                <a:lnTo>
                  <a:pt x="837808" y="568951"/>
                </a:lnTo>
                <a:lnTo>
                  <a:pt x="834134" y="568951"/>
                </a:lnTo>
                <a:lnTo>
                  <a:pt x="830459" y="568951"/>
                </a:lnTo>
                <a:lnTo>
                  <a:pt x="826784" y="568951"/>
                </a:lnTo>
                <a:lnTo>
                  <a:pt x="823110" y="568951"/>
                </a:lnTo>
                <a:lnTo>
                  <a:pt x="819435" y="568951"/>
                </a:lnTo>
                <a:lnTo>
                  <a:pt x="815761" y="568951"/>
                </a:lnTo>
                <a:lnTo>
                  <a:pt x="812086" y="568951"/>
                </a:lnTo>
                <a:lnTo>
                  <a:pt x="808411" y="568951"/>
                </a:lnTo>
                <a:lnTo>
                  <a:pt x="804737" y="568951"/>
                </a:lnTo>
                <a:lnTo>
                  <a:pt x="801062" y="568951"/>
                </a:lnTo>
                <a:lnTo>
                  <a:pt x="797388" y="568951"/>
                </a:lnTo>
                <a:lnTo>
                  <a:pt x="793713" y="568951"/>
                </a:lnTo>
                <a:lnTo>
                  <a:pt x="790038" y="568951"/>
                </a:lnTo>
                <a:lnTo>
                  <a:pt x="786364" y="568951"/>
                </a:lnTo>
                <a:lnTo>
                  <a:pt x="782689" y="568951"/>
                </a:lnTo>
                <a:lnTo>
                  <a:pt x="779015" y="568951"/>
                </a:lnTo>
                <a:lnTo>
                  <a:pt x="775340" y="568951"/>
                </a:lnTo>
                <a:lnTo>
                  <a:pt x="771665" y="568951"/>
                </a:lnTo>
                <a:lnTo>
                  <a:pt x="767991" y="568951"/>
                </a:lnTo>
                <a:lnTo>
                  <a:pt x="764316" y="568951"/>
                </a:lnTo>
                <a:lnTo>
                  <a:pt x="760642" y="568951"/>
                </a:lnTo>
                <a:lnTo>
                  <a:pt x="756967" y="568951"/>
                </a:lnTo>
                <a:lnTo>
                  <a:pt x="753292" y="568951"/>
                </a:lnTo>
                <a:lnTo>
                  <a:pt x="749618" y="568951"/>
                </a:lnTo>
                <a:lnTo>
                  <a:pt x="745943" y="568951"/>
                </a:lnTo>
                <a:lnTo>
                  <a:pt x="742269" y="568951"/>
                </a:lnTo>
                <a:lnTo>
                  <a:pt x="738594" y="568951"/>
                </a:lnTo>
                <a:lnTo>
                  <a:pt x="734919" y="568951"/>
                </a:lnTo>
                <a:lnTo>
                  <a:pt x="731245" y="568951"/>
                </a:lnTo>
                <a:lnTo>
                  <a:pt x="727570" y="568951"/>
                </a:lnTo>
                <a:lnTo>
                  <a:pt x="723896" y="568951"/>
                </a:lnTo>
                <a:lnTo>
                  <a:pt x="720221" y="568951"/>
                </a:lnTo>
                <a:lnTo>
                  <a:pt x="716546" y="568951"/>
                </a:lnTo>
                <a:lnTo>
                  <a:pt x="712872" y="568951"/>
                </a:lnTo>
                <a:lnTo>
                  <a:pt x="709197" y="568951"/>
                </a:lnTo>
                <a:lnTo>
                  <a:pt x="705523" y="568951"/>
                </a:lnTo>
                <a:lnTo>
                  <a:pt x="701848" y="568951"/>
                </a:lnTo>
                <a:lnTo>
                  <a:pt x="698173" y="568951"/>
                </a:lnTo>
                <a:lnTo>
                  <a:pt x="694499" y="568951"/>
                </a:lnTo>
                <a:lnTo>
                  <a:pt x="690824" y="568951"/>
                </a:lnTo>
                <a:lnTo>
                  <a:pt x="687150" y="568951"/>
                </a:lnTo>
                <a:lnTo>
                  <a:pt x="683475" y="568951"/>
                </a:lnTo>
                <a:lnTo>
                  <a:pt x="679800" y="568951"/>
                </a:lnTo>
                <a:lnTo>
                  <a:pt x="676126" y="568951"/>
                </a:lnTo>
                <a:lnTo>
                  <a:pt x="672451" y="568951"/>
                </a:lnTo>
                <a:lnTo>
                  <a:pt x="668777" y="568951"/>
                </a:lnTo>
                <a:lnTo>
                  <a:pt x="665102" y="568951"/>
                </a:lnTo>
                <a:lnTo>
                  <a:pt x="661427" y="568951"/>
                </a:lnTo>
                <a:lnTo>
                  <a:pt x="657753" y="568951"/>
                </a:lnTo>
                <a:lnTo>
                  <a:pt x="654078" y="568951"/>
                </a:lnTo>
                <a:lnTo>
                  <a:pt x="650404" y="568951"/>
                </a:lnTo>
                <a:lnTo>
                  <a:pt x="646729" y="568951"/>
                </a:lnTo>
                <a:lnTo>
                  <a:pt x="643054" y="568951"/>
                </a:lnTo>
                <a:lnTo>
                  <a:pt x="639380" y="568951"/>
                </a:lnTo>
                <a:lnTo>
                  <a:pt x="635705" y="568951"/>
                </a:lnTo>
                <a:lnTo>
                  <a:pt x="632031" y="568951"/>
                </a:lnTo>
                <a:lnTo>
                  <a:pt x="628356" y="568951"/>
                </a:lnTo>
                <a:lnTo>
                  <a:pt x="624681" y="568951"/>
                </a:lnTo>
                <a:lnTo>
                  <a:pt x="621007" y="568951"/>
                </a:lnTo>
                <a:lnTo>
                  <a:pt x="617332" y="568951"/>
                </a:lnTo>
                <a:lnTo>
                  <a:pt x="613658" y="568951"/>
                </a:lnTo>
                <a:lnTo>
                  <a:pt x="609983" y="568951"/>
                </a:lnTo>
                <a:lnTo>
                  <a:pt x="606308" y="568951"/>
                </a:lnTo>
                <a:lnTo>
                  <a:pt x="602634" y="568951"/>
                </a:lnTo>
                <a:lnTo>
                  <a:pt x="598959" y="568951"/>
                </a:lnTo>
                <a:lnTo>
                  <a:pt x="595285" y="568951"/>
                </a:lnTo>
                <a:lnTo>
                  <a:pt x="591610" y="568951"/>
                </a:lnTo>
                <a:lnTo>
                  <a:pt x="587935" y="568951"/>
                </a:lnTo>
                <a:lnTo>
                  <a:pt x="584261" y="568951"/>
                </a:lnTo>
                <a:lnTo>
                  <a:pt x="580586" y="568951"/>
                </a:lnTo>
                <a:lnTo>
                  <a:pt x="576912" y="568951"/>
                </a:lnTo>
                <a:lnTo>
                  <a:pt x="573237" y="568951"/>
                </a:lnTo>
                <a:lnTo>
                  <a:pt x="569562" y="568951"/>
                </a:lnTo>
                <a:lnTo>
                  <a:pt x="565888" y="568951"/>
                </a:lnTo>
                <a:lnTo>
                  <a:pt x="562213" y="568951"/>
                </a:lnTo>
                <a:lnTo>
                  <a:pt x="558539" y="568951"/>
                </a:lnTo>
                <a:lnTo>
                  <a:pt x="554864" y="568951"/>
                </a:lnTo>
                <a:lnTo>
                  <a:pt x="551189" y="568951"/>
                </a:lnTo>
                <a:lnTo>
                  <a:pt x="547515" y="568951"/>
                </a:lnTo>
                <a:lnTo>
                  <a:pt x="543840" y="568951"/>
                </a:lnTo>
                <a:lnTo>
                  <a:pt x="540166" y="568951"/>
                </a:lnTo>
                <a:lnTo>
                  <a:pt x="536491" y="568951"/>
                </a:lnTo>
                <a:lnTo>
                  <a:pt x="532816" y="568951"/>
                </a:lnTo>
                <a:lnTo>
                  <a:pt x="529142" y="568951"/>
                </a:lnTo>
                <a:lnTo>
                  <a:pt x="525467" y="568951"/>
                </a:lnTo>
                <a:lnTo>
                  <a:pt x="521793" y="568951"/>
                </a:lnTo>
                <a:lnTo>
                  <a:pt x="518118" y="568951"/>
                </a:lnTo>
                <a:lnTo>
                  <a:pt x="514443" y="568951"/>
                </a:lnTo>
                <a:lnTo>
                  <a:pt x="510769" y="568951"/>
                </a:lnTo>
                <a:lnTo>
                  <a:pt x="507094" y="568951"/>
                </a:lnTo>
                <a:lnTo>
                  <a:pt x="503420" y="568951"/>
                </a:lnTo>
                <a:lnTo>
                  <a:pt x="499745" y="568951"/>
                </a:lnTo>
                <a:lnTo>
                  <a:pt x="496070" y="568951"/>
                </a:lnTo>
                <a:lnTo>
                  <a:pt x="492396" y="568951"/>
                </a:lnTo>
                <a:lnTo>
                  <a:pt x="488721" y="568951"/>
                </a:lnTo>
                <a:lnTo>
                  <a:pt x="485047" y="568951"/>
                </a:lnTo>
                <a:lnTo>
                  <a:pt x="481372" y="568951"/>
                </a:lnTo>
                <a:lnTo>
                  <a:pt x="477697" y="568951"/>
                </a:lnTo>
                <a:lnTo>
                  <a:pt x="474023" y="568951"/>
                </a:lnTo>
                <a:lnTo>
                  <a:pt x="470348" y="568951"/>
                </a:lnTo>
                <a:lnTo>
                  <a:pt x="466674" y="568951"/>
                </a:lnTo>
                <a:lnTo>
                  <a:pt x="462999" y="568951"/>
                </a:lnTo>
                <a:lnTo>
                  <a:pt x="459324" y="568951"/>
                </a:lnTo>
                <a:lnTo>
                  <a:pt x="455650" y="568951"/>
                </a:lnTo>
                <a:lnTo>
                  <a:pt x="451975" y="568951"/>
                </a:lnTo>
                <a:lnTo>
                  <a:pt x="448301" y="568951"/>
                </a:lnTo>
                <a:lnTo>
                  <a:pt x="444626" y="568951"/>
                </a:lnTo>
                <a:lnTo>
                  <a:pt x="440951" y="568951"/>
                </a:lnTo>
                <a:lnTo>
                  <a:pt x="437277" y="568951"/>
                </a:lnTo>
                <a:lnTo>
                  <a:pt x="433602" y="568951"/>
                </a:lnTo>
                <a:lnTo>
                  <a:pt x="429928" y="568951"/>
                </a:lnTo>
                <a:lnTo>
                  <a:pt x="426253" y="568951"/>
                </a:lnTo>
                <a:lnTo>
                  <a:pt x="422578" y="568951"/>
                </a:lnTo>
                <a:lnTo>
                  <a:pt x="418904" y="568951"/>
                </a:lnTo>
                <a:lnTo>
                  <a:pt x="415229" y="568951"/>
                </a:lnTo>
                <a:lnTo>
                  <a:pt x="411555" y="568951"/>
                </a:lnTo>
                <a:lnTo>
                  <a:pt x="407880" y="568951"/>
                </a:lnTo>
                <a:lnTo>
                  <a:pt x="404205" y="568951"/>
                </a:lnTo>
                <a:lnTo>
                  <a:pt x="400531" y="568951"/>
                </a:lnTo>
                <a:lnTo>
                  <a:pt x="396856" y="568951"/>
                </a:lnTo>
                <a:lnTo>
                  <a:pt x="393182" y="568951"/>
                </a:lnTo>
                <a:lnTo>
                  <a:pt x="389507" y="568951"/>
                </a:lnTo>
                <a:lnTo>
                  <a:pt x="385832" y="568951"/>
                </a:lnTo>
                <a:lnTo>
                  <a:pt x="382158" y="568951"/>
                </a:lnTo>
                <a:lnTo>
                  <a:pt x="378483" y="568951"/>
                </a:lnTo>
                <a:lnTo>
                  <a:pt x="374809" y="568951"/>
                </a:lnTo>
                <a:lnTo>
                  <a:pt x="371134" y="568951"/>
                </a:lnTo>
                <a:lnTo>
                  <a:pt x="367459" y="568951"/>
                </a:lnTo>
                <a:lnTo>
                  <a:pt x="363785" y="568951"/>
                </a:lnTo>
                <a:lnTo>
                  <a:pt x="360110" y="568951"/>
                </a:lnTo>
                <a:lnTo>
                  <a:pt x="356436" y="568951"/>
                </a:lnTo>
                <a:lnTo>
                  <a:pt x="352761" y="568951"/>
                </a:lnTo>
                <a:lnTo>
                  <a:pt x="349086" y="568951"/>
                </a:lnTo>
                <a:lnTo>
                  <a:pt x="345412" y="568951"/>
                </a:lnTo>
                <a:lnTo>
                  <a:pt x="341737" y="568951"/>
                </a:lnTo>
                <a:lnTo>
                  <a:pt x="338063" y="568951"/>
                </a:lnTo>
                <a:lnTo>
                  <a:pt x="334388" y="568951"/>
                </a:lnTo>
                <a:lnTo>
                  <a:pt x="330713" y="568951"/>
                </a:lnTo>
                <a:lnTo>
                  <a:pt x="327039" y="568951"/>
                </a:lnTo>
                <a:lnTo>
                  <a:pt x="323364" y="568951"/>
                </a:lnTo>
                <a:lnTo>
                  <a:pt x="319690" y="568951"/>
                </a:lnTo>
                <a:lnTo>
                  <a:pt x="316015" y="568951"/>
                </a:lnTo>
                <a:lnTo>
                  <a:pt x="312340" y="568951"/>
                </a:lnTo>
                <a:lnTo>
                  <a:pt x="308666" y="568951"/>
                </a:lnTo>
                <a:lnTo>
                  <a:pt x="304991" y="568951"/>
                </a:lnTo>
                <a:lnTo>
                  <a:pt x="301317" y="568951"/>
                </a:lnTo>
                <a:lnTo>
                  <a:pt x="297642" y="568951"/>
                </a:lnTo>
                <a:lnTo>
                  <a:pt x="293967" y="568951"/>
                </a:lnTo>
                <a:lnTo>
                  <a:pt x="290293" y="568951"/>
                </a:lnTo>
                <a:lnTo>
                  <a:pt x="286618" y="568951"/>
                </a:lnTo>
                <a:lnTo>
                  <a:pt x="282944" y="568951"/>
                </a:lnTo>
                <a:lnTo>
                  <a:pt x="279269" y="568951"/>
                </a:lnTo>
                <a:lnTo>
                  <a:pt x="275594" y="568951"/>
                </a:lnTo>
                <a:lnTo>
                  <a:pt x="271920" y="568951"/>
                </a:lnTo>
                <a:lnTo>
                  <a:pt x="268245" y="568951"/>
                </a:lnTo>
                <a:lnTo>
                  <a:pt x="264571" y="568951"/>
                </a:lnTo>
                <a:lnTo>
                  <a:pt x="260896" y="568951"/>
                </a:lnTo>
                <a:lnTo>
                  <a:pt x="257221" y="568951"/>
                </a:lnTo>
                <a:lnTo>
                  <a:pt x="253547" y="568951"/>
                </a:lnTo>
                <a:lnTo>
                  <a:pt x="249872" y="568951"/>
                </a:lnTo>
                <a:lnTo>
                  <a:pt x="246198" y="568951"/>
                </a:lnTo>
                <a:lnTo>
                  <a:pt x="242523" y="568951"/>
                </a:lnTo>
                <a:lnTo>
                  <a:pt x="238848" y="568951"/>
                </a:lnTo>
                <a:lnTo>
                  <a:pt x="235174" y="568951"/>
                </a:lnTo>
                <a:lnTo>
                  <a:pt x="231499" y="568951"/>
                </a:lnTo>
                <a:lnTo>
                  <a:pt x="227825" y="568951"/>
                </a:lnTo>
                <a:lnTo>
                  <a:pt x="224150" y="568951"/>
                </a:lnTo>
                <a:lnTo>
                  <a:pt x="220475" y="568951"/>
                </a:lnTo>
                <a:lnTo>
                  <a:pt x="216801" y="568951"/>
                </a:lnTo>
                <a:lnTo>
                  <a:pt x="213126" y="568951"/>
                </a:lnTo>
                <a:lnTo>
                  <a:pt x="209452" y="568951"/>
                </a:lnTo>
                <a:lnTo>
                  <a:pt x="205777" y="568951"/>
                </a:lnTo>
                <a:lnTo>
                  <a:pt x="202102" y="568951"/>
                </a:lnTo>
                <a:lnTo>
                  <a:pt x="198428" y="568951"/>
                </a:lnTo>
                <a:lnTo>
                  <a:pt x="194753" y="568951"/>
                </a:lnTo>
                <a:lnTo>
                  <a:pt x="191079" y="568951"/>
                </a:lnTo>
                <a:lnTo>
                  <a:pt x="187404" y="568951"/>
                </a:lnTo>
                <a:lnTo>
                  <a:pt x="183729" y="568951"/>
                </a:lnTo>
                <a:lnTo>
                  <a:pt x="180055" y="568951"/>
                </a:lnTo>
                <a:lnTo>
                  <a:pt x="176380" y="568951"/>
                </a:lnTo>
                <a:lnTo>
                  <a:pt x="172706" y="568951"/>
                </a:lnTo>
                <a:lnTo>
                  <a:pt x="169031" y="568951"/>
                </a:lnTo>
                <a:lnTo>
                  <a:pt x="165356" y="568951"/>
                </a:lnTo>
                <a:lnTo>
                  <a:pt x="161682" y="568951"/>
                </a:lnTo>
                <a:lnTo>
                  <a:pt x="158007" y="568951"/>
                </a:lnTo>
                <a:lnTo>
                  <a:pt x="154333" y="568951"/>
                </a:lnTo>
                <a:lnTo>
                  <a:pt x="150658" y="568951"/>
                </a:lnTo>
                <a:lnTo>
                  <a:pt x="146983" y="568951"/>
                </a:lnTo>
                <a:lnTo>
                  <a:pt x="143309" y="568951"/>
                </a:lnTo>
                <a:lnTo>
                  <a:pt x="139634" y="568951"/>
                </a:lnTo>
                <a:lnTo>
                  <a:pt x="135960" y="568951"/>
                </a:lnTo>
                <a:lnTo>
                  <a:pt x="132285" y="568951"/>
                </a:lnTo>
                <a:lnTo>
                  <a:pt x="128610" y="568951"/>
                </a:lnTo>
                <a:lnTo>
                  <a:pt x="124936" y="568951"/>
                </a:lnTo>
                <a:lnTo>
                  <a:pt x="121261" y="568951"/>
                </a:lnTo>
                <a:lnTo>
                  <a:pt x="117587" y="568951"/>
                </a:lnTo>
                <a:lnTo>
                  <a:pt x="113912" y="568951"/>
                </a:lnTo>
                <a:lnTo>
                  <a:pt x="110237" y="568951"/>
                </a:lnTo>
                <a:lnTo>
                  <a:pt x="106563" y="568951"/>
                </a:lnTo>
                <a:lnTo>
                  <a:pt x="102888" y="568951"/>
                </a:lnTo>
                <a:lnTo>
                  <a:pt x="99214" y="568951"/>
                </a:lnTo>
                <a:lnTo>
                  <a:pt x="95539" y="568951"/>
                </a:lnTo>
                <a:lnTo>
                  <a:pt x="91864" y="568951"/>
                </a:lnTo>
                <a:lnTo>
                  <a:pt x="88190" y="568951"/>
                </a:lnTo>
                <a:lnTo>
                  <a:pt x="84515" y="568951"/>
                </a:lnTo>
                <a:lnTo>
                  <a:pt x="80841" y="568951"/>
                </a:lnTo>
                <a:lnTo>
                  <a:pt x="77166" y="568951"/>
                </a:lnTo>
                <a:lnTo>
                  <a:pt x="73491" y="568951"/>
                </a:lnTo>
                <a:lnTo>
                  <a:pt x="69817" y="568951"/>
                </a:lnTo>
                <a:lnTo>
                  <a:pt x="66142" y="568951"/>
                </a:lnTo>
                <a:lnTo>
                  <a:pt x="62468" y="568951"/>
                </a:lnTo>
                <a:lnTo>
                  <a:pt x="58793" y="568951"/>
                </a:lnTo>
                <a:lnTo>
                  <a:pt x="55118" y="568951"/>
                </a:lnTo>
                <a:lnTo>
                  <a:pt x="51444" y="568951"/>
                </a:lnTo>
                <a:lnTo>
                  <a:pt x="47769" y="568951"/>
                </a:lnTo>
                <a:lnTo>
                  <a:pt x="44095" y="568951"/>
                </a:lnTo>
                <a:lnTo>
                  <a:pt x="40420" y="568951"/>
                </a:lnTo>
                <a:lnTo>
                  <a:pt x="36745" y="568951"/>
                </a:lnTo>
                <a:lnTo>
                  <a:pt x="33071" y="568951"/>
                </a:lnTo>
                <a:lnTo>
                  <a:pt x="29396" y="568951"/>
                </a:lnTo>
                <a:lnTo>
                  <a:pt x="25722" y="568951"/>
                </a:lnTo>
                <a:lnTo>
                  <a:pt x="22047" y="568951"/>
                </a:lnTo>
                <a:lnTo>
                  <a:pt x="18372" y="568951"/>
                </a:lnTo>
                <a:lnTo>
                  <a:pt x="14698" y="568951"/>
                </a:lnTo>
                <a:lnTo>
                  <a:pt x="11023" y="568951"/>
                </a:lnTo>
                <a:lnTo>
                  <a:pt x="7349" y="568951"/>
                </a:lnTo>
                <a:lnTo>
                  <a:pt x="3674" y="568951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53" name="pl153"/>
          <p:cNvSpPr/>
          <p:nvPr/>
        </p:nvSpPr>
        <p:spPr>
          <a:xfrm>
            <a:off x="6702581" y="3655864"/>
            <a:ext cx="1877720" cy="568951"/>
          </a:xfrm>
          <a:custGeom>
            <a:avLst/>
            <a:gdLst/>
            <a:ahLst/>
            <a:cxnLst/>
            <a:rect l="0" t="0" r="0" b="0"/>
            <a:pathLst>
              <a:path w="1877720" h="568951">
                <a:moveTo>
                  <a:pt x="0" y="568951"/>
                </a:moveTo>
                <a:lnTo>
                  <a:pt x="3674" y="568951"/>
                </a:lnTo>
                <a:lnTo>
                  <a:pt x="7349" y="568951"/>
                </a:lnTo>
                <a:lnTo>
                  <a:pt x="11023" y="568951"/>
                </a:lnTo>
                <a:lnTo>
                  <a:pt x="14698" y="568951"/>
                </a:lnTo>
                <a:lnTo>
                  <a:pt x="18372" y="568951"/>
                </a:lnTo>
                <a:lnTo>
                  <a:pt x="22047" y="568951"/>
                </a:lnTo>
                <a:lnTo>
                  <a:pt x="25722" y="568951"/>
                </a:lnTo>
                <a:lnTo>
                  <a:pt x="29396" y="568951"/>
                </a:lnTo>
                <a:lnTo>
                  <a:pt x="33071" y="568951"/>
                </a:lnTo>
                <a:lnTo>
                  <a:pt x="36745" y="568951"/>
                </a:lnTo>
                <a:lnTo>
                  <a:pt x="40420" y="568951"/>
                </a:lnTo>
                <a:lnTo>
                  <a:pt x="44095" y="568951"/>
                </a:lnTo>
                <a:lnTo>
                  <a:pt x="47769" y="568951"/>
                </a:lnTo>
                <a:lnTo>
                  <a:pt x="51444" y="568951"/>
                </a:lnTo>
                <a:lnTo>
                  <a:pt x="55118" y="568951"/>
                </a:lnTo>
                <a:lnTo>
                  <a:pt x="58793" y="568951"/>
                </a:lnTo>
                <a:lnTo>
                  <a:pt x="62468" y="568951"/>
                </a:lnTo>
                <a:lnTo>
                  <a:pt x="66142" y="568951"/>
                </a:lnTo>
                <a:lnTo>
                  <a:pt x="69817" y="568951"/>
                </a:lnTo>
                <a:lnTo>
                  <a:pt x="73491" y="568951"/>
                </a:lnTo>
                <a:lnTo>
                  <a:pt x="77166" y="568951"/>
                </a:lnTo>
                <a:lnTo>
                  <a:pt x="80841" y="568951"/>
                </a:lnTo>
                <a:lnTo>
                  <a:pt x="84515" y="568951"/>
                </a:lnTo>
                <a:lnTo>
                  <a:pt x="88190" y="568951"/>
                </a:lnTo>
                <a:lnTo>
                  <a:pt x="91864" y="568951"/>
                </a:lnTo>
                <a:lnTo>
                  <a:pt x="95539" y="568951"/>
                </a:lnTo>
                <a:lnTo>
                  <a:pt x="99214" y="568951"/>
                </a:lnTo>
                <a:lnTo>
                  <a:pt x="102888" y="568951"/>
                </a:lnTo>
                <a:lnTo>
                  <a:pt x="106563" y="568951"/>
                </a:lnTo>
                <a:lnTo>
                  <a:pt x="110237" y="568951"/>
                </a:lnTo>
                <a:lnTo>
                  <a:pt x="113912" y="568951"/>
                </a:lnTo>
                <a:lnTo>
                  <a:pt x="117587" y="568951"/>
                </a:lnTo>
                <a:lnTo>
                  <a:pt x="121261" y="568951"/>
                </a:lnTo>
                <a:lnTo>
                  <a:pt x="124936" y="568951"/>
                </a:lnTo>
                <a:lnTo>
                  <a:pt x="128610" y="568951"/>
                </a:lnTo>
                <a:lnTo>
                  <a:pt x="132285" y="568951"/>
                </a:lnTo>
                <a:lnTo>
                  <a:pt x="135960" y="568951"/>
                </a:lnTo>
                <a:lnTo>
                  <a:pt x="139634" y="568951"/>
                </a:lnTo>
                <a:lnTo>
                  <a:pt x="143309" y="568951"/>
                </a:lnTo>
                <a:lnTo>
                  <a:pt x="146983" y="568951"/>
                </a:lnTo>
                <a:lnTo>
                  <a:pt x="150658" y="568951"/>
                </a:lnTo>
                <a:lnTo>
                  <a:pt x="154333" y="568951"/>
                </a:lnTo>
                <a:lnTo>
                  <a:pt x="158007" y="568951"/>
                </a:lnTo>
                <a:lnTo>
                  <a:pt x="161682" y="568951"/>
                </a:lnTo>
                <a:lnTo>
                  <a:pt x="165356" y="568951"/>
                </a:lnTo>
                <a:lnTo>
                  <a:pt x="169031" y="568951"/>
                </a:lnTo>
                <a:lnTo>
                  <a:pt x="172706" y="568951"/>
                </a:lnTo>
                <a:lnTo>
                  <a:pt x="176380" y="568951"/>
                </a:lnTo>
                <a:lnTo>
                  <a:pt x="180055" y="568951"/>
                </a:lnTo>
                <a:lnTo>
                  <a:pt x="183729" y="568951"/>
                </a:lnTo>
                <a:lnTo>
                  <a:pt x="187404" y="568951"/>
                </a:lnTo>
                <a:lnTo>
                  <a:pt x="191079" y="568951"/>
                </a:lnTo>
                <a:lnTo>
                  <a:pt x="194753" y="568951"/>
                </a:lnTo>
                <a:lnTo>
                  <a:pt x="198428" y="568951"/>
                </a:lnTo>
                <a:lnTo>
                  <a:pt x="202102" y="568951"/>
                </a:lnTo>
                <a:lnTo>
                  <a:pt x="205777" y="568951"/>
                </a:lnTo>
                <a:lnTo>
                  <a:pt x="209452" y="568951"/>
                </a:lnTo>
                <a:lnTo>
                  <a:pt x="213126" y="568951"/>
                </a:lnTo>
                <a:lnTo>
                  <a:pt x="216801" y="568951"/>
                </a:lnTo>
                <a:lnTo>
                  <a:pt x="220475" y="568951"/>
                </a:lnTo>
                <a:lnTo>
                  <a:pt x="224150" y="568951"/>
                </a:lnTo>
                <a:lnTo>
                  <a:pt x="227825" y="568951"/>
                </a:lnTo>
                <a:lnTo>
                  <a:pt x="231499" y="568951"/>
                </a:lnTo>
                <a:lnTo>
                  <a:pt x="235174" y="568951"/>
                </a:lnTo>
                <a:lnTo>
                  <a:pt x="238848" y="568951"/>
                </a:lnTo>
                <a:lnTo>
                  <a:pt x="242523" y="568951"/>
                </a:lnTo>
                <a:lnTo>
                  <a:pt x="246198" y="568951"/>
                </a:lnTo>
                <a:lnTo>
                  <a:pt x="249872" y="568951"/>
                </a:lnTo>
                <a:lnTo>
                  <a:pt x="253547" y="568951"/>
                </a:lnTo>
                <a:lnTo>
                  <a:pt x="257221" y="568951"/>
                </a:lnTo>
                <a:lnTo>
                  <a:pt x="260896" y="568951"/>
                </a:lnTo>
                <a:lnTo>
                  <a:pt x="264571" y="568951"/>
                </a:lnTo>
                <a:lnTo>
                  <a:pt x="268245" y="568951"/>
                </a:lnTo>
                <a:lnTo>
                  <a:pt x="271920" y="568951"/>
                </a:lnTo>
                <a:lnTo>
                  <a:pt x="275594" y="568951"/>
                </a:lnTo>
                <a:lnTo>
                  <a:pt x="279269" y="568951"/>
                </a:lnTo>
                <a:lnTo>
                  <a:pt x="282944" y="568951"/>
                </a:lnTo>
                <a:lnTo>
                  <a:pt x="286618" y="568951"/>
                </a:lnTo>
                <a:lnTo>
                  <a:pt x="290293" y="568951"/>
                </a:lnTo>
                <a:lnTo>
                  <a:pt x="293967" y="568951"/>
                </a:lnTo>
                <a:lnTo>
                  <a:pt x="297642" y="568951"/>
                </a:lnTo>
                <a:lnTo>
                  <a:pt x="301317" y="568951"/>
                </a:lnTo>
                <a:lnTo>
                  <a:pt x="304991" y="568951"/>
                </a:lnTo>
                <a:lnTo>
                  <a:pt x="308666" y="568951"/>
                </a:lnTo>
                <a:lnTo>
                  <a:pt x="312340" y="568951"/>
                </a:lnTo>
                <a:lnTo>
                  <a:pt x="316015" y="568951"/>
                </a:lnTo>
                <a:lnTo>
                  <a:pt x="319690" y="568951"/>
                </a:lnTo>
                <a:lnTo>
                  <a:pt x="323364" y="568951"/>
                </a:lnTo>
                <a:lnTo>
                  <a:pt x="327039" y="568951"/>
                </a:lnTo>
                <a:lnTo>
                  <a:pt x="330713" y="568951"/>
                </a:lnTo>
                <a:lnTo>
                  <a:pt x="334388" y="568951"/>
                </a:lnTo>
                <a:lnTo>
                  <a:pt x="338063" y="568951"/>
                </a:lnTo>
                <a:lnTo>
                  <a:pt x="341737" y="568951"/>
                </a:lnTo>
                <a:lnTo>
                  <a:pt x="345412" y="568951"/>
                </a:lnTo>
                <a:lnTo>
                  <a:pt x="349086" y="568951"/>
                </a:lnTo>
                <a:lnTo>
                  <a:pt x="352761" y="568951"/>
                </a:lnTo>
                <a:lnTo>
                  <a:pt x="356436" y="568951"/>
                </a:lnTo>
                <a:lnTo>
                  <a:pt x="360110" y="568951"/>
                </a:lnTo>
                <a:lnTo>
                  <a:pt x="363785" y="568951"/>
                </a:lnTo>
                <a:lnTo>
                  <a:pt x="367459" y="568951"/>
                </a:lnTo>
                <a:lnTo>
                  <a:pt x="371134" y="568951"/>
                </a:lnTo>
                <a:lnTo>
                  <a:pt x="374809" y="568951"/>
                </a:lnTo>
                <a:lnTo>
                  <a:pt x="378483" y="568951"/>
                </a:lnTo>
                <a:lnTo>
                  <a:pt x="382158" y="568951"/>
                </a:lnTo>
                <a:lnTo>
                  <a:pt x="385832" y="568951"/>
                </a:lnTo>
                <a:lnTo>
                  <a:pt x="389507" y="568951"/>
                </a:lnTo>
                <a:lnTo>
                  <a:pt x="393182" y="568951"/>
                </a:lnTo>
                <a:lnTo>
                  <a:pt x="396856" y="568951"/>
                </a:lnTo>
                <a:lnTo>
                  <a:pt x="400531" y="568951"/>
                </a:lnTo>
                <a:lnTo>
                  <a:pt x="404205" y="568951"/>
                </a:lnTo>
                <a:lnTo>
                  <a:pt x="407880" y="568951"/>
                </a:lnTo>
                <a:lnTo>
                  <a:pt x="411555" y="568951"/>
                </a:lnTo>
                <a:lnTo>
                  <a:pt x="415229" y="568951"/>
                </a:lnTo>
                <a:lnTo>
                  <a:pt x="418904" y="568951"/>
                </a:lnTo>
                <a:lnTo>
                  <a:pt x="422578" y="568951"/>
                </a:lnTo>
                <a:lnTo>
                  <a:pt x="426253" y="568951"/>
                </a:lnTo>
                <a:lnTo>
                  <a:pt x="429928" y="568951"/>
                </a:lnTo>
                <a:lnTo>
                  <a:pt x="433602" y="568951"/>
                </a:lnTo>
                <a:lnTo>
                  <a:pt x="437277" y="568951"/>
                </a:lnTo>
                <a:lnTo>
                  <a:pt x="440951" y="568951"/>
                </a:lnTo>
                <a:lnTo>
                  <a:pt x="444626" y="568951"/>
                </a:lnTo>
                <a:lnTo>
                  <a:pt x="448301" y="568951"/>
                </a:lnTo>
                <a:lnTo>
                  <a:pt x="451975" y="568951"/>
                </a:lnTo>
                <a:lnTo>
                  <a:pt x="455650" y="568951"/>
                </a:lnTo>
                <a:lnTo>
                  <a:pt x="459324" y="568951"/>
                </a:lnTo>
                <a:lnTo>
                  <a:pt x="462999" y="568951"/>
                </a:lnTo>
                <a:lnTo>
                  <a:pt x="466674" y="568951"/>
                </a:lnTo>
                <a:lnTo>
                  <a:pt x="470348" y="568951"/>
                </a:lnTo>
                <a:lnTo>
                  <a:pt x="474023" y="568951"/>
                </a:lnTo>
                <a:lnTo>
                  <a:pt x="477697" y="568951"/>
                </a:lnTo>
                <a:lnTo>
                  <a:pt x="481372" y="568951"/>
                </a:lnTo>
                <a:lnTo>
                  <a:pt x="485047" y="568951"/>
                </a:lnTo>
                <a:lnTo>
                  <a:pt x="488721" y="568951"/>
                </a:lnTo>
                <a:lnTo>
                  <a:pt x="492396" y="568951"/>
                </a:lnTo>
                <a:lnTo>
                  <a:pt x="496070" y="568951"/>
                </a:lnTo>
                <a:lnTo>
                  <a:pt x="499745" y="568951"/>
                </a:lnTo>
                <a:lnTo>
                  <a:pt x="503420" y="568951"/>
                </a:lnTo>
                <a:lnTo>
                  <a:pt x="507094" y="568951"/>
                </a:lnTo>
                <a:lnTo>
                  <a:pt x="510769" y="568951"/>
                </a:lnTo>
                <a:lnTo>
                  <a:pt x="514443" y="568951"/>
                </a:lnTo>
                <a:lnTo>
                  <a:pt x="518118" y="568951"/>
                </a:lnTo>
                <a:lnTo>
                  <a:pt x="521793" y="568951"/>
                </a:lnTo>
                <a:lnTo>
                  <a:pt x="525467" y="568951"/>
                </a:lnTo>
                <a:lnTo>
                  <a:pt x="529142" y="568951"/>
                </a:lnTo>
                <a:lnTo>
                  <a:pt x="532816" y="568951"/>
                </a:lnTo>
                <a:lnTo>
                  <a:pt x="536491" y="568951"/>
                </a:lnTo>
                <a:lnTo>
                  <a:pt x="540166" y="568951"/>
                </a:lnTo>
                <a:lnTo>
                  <a:pt x="543840" y="568951"/>
                </a:lnTo>
                <a:lnTo>
                  <a:pt x="547515" y="568951"/>
                </a:lnTo>
                <a:lnTo>
                  <a:pt x="551189" y="568951"/>
                </a:lnTo>
                <a:lnTo>
                  <a:pt x="554864" y="568951"/>
                </a:lnTo>
                <a:lnTo>
                  <a:pt x="558539" y="568951"/>
                </a:lnTo>
                <a:lnTo>
                  <a:pt x="562213" y="568951"/>
                </a:lnTo>
                <a:lnTo>
                  <a:pt x="565888" y="568951"/>
                </a:lnTo>
                <a:lnTo>
                  <a:pt x="569562" y="568951"/>
                </a:lnTo>
                <a:lnTo>
                  <a:pt x="573237" y="568951"/>
                </a:lnTo>
                <a:lnTo>
                  <a:pt x="576912" y="568951"/>
                </a:lnTo>
                <a:lnTo>
                  <a:pt x="580586" y="568951"/>
                </a:lnTo>
                <a:lnTo>
                  <a:pt x="584261" y="568951"/>
                </a:lnTo>
                <a:lnTo>
                  <a:pt x="587935" y="568951"/>
                </a:lnTo>
                <a:lnTo>
                  <a:pt x="591610" y="568951"/>
                </a:lnTo>
                <a:lnTo>
                  <a:pt x="595285" y="568951"/>
                </a:lnTo>
                <a:lnTo>
                  <a:pt x="598959" y="568951"/>
                </a:lnTo>
                <a:lnTo>
                  <a:pt x="602634" y="568951"/>
                </a:lnTo>
                <a:lnTo>
                  <a:pt x="606308" y="568951"/>
                </a:lnTo>
                <a:lnTo>
                  <a:pt x="609983" y="568951"/>
                </a:lnTo>
                <a:lnTo>
                  <a:pt x="613658" y="568951"/>
                </a:lnTo>
                <a:lnTo>
                  <a:pt x="617332" y="568951"/>
                </a:lnTo>
                <a:lnTo>
                  <a:pt x="621007" y="568951"/>
                </a:lnTo>
                <a:lnTo>
                  <a:pt x="624681" y="568951"/>
                </a:lnTo>
                <a:lnTo>
                  <a:pt x="628356" y="568951"/>
                </a:lnTo>
                <a:lnTo>
                  <a:pt x="632031" y="568951"/>
                </a:lnTo>
                <a:lnTo>
                  <a:pt x="635705" y="568951"/>
                </a:lnTo>
                <a:lnTo>
                  <a:pt x="639380" y="568951"/>
                </a:lnTo>
                <a:lnTo>
                  <a:pt x="643054" y="568951"/>
                </a:lnTo>
                <a:lnTo>
                  <a:pt x="646729" y="568951"/>
                </a:lnTo>
                <a:lnTo>
                  <a:pt x="650404" y="568951"/>
                </a:lnTo>
                <a:lnTo>
                  <a:pt x="654078" y="568951"/>
                </a:lnTo>
                <a:lnTo>
                  <a:pt x="657753" y="568951"/>
                </a:lnTo>
                <a:lnTo>
                  <a:pt x="661427" y="568951"/>
                </a:lnTo>
                <a:lnTo>
                  <a:pt x="665102" y="568951"/>
                </a:lnTo>
                <a:lnTo>
                  <a:pt x="668777" y="568951"/>
                </a:lnTo>
                <a:lnTo>
                  <a:pt x="672451" y="568951"/>
                </a:lnTo>
                <a:lnTo>
                  <a:pt x="676126" y="568951"/>
                </a:lnTo>
                <a:lnTo>
                  <a:pt x="679800" y="568951"/>
                </a:lnTo>
                <a:lnTo>
                  <a:pt x="683475" y="568951"/>
                </a:lnTo>
                <a:lnTo>
                  <a:pt x="687150" y="568951"/>
                </a:lnTo>
                <a:lnTo>
                  <a:pt x="690824" y="568951"/>
                </a:lnTo>
                <a:lnTo>
                  <a:pt x="694499" y="568951"/>
                </a:lnTo>
                <a:lnTo>
                  <a:pt x="698173" y="568951"/>
                </a:lnTo>
                <a:lnTo>
                  <a:pt x="701848" y="568951"/>
                </a:lnTo>
                <a:lnTo>
                  <a:pt x="705523" y="568951"/>
                </a:lnTo>
                <a:lnTo>
                  <a:pt x="709197" y="568951"/>
                </a:lnTo>
                <a:lnTo>
                  <a:pt x="712872" y="568951"/>
                </a:lnTo>
                <a:lnTo>
                  <a:pt x="716546" y="568951"/>
                </a:lnTo>
                <a:lnTo>
                  <a:pt x="720221" y="568951"/>
                </a:lnTo>
                <a:lnTo>
                  <a:pt x="723896" y="568951"/>
                </a:lnTo>
                <a:lnTo>
                  <a:pt x="727570" y="568951"/>
                </a:lnTo>
                <a:lnTo>
                  <a:pt x="731245" y="568951"/>
                </a:lnTo>
                <a:lnTo>
                  <a:pt x="734919" y="568951"/>
                </a:lnTo>
                <a:lnTo>
                  <a:pt x="738594" y="568951"/>
                </a:lnTo>
                <a:lnTo>
                  <a:pt x="742269" y="568951"/>
                </a:lnTo>
                <a:lnTo>
                  <a:pt x="745943" y="568951"/>
                </a:lnTo>
                <a:lnTo>
                  <a:pt x="749618" y="568951"/>
                </a:lnTo>
                <a:lnTo>
                  <a:pt x="753292" y="568951"/>
                </a:lnTo>
                <a:lnTo>
                  <a:pt x="756967" y="568951"/>
                </a:lnTo>
                <a:lnTo>
                  <a:pt x="760642" y="568951"/>
                </a:lnTo>
                <a:lnTo>
                  <a:pt x="764316" y="568951"/>
                </a:lnTo>
                <a:lnTo>
                  <a:pt x="767991" y="568951"/>
                </a:lnTo>
                <a:lnTo>
                  <a:pt x="771665" y="568951"/>
                </a:lnTo>
                <a:lnTo>
                  <a:pt x="775340" y="568951"/>
                </a:lnTo>
                <a:lnTo>
                  <a:pt x="779015" y="568949"/>
                </a:lnTo>
                <a:lnTo>
                  <a:pt x="782689" y="568944"/>
                </a:lnTo>
                <a:lnTo>
                  <a:pt x="786364" y="568930"/>
                </a:lnTo>
                <a:lnTo>
                  <a:pt x="790038" y="568899"/>
                </a:lnTo>
                <a:lnTo>
                  <a:pt x="793713" y="568837"/>
                </a:lnTo>
                <a:lnTo>
                  <a:pt x="797388" y="568730"/>
                </a:lnTo>
                <a:lnTo>
                  <a:pt x="801062" y="568566"/>
                </a:lnTo>
                <a:lnTo>
                  <a:pt x="804737" y="568343"/>
                </a:lnTo>
                <a:lnTo>
                  <a:pt x="808411" y="568074"/>
                </a:lnTo>
                <a:lnTo>
                  <a:pt x="812086" y="567777"/>
                </a:lnTo>
                <a:lnTo>
                  <a:pt x="815761" y="567474"/>
                </a:lnTo>
                <a:lnTo>
                  <a:pt x="819435" y="567163"/>
                </a:lnTo>
                <a:lnTo>
                  <a:pt x="823110" y="566805"/>
                </a:lnTo>
                <a:lnTo>
                  <a:pt x="826784" y="566311"/>
                </a:lnTo>
                <a:lnTo>
                  <a:pt x="830459" y="565536"/>
                </a:lnTo>
                <a:lnTo>
                  <a:pt x="834134" y="564297"/>
                </a:lnTo>
                <a:lnTo>
                  <a:pt x="837808" y="562412"/>
                </a:lnTo>
                <a:lnTo>
                  <a:pt x="841483" y="559755"/>
                </a:lnTo>
                <a:lnTo>
                  <a:pt x="845157" y="556302"/>
                </a:lnTo>
                <a:lnTo>
                  <a:pt x="848832" y="552161"/>
                </a:lnTo>
                <a:lnTo>
                  <a:pt x="852507" y="547536"/>
                </a:lnTo>
                <a:lnTo>
                  <a:pt x="856181" y="542631"/>
                </a:lnTo>
                <a:lnTo>
                  <a:pt x="859856" y="537538"/>
                </a:lnTo>
                <a:lnTo>
                  <a:pt x="863530" y="532116"/>
                </a:lnTo>
                <a:lnTo>
                  <a:pt x="867205" y="526075"/>
                </a:lnTo>
                <a:lnTo>
                  <a:pt x="870880" y="519129"/>
                </a:lnTo>
                <a:lnTo>
                  <a:pt x="874554" y="511145"/>
                </a:lnTo>
                <a:lnTo>
                  <a:pt x="878229" y="502137"/>
                </a:lnTo>
                <a:lnTo>
                  <a:pt x="881903" y="492108"/>
                </a:lnTo>
                <a:lnTo>
                  <a:pt x="885578" y="480885"/>
                </a:lnTo>
                <a:lnTo>
                  <a:pt x="889253" y="468124"/>
                </a:lnTo>
                <a:lnTo>
                  <a:pt x="892927" y="453519"/>
                </a:lnTo>
                <a:lnTo>
                  <a:pt x="896602" y="437063"/>
                </a:lnTo>
                <a:lnTo>
                  <a:pt x="900276" y="419137"/>
                </a:lnTo>
                <a:lnTo>
                  <a:pt x="903951" y="400328"/>
                </a:lnTo>
                <a:lnTo>
                  <a:pt x="907626" y="381134"/>
                </a:lnTo>
                <a:lnTo>
                  <a:pt x="911300" y="361771"/>
                </a:lnTo>
                <a:lnTo>
                  <a:pt x="914975" y="342208"/>
                </a:lnTo>
                <a:lnTo>
                  <a:pt x="918649" y="322329"/>
                </a:lnTo>
                <a:lnTo>
                  <a:pt x="922324" y="302003"/>
                </a:lnTo>
                <a:lnTo>
                  <a:pt x="925999" y="281004"/>
                </a:lnTo>
                <a:lnTo>
                  <a:pt x="929673" y="258929"/>
                </a:lnTo>
                <a:lnTo>
                  <a:pt x="933348" y="235326"/>
                </a:lnTo>
                <a:lnTo>
                  <a:pt x="937022" y="210047"/>
                </a:lnTo>
                <a:lnTo>
                  <a:pt x="940697" y="183555"/>
                </a:lnTo>
                <a:lnTo>
                  <a:pt x="944372" y="156948"/>
                </a:lnTo>
                <a:lnTo>
                  <a:pt x="948046" y="131326"/>
                </a:lnTo>
                <a:lnTo>
                  <a:pt x="951721" y="107363"/>
                </a:lnTo>
                <a:lnTo>
                  <a:pt x="955395" y="85333"/>
                </a:lnTo>
                <a:lnTo>
                  <a:pt x="959070" y="65404"/>
                </a:lnTo>
                <a:lnTo>
                  <a:pt x="962745" y="47889"/>
                </a:lnTo>
                <a:lnTo>
                  <a:pt x="966419" y="33206"/>
                </a:lnTo>
                <a:lnTo>
                  <a:pt x="970094" y="21638"/>
                </a:lnTo>
                <a:lnTo>
                  <a:pt x="973768" y="13116"/>
                </a:lnTo>
                <a:lnTo>
                  <a:pt x="977443" y="7212"/>
                </a:lnTo>
                <a:lnTo>
                  <a:pt x="981118" y="3326"/>
                </a:lnTo>
                <a:lnTo>
                  <a:pt x="984792" y="972"/>
                </a:lnTo>
                <a:lnTo>
                  <a:pt x="988467" y="0"/>
                </a:lnTo>
                <a:lnTo>
                  <a:pt x="992141" y="669"/>
                </a:lnTo>
                <a:lnTo>
                  <a:pt x="995816" y="3503"/>
                </a:lnTo>
                <a:lnTo>
                  <a:pt x="999491" y="8980"/>
                </a:lnTo>
                <a:lnTo>
                  <a:pt x="1003165" y="17200"/>
                </a:lnTo>
                <a:lnTo>
                  <a:pt x="1006840" y="27747"/>
                </a:lnTo>
                <a:lnTo>
                  <a:pt x="1010514" y="39833"/>
                </a:lnTo>
                <a:lnTo>
                  <a:pt x="1014189" y="52683"/>
                </a:lnTo>
                <a:lnTo>
                  <a:pt x="1017864" y="65888"/>
                </a:lnTo>
                <a:lnTo>
                  <a:pt x="1021538" y="79531"/>
                </a:lnTo>
                <a:lnTo>
                  <a:pt x="1025213" y="93991"/>
                </a:lnTo>
                <a:lnTo>
                  <a:pt x="1028887" y="109668"/>
                </a:lnTo>
                <a:lnTo>
                  <a:pt x="1032562" y="126522"/>
                </a:lnTo>
                <a:lnTo>
                  <a:pt x="1036237" y="144180"/>
                </a:lnTo>
                <a:lnTo>
                  <a:pt x="1039911" y="161974"/>
                </a:lnTo>
                <a:lnTo>
                  <a:pt x="1043586" y="179110"/>
                </a:lnTo>
                <a:lnTo>
                  <a:pt x="1047260" y="194906"/>
                </a:lnTo>
                <a:lnTo>
                  <a:pt x="1050935" y="209077"/>
                </a:lnTo>
                <a:lnTo>
                  <a:pt x="1054610" y="221925"/>
                </a:lnTo>
                <a:lnTo>
                  <a:pt x="1058284" y="234322"/>
                </a:lnTo>
                <a:lnTo>
                  <a:pt x="1061959" y="247405"/>
                </a:lnTo>
                <a:lnTo>
                  <a:pt x="1065633" y="262118"/>
                </a:lnTo>
                <a:lnTo>
                  <a:pt x="1069308" y="278785"/>
                </a:lnTo>
                <a:lnTo>
                  <a:pt x="1072983" y="296929"/>
                </a:lnTo>
                <a:lnTo>
                  <a:pt x="1076657" y="315449"/>
                </a:lnTo>
                <a:lnTo>
                  <a:pt x="1080332" y="333052"/>
                </a:lnTo>
                <a:lnTo>
                  <a:pt x="1084006" y="348758"/>
                </a:lnTo>
                <a:lnTo>
                  <a:pt x="1087681" y="362208"/>
                </a:lnTo>
                <a:lnTo>
                  <a:pt x="1091356" y="373663"/>
                </a:lnTo>
                <a:lnTo>
                  <a:pt x="1095030" y="383736"/>
                </a:lnTo>
                <a:lnTo>
                  <a:pt x="1098705" y="393028"/>
                </a:lnTo>
                <a:lnTo>
                  <a:pt x="1102379" y="401927"/>
                </a:lnTo>
                <a:lnTo>
                  <a:pt x="1106054" y="410611"/>
                </a:lnTo>
                <a:lnTo>
                  <a:pt x="1109729" y="419205"/>
                </a:lnTo>
                <a:lnTo>
                  <a:pt x="1113403" y="427879"/>
                </a:lnTo>
                <a:lnTo>
                  <a:pt x="1117078" y="436791"/>
                </a:lnTo>
                <a:lnTo>
                  <a:pt x="1120752" y="445938"/>
                </a:lnTo>
                <a:lnTo>
                  <a:pt x="1124427" y="455148"/>
                </a:lnTo>
                <a:lnTo>
                  <a:pt x="1128102" y="464182"/>
                </a:lnTo>
                <a:lnTo>
                  <a:pt x="1131776" y="472871"/>
                </a:lnTo>
                <a:lnTo>
                  <a:pt x="1135451" y="481169"/>
                </a:lnTo>
                <a:lnTo>
                  <a:pt x="1139125" y="489110"/>
                </a:lnTo>
                <a:lnTo>
                  <a:pt x="1142800" y="496727"/>
                </a:lnTo>
                <a:lnTo>
                  <a:pt x="1146475" y="504007"/>
                </a:lnTo>
                <a:lnTo>
                  <a:pt x="1150149" y="510898"/>
                </a:lnTo>
                <a:lnTo>
                  <a:pt x="1153824" y="517322"/>
                </a:lnTo>
                <a:lnTo>
                  <a:pt x="1157498" y="523191"/>
                </a:lnTo>
                <a:lnTo>
                  <a:pt x="1161173" y="528426"/>
                </a:lnTo>
                <a:lnTo>
                  <a:pt x="1164848" y="532983"/>
                </a:lnTo>
                <a:lnTo>
                  <a:pt x="1168522" y="536884"/>
                </a:lnTo>
                <a:lnTo>
                  <a:pt x="1172197" y="540223"/>
                </a:lnTo>
                <a:lnTo>
                  <a:pt x="1175871" y="543122"/>
                </a:lnTo>
                <a:lnTo>
                  <a:pt x="1179546" y="545694"/>
                </a:lnTo>
                <a:lnTo>
                  <a:pt x="1183221" y="548010"/>
                </a:lnTo>
                <a:lnTo>
                  <a:pt x="1186895" y="550113"/>
                </a:lnTo>
                <a:lnTo>
                  <a:pt x="1190570" y="552039"/>
                </a:lnTo>
                <a:lnTo>
                  <a:pt x="1194244" y="553830"/>
                </a:lnTo>
                <a:lnTo>
                  <a:pt x="1197919" y="555511"/>
                </a:lnTo>
                <a:lnTo>
                  <a:pt x="1201594" y="557049"/>
                </a:lnTo>
                <a:lnTo>
                  <a:pt x="1205268" y="558365"/>
                </a:lnTo>
                <a:lnTo>
                  <a:pt x="1208943" y="559371"/>
                </a:lnTo>
                <a:lnTo>
                  <a:pt x="1212617" y="560031"/>
                </a:lnTo>
                <a:lnTo>
                  <a:pt x="1216292" y="560408"/>
                </a:lnTo>
                <a:lnTo>
                  <a:pt x="1219967" y="560648"/>
                </a:lnTo>
                <a:lnTo>
                  <a:pt x="1223641" y="560912"/>
                </a:lnTo>
                <a:lnTo>
                  <a:pt x="1227316" y="561300"/>
                </a:lnTo>
                <a:lnTo>
                  <a:pt x="1230990" y="561800"/>
                </a:lnTo>
                <a:lnTo>
                  <a:pt x="1234665" y="562305"/>
                </a:lnTo>
                <a:lnTo>
                  <a:pt x="1238340" y="562686"/>
                </a:lnTo>
                <a:lnTo>
                  <a:pt x="1242014" y="562869"/>
                </a:lnTo>
                <a:lnTo>
                  <a:pt x="1245689" y="562881"/>
                </a:lnTo>
                <a:lnTo>
                  <a:pt x="1249363" y="562831"/>
                </a:lnTo>
                <a:lnTo>
                  <a:pt x="1253038" y="562855"/>
                </a:lnTo>
                <a:lnTo>
                  <a:pt x="1256713" y="563056"/>
                </a:lnTo>
                <a:lnTo>
                  <a:pt x="1260387" y="563471"/>
                </a:lnTo>
                <a:lnTo>
                  <a:pt x="1264062" y="564070"/>
                </a:lnTo>
                <a:lnTo>
                  <a:pt x="1267736" y="564782"/>
                </a:lnTo>
                <a:lnTo>
                  <a:pt x="1271411" y="565522"/>
                </a:lnTo>
                <a:lnTo>
                  <a:pt x="1275086" y="566216"/>
                </a:lnTo>
                <a:lnTo>
                  <a:pt x="1278760" y="566818"/>
                </a:lnTo>
                <a:lnTo>
                  <a:pt x="1282435" y="567315"/>
                </a:lnTo>
                <a:lnTo>
                  <a:pt x="1286109" y="567717"/>
                </a:lnTo>
                <a:lnTo>
                  <a:pt x="1289784" y="568049"/>
                </a:lnTo>
                <a:lnTo>
                  <a:pt x="1293459" y="568322"/>
                </a:lnTo>
                <a:lnTo>
                  <a:pt x="1297133" y="568542"/>
                </a:lnTo>
                <a:lnTo>
                  <a:pt x="1300808" y="568705"/>
                </a:lnTo>
                <a:lnTo>
                  <a:pt x="1304482" y="568817"/>
                </a:lnTo>
                <a:lnTo>
                  <a:pt x="1308157" y="568885"/>
                </a:lnTo>
                <a:lnTo>
                  <a:pt x="1311832" y="568922"/>
                </a:lnTo>
                <a:lnTo>
                  <a:pt x="1315506" y="568940"/>
                </a:lnTo>
                <a:lnTo>
                  <a:pt x="1319181" y="568947"/>
                </a:lnTo>
                <a:lnTo>
                  <a:pt x="1322855" y="568950"/>
                </a:lnTo>
                <a:lnTo>
                  <a:pt x="1326530" y="568951"/>
                </a:lnTo>
                <a:lnTo>
                  <a:pt x="1330205" y="568951"/>
                </a:lnTo>
                <a:lnTo>
                  <a:pt x="1333879" y="568951"/>
                </a:lnTo>
                <a:lnTo>
                  <a:pt x="1337554" y="568951"/>
                </a:lnTo>
                <a:lnTo>
                  <a:pt x="1341228" y="568951"/>
                </a:lnTo>
                <a:lnTo>
                  <a:pt x="1344903" y="568951"/>
                </a:lnTo>
                <a:lnTo>
                  <a:pt x="1348577" y="568951"/>
                </a:lnTo>
                <a:lnTo>
                  <a:pt x="1352252" y="568951"/>
                </a:lnTo>
                <a:lnTo>
                  <a:pt x="1355927" y="568951"/>
                </a:lnTo>
                <a:lnTo>
                  <a:pt x="1359601" y="568951"/>
                </a:lnTo>
                <a:lnTo>
                  <a:pt x="1363276" y="568951"/>
                </a:lnTo>
                <a:lnTo>
                  <a:pt x="1366950" y="568951"/>
                </a:lnTo>
                <a:lnTo>
                  <a:pt x="1370625" y="568951"/>
                </a:lnTo>
                <a:lnTo>
                  <a:pt x="1374300" y="568951"/>
                </a:lnTo>
                <a:lnTo>
                  <a:pt x="1377974" y="568951"/>
                </a:lnTo>
                <a:lnTo>
                  <a:pt x="1381649" y="568951"/>
                </a:lnTo>
                <a:lnTo>
                  <a:pt x="1385323" y="568951"/>
                </a:lnTo>
                <a:lnTo>
                  <a:pt x="1388998" y="568951"/>
                </a:lnTo>
                <a:lnTo>
                  <a:pt x="1392673" y="568951"/>
                </a:lnTo>
                <a:lnTo>
                  <a:pt x="1396347" y="568951"/>
                </a:lnTo>
                <a:lnTo>
                  <a:pt x="1400022" y="568951"/>
                </a:lnTo>
                <a:lnTo>
                  <a:pt x="1403696" y="568951"/>
                </a:lnTo>
                <a:lnTo>
                  <a:pt x="1407371" y="568951"/>
                </a:lnTo>
                <a:lnTo>
                  <a:pt x="1411046" y="568951"/>
                </a:lnTo>
                <a:lnTo>
                  <a:pt x="1414720" y="568951"/>
                </a:lnTo>
                <a:lnTo>
                  <a:pt x="1418395" y="568951"/>
                </a:lnTo>
                <a:lnTo>
                  <a:pt x="1422069" y="568951"/>
                </a:lnTo>
                <a:lnTo>
                  <a:pt x="1425744" y="568951"/>
                </a:lnTo>
                <a:lnTo>
                  <a:pt x="1429419" y="568951"/>
                </a:lnTo>
                <a:lnTo>
                  <a:pt x="1433093" y="568951"/>
                </a:lnTo>
                <a:lnTo>
                  <a:pt x="1436768" y="568951"/>
                </a:lnTo>
                <a:lnTo>
                  <a:pt x="1440442" y="568951"/>
                </a:lnTo>
                <a:lnTo>
                  <a:pt x="1444117" y="568951"/>
                </a:lnTo>
                <a:lnTo>
                  <a:pt x="1447792" y="568951"/>
                </a:lnTo>
                <a:lnTo>
                  <a:pt x="1451466" y="568951"/>
                </a:lnTo>
                <a:lnTo>
                  <a:pt x="1455141" y="568951"/>
                </a:lnTo>
                <a:lnTo>
                  <a:pt x="1458815" y="568951"/>
                </a:lnTo>
                <a:lnTo>
                  <a:pt x="1462490" y="568951"/>
                </a:lnTo>
                <a:lnTo>
                  <a:pt x="1466165" y="568951"/>
                </a:lnTo>
                <a:lnTo>
                  <a:pt x="1469839" y="568951"/>
                </a:lnTo>
                <a:lnTo>
                  <a:pt x="1473514" y="568951"/>
                </a:lnTo>
                <a:lnTo>
                  <a:pt x="1477188" y="568951"/>
                </a:lnTo>
                <a:lnTo>
                  <a:pt x="1480863" y="568951"/>
                </a:lnTo>
                <a:lnTo>
                  <a:pt x="1484538" y="568951"/>
                </a:lnTo>
                <a:lnTo>
                  <a:pt x="1488212" y="568951"/>
                </a:lnTo>
                <a:lnTo>
                  <a:pt x="1491887" y="568951"/>
                </a:lnTo>
                <a:lnTo>
                  <a:pt x="1495561" y="568951"/>
                </a:lnTo>
                <a:lnTo>
                  <a:pt x="1499236" y="568951"/>
                </a:lnTo>
                <a:lnTo>
                  <a:pt x="1502911" y="568951"/>
                </a:lnTo>
                <a:lnTo>
                  <a:pt x="1506585" y="568951"/>
                </a:lnTo>
                <a:lnTo>
                  <a:pt x="1510260" y="568951"/>
                </a:lnTo>
                <a:lnTo>
                  <a:pt x="1513934" y="568951"/>
                </a:lnTo>
                <a:lnTo>
                  <a:pt x="1517609" y="568951"/>
                </a:lnTo>
                <a:lnTo>
                  <a:pt x="1521284" y="568951"/>
                </a:lnTo>
                <a:lnTo>
                  <a:pt x="1524958" y="568951"/>
                </a:lnTo>
                <a:lnTo>
                  <a:pt x="1528633" y="568951"/>
                </a:lnTo>
                <a:lnTo>
                  <a:pt x="1532307" y="568951"/>
                </a:lnTo>
                <a:lnTo>
                  <a:pt x="1535982" y="568951"/>
                </a:lnTo>
                <a:lnTo>
                  <a:pt x="1539657" y="568951"/>
                </a:lnTo>
                <a:lnTo>
                  <a:pt x="1543331" y="568951"/>
                </a:lnTo>
                <a:lnTo>
                  <a:pt x="1547006" y="568951"/>
                </a:lnTo>
                <a:lnTo>
                  <a:pt x="1550680" y="568951"/>
                </a:lnTo>
                <a:lnTo>
                  <a:pt x="1554355" y="568951"/>
                </a:lnTo>
                <a:lnTo>
                  <a:pt x="1558030" y="568951"/>
                </a:lnTo>
                <a:lnTo>
                  <a:pt x="1561704" y="568951"/>
                </a:lnTo>
                <a:lnTo>
                  <a:pt x="1565379" y="568951"/>
                </a:lnTo>
                <a:lnTo>
                  <a:pt x="1569053" y="568951"/>
                </a:lnTo>
                <a:lnTo>
                  <a:pt x="1572728" y="568951"/>
                </a:lnTo>
                <a:lnTo>
                  <a:pt x="1576403" y="568951"/>
                </a:lnTo>
                <a:lnTo>
                  <a:pt x="1580077" y="568951"/>
                </a:lnTo>
                <a:lnTo>
                  <a:pt x="1583752" y="568951"/>
                </a:lnTo>
                <a:lnTo>
                  <a:pt x="1587426" y="568951"/>
                </a:lnTo>
                <a:lnTo>
                  <a:pt x="1591101" y="568951"/>
                </a:lnTo>
                <a:lnTo>
                  <a:pt x="1594776" y="568951"/>
                </a:lnTo>
                <a:lnTo>
                  <a:pt x="1598450" y="568951"/>
                </a:lnTo>
                <a:lnTo>
                  <a:pt x="1602125" y="568951"/>
                </a:lnTo>
                <a:lnTo>
                  <a:pt x="1605799" y="568951"/>
                </a:lnTo>
                <a:lnTo>
                  <a:pt x="1609474" y="568951"/>
                </a:lnTo>
                <a:lnTo>
                  <a:pt x="1613149" y="568951"/>
                </a:lnTo>
                <a:lnTo>
                  <a:pt x="1616823" y="568951"/>
                </a:lnTo>
                <a:lnTo>
                  <a:pt x="1620498" y="568951"/>
                </a:lnTo>
                <a:lnTo>
                  <a:pt x="1624172" y="568951"/>
                </a:lnTo>
                <a:lnTo>
                  <a:pt x="1627847" y="568951"/>
                </a:lnTo>
                <a:lnTo>
                  <a:pt x="1631522" y="568951"/>
                </a:lnTo>
                <a:lnTo>
                  <a:pt x="1635196" y="568951"/>
                </a:lnTo>
                <a:lnTo>
                  <a:pt x="1638871" y="568951"/>
                </a:lnTo>
                <a:lnTo>
                  <a:pt x="1642545" y="568951"/>
                </a:lnTo>
                <a:lnTo>
                  <a:pt x="1646220" y="568951"/>
                </a:lnTo>
                <a:lnTo>
                  <a:pt x="1649895" y="568951"/>
                </a:lnTo>
                <a:lnTo>
                  <a:pt x="1653569" y="568951"/>
                </a:lnTo>
                <a:lnTo>
                  <a:pt x="1657244" y="568951"/>
                </a:lnTo>
                <a:lnTo>
                  <a:pt x="1660918" y="568951"/>
                </a:lnTo>
                <a:lnTo>
                  <a:pt x="1664593" y="568951"/>
                </a:lnTo>
                <a:lnTo>
                  <a:pt x="1668268" y="568951"/>
                </a:lnTo>
                <a:lnTo>
                  <a:pt x="1671942" y="568951"/>
                </a:lnTo>
                <a:lnTo>
                  <a:pt x="1675617" y="568951"/>
                </a:lnTo>
                <a:lnTo>
                  <a:pt x="1679291" y="568951"/>
                </a:lnTo>
                <a:lnTo>
                  <a:pt x="1682966" y="568951"/>
                </a:lnTo>
                <a:lnTo>
                  <a:pt x="1686641" y="568951"/>
                </a:lnTo>
                <a:lnTo>
                  <a:pt x="1690315" y="568951"/>
                </a:lnTo>
                <a:lnTo>
                  <a:pt x="1693990" y="568951"/>
                </a:lnTo>
                <a:lnTo>
                  <a:pt x="1697664" y="568951"/>
                </a:lnTo>
                <a:lnTo>
                  <a:pt x="1701339" y="568951"/>
                </a:lnTo>
                <a:lnTo>
                  <a:pt x="1705014" y="568951"/>
                </a:lnTo>
                <a:lnTo>
                  <a:pt x="1708688" y="568951"/>
                </a:lnTo>
                <a:lnTo>
                  <a:pt x="1712363" y="568951"/>
                </a:lnTo>
                <a:lnTo>
                  <a:pt x="1716037" y="568951"/>
                </a:lnTo>
                <a:lnTo>
                  <a:pt x="1719712" y="568951"/>
                </a:lnTo>
                <a:lnTo>
                  <a:pt x="1723387" y="568951"/>
                </a:lnTo>
                <a:lnTo>
                  <a:pt x="1727061" y="568951"/>
                </a:lnTo>
                <a:lnTo>
                  <a:pt x="1730736" y="568951"/>
                </a:lnTo>
                <a:lnTo>
                  <a:pt x="1734410" y="568951"/>
                </a:lnTo>
                <a:lnTo>
                  <a:pt x="1738085" y="568951"/>
                </a:lnTo>
                <a:lnTo>
                  <a:pt x="1741760" y="568951"/>
                </a:lnTo>
                <a:lnTo>
                  <a:pt x="1745434" y="568951"/>
                </a:lnTo>
                <a:lnTo>
                  <a:pt x="1749109" y="568951"/>
                </a:lnTo>
                <a:lnTo>
                  <a:pt x="1752783" y="568951"/>
                </a:lnTo>
                <a:lnTo>
                  <a:pt x="1756458" y="568951"/>
                </a:lnTo>
                <a:lnTo>
                  <a:pt x="1760133" y="568951"/>
                </a:lnTo>
                <a:lnTo>
                  <a:pt x="1763807" y="568951"/>
                </a:lnTo>
                <a:lnTo>
                  <a:pt x="1767482" y="568951"/>
                </a:lnTo>
                <a:lnTo>
                  <a:pt x="1771156" y="568951"/>
                </a:lnTo>
                <a:lnTo>
                  <a:pt x="1774831" y="568951"/>
                </a:lnTo>
                <a:lnTo>
                  <a:pt x="1778506" y="568951"/>
                </a:lnTo>
                <a:lnTo>
                  <a:pt x="1782180" y="568951"/>
                </a:lnTo>
                <a:lnTo>
                  <a:pt x="1785855" y="568951"/>
                </a:lnTo>
                <a:lnTo>
                  <a:pt x="1789529" y="568951"/>
                </a:lnTo>
                <a:lnTo>
                  <a:pt x="1793204" y="568951"/>
                </a:lnTo>
                <a:lnTo>
                  <a:pt x="1796879" y="568951"/>
                </a:lnTo>
                <a:lnTo>
                  <a:pt x="1800553" y="568951"/>
                </a:lnTo>
                <a:lnTo>
                  <a:pt x="1804228" y="568951"/>
                </a:lnTo>
                <a:lnTo>
                  <a:pt x="1807902" y="568951"/>
                </a:lnTo>
                <a:lnTo>
                  <a:pt x="1811577" y="568951"/>
                </a:lnTo>
                <a:lnTo>
                  <a:pt x="1815252" y="568951"/>
                </a:lnTo>
                <a:lnTo>
                  <a:pt x="1818926" y="568951"/>
                </a:lnTo>
                <a:lnTo>
                  <a:pt x="1822601" y="568951"/>
                </a:lnTo>
                <a:lnTo>
                  <a:pt x="1826275" y="568951"/>
                </a:lnTo>
                <a:lnTo>
                  <a:pt x="1829950" y="568951"/>
                </a:lnTo>
                <a:lnTo>
                  <a:pt x="1833625" y="568951"/>
                </a:lnTo>
                <a:lnTo>
                  <a:pt x="1837299" y="568951"/>
                </a:lnTo>
                <a:lnTo>
                  <a:pt x="1840974" y="568951"/>
                </a:lnTo>
                <a:lnTo>
                  <a:pt x="1844648" y="568951"/>
                </a:lnTo>
                <a:lnTo>
                  <a:pt x="1848323" y="568951"/>
                </a:lnTo>
                <a:lnTo>
                  <a:pt x="1851998" y="568951"/>
                </a:lnTo>
                <a:lnTo>
                  <a:pt x="1855672" y="568951"/>
                </a:lnTo>
                <a:lnTo>
                  <a:pt x="1859347" y="568951"/>
                </a:lnTo>
                <a:lnTo>
                  <a:pt x="1863021" y="568951"/>
                </a:lnTo>
                <a:lnTo>
                  <a:pt x="1866696" y="568951"/>
                </a:lnTo>
                <a:lnTo>
                  <a:pt x="1870371" y="568951"/>
                </a:lnTo>
                <a:lnTo>
                  <a:pt x="1874045" y="568951"/>
                </a:lnTo>
                <a:lnTo>
                  <a:pt x="1877720" y="568951"/>
                </a:lnTo>
              </a:path>
            </a:pathLst>
          </a:custGeom>
          <a:ln w="27101" cap="flat">
            <a:solidFill>
              <a:srgbClr val="F8766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4" name="pg154"/>
          <p:cNvSpPr/>
          <p:nvPr/>
        </p:nvSpPr>
        <p:spPr>
          <a:xfrm>
            <a:off x="6702581" y="3939354"/>
            <a:ext cx="1877720" cy="285461"/>
          </a:xfrm>
          <a:custGeom>
            <a:avLst/>
            <a:gdLst/>
            <a:ahLst/>
            <a:cxnLst/>
            <a:rect l="0" t="0" r="0" b="0"/>
            <a:pathLst>
              <a:path w="1877720" h="285461">
                <a:moveTo>
                  <a:pt x="0" y="285461"/>
                </a:moveTo>
                <a:lnTo>
                  <a:pt x="3674" y="285461"/>
                </a:lnTo>
                <a:lnTo>
                  <a:pt x="7349" y="285461"/>
                </a:lnTo>
                <a:lnTo>
                  <a:pt x="11023" y="285461"/>
                </a:lnTo>
                <a:lnTo>
                  <a:pt x="14698" y="285461"/>
                </a:lnTo>
                <a:lnTo>
                  <a:pt x="18372" y="285461"/>
                </a:lnTo>
                <a:lnTo>
                  <a:pt x="22047" y="285461"/>
                </a:lnTo>
                <a:lnTo>
                  <a:pt x="25722" y="285461"/>
                </a:lnTo>
                <a:lnTo>
                  <a:pt x="29396" y="285461"/>
                </a:lnTo>
                <a:lnTo>
                  <a:pt x="33071" y="285461"/>
                </a:lnTo>
                <a:lnTo>
                  <a:pt x="36745" y="285461"/>
                </a:lnTo>
                <a:lnTo>
                  <a:pt x="40420" y="285461"/>
                </a:lnTo>
                <a:lnTo>
                  <a:pt x="44095" y="285461"/>
                </a:lnTo>
                <a:lnTo>
                  <a:pt x="47769" y="285461"/>
                </a:lnTo>
                <a:lnTo>
                  <a:pt x="51444" y="285461"/>
                </a:lnTo>
                <a:lnTo>
                  <a:pt x="55118" y="285461"/>
                </a:lnTo>
                <a:lnTo>
                  <a:pt x="58793" y="285461"/>
                </a:lnTo>
                <a:lnTo>
                  <a:pt x="62468" y="285461"/>
                </a:lnTo>
                <a:lnTo>
                  <a:pt x="66142" y="285461"/>
                </a:lnTo>
                <a:lnTo>
                  <a:pt x="69817" y="285461"/>
                </a:lnTo>
                <a:lnTo>
                  <a:pt x="73491" y="285461"/>
                </a:lnTo>
                <a:lnTo>
                  <a:pt x="77166" y="285461"/>
                </a:lnTo>
                <a:lnTo>
                  <a:pt x="80841" y="285461"/>
                </a:lnTo>
                <a:lnTo>
                  <a:pt x="84515" y="285461"/>
                </a:lnTo>
                <a:lnTo>
                  <a:pt x="88190" y="285461"/>
                </a:lnTo>
                <a:lnTo>
                  <a:pt x="91864" y="285461"/>
                </a:lnTo>
                <a:lnTo>
                  <a:pt x="95539" y="285461"/>
                </a:lnTo>
                <a:lnTo>
                  <a:pt x="99214" y="285461"/>
                </a:lnTo>
                <a:lnTo>
                  <a:pt x="102888" y="285461"/>
                </a:lnTo>
                <a:lnTo>
                  <a:pt x="106563" y="285461"/>
                </a:lnTo>
                <a:lnTo>
                  <a:pt x="110237" y="285461"/>
                </a:lnTo>
                <a:lnTo>
                  <a:pt x="113912" y="285461"/>
                </a:lnTo>
                <a:lnTo>
                  <a:pt x="117587" y="285461"/>
                </a:lnTo>
                <a:lnTo>
                  <a:pt x="121261" y="285461"/>
                </a:lnTo>
                <a:lnTo>
                  <a:pt x="124936" y="285461"/>
                </a:lnTo>
                <a:lnTo>
                  <a:pt x="128610" y="285461"/>
                </a:lnTo>
                <a:lnTo>
                  <a:pt x="132285" y="285461"/>
                </a:lnTo>
                <a:lnTo>
                  <a:pt x="135960" y="285461"/>
                </a:lnTo>
                <a:lnTo>
                  <a:pt x="139634" y="285461"/>
                </a:lnTo>
                <a:lnTo>
                  <a:pt x="143309" y="285461"/>
                </a:lnTo>
                <a:lnTo>
                  <a:pt x="146983" y="285461"/>
                </a:lnTo>
                <a:lnTo>
                  <a:pt x="150658" y="285461"/>
                </a:lnTo>
                <a:lnTo>
                  <a:pt x="154333" y="285461"/>
                </a:lnTo>
                <a:lnTo>
                  <a:pt x="158007" y="285461"/>
                </a:lnTo>
                <a:lnTo>
                  <a:pt x="161682" y="285461"/>
                </a:lnTo>
                <a:lnTo>
                  <a:pt x="165356" y="285461"/>
                </a:lnTo>
                <a:lnTo>
                  <a:pt x="169031" y="285461"/>
                </a:lnTo>
                <a:lnTo>
                  <a:pt x="172706" y="285461"/>
                </a:lnTo>
                <a:lnTo>
                  <a:pt x="176380" y="285461"/>
                </a:lnTo>
                <a:lnTo>
                  <a:pt x="180055" y="285461"/>
                </a:lnTo>
                <a:lnTo>
                  <a:pt x="183729" y="285461"/>
                </a:lnTo>
                <a:lnTo>
                  <a:pt x="187404" y="285461"/>
                </a:lnTo>
                <a:lnTo>
                  <a:pt x="191079" y="285461"/>
                </a:lnTo>
                <a:lnTo>
                  <a:pt x="194753" y="285461"/>
                </a:lnTo>
                <a:lnTo>
                  <a:pt x="198428" y="285461"/>
                </a:lnTo>
                <a:lnTo>
                  <a:pt x="202102" y="285461"/>
                </a:lnTo>
                <a:lnTo>
                  <a:pt x="205777" y="285461"/>
                </a:lnTo>
                <a:lnTo>
                  <a:pt x="209452" y="285461"/>
                </a:lnTo>
                <a:lnTo>
                  <a:pt x="213126" y="285461"/>
                </a:lnTo>
                <a:lnTo>
                  <a:pt x="216801" y="285461"/>
                </a:lnTo>
                <a:lnTo>
                  <a:pt x="220475" y="285461"/>
                </a:lnTo>
                <a:lnTo>
                  <a:pt x="224150" y="285461"/>
                </a:lnTo>
                <a:lnTo>
                  <a:pt x="227825" y="285461"/>
                </a:lnTo>
                <a:lnTo>
                  <a:pt x="231499" y="285461"/>
                </a:lnTo>
                <a:lnTo>
                  <a:pt x="235174" y="285461"/>
                </a:lnTo>
                <a:lnTo>
                  <a:pt x="238848" y="285461"/>
                </a:lnTo>
                <a:lnTo>
                  <a:pt x="242523" y="285461"/>
                </a:lnTo>
                <a:lnTo>
                  <a:pt x="246198" y="285461"/>
                </a:lnTo>
                <a:lnTo>
                  <a:pt x="249872" y="285461"/>
                </a:lnTo>
                <a:lnTo>
                  <a:pt x="253547" y="285461"/>
                </a:lnTo>
                <a:lnTo>
                  <a:pt x="257221" y="285461"/>
                </a:lnTo>
                <a:lnTo>
                  <a:pt x="260896" y="285461"/>
                </a:lnTo>
                <a:lnTo>
                  <a:pt x="264571" y="285461"/>
                </a:lnTo>
                <a:lnTo>
                  <a:pt x="268245" y="285461"/>
                </a:lnTo>
                <a:lnTo>
                  <a:pt x="271920" y="285461"/>
                </a:lnTo>
                <a:lnTo>
                  <a:pt x="275594" y="285461"/>
                </a:lnTo>
                <a:lnTo>
                  <a:pt x="279269" y="285461"/>
                </a:lnTo>
                <a:lnTo>
                  <a:pt x="282944" y="285461"/>
                </a:lnTo>
                <a:lnTo>
                  <a:pt x="286618" y="285461"/>
                </a:lnTo>
                <a:lnTo>
                  <a:pt x="290293" y="285461"/>
                </a:lnTo>
                <a:lnTo>
                  <a:pt x="293967" y="285461"/>
                </a:lnTo>
                <a:lnTo>
                  <a:pt x="297642" y="285461"/>
                </a:lnTo>
                <a:lnTo>
                  <a:pt x="301317" y="285461"/>
                </a:lnTo>
                <a:lnTo>
                  <a:pt x="304991" y="285461"/>
                </a:lnTo>
                <a:lnTo>
                  <a:pt x="308666" y="285461"/>
                </a:lnTo>
                <a:lnTo>
                  <a:pt x="312340" y="285461"/>
                </a:lnTo>
                <a:lnTo>
                  <a:pt x="316015" y="285461"/>
                </a:lnTo>
                <a:lnTo>
                  <a:pt x="319690" y="285461"/>
                </a:lnTo>
                <a:lnTo>
                  <a:pt x="323364" y="285461"/>
                </a:lnTo>
                <a:lnTo>
                  <a:pt x="327039" y="285461"/>
                </a:lnTo>
                <a:lnTo>
                  <a:pt x="330713" y="285461"/>
                </a:lnTo>
                <a:lnTo>
                  <a:pt x="334388" y="285461"/>
                </a:lnTo>
                <a:lnTo>
                  <a:pt x="338063" y="285461"/>
                </a:lnTo>
                <a:lnTo>
                  <a:pt x="341737" y="285461"/>
                </a:lnTo>
                <a:lnTo>
                  <a:pt x="345412" y="285461"/>
                </a:lnTo>
                <a:lnTo>
                  <a:pt x="349086" y="285461"/>
                </a:lnTo>
                <a:lnTo>
                  <a:pt x="352761" y="285461"/>
                </a:lnTo>
                <a:lnTo>
                  <a:pt x="356436" y="285461"/>
                </a:lnTo>
                <a:lnTo>
                  <a:pt x="360110" y="285461"/>
                </a:lnTo>
                <a:lnTo>
                  <a:pt x="363785" y="285461"/>
                </a:lnTo>
                <a:lnTo>
                  <a:pt x="367459" y="285461"/>
                </a:lnTo>
                <a:lnTo>
                  <a:pt x="371134" y="285461"/>
                </a:lnTo>
                <a:lnTo>
                  <a:pt x="374809" y="285461"/>
                </a:lnTo>
                <a:lnTo>
                  <a:pt x="378483" y="285461"/>
                </a:lnTo>
                <a:lnTo>
                  <a:pt x="382158" y="285461"/>
                </a:lnTo>
                <a:lnTo>
                  <a:pt x="385832" y="285461"/>
                </a:lnTo>
                <a:lnTo>
                  <a:pt x="389507" y="285461"/>
                </a:lnTo>
                <a:lnTo>
                  <a:pt x="393182" y="285461"/>
                </a:lnTo>
                <a:lnTo>
                  <a:pt x="396856" y="285461"/>
                </a:lnTo>
                <a:lnTo>
                  <a:pt x="400531" y="285461"/>
                </a:lnTo>
                <a:lnTo>
                  <a:pt x="404205" y="285461"/>
                </a:lnTo>
                <a:lnTo>
                  <a:pt x="407880" y="285461"/>
                </a:lnTo>
                <a:lnTo>
                  <a:pt x="411555" y="285461"/>
                </a:lnTo>
                <a:lnTo>
                  <a:pt x="415229" y="285461"/>
                </a:lnTo>
                <a:lnTo>
                  <a:pt x="418904" y="285461"/>
                </a:lnTo>
                <a:lnTo>
                  <a:pt x="422578" y="285461"/>
                </a:lnTo>
                <a:lnTo>
                  <a:pt x="426253" y="285461"/>
                </a:lnTo>
                <a:lnTo>
                  <a:pt x="429928" y="285461"/>
                </a:lnTo>
                <a:lnTo>
                  <a:pt x="433602" y="285461"/>
                </a:lnTo>
                <a:lnTo>
                  <a:pt x="437277" y="285461"/>
                </a:lnTo>
                <a:lnTo>
                  <a:pt x="440951" y="285461"/>
                </a:lnTo>
                <a:lnTo>
                  <a:pt x="444626" y="285461"/>
                </a:lnTo>
                <a:lnTo>
                  <a:pt x="448301" y="285461"/>
                </a:lnTo>
                <a:lnTo>
                  <a:pt x="451975" y="285461"/>
                </a:lnTo>
                <a:lnTo>
                  <a:pt x="455650" y="285461"/>
                </a:lnTo>
                <a:lnTo>
                  <a:pt x="459324" y="285461"/>
                </a:lnTo>
                <a:lnTo>
                  <a:pt x="462999" y="285461"/>
                </a:lnTo>
                <a:lnTo>
                  <a:pt x="466674" y="285461"/>
                </a:lnTo>
                <a:lnTo>
                  <a:pt x="470348" y="285461"/>
                </a:lnTo>
                <a:lnTo>
                  <a:pt x="474023" y="285461"/>
                </a:lnTo>
                <a:lnTo>
                  <a:pt x="477697" y="285461"/>
                </a:lnTo>
                <a:lnTo>
                  <a:pt x="481372" y="285461"/>
                </a:lnTo>
                <a:lnTo>
                  <a:pt x="485047" y="285461"/>
                </a:lnTo>
                <a:lnTo>
                  <a:pt x="488721" y="285461"/>
                </a:lnTo>
                <a:lnTo>
                  <a:pt x="492396" y="285461"/>
                </a:lnTo>
                <a:lnTo>
                  <a:pt x="496070" y="285461"/>
                </a:lnTo>
                <a:lnTo>
                  <a:pt x="499745" y="285461"/>
                </a:lnTo>
                <a:lnTo>
                  <a:pt x="503420" y="285461"/>
                </a:lnTo>
                <a:lnTo>
                  <a:pt x="507094" y="285461"/>
                </a:lnTo>
                <a:lnTo>
                  <a:pt x="510769" y="285461"/>
                </a:lnTo>
                <a:lnTo>
                  <a:pt x="514443" y="285461"/>
                </a:lnTo>
                <a:lnTo>
                  <a:pt x="518118" y="285461"/>
                </a:lnTo>
                <a:lnTo>
                  <a:pt x="521793" y="285461"/>
                </a:lnTo>
                <a:lnTo>
                  <a:pt x="525467" y="285461"/>
                </a:lnTo>
                <a:lnTo>
                  <a:pt x="529142" y="285461"/>
                </a:lnTo>
                <a:lnTo>
                  <a:pt x="532816" y="285461"/>
                </a:lnTo>
                <a:lnTo>
                  <a:pt x="536491" y="285461"/>
                </a:lnTo>
                <a:lnTo>
                  <a:pt x="540166" y="285461"/>
                </a:lnTo>
                <a:lnTo>
                  <a:pt x="543840" y="285461"/>
                </a:lnTo>
                <a:lnTo>
                  <a:pt x="547515" y="285460"/>
                </a:lnTo>
                <a:lnTo>
                  <a:pt x="551189" y="285460"/>
                </a:lnTo>
                <a:lnTo>
                  <a:pt x="554864" y="285459"/>
                </a:lnTo>
                <a:lnTo>
                  <a:pt x="558539" y="285457"/>
                </a:lnTo>
                <a:lnTo>
                  <a:pt x="562213" y="285455"/>
                </a:lnTo>
                <a:lnTo>
                  <a:pt x="565888" y="285451"/>
                </a:lnTo>
                <a:lnTo>
                  <a:pt x="569562" y="285445"/>
                </a:lnTo>
                <a:lnTo>
                  <a:pt x="573237" y="285437"/>
                </a:lnTo>
                <a:lnTo>
                  <a:pt x="576912" y="285425"/>
                </a:lnTo>
                <a:lnTo>
                  <a:pt x="580586" y="285410"/>
                </a:lnTo>
                <a:lnTo>
                  <a:pt x="584261" y="285390"/>
                </a:lnTo>
                <a:lnTo>
                  <a:pt x="587935" y="285366"/>
                </a:lnTo>
                <a:lnTo>
                  <a:pt x="591610" y="285338"/>
                </a:lnTo>
                <a:lnTo>
                  <a:pt x="595285" y="285305"/>
                </a:lnTo>
                <a:lnTo>
                  <a:pt x="598959" y="285271"/>
                </a:lnTo>
                <a:lnTo>
                  <a:pt x="602634" y="285235"/>
                </a:lnTo>
                <a:lnTo>
                  <a:pt x="606308" y="285201"/>
                </a:lnTo>
                <a:lnTo>
                  <a:pt x="609983" y="285170"/>
                </a:lnTo>
                <a:lnTo>
                  <a:pt x="613658" y="285145"/>
                </a:lnTo>
                <a:lnTo>
                  <a:pt x="617332" y="285128"/>
                </a:lnTo>
                <a:lnTo>
                  <a:pt x="621007" y="285120"/>
                </a:lnTo>
                <a:lnTo>
                  <a:pt x="624681" y="285120"/>
                </a:lnTo>
                <a:lnTo>
                  <a:pt x="628356" y="285130"/>
                </a:lnTo>
                <a:lnTo>
                  <a:pt x="632031" y="285147"/>
                </a:lnTo>
                <a:lnTo>
                  <a:pt x="635705" y="285168"/>
                </a:lnTo>
                <a:lnTo>
                  <a:pt x="639380" y="285190"/>
                </a:lnTo>
                <a:lnTo>
                  <a:pt x="643054" y="285210"/>
                </a:lnTo>
                <a:lnTo>
                  <a:pt x="646729" y="285225"/>
                </a:lnTo>
                <a:lnTo>
                  <a:pt x="650404" y="285232"/>
                </a:lnTo>
                <a:lnTo>
                  <a:pt x="654078" y="285229"/>
                </a:lnTo>
                <a:lnTo>
                  <a:pt x="657753" y="285215"/>
                </a:lnTo>
                <a:lnTo>
                  <a:pt x="661427" y="285189"/>
                </a:lnTo>
                <a:lnTo>
                  <a:pt x="665102" y="285151"/>
                </a:lnTo>
                <a:lnTo>
                  <a:pt x="668777" y="285101"/>
                </a:lnTo>
                <a:lnTo>
                  <a:pt x="672451" y="285037"/>
                </a:lnTo>
                <a:lnTo>
                  <a:pt x="676126" y="284959"/>
                </a:lnTo>
                <a:lnTo>
                  <a:pt x="679800" y="284867"/>
                </a:lnTo>
                <a:lnTo>
                  <a:pt x="683475" y="284758"/>
                </a:lnTo>
                <a:lnTo>
                  <a:pt x="687150" y="284630"/>
                </a:lnTo>
                <a:lnTo>
                  <a:pt x="690824" y="284482"/>
                </a:lnTo>
                <a:lnTo>
                  <a:pt x="694499" y="284313"/>
                </a:lnTo>
                <a:lnTo>
                  <a:pt x="698173" y="284122"/>
                </a:lnTo>
                <a:lnTo>
                  <a:pt x="701848" y="283910"/>
                </a:lnTo>
                <a:lnTo>
                  <a:pt x="705523" y="283680"/>
                </a:lnTo>
                <a:lnTo>
                  <a:pt x="709197" y="283434"/>
                </a:lnTo>
                <a:lnTo>
                  <a:pt x="712872" y="283175"/>
                </a:lnTo>
                <a:lnTo>
                  <a:pt x="716546" y="282904"/>
                </a:lnTo>
                <a:lnTo>
                  <a:pt x="720221" y="282621"/>
                </a:lnTo>
                <a:lnTo>
                  <a:pt x="723896" y="282321"/>
                </a:lnTo>
                <a:lnTo>
                  <a:pt x="727570" y="282000"/>
                </a:lnTo>
                <a:lnTo>
                  <a:pt x="731245" y="281646"/>
                </a:lnTo>
                <a:lnTo>
                  <a:pt x="734919" y="281250"/>
                </a:lnTo>
                <a:lnTo>
                  <a:pt x="738594" y="280800"/>
                </a:lnTo>
                <a:lnTo>
                  <a:pt x="742269" y="280290"/>
                </a:lnTo>
                <a:lnTo>
                  <a:pt x="745943" y="279713"/>
                </a:lnTo>
                <a:lnTo>
                  <a:pt x="749618" y="279068"/>
                </a:lnTo>
                <a:lnTo>
                  <a:pt x="753292" y="278357"/>
                </a:lnTo>
                <a:lnTo>
                  <a:pt x="756967" y="277586"/>
                </a:lnTo>
                <a:lnTo>
                  <a:pt x="760642" y="276764"/>
                </a:lnTo>
                <a:lnTo>
                  <a:pt x="764316" y="275900"/>
                </a:lnTo>
                <a:lnTo>
                  <a:pt x="767991" y="275005"/>
                </a:lnTo>
                <a:lnTo>
                  <a:pt x="771665" y="274083"/>
                </a:lnTo>
                <a:lnTo>
                  <a:pt x="775340" y="273136"/>
                </a:lnTo>
                <a:lnTo>
                  <a:pt x="779015" y="272158"/>
                </a:lnTo>
                <a:lnTo>
                  <a:pt x="782689" y="271137"/>
                </a:lnTo>
                <a:lnTo>
                  <a:pt x="786364" y="270060"/>
                </a:lnTo>
                <a:lnTo>
                  <a:pt x="790038" y="268905"/>
                </a:lnTo>
                <a:lnTo>
                  <a:pt x="793713" y="267651"/>
                </a:lnTo>
                <a:lnTo>
                  <a:pt x="797388" y="266275"/>
                </a:lnTo>
                <a:lnTo>
                  <a:pt x="801062" y="264756"/>
                </a:lnTo>
                <a:lnTo>
                  <a:pt x="804737" y="263074"/>
                </a:lnTo>
                <a:lnTo>
                  <a:pt x="808411" y="261202"/>
                </a:lnTo>
                <a:lnTo>
                  <a:pt x="812086" y="259149"/>
                </a:lnTo>
                <a:lnTo>
                  <a:pt x="815761" y="256916"/>
                </a:lnTo>
                <a:lnTo>
                  <a:pt x="819435" y="254508"/>
                </a:lnTo>
                <a:lnTo>
                  <a:pt x="823110" y="251930"/>
                </a:lnTo>
                <a:lnTo>
                  <a:pt x="826784" y="249188"/>
                </a:lnTo>
                <a:lnTo>
                  <a:pt x="830459" y="246279"/>
                </a:lnTo>
                <a:lnTo>
                  <a:pt x="834134" y="243196"/>
                </a:lnTo>
                <a:lnTo>
                  <a:pt x="837808" y="239924"/>
                </a:lnTo>
                <a:lnTo>
                  <a:pt x="841483" y="236440"/>
                </a:lnTo>
                <a:lnTo>
                  <a:pt x="845157" y="232718"/>
                </a:lnTo>
                <a:lnTo>
                  <a:pt x="848832" y="228729"/>
                </a:lnTo>
                <a:lnTo>
                  <a:pt x="852507" y="224425"/>
                </a:lnTo>
                <a:lnTo>
                  <a:pt x="856181" y="219814"/>
                </a:lnTo>
                <a:lnTo>
                  <a:pt x="859856" y="214906"/>
                </a:lnTo>
                <a:lnTo>
                  <a:pt x="863530" y="209725"/>
                </a:lnTo>
                <a:lnTo>
                  <a:pt x="867205" y="204308"/>
                </a:lnTo>
                <a:lnTo>
                  <a:pt x="870880" y="198708"/>
                </a:lnTo>
                <a:lnTo>
                  <a:pt x="874554" y="192981"/>
                </a:lnTo>
                <a:lnTo>
                  <a:pt x="878229" y="187187"/>
                </a:lnTo>
                <a:lnTo>
                  <a:pt x="881903" y="181382"/>
                </a:lnTo>
                <a:lnTo>
                  <a:pt x="885578" y="175609"/>
                </a:lnTo>
                <a:lnTo>
                  <a:pt x="889253" y="169901"/>
                </a:lnTo>
                <a:lnTo>
                  <a:pt x="892927" y="164270"/>
                </a:lnTo>
                <a:lnTo>
                  <a:pt x="896602" y="158721"/>
                </a:lnTo>
                <a:lnTo>
                  <a:pt x="900276" y="153231"/>
                </a:lnTo>
                <a:lnTo>
                  <a:pt x="903951" y="147775"/>
                </a:lnTo>
                <a:lnTo>
                  <a:pt x="907626" y="142329"/>
                </a:lnTo>
                <a:lnTo>
                  <a:pt x="911300" y="136873"/>
                </a:lnTo>
                <a:lnTo>
                  <a:pt x="914975" y="131396"/>
                </a:lnTo>
                <a:lnTo>
                  <a:pt x="918649" y="125899"/>
                </a:lnTo>
                <a:lnTo>
                  <a:pt x="922324" y="120391"/>
                </a:lnTo>
                <a:lnTo>
                  <a:pt x="925999" y="114893"/>
                </a:lnTo>
                <a:lnTo>
                  <a:pt x="929673" y="109428"/>
                </a:lnTo>
                <a:lnTo>
                  <a:pt x="933348" y="104020"/>
                </a:lnTo>
                <a:lnTo>
                  <a:pt x="937022" y="98687"/>
                </a:lnTo>
                <a:lnTo>
                  <a:pt x="940697" y="93438"/>
                </a:lnTo>
                <a:lnTo>
                  <a:pt x="944372" y="88266"/>
                </a:lnTo>
                <a:lnTo>
                  <a:pt x="948046" y="83145"/>
                </a:lnTo>
                <a:lnTo>
                  <a:pt x="951721" y="78046"/>
                </a:lnTo>
                <a:lnTo>
                  <a:pt x="955395" y="72941"/>
                </a:lnTo>
                <a:lnTo>
                  <a:pt x="959070" y="67809"/>
                </a:lnTo>
                <a:lnTo>
                  <a:pt x="962745" y="62642"/>
                </a:lnTo>
                <a:lnTo>
                  <a:pt x="966419" y="57456"/>
                </a:lnTo>
                <a:lnTo>
                  <a:pt x="970094" y="52284"/>
                </a:lnTo>
                <a:lnTo>
                  <a:pt x="973768" y="47186"/>
                </a:lnTo>
                <a:lnTo>
                  <a:pt x="977443" y="42240"/>
                </a:lnTo>
                <a:lnTo>
                  <a:pt x="981118" y="37535"/>
                </a:lnTo>
                <a:lnTo>
                  <a:pt x="984792" y="33178"/>
                </a:lnTo>
                <a:lnTo>
                  <a:pt x="988467" y="29278"/>
                </a:lnTo>
                <a:lnTo>
                  <a:pt x="992141" y="25868"/>
                </a:lnTo>
                <a:lnTo>
                  <a:pt x="995816" y="22975"/>
                </a:lnTo>
                <a:lnTo>
                  <a:pt x="999491" y="20589"/>
                </a:lnTo>
                <a:lnTo>
                  <a:pt x="1003165" y="18668"/>
                </a:lnTo>
                <a:lnTo>
                  <a:pt x="1006840" y="17139"/>
                </a:lnTo>
                <a:lnTo>
                  <a:pt x="1010514" y="15906"/>
                </a:lnTo>
                <a:lnTo>
                  <a:pt x="1014189" y="14862"/>
                </a:lnTo>
                <a:lnTo>
                  <a:pt x="1017864" y="13898"/>
                </a:lnTo>
                <a:lnTo>
                  <a:pt x="1021538" y="12916"/>
                </a:lnTo>
                <a:lnTo>
                  <a:pt x="1025213" y="11837"/>
                </a:lnTo>
                <a:lnTo>
                  <a:pt x="1028887" y="10609"/>
                </a:lnTo>
                <a:lnTo>
                  <a:pt x="1032562" y="9207"/>
                </a:lnTo>
                <a:lnTo>
                  <a:pt x="1036237" y="7673"/>
                </a:lnTo>
                <a:lnTo>
                  <a:pt x="1039911" y="6066"/>
                </a:lnTo>
                <a:lnTo>
                  <a:pt x="1043586" y="4467"/>
                </a:lnTo>
                <a:lnTo>
                  <a:pt x="1047260" y="2973"/>
                </a:lnTo>
                <a:lnTo>
                  <a:pt x="1050935" y="1686"/>
                </a:lnTo>
                <a:lnTo>
                  <a:pt x="1054610" y="705"/>
                </a:lnTo>
                <a:lnTo>
                  <a:pt x="1058284" y="119"/>
                </a:lnTo>
                <a:lnTo>
                  <a:pt x="1061959" y="0"/>
                </a:lnTo>
                <a:lnTo>
                  <a:pt x="1065633" y="396"/>
                </a:lnTo>
                <a:lnTo>
                  <a:pt x="1069308" y="1339"/>
                </a:lnTo>
                <a:lnTo>
                  <a:pt x="1072983" y="2835"/>
                </a:lnTo>
                <a:lnTo>
                  <a:pt x="1076657" y="4920"/>
                </a:lnTo>
                <a:lnTo>
                  <a:pt x="1080332" y="7514"/>
                </a:lnTo>
                <a:lnTo>
                  <a:pt x="1084006" y="10573"/>
                </a:lnTo>
                <a:lnTo>
                  <a:pt x="1087681" y="14052"/>
                </a:lnTo>
                <a:lnTo>
                  <a:pt x="1091356" y="17902"/>
                </a:lnTo>
                <a:lnTo>
                  <a:pt x="1095030" y="22074"/>
                </a:lnTo>
                <a:lnTo>
                  <a:pt x="1098705" y="26521"/>
                </a:lnTo>
                <a:lnTo>
                  <a:pt x="1102379" y="31200"/>
                </a:lnTo>
                <a:lnTo>
                  <a:pt x="1106054" y="36072"/>
                </a:lnTo>
                <a:lnTo>
                  <a:pt x="1109729" y="41104"/>
                </a:lnTo>
                <a:lnTo>
                  <a:pt x="1113403" y="46267"/>
                </a:lnTo>
                <a:lnTo>
                  <a:pt x="1117078" y="51536"/>
                </a:lnTo>
                <a:lnTo>
                  <a:pt x="1120752" y="56890"/>
                </a:lnTo>
                <a:lnTo>
                  <a:pt x="1124427" y="62295"/>
                </a:lnTo>
                <a:lnTo>
                  <a:pt x="1128102" y="67715"/>
                </a:lnTo>
                <a:lnTo>
                  <a:pt x="1131776" y="73115"/>
                </a:lnTo>
                <a:lnTo>
                  <a:pt x="1135451" y="78451"/>
                </a:lnTo>
                <a:lnTo>
                  <a:pt x="1139125" y="83678"/>
                </a:lnTo>
                <a:lnTo>
                  <a:pt x="1142800" y="88753"/>
                </a:lnTo>
                <a:lnTo>
                  <a:pt x="1146475" y="93638"/>
                </a:lnTo>
                <a:lnTo>
                  <a:pt x="1150149" y="98302"/>
                </a:lnTo>
                <a:lnTo>
                  <a:pt x="1153824" y="102730"/>
                </a:lnTo>
                <a:lnTo>
                  <a:pt x="1157498" y="106918"/>
                </a:lnTo>
                <a:lnTo>
                  <a:pt x="1161173" y="110877"/>
                </a:lnTo>
                <a:lnTo>
                  <a:pt x="1164848" y="114625"/>
                </a:lnTo>
                <a:lnTo>
                  <a:pt x="1168522" y="118208"/>
                </a:lnTo>
                <a:lnTo>
                  <a:pt x="1172197" y="121675"/>
                </a:lnTo>
                <a:lnTo>
                  <a:pt x="1175871" y="125069"/>
                </a:lnTo>
                <a:lnTo>
                  <a:pt x="1179546" y="128428"/>
                </a:lnTo>
                <a:lnTo>
                  <a:pt x="1183221" y="131780"/>
                </a:lnTo>
                <a:lnTo>
                  <a:pt x="1186895" y="135146"/>
                </a:lnTo>
                <a:lnTo>
                  <a:pt x="1190570" y="138531"/>
                </a:lnTo>
                <a:lnTo>
                  <a:pt x="1194244" y="141934"/>
                </a:lnTo>
                <a:lnTo>
                  <a:pt x="1197919" y="145341"/>
                </a:lnTo>
                <a:lnTo>
                  <a:pt x="1201594" y="148734"/>
                </a:lnTo>
                <a:lnTo>
                  <a:pt x="1205268" y="152089"/>
                </a:lnTo>
                <a:lnTo>
                  <a:pt x="1208943" y="155381"/>
                </a:lnTo>
                <a:lnTo>
                  <a:pt x="1212617" y="158591"/>
                </a:lnTo>
                <a:lnTo>
                  <a:pt x="1216292" y="161712"/>
                </a:lnTo>
                <a:lnTo>
                  <a:pt x="1219967" y="164746"/>
                </a:lnTo>
                <a:lnTo>
                  <a:pt x="1223641" y="167701"/>
                </a:lnTo>
                <a:lnTo>
                  <a:pt x="1227316" y="170591"/>
                </a:lnTo>
                <a:lnTo>
                  <a:pt x="1230990" y="173438"/>
                </a:lnTo>
                <a:lnTo>
                  <a:pt x="1234665" y="176261"/>
                </a:lnTo>
                <a:lnTo>
                  <a:pt x="1238340" y="179080"/>
                </a:lnTo>
                <a:lnTo>
                  <a:pt x="1242014" y="181912"/>
                </a:lnTo>
                <a:lnTo>
                  <a:pt x="1245689" y="184764"/>
                </a:lnTo>
                <a:lnTo>
                  <a:pt x="1249363" y="187638"/>
                </a:lnTo>
                <a:lnTo>
                  <a:pt x="1253038" y="190524"/>
                </a:lnTo>
                <a:lnTo>
                  <a:pt x="1256713" y="193397"/>
                </a:lnTo>
                <a:lnTo>
                  <a:pt x="1260387" y="196231"/>
                </a:lnTo>
                <a:lnTo>
                  <a:pt x="1264062" y="198993"/>
                </a:lnTo>
                <a:lnTo>
                  <a:pt x="1267736" y="201656"/>
                </a:lnTo>
                <a:lnTo>
                  <a:pt x="1271411" y="204199"/>
                </a:lnTo>
                <a:lnTo>
                  <a:pt x="1275086" y="206612"/>
                </a:lnTo>
                <a:lnTo>
                  <a:pt x="1278760" y="208901"/>
                </a:lnTo>
                <a:lnTo>
                  <a:pt x="1282435" y="211085"/>
                </a:lnTo>
                <a:lnTo>
                  <a:pt x="1286109" y="213196"/>
                </a:lnTo>
                <a:lnTo>
                  <a:pt x="1289784" y="215278"/>
                </a:lnTo>
                <a:lnTo>
                  <a:pt x="1293459" y="217377"/>
                </a:lnTo>
                <a:lnTo>
                  <a:pt x="1297133" y="219537"/>
                </a:lnTo>
                <a:lnTo>
                  <a:pt x="1300808" y="221800"/>
                </a:lnTo>
                <a:lnTo>
                  <a:pt x="1304482" y="224170"/>
                </a:lnTo>
                <a:lnTo>
                  <a:pt x="1308157" y="226638"/>
                </a:lnTo>
                <a:lnTo>
                  <a:pt x="1311832" y="229176"/>
                </a:lnTo>
                <a:lnTo>
                  <a:pt x="1315506" y="231739"/>
                </a:lnTo>
                <a:lnTo>
                  <a:pt x="1319181" y="234276"/>
                </a:lnTo>
                <a:lnTo>
                  <a:pt x="1322855" y="236731"/>
                </a:lnTo>
                <a:lnTo>
                  <a:pt x="1326530" y="239055"/>
                </a:lnTo>
                <a:lnTo>
                  <a:pt x="1330205" y="241209"/>
                </a:lnTo>
                <a:lnTo>
                  <a:pt x="1333879" y="243170"/>
                </a:lnTo>
                <a:lnTo>
                  <a:pt x="1337554" y="244934"/>
                </a:lnTo>
                <a:lnTo>
                  <a:pt x="1341228" y="246511"/>
                </a:lnTo>
                <a:lnTo>
                  <a:pt x="1344903" y="247919"/>
                </a:lnTo>
                <a:lnTo>
                  <a:pt x="1348577" y="249208"/>
                </a:lnTo>
                <a:lnTo>
                  <a:pt x="1352252" y="250420"/>
                </a:lnTo>
                <a:lnTo>
                  <a:pt x="1355927" y="251589"/>
                </a:lnTo>
                <a:lnTo>
                  <a:pt x="1359601" y="252741"/>
                </a:lnTo>
                <a:lnTo>
                  <a:pt x="1363276" y="253896"/>
                </a:lnTo>
                <a:lnTo>
                  <a:pt x="1366950" y="255060"/>
                </a:lnTo>
                <a:lnTo>
                  <a:pt x="1370625" y="256235"/>
                </a:lnTo>
                <a:lnTo>
                  <a:pt x="1374300" y="257412"/>
                </a:lnTo>
                <a:lnTo>
                  <a:pt x="1377974" y="258584"/>
                </a:lnTo>
                <a:lnTo>
                  <a:pt x="1381649" y="259738"/>
                </a:lnTo>
                <a:lnTo>
                  <a:pt x="1385323" y="260868"/>
                </a:lnTo>
                <a:lnTo>
                  <a:pt x="1388998" y="261965"/>
                </a:lnTo>
                <a:lnTo>
                  <a:pt x="1392673" y="263033"/>
                </a:lnTo>
                <a:lnTo>
                  <a:pt x="1396347" y="264077"/>
                </a:lnTo>
                <a:lnTo>
                  <a:pt x="1400022" y="265102"/>
                </a:lnTo>
                <a:lnTo>
                  <a:pt x="1403696" y="266117"/>
                </a:lnTo>
                <a:lnTo>
                  <a:pt x="1407371" y="267127"/>
                </a:lnTo>
                <a:lnTo>
                  <a:pt x="1411046" y="268134"/>
                </a:lnTo>
                <a:lnTo>
                  <a:pt x="1414720" y="269139"/>
                </a:lnTo>
                <a:lnTo>
                  <a:pt x="1418395" y="270138"/>
                </a:lnTo>
                <a:lnTo>
                  <a:pt x="1422069" y="271124"/>
                </a:lnTo>
                <a:lnTo>
                  <a:pt x="1425744" y="272087"/>
                </a:lnTo>
                <a:lnTo>
                  <a:pt x="1429419" y="273018"/>
                </a:lnTo>
                <a:lnTo>
                  <a:pt x="1433093" y="273901"/>
                </a:lnTo>
                <a:lnTo>
                  <a:pt x="1436768" y="274725"/>
                </a:lnTo>
                <a:lnTo>
                  <a:pt x="1440442" y="275484"/>
                </a:lnTo>
                <a:lnTo>
                  <a:pt x="1444117" y="276173"/>
                </a:lnTo>
                <a:lnTo>
                  <a:pt x="1447792" y="276787"/>
                </a:lnTo>
                <a:lnTo>
                  <a:pt x="1451466" y="277327"/>
                </a:lnTo>
                <a:lnTo>
                  <a:pt x="1455141" y="277796"/>
                </a:lnTo>
                <a:lnTo>
                  <a:pt x="1458815" y="278198"/>
                </a:lnTo>
                <a:lnTo>
                  <a:pt x="1462490" y="278541"/>
                </a:lnTo>
                <a:lnTo>
                  <a:pt x="1466165" y="278836"/>
                </a:lnTo>
                <a:lnTo>
                  <a:pt x="1469839" y="279092"/>
                </a:lnTo>
                <a:lnTo>
                  <a:pt x="1473514" y="279321"/>
                </a:lnTo>
                <a:lnTo>
                  <a:pt x="1477188" y="279534"/>
                </a:lnTo>
                <a:lnTo>
                  <a:pt x="1480863" y="279741"/>
                </a:lnTo>
                <a:lnTo>
                  <a:pt x="1484538" y="279949"/>
                </a:lnTo>
                <a:lnTo>
                  <a:pt x="1488212" y="280162"/>
                </a:lnTo>
                <a:lnTo>
                  <a:pt x="1491887" y="280383"/>
                </a:lnTo>
                <a:lnTo>
                  <a:pt x="1495561" y="280610"/>
                </a:lnTo>
                <a:lnTo>
                  <a:pt x="1499236" y="280842"/>
                </a:lnTo>
                <a:lnTo>
                  <a:pt x="1502911" y="281077"/>
                </a:lnTo>
                <a:lnTo>
                  <a:pt x="1506585" y="281313"/>
                </a:lnTo>
                <a:lnTo>
                  <a:pt x="1510260" y="281549"/>
                </a:lnTo>
                <a:lnTo>
                  <a:pt x="1513934" y="281783"/>
                </a:lnTo>
                <a:lnTo>
                  <a:pt x="1517609" y="282014"/>
                </a:lnTo>
                <a:lnTo>
                  <a:pt x="1521284" y="282242"/>
                </a:lnTo>
                <a:lnTo>
                  <a:pt x="1524958" y="282466"/>
                </a:lnTo>
                <a:lnTo>
                  <a:pt x="1528633" y="282682"/>
                </a:lnTo>
                <a:lnTo>
                  <a:pt x="1532307" y="282888"/>
                </a:lnTo>
                <a:lnTo>
                  <a:pt x="1535982" y="283079"/>
                </a:lnTo>
                <a:lnTo>
                  <a:pt x="1539657" y="283252"/>
                </a:lnTo>
                <a:lnTo>
                  <a:pt x="1543331" y="283402"/>
                </a:lnTo>
                <a:lnTo>
                  <a:pt x="1547006" y="283527"/>
                </a:lnTo>
                <a:lnTo>
                  <a:pt x="1550680" y="283626"/>
                </a:lnTo>
                <a:lnTo>
                  <a:pt x="1554355" y="283700"/>
                </a:lnTo>
                <a:lnTo>
                  <a:pt x="1558030" y="283752"/>
                </a:lnTo>
                <a:lnTo>
                  <a:pt x="1561704" y="283786"/>
                </a:lnTo>
                <a:lnTo>
                  <a:pt x="1565379" y="283809"/>
                </a:lnTo>
                <a:lnTo>
                  <a:pt x="1569053" y="283827"/>
                </a:lnTo>
                <a:lnTo>
                  <a:pt x="1572728" y="283847"/>
                </a:lnTo>
                <a:lnTo>
                  <a:pt x="1576403" y="283873"/>
                </a:lnTo>
                <a:lnTo>
                  <a:pt x="1580077" y="283909"/>
                </a:lnTo>
                <a:lnTo>
                  <a:pt x="1583752" y="283955"/>
                </a:lnTo>
                <a:lnTo>
                  <a:pt x="1587426" y="284012"/>
                </a:lnTo>
                <a:lnTo>
                  <a:pt x="1591101" y="284078"/>
                </a:lnTo>
                <a:lnTo>
                  <a:pt x="1594776" y="284150"/>
                </a:lnTo>
                <a:lnTo>
                  <a:pt x="1598450" y="284225"/>
                </a:lnTo>
                <a:lnTo>
                  <a:pt x="1602125" y="284300"/>
                </a:lnTo>
                <a:lnTo>
                  <a:pt x="1605799" y="284371"/>
                </a:lnTo>
                <a:lnTo>
                  <a:pt x="1609474" y="284437"/>
                </a:lnTo>
                <a:lnTo>
                  <a:pt x="1613149" y="284498"/>
                </a:lnTo>
                <a:lnTo>
                  <a:pt x="1616823" y="284553"/>
                </a:lnTo>
                <a:lnTo>
                  <a:pt x="1620498" y="284605"/>
                </a:lnTo>
                <a:lnTo>
                  <a:pt x="1624172" y="284655"/>
                </a:lnTo>
                <a:lnTo>
                  <a:pt x="1627847" y="284707"/>
                </a:lnTo>
                <a:lnTo>
                  <a:pt x="1631522" y="284760"/>
                </a:lnTo>
                <a:lnTo>
                  <a:pt x="1635196" y="284817"/>
                </a:lnTo>
                <a:lnTo>
                  <a:pt x="1638871" y="284878"/>
                </a:lnTo>
                <a:lnTo>
                  <a:pt x="1642545" y="284942"/>
                </a:lnTo>
                <a:lnTo>
                  <a:pt x="1646220" y="285007"/>
                </a:lnTo>
                <a:lnTo>
                  <a:pt x="1649895" y="285073"/>
                </a:lnTo>
                <a:lnTo>
                  <a:pt x="1653569" y="285136"/>
                </a:lnTo>
                <a:lnTo>
                  <a:pt x="1657244" y="285196"/>
                </a:lnTo>
                <a:lnTo>
                  <a:pt x="1660918" y="285249"/>
                </a:lnTo>
                <a:lnTo>
                  <a:pt x="1664593" y="285296"/>
                </a:lnTo>
                <a:lnTo>
                  <a:pt x="1668268" y="285336"/>
                </a:lnTo>
                <a:lnTo>
                  <a:pt x="1671942" y="285369"/>
                </a:lnTo>
                <a:lnTo>
                  <a:pt x="1675617" y="285395"/>
                </a:lnTo>
                <a:lnTo>
                  <a:pt x="1679291" y="285415"/>
                </a:lnTo>
                <a:lnTo>
                  <a:pt x="1682966" y="285430"/>
                </a:lnTo>
                <a:lnTo>
                  <a:pt x="1686641" y="285440"/>
                </a:lnTo>
                <a:lnTo>
                  <a:pt x="1690315" y="285448"/>
                </a:lnTo>
                <a:lnTo>
                  <a:pt x="1693990" y="285453"/>
                </a:lnTo>
                <a:lnTo>
                  <a:pt x="1697664" y="285456"/>
                </a:lnTo>
                <a:lnTo>
                  <a:pt x="1701339" y="285458"/>
                </a:lnTo>
                <a:lnTo>
                  <a:pt x="1705014" y="285459"/>
                </a:lnTo>
                <a:lnTo>
                  <a:pt x="1708688" y="285460"/>
                </a:lnTo>
                <a:lnTo>
                  <a:pt x="1712363" y="285461"/>
                </a:lnTo>
                <a:lnTo>
                  <a:pt x="1716037" y="285461"/>
                </a:lnTo>
                <a:lnTo>
                  <a:pt x="1719712" y="285461"/>
                </a:lnTo>
                <a:lnTo>
                  <a:pt x="1723387" y="285461"/>
                </a:lnTo>
                <a:lnTo>
                  <a:pt x="1727061" y="285461"/>
                </a:lnTo>
                <a:lnTo>
                  <a:pt x="1730736" y="285461"/>
                </a:lnTo>
                <a:lnTo>
                  <a:pt x="1734410" y="285461"/>
                </a:lnTo>
                <a:lnTo>
                  <a:pt x="1738085" y="285461"/>
                </a:lnTo>
                <a:lnTo>
                  <a:pt x="1741760" y="285461"/>
                </a:lnTo>
                <a:lnTo>
                  <a:pt x="1745434" y="285461"/>
                </a:lnTo>
                <a:lnTo>
                  <a:pt x="1749109" y="285461"/>
                </a:lnTo>
                <a:lnTo>
                  <a:pt x="1752783" y="285461"/>
                </a:lnTo>
                <a:lnTo>
                  <a:pt x="1756458" y="285461"/>
                </a:lnTo>
                <a:lnTo>
                  <a:pt x="1760133" y="285461"/>
                </a:lnTo>
                <a:lnTo>
                  <a:pt x="1763807" y="285461"/>
                </a:lnTo>
                <a:lnTo>
                  <a:pt x="1767482" y="285461"/>
                </a:lnTo>
                <a:lnTo>
                  <a:pt x="1771156" y="285461"/>
                </a:lnTo>
                <a:lnTo>
                  <a:pt x="1774831" y="285461"/>
                </a:lnTo>
                <a:lnTo>
                  <a:pt x="1778506" y="285461"/>
                </a:lnTo>
                <a:lnTo>
                  <a:pt x="1782180" y="285461"/>
                </a:lnTo>
                <a:lnTo>
                  <a:pt x="1785855" y="285461"/>
                </a:lnTo>
                <a:lnTo>
                  <a:pt x="1789529" y="285461"/>
                </a:lnTo>
                <a:lnTo>
                  <a:pt x="1793204" y="285461"/>
                </a:lnTo>
                <a:lnTo>
                  <a:pt x="1796879" y="285461"/>
                </a:lnTo>
                <a:lnTo>
                  <a:pt x="1800553" y="285461"/>
                </a:lnTo>
                <a:lnTo>
                  <a:pt x="1804228" y="285461"/>
                </a:lnTo>
                <a:lnTo>
                  <a:pt x="1807902" y="285461"/>
                </a:lnTo>
                <a:lnTo>
                  <a:pt x="1811577" y="285461"/>
                </a:lnTo>
                <a:lnTo>
                  <a:pt x="1815252" y="285461"/>
                </a:lnTo>
                <a:lnTo>
                  <a:pt x="1818926" y="285461"/>
                </a:lnTo>
                <a:lnTo>
                  <a:pt x="1822601" y="285461"/>
                </a:lnTo>
                <a:lnTo>
                  <a:pt x="1826275" y="285461"/>
                </a:lnTo>
                <a:lnTo>
                  <a:pt x="1829950" y="285461"/>
                </a:lnTo>
                <a:lnTo>
                  <a:pt x="1833625" y="285461"/>
                </a:lnTo>
                <a:lnTo>
                  <a:pt x="1837299" y="285461"/>
                </a:lnTo>
                <a:lnTo>
                  <a:pt x="1840974" y="285461"/>
                </a:lnTo>
                <a:lnTo>
                  <a:pt x="1844648" y="285461"/>
                </a:lnTo>
                <a:lnTo>
                  <a:pt x="1848323" y="285461"/>
                </a:lnTo>
                <a:lnTo>
                  <a:pt x="1851998" y="285461"/>
                </a:lnTo>
                <a:lnTo>
                  <a:pt x="1855672" y="285461"/>
                </a:lnTo>
                <a:lnTo>
                  <a:pt x="1859347" y="285461"/>
                </a:lnTo>
                <a:lnTo>
                  <a:pt x="1863021" y="285461"/>
                </a:lnTo>
                <a:lnTo>
                  <a:pt x="1866696" y="285461"/>
                </a:lnTo>
                <a:lnTo>
                  <a:pt x="1870371" y="285461"/>
                </a:lnTo>
                <a:lnTo>
                  <a:pt x="1874045" y="285461"/>
                </a:lnTo>
                <a:lnTo>
                  <a:pt x="1877720" y="285461"/>
                </a:lnTo>
                <a:lnTo>
                  <a:pt x="1874045" y="285461"/>
                </a:lnTo>
                <a:lnTo>
                  <a:pt x="1870371" y="285461"/>
                </a:lnTo>
                <a:lnTo>
                  <a:pt x="1866696" y="285461"/>
                </a:lnTo>
                <a:lnTo>
                  <a:pt x="1863021" y="285461"/>
                </a:lnTo>
                <a:lnTo>
                  <a:pt x="1859347" y="285461"/>
                </a:lnTo>
                <a:lnTo>
                  <a:pt x="1855672" y="285461"/>
                </a:lnTo>
                <a:lnTo>
                  <a:pt x="1851998" y="285461"/>
                </a:lnTo>
                <a:lnTo>
                  <a:pt x="1848323" y="285461"/>
                </a:lnTo>
                <a:lnTo>
                  <a:pt x="1844648" y="285461"/>
                </a:lnTo>
                <a:lnTo>
                  <a:pt x="1840974" y="285461"/>
                </a:lnTo>
                <a:lnTo>
                  <a:pt x="1837299" y="285461"/>
                </a:lnTo>
                <a:lnTo>
                  <a:pt x="1833625" y="285461"/>
                </a:lnTo>
                <a:lnTo>
                  <a:pt x="1829950" y="285461"/>
                </a:lnTo>
                <a:lnTo>
                  <a:pt x="1826275" y="285461"/>
                </a:lnTo>
                <a:lnTo>
                  <a:pt x="1822601" y="285461"/>
                </a:lnTo>
                <a:lnTo>
                  <a:pt x="1818926" y="285461"/>
                </a:lnTo>
                <a:lnTo>
                  <a:pt x="1815252" y="285461"/>
                </a:lnTo>
                <a:lnTo>
                  <a:pt x="1811577" y="285461"/>
                </a:lnTo>
                <a:lnTo>
                  <a:pt x="1807902" y="285461"/>
                </a:lnTo>
                <a:lnTo>
                  <a:pt x="1804228" y="285461"/>
                </a:lnTo>
                <a:lnTo>
                  <a:pt x="1800553" y="285461"/>
                </a:lnTo>
                <a:lnTo>
                  <a:pt x="1796879" y="285461"/>
                </a:lnTo>
                <a:lnTo>
                  <a:pt x="1793204" y="285461"/>
                </a:lnTo>
                <a:lnTo>
                  <a:pt x="1789529" y="285461"/>
                </a:lnTo>
                <a:lnTo>
                  <a:pt x="1785855" y="285461"/>
                </a:lnTo>
                <a:lnTo>
                  <a:pt x="1782180" y="285461"/>
                </a:lnTo>
                <a:lnTo>
                  <a:pt x="1778506" y="285461"/>
                </a:lnTo>
                <a:lnTo>
                  <a:pt x="1774831" y="285461"/>
                </a:lnTo>
                <a:lnTo>
                  <a:pt x="1771156" y="285461"/>
                </a:lnTo>
                <a:lnTo>
                  <a:pt x="1767482" y="285461"/>
                </a:lnTo>
                <a:lnTo>
                  <a:pt x="1763807" y="285461"/>
                </a:lnTo>
                <a:lnTo>
                  <a:pt x="1760133" y="285461"/>
                </a:lnTo>
                <a:lnTo>
                  <a:pt x="1756458" y="285461"/>
                </a:lnTo>
                <a:lnTo>
                  <a:pt x="1752783" y="285461"/>
                </a:lnTo>
                <a:lnTo>
                  <a:pt x="1749109" y="285461"/>
                </a:lnTo>
                <a:lnTo>
                  <a:pt x="1745434" y="285461"/>
                </a:lnTo>
                <a:lnTo>
                  <a:pt x="1741760" y="285461"/>
                </a:lnTo>
                <a:lnTo>
                  <a:pt x="1738085" y="285461"/>
                </a:lnTo>
                <a:lnTo>
                  <a:pt x="1734410" y="285461"/>
                </a:lnTo>
                <a:lnTo>
                  <a:pt x="1730736" y="285461"/>
                </a:lnTo>
                <a:lnTo>
                  <a:pt x="1727061" y="285461"/>
                </a:lnTo>
                <a:lnTo>
                  <a:pt x="1723387" y="285461"/>
                </a:lnTo>
                <a:lnTo>
                  <a:pt x="1719712" y="285461"/>
                </a:lnTo>
                <a:lnTo>
                  <a:pt x="1716037" y="285461"/>
                </a:lnTo>
                <a:lnTo>
                  <a:pt x="1712363" y="285461"/>
                </a:lnTo>
                <a:lnTo>
                  <a:pt x="1708688" y="285461"/>
                </a:lnTo>
                <a:lnTo>
                  <a:pt x="1705014" y="285461"/>
                </a:lnTo>
                <a:lnTo>
                  <a:pt x="1701339" y="285461"/>
                </a:lnTo>
                <a:lnTo>
                  <a:pt x="1697664" y="285461"/>
                </a:lnTo>
                <a:lnTo>
                  <a:pt x="1693990" y="285461"/>
                </a:lnTo>
                <a:lnTo>
                  <a:pt x="1690315" y="285461"/>
                </a:lnTo>
                <a:lnTo>
                  <a:pt x="1686641" y="285461"/>
                </a:lnTo>
                <a:lnTo>
                  <a:pt x="1682966" y="285461"/>
                </a:lnTo>
                <a:lnTo>
                  <a:pt x="1679291" y="285461"/>
                </a:lnTo>
                <a:lnTo>
                  <a:pt x="1675617" y="285461"/>
                </a:lnTo>
                <a:lnTo>
                  <a:pt x="1671942" y="285461"/>
                </a:lnTo>
                <a:lnTo>
                  <a:pt x="1668268" y="285461"/>
                </a:lnTo>
                <a:lnTo>
                  <a:pt x="1664593" y="285461"/>
                </a:lnTo>
                <a:lnTo>
                  <a:pt x="1660918" y="285461"/>
                </a:lnTo>
                <a:lnTo>
                  <a:pt x="1657244" y="285461"/>
                </a:lnTo>
                <a:lnTo>
                  <a:pt x="1653569" y="285461"/>
                </a:lnTo>
                <a:lnTo>
                  <a:pt x="1649895" y="285461"/>
                </a:lnTo>
                <a:lnTo>
                  <a:pt x="1646220" y="285461"/>
                </a:lnTo>
                <a:lnTo>
                  <a:pt x="1642545" y="285461"/>
                </a:lnTo>
                <a:lnTo>
                  <a:pt x="1638871" y="285461"/>
                </a:lnTo>
                <a:lnTo>
                  <a:pt x="1635196" y="285461"/>
                </a:lnTo>
                <a:lnTo>
                  <a:pt x="1631522" y="285461"/>
                </a:lnTo>
                <a:lnTo>
                  <a:pt x="1627847" y="285461"/>
                </a:lnTo>
                <a:lnTo>
                  <a:pt x="1624172" y="285461"/>
                </a:lnTo>
                <a:lnTo>
                  <a:pt x="1620498" y="285461"/>
                </a:lnTo>
                <a:lnTo>
                  <a:pt x="1616823" y="285461"/>
                </a:lnTo>
                <a:lnTo>
                  <a:pt x="1613149" y="285461"/>
                </a:lnTo>
                <a:lnTo>
                  <a:pt x="1609474" y="285461"/>
                </a:lnTo>
                <a:lnTo>
                  <a:pt x="1605799" y="285461"/>
                </a:lnTo>
                <a:lnTo>
                  <a:pt x="1602125" y="285461"/>
                </a:lnTo>
                <a:lnTo>
                  <a:pt x="1598450" y="285461"/>
                </a:lnTo>
                <a:lnTo>
                  <a:pt x="1594776" y="285461"/>
                </a:lnTo>
                <a:lnTo>
                  <a:pt x="1591101" y="285461"/>
                </a:lnTo>
                <a:lnTo>
                  <a:pt x="1587426" y="285461"/>
                </a:lnTo>
                <a:lnTo>
                  <a:pt x="1583752" y="285461"/>
                </a:lnTo>
                <a:lnTo>
                  <a:pt x="1580077" y="285461"/>
                </a:lnTo>
                <a:lnTo>
                  <a:pt x="1576403" y="285461"/>
                </a:lnTo>
                <a:lnTo>
                  <a:pt x="1572728" y="285461"/>
                </a:lnTo>
                <a:lnTo>
                  <a:pt x="1569053" y="285461"/>
                </a:lnTo>
                <a:lnTo>
                  <a:pt x="1565379" y="285461"/>
                </a:lnTo>
                <a:lnTo>
                  <a:pt x="1561704" y="285461"/>
                </a:lnTo>
                <a:lnTo>
                  <a:pt x="1558030" y="285461"/>
                </a:lnTo>
                <a:lnTo>
                  <a:pt x="1554355" y="285461"/>
                </a:lnTo>
                <a:lnTo>
                  <a:pt x="1550680" y="285461"/>
                </a:lnTo>
                <a:lnTo>
                  <a:pt x="1547006" y="285461"/>
                </a:lnTo>
                <a:lnTo>
                  <a:pt x="1543331" y="285461"/>
                </a:lnTo>
                <a:lnTo>
                  <a:pt x="1539657" y="285461"/>
                </a:lnTo>
                <a:lnTo>
                  <a:pt x="1535982" y="285461"/>
                </a:lnTo>
                <a:lnTo>
                  <a:pt x="1532307" y="285461"/>
                </a:lnTo>
                <a:lnTo>
                  <a:pt x="1528633" y="285461"/>
                </a:lnTo>
                <a:lnTo>
                  <a:pt x="1524958" y="285461"/>
                </a:lnTo>
                <a:lnTo>
                  <a:pt x="1521284" y="285461"/>
                </a:lnTo>
                <a:lnTo>
                  <a:pt x="1517609" y="285461"/>
                </a:lnTo>
                <a:lnTo>
                  <a:pt x="1513934" y="285461"/>
                </a:lnTo>
                <a:lnTo>
                  <a:pt x="1510260" y="285461"/>
                </a:lnTo>
                <a:lnTo>
                  <a:pt x="1506585" y="285461"/>
                </a:lnTo>
                <a:lnTo>
                  <a:pt x="1502911" y="285461"/>
                </a:lnTo>
                <a:lnTo>
                  <a:pt x="1499236" y="285461"/>
                </a:lnTo>
                <a:lnTo>
                  <a:pt x="1495561" y="285461"/>
                </a:lnTo>
                <a:lnTo>
                  <a:pt x="1491887" y="285461"/>
                </a:lnTo>
                <a:lnTo>
                  <a:pt x="1488212" y="285461"/>
                </a:lnTo>
                <a:lnTo>
                  <a:pt x="1484538" y="285461"/>
                </a:lnTo>
                <a:lnTo>
                  <a:pt x="1480863" y="285461"/>
                </a:lnTo>
                <a:lnTo>
                  <a:pt x="1477188" y="285461"/>
                </a:lnTo>
                <a:lnTo>
                  <a:pt x="1473514" y="285461"/>
                </a:lnTo>
                <a:lnTo>
                  <a:pt x="1469839" y="285461"/>
                </a:lnTo>
                <a:lnTo>
                  <a:pt x="1466165" y="285461"/>
                </a:lnTo>
                <a:lnTo>
                  <a:pt x="1462490" y="285461"/>
                </a:lnTo>
                <a:lnTo>
                  <a:pt x="1458815" y="285461"/>
                </a:lnTo>
                <a:lnTo>
                  <a:pt x="1455141" y="285461"/>
                </a:lnTo>
                <a:lnTo>
                  <a:pt x="1451466" y="285461"/>
                </a:lnTo>
                <a:lnTo>
                  <a:pt x="1447792" y="285461"/>
                </a:lnTo>
                <a:lnTo>
                  <a:pt x="1444117" y="285461"/>
                </a:lnTo>
                <a:lnTo>
                  <a:pt x="1440442" y="285461"/>
                </a:lnTo>
                <a:lnTo>
                  <a:pt x="1436768" y="285461"/>
                </a:lnTo>
                <a:lnTo>
                  <a:pt x="1433093" y="285461"/>
                </a:lnTo>
                <a:lnTo>
                  <a:pt x="1429419" y="285461"/>
                </a:lnTo>
                <a:lnTo>
                  <a:pt x="1425744" y="285461"/>
                </a:lnTo>
                <a:lnTo>
                  <a:pt x="1422069" y="285461"/>
                </a:lnTo>
                <a:lnTo>
                  <a:pt x="1418395" y="285461"/>
                </a:lnTo>
                <a:lnTo>
                  <a:pt x="1414720" y="285461"/>
                </a:lnTo>
                <a:lnTo>
                  <a:pt x="1411046" y="285461"/>
                </a:lnTo>
                <a:lnTo>
                  <a:pt x="1407371" y="285461"/>
                </a:lnTo>
                <a:lnTo>
                  <a:pt x="1403696" y="285461"/>
                </a:lnTo>
                <a:lnTo>
                  <a:pt x="1400022" y="285461"/>
                </a:lnTo>
                <a:lnTo>
                  <a:pt x="1396347" y="285461"/>
                </a:lnTo>
                <a:lnTo>
                  <a:pt x="1392673" y="285461"/>
                </a:lnTo>
                <a:lnTo>
                  <a:pt x="1388998" y="285461"/>
                </a:lnTo>
                <a:lnTo>
                  <a:pt x="1385323" y="285461"/>
                </a:lnTo>
                <a:lnTo>
                  <a:pt x="1381649" y="285461"/>
                </a:lnTo>
                <a:lnTo>
                  <a:pt x="1377974" y="285461"/>
                </a:lnTo>
                <a:lnTo>
                  <a:pt x="1374300" y="285461"/>
                </a:lnTo>
                <a:lnTo>
                  <a:pt x="1370625" y="285461"/>
                </a:lnTo>
                <a:lnTo>
                  <a:pt x="1366950" y="285461"/>
                </a:lnTo>
                <a:lnTo>
                  <a:pt x="1363276" y="285461"/>
                </a:lnTo>
                <a:lnTo>
                  <a:pt x="1359601" y="285461"/>
                </a:lnTo>
                <a:lnTo>
                  <a:pt x="1355927" y="285461"/>
                </a:lnTo>
                <a:lnTo>
                  <a:pt x="1352252" y="285461"/>
                </a:lnTo>
                <a:lnTo>
                  <a:pt x="1348577" y="285461"/>
                </a:lnTo>
                <a:lnTo>
                  <a:pt x="1344903" y="285461"/>
                </a:lnTo>
                <a:lnTo>
                  <a:pt x="1341228" y="285461"/>
                </a:lnTo>
                <a:lnTo>
                  <a:pt x="1337554" y="285461"/>
                </a:lnTo>
                <a:lnTo>
                  <a:pt x="1333879" y="285461"/>
                </a:lnTo>
                <a:lnTo>
                  <a:pt x="1330205" y="285461"/>
                </a:lnTo>
                <a:lnTo>
                  <a:pt x="1326530" y="285461"/>
                </a:lnTo>
                <a:lnTo>
                  <a:pt x="1322855" y="285461"/>
                </a:lnTo>
                <a:lnTo>
                  <a:pt x="1319181" y="285461"/>
                </a:lnTo>
                <a:lnTo>
                  <a:pt x="1315506" y="285461"/>
                </a:lnTo>
                <a:lnTo>
                  <a:pt x="1311832" y="285461"/>
                </a:lnTo>
                <a:lnTo>
                  <a:pt x="1308157" y="285461"/>
                </a:lnTo>
                <a:lnTo>
                  <a:pt x="1304482" y="285461"/>
                </a:lnTo>
                <a:lnTo>
                  <a:pt x="1300808" y="285461"/>
                </a:lnTo>
                <a:lnTo>
                  <a:pt x="1297133" y="285461"/>
                </a:lnTo>
                <a:lnTo>
                  <a:pt x="1293459" y="285461"/>
                </a:lnTo>
                <a:lnTo>
                  <a:pt x="1289784" y="285461"/>
                </a:lnTo>
                <a:lnTo>
                  <a:pt x="1286109" y="285461"/>
                </a:lnTo>
                <a:lnTo>
                  <a:pt x="1282435" y="285461"/>
                </a:lnTo>
                <a:lnTo>
                  <a:pt x="1278760" y="285461"/>
                </a:lnTo>
                <a:lnTo>
                  <a:pt x="1275086" y="285461"/>
                </a:lnTo>
                <a:lnTo>
                  <a:pt x="1271411" y="285461"/>
                </a:lnTo>
                <a:lnTo>
                  <a:pt x="1267736" y="285461"/>
                </a:lnTo>
                <a:lnTo>
                  <a:pt x="1264062" y="285461"/>
                </a:lnTo>
                <a:lnTo>
                  <a:pt x="1260387" y="285461"/>
                </a:lnTo>
                <a:lnTo>
                  <a:pt x="1256713" y="285461"/>
                </a:lnTo>
                <a:lnTo>
                  <a:pt x="1253038" y="285461"/>
                </a:lnTo>
                <a:lnTo>
                  <a:pt x="1249363" y="285461"/>
                </a:lnTo>
                <a:lnTo>
                  <a:pt x="1245689" y="285461"/>
                </a:lnTo>
                <a:lnTo>
                  <a:pt x="1242014" y="285461"/>
                </a:lnTo>
                <a:lnTo>
                  <a:pt x="1238340" y="285461"/>
                </a:lnTo>
                <a:lnTo>
                  <a:pt x="1234665" y="285461"/>
                </a:lnTo>
                <a:lnTo>
                  <a:pt x="1230990" y="285461"/>
                </a:lnTo>
                <a:lnTo>
                  <a:pt x="1227316" y="285461"/>
                </a:lnTo>
                <a:lnTo>
                  <a:pt x="1223641" y="285461"/>
                </a:lnTo>
                <a:lnTo>
                  <a:pt x="1219967" y="285461"/>
                </a:lnTo>
                <a:lnTo>
                  <a:pt x="1216292" y="285461"/>
                </a:lnTo>
                <a:lnTo>
                  <a:pt x="1212617" y="285461"/>
                </a:lnTo>
                <a:lnTo>
                  <a:pt x="1208943" y="285461"/>
                </a:lnTo>
                <a:lnTo>
                  <a:pt x="1205268" y="285461"/>
                </a:lnTo>
                <a:lnTo>
                  <a:pt x="1201594" y="285461"/>
                </a:lnTo>
                <a:lnTo>
                  <a:pt x="1197919" y="285461"/>
                </a:lnTo>
                <a:lnTo>
                  <a:pt x="1194244" y="285461"/>
                </a:lnTo>
                <a:lnTo>
                  <a:pt x="1190570" y="285461"/>
                </a:lnTo>
                <a:lnTo>
                  <a:pt x="1186895" y="285461"/>
                </a:lnTo>
                <a:lnTo>
                  <a:pt x="1183221" y="285461"/>
                </a:lnTo>
                <a:lnTo>
                  <a:pt x="1179546" y="285461"/>
                </a:lnTo>
                <a:lnTo>
                  <a:pt x="1175871" y="285461"/>
                </a:lnTo>
                <a:lnTo>
                  <a:pt x="1172197" y="285461"/>
                </a:lnTo>
                <a:lnTo>
                  <a:pt x="1168522" y="285461"/>
                </a:lnTo>
                <a:lnTo>
                  <a:pt x="1164848" y="285461"/>
                </a:lnTo>
                <a:lnTo>
                  <a:pt x="1161173" y="285461"/>
                </a:lnTo>
                <a:lnTo>
                  <a:pt x="1157498" y="285461"/>
                </a:lnTo>
                <a:lnTo>
                  <a:pt x="1153824" y="285461"/>
                </a:lnTo>
                <a:lnTo>
                  <a:pt x="1150149" y="285461"/>
                </a:lnTo>
                <a:lnTo>
                  <a:pt x="1146475" y="285461"/>
                </a:lnTo>
                <a:lnTo>
                  <a:pt x="1142800" y="285461"/>
                </a:lnTo>
                <a:lnTo>
                  <a:pt x="1139125" y="285461"/>
                </a:lnTo>
                <a:lnTo>
                  <a:pt x="1135451" y="285461"/>
                </a:lnTo>
                <a:lnTo>
                  <a:pt x="1131776" y="285461"/>
                </a:lnTo>
                <a:lnTo>
                  <a:pt x="1128102" y="285461"/>
                </a:lnTo>
                <a:lnTo>
                  <a:pt x="1124427" y="285461"/>
                </a:lnTo>
                <a:lnTo>
                  <a:pt x="1120752" y="285461"/>
                </a:lnTo>
                <a:lnTo>
                  <a:pt x="1117078" y="285461"/>
                </a:lnTo>
                <a:lnTo>
                  <a:pt x="1113403" y="285461"/>
                </a:lnTo>
                <a:lnTo>
                  <a:pt x="1109729" y="285461"/>
                </a:lnTo>
                <a:lnTo>
                  <a:pt x="1106054" y="285461"/>
                </a:lnTo>
                <a:lnTo>
                  <a:pt x="1102379" y="285461"/>
                </a:lnTo>
                <a:lnTo>
                  <a:pt x="1098705" y="285461"/>
                </a:lnTo>
                <a:lnTo>
                  <a:pt x="1095030" y="285461"/>
                </a:lnTo>
                <a:lnTo>
                  <a:pt x="1091356" y="285461"/>
                </a:lnTo>
                <a:lnTo>
                  <a:pt x="1087681" y="285461"/>
                </a:lnTo>
                <a:lnTo>
                  <a:pt x="1084006" y="285461"/>
                </a:lnTo>
                <a:lnTo>
                  <a:pt x="1080332" y="285461"/>
                </a:lnTo>
                <a:lnTo>
                  <a:pt x="1076657" y="285461"/>
                </a:lnTo>
                <a:lnTo>
                  <a:pt x="1072983" y="285461"/>
                </a:lnTo>
                <a:lnTo>
                  <a:pt x="1069308" y="285461"/>
                </a:lnTo>
                <a:lnTo>
                  <a:pt x="1065633" y="285461"/>
                </a:lnTo>
                <a:lnTo>
                  <a:pt x="1061959" y="285461"/>
                </a:lnTo>
                <a:lnTo>
                  <a:pt x="1058284" y="285461"/>
                </a:lnTo>
                <a:lnTo>
                  <a:pt x="1054610" y="285461"/>
                </a:lnTo>
                <a:lnTo>
                  <a:pt x="1050935" y="285461"/>
                </a:lnTo>
                <a:lnTo>
                  <a:pt x="1047260" y="285461"/>
                </a:lnTo>
                <a:lnTo>
                  <a:pt x="1043586" y="285461"/>
                </a:lnTo>
                <a:lnTo>
                  <a:pt x="1039911" y="285461"/>
                </a:lnTo>
                <a:lnTo>
                  <a:pt x="1036237" y="285461"/>
                </a:lnTo>
                <a:lnTo>
                  <a:pt x="1032562" y="285461"/>
                </a:lnTo>
                <a:lnTo>
                  <a:pt x="1028887" y="285461"/>
                </a:lnTo>
                <a:lnTo>
                  <a:pt x="1025213" y="285461"/>
                </a:lnTo>
                <a:lnTo>
                  <a:pt x="1021538" y="285461"/>
                </a:lnTo>
                <a:lnTo>
                  <a:pt x="1017864" y="285461"/>
                </a:lnTo>
                <a:lnTo>
                  <a:pt x="1014189" y="285461"/>
                </a:lnTo>
                <a:lnTo>
                  <a:pt x="1010514" y="285461"/>
                </a:lnTo>
                <a:lnTo>
                  <a:pt x="1006840" y="285461"/>
                </a:lnTo>
                <a:lnTo>
                  <a:pt x="1003165" y="285461"/>
                </a:lnTo>
                <a:lnTo>
                  <a:pt x="999491" y="285461"/>
                </a:lnTo>
                <a:lnTo>
                  <a:pt x="995816" y="285461"/>
                </a:lnTo>
                <a:lnTo>
                  <a:pt x="992141" y="285461"/>
                </a:lnTo>
                <a:lnTo>
                  <a:pt x="988467" y="285461"/>
                </a:lnTo>
                <a:lnTo>
                  <a:pt x="984792" y="285461"/>
                </a:lnTo>
                <a:lnTo>
                  <a:pt x="981118" y="285461"/>
                </a:lnTo>
                <a:lnTo>
                  <a:pt x="977443" y="285461"/>
                </a:lnTo>
                <a:lnTo>
                  <a:pt x="973768" y="285461"/>
                </a:lnTo>
                <a:lnTo>
                  <a:pt x="970094" y="285461"/>
                </a:lnTo>
                <a:lnTo>
                  <a:pt x="966419" y="285461"/>
                </a:lnTo>
                <a:lnTo>
                  <a:pt x="962745" y="285461"/>
                </a:lnTo>
                <a:lnTo>
                  <a:pt x="959070" y="285461"/>
                </a:lnTo>
                <a:lnTo>
                  <a:pt x="955395" y="285461"/>
                </a:lnTo>
                <a:lnTo>
                  <a:pt x="951721" y="285461"/>
                </a:lnTo>
                <a:lnTo>
                  <a:pt x="948046" y="285461"/>
                </a:lnTo>
                <a:lnTo>
                  <a:pt x="944372" y="285461"/>
                </a:lnTo>
                <a:lnTo>
                  <a:pt x="940697" y="285461"/>
                </a:lnTo>
                <a:lnTo>
                  <a:pt x="937022" y="285461"/>
                </a:lnTo>
                <a:lnTo>
                  <a:pt x="933348" y="285461"/>
                </a:lnTo>
                <a:lnTo>
                  <a:pt x="929673" y="285461"/>
                </a:lnTo>
                <a:lnTo>
                  <a:pt x="925999" y="285461"/>
                </a:lnTo>
                <a:lnTo>
                  <a:pt x="922324" y="285461"/>
                </a:lnTo>
                <a:lnTo>
                  <a:pt x="918649" y="285461"/>
                </a:lnTo>
                <a:lnTo>
                  <a:pt x="914975" y="285461"/>
                </a:lnTo>
                <a:lnTo>
                  <a:pt x="911300" y="285461"/>
                </a:lnTo>
                <a:lnTo>
                  <a:pt x="907626" y="285461"/>
                </a:lnTo>
                <a:lnTo>
                  <a:pt x="903951" y="285461"/>
                </a:lnTo>
                <a:lnTo>
                  <a:pt x="900276" y="285461"/>
                </a:lnTo>
                <a:lnTo>
                  <a:pt x="896602" y="285461"/>
                </a:lnTo>
                <a:lnTo>
                  <a:pt x="892927" y="285461"/>
                </a:lnTo>
                <a:lnTo>
                  <a:pt x="889253" y="285461"/>
                </a:lnTo>
                <a:lnTo>
                  <a:pt x="885578" y="285461"/>
                </a:lnTo>
                <a:lnTo>
                  <a:pt x="881903" y="285461"/>
                </a:lnTo>
                <a:lnTo>
                  <a:pt x="878229" y="285461"/>
                </a:lnTo>
                <a:lnTo>
                  <a:pt x="874554" y="285461"/>
                </a:lnTo>
                <a:lnTo>
                  <a:pt x="870880" y="285461"/>
                </a:lnTo>
                <a:lnTo>
                  <a:pt x="867205" y="285461"/>
                </a:lnTo>
                <a:lnTo>
                  <a:pt x="863530" y="285461"/>
                </a:lnTo>
                <a:lnTo>
                  <a:pt x="859856" y="285461"/>
                </a:lnTo>
                <a:lnTo>
                  <a:pt x="856181" y="285461"/>
                </a:lnTo>
                <a:lnTo>
                  <a:pt x="852507" y="285461"/>
                </a:lnTo>
                <a:lnTo>
                  <a:pt x="848832" y="285461"/>
                </a:lnTo>
                <a:lnTo>
                  <a:pt x="845157" y="285461"/>
                </a:lnTo>
                <a:lnTo>
                  <a:pt x="841483" y="285461"/>
                </a:lnTo>
                <a:lnTo>
                  <a:pt x="837808" y="285461"/>
                </a:lnTo>
                <a:lnTo>
                  <a:pt x="834134" y="285461"/>
                </a:lnTo>
                <a:lnTo>
                  <a:pt x="830459" y="285461"/>
                </a:lnTo>
                <a:lnTo>
                  <a:pt x="826784" y="285461"/>
                </a:lnTo>
                <a:lnTo>
                  <a:pt x="823110" y="285461"/>
                </a:lnTo>
                <a:lnTo>
                  <a:pt x="819435" y="285461"/>
                </a:lnTo>
                <a:lnTo>
                  <a:pt x="815761" y="285461"/>
                </a:lnTo>
                <a:lnTo>
                  <a:pt x="812086" y="285461"/>
                </a:lnTo>
                <a:lnTo>
                  <a:pt x="808411" y="285461"/>
                </a:lnTo>
                <a:lnTo>
                  <a:pt x="804737" y="285461"/>
                </a:lnTo>
                <a:lnTo>
                  <a:pt x="801062" y="285461"/>
                </a:lnTo>
                <a:lnTo>
                  <a:pt x="797388" y="285461"/>
                </a:lnTo>
                <a:lnTo>
                  <a:pt x="793713" y="285461"/>
                </a:lnTo>
                <a:lnTo>
                  <a:pt x="790038" y="285461"/>
                </a:lnTo>
                <a:lnTo>
                  <a:pt x="786364" y="285461"/>
                </a:lnTo>
                <a:lnTo>
                  <a:pt x="782689" y="285461"/>
                </a:lnTo>
                <a:lnTo>
                  <a:pt x="779015" y="285461"/>
                </a:lnTo>
                <a:lnTo>
                  <a:pt x="775340" y="285461"/>
                </a:lnTo>
                <a:lnTo>
                  <a:pt x="771665" y="285461"/>
                </a:lnTo>
                <a:lnTo>
                  <a:pt x="767991" y="285461"/>
                </a:lnTo>
                <a:lnTo>
                  <a:pt x="764316" y="285461"/>
                </a:lnTo>
                <a:lnTo>
                  <a:pt x="760642" y="285461"/>
                </a:lnTo>
                <a:lnTo>
                  <a:pt x="756967" y="285461"/>
                </a:lnTo>
                <a:lnTo>
                  <a:pt x="753292" y="285461"/>
                </a:lnTo>
                <a:lnTo>
                  <a:pt x="749618" y="285461"/>
                </a:lnTo>
                <a:lnTo>
                  <a:pt x="745943" y="285461"/>
                </a:lnTo>
                <a:lnTo>
                  <a:pt x="742269" y="285461"/>
                </a:lnTo>
                <a:lnTo>
                  <a:pt x="738594" y="285461"/>
                </a:lnTo>
                <a:lnTo>
                  <a:pt x="734919" y="285461"/>
                </a:lnTo>
                <a:lnTo>
                  <a:pt x="731245" y="285461"/>
                </a:lnTo>
                <a:lnTo>
                  <a:pt x="727570" y="285461"/>
                </a:lnTo>
                <a:lnTo>
                  <a:pt x="723896" y="285461"/>
                </a:lnTo>
                <a:lnTo>
                  <a:pt x="720221" y="285461"/>
                </a:lnTo>
                <a:lnTo>
                  <a:pt x="716546" y="285461"/>
                </a:lnTo>
                <a:lnTo>
                  <a:pt x="712872" y="285461"/>
                </a:lnTo>
                <a:lnTo>
                  <a:pt x="709197" y="285461"/>
                </a:lnTo>
                <a:lnTo>
                  <a:pt x="705523" y="285461"/>
                </a:lnTo>
                <a:lnTo>
                  <a:pt x="701848" y="285461"/>
                </a:lnTo>
                <a:lnTo>
                  <a:pt x="698173" y="285461"/>
                </a:lnTo>
                <a:lnTo>
                  <a:pt x="694499" y="285461"/>
                </a:lnTo>
                <a:lnTo>
                  <a:pt x="690824" y="285461"/>
                </a:lnTo>
                <a:lnTo>
                  <a:pt x="687150" y="285461"/>
                </a:lnTo>
                <a:lnTo>
                  <a:pt x="683475" y="285461"/>
                </a:lnTo>
                <a:lnTo>
                  <a:pt x="679800" y="285461"/>
                </a:lnTo>
                <a:lnTo>
                  <a:pt x="676126" y="285461"/>
                </a:lnTo>
                <a:lnTo>
                  <a:pt x="672451" y="285461"/>
                </a:lnTo>
                <a:lnTo>
                  <a:pt x="668777" y="285461"/>
                </a:lnTo>
                <a:lnTo>
                  <a:pt x="665102" y="285461"/>
                </a:lnTo>
                <a:lnTo>
                  <a:pt x="661427" y="285461"/>
                </a:lnTo>
                <a:lnTo>
                  <a:pt x="657753" y="285461"/>
                </a:lnTo>
                <a:lnTo>
                  <a:pt x="654078" y="285461"/>
                </a:lnTo>
                <a:lnTo>
                  <a:pt x="650404" y="285461"/>
                </a:lnTo>
                <a:lnTo>
                  <a:pt x="646729" y="285461"/>
                </a:lnTo>
                <a:lnTo>
                  <a:pt x="643054" y="285461"/>
                </a:lnTo>
                <a:lnTo>
                  <a:pt x="639380" y="285461"/>
                </a:lnTo>
                <a:lnTo>
                  <a:pt x="635705" y="285461"/>
                </a:lnTo>
                <a:lnTo>
                  <a:pt x="632031" y="285461"/>
                </a:lnTo>
                <a:lnTo>
                  <a:pt x="628356" y="285461"/>
                </a:lnTo>
                <a:lnTo>
                  <a:pt x="624681" y="285461"/>
                </a:lnTo>
                <a:lnTo>
                  <a:pt x="621007" y="285461"/>
                </a:lnTo>
                <a:lnTo>
                  <a:pt x="617332" y="285461"/>
                </a:lnTo>
                <a:lnTo>
                  <a:pt x="613658" y="285461"/>
                </a:lnTo>
                <a:lnTo>
                  <a:pt x="609983" y="285461"/>
                </a:lnTo>
                <a:lnTo>
                  <a:pt x="606308" y="285461"/>
                </a:lnTo>
                <a:lnTo>
                  <a:pt x="602634" y="285461"/>
                </a:lnTo>
                <a:lnTo>
                  <a:pt x="598959" y="285461"/>
                </a:lnTo>
                <a:lnTo>
                  <a:pt x="595285" y="285461"/>
                </a:lnTo>
                <a:lnTo>
                  <a:pt x="591610" y="285461"/>
                </a:lnTo>
                <a:lnTo>
                  <a:pt x="587935" y="285461"/>
                </a:lnTo>
                <a:lnTo>
                  <a:pt x="584261" y="285461"/>
                </a:lnTo>
                <a:lnTo>
                  <a:pt x="580586" y="285461"/>
                </a:lnTo>
                <a:lnTo>
                  <a:pt x="576912" y="285461"/>
                </a:lnTo>
                <a:lnTo>
                  <a:pt x="573237" y="285461"/>
                </a:lnTo>
                <a:lnTo>
                  <a:pt x="569562" y="285461"/>
                </a:lnTo>
                <a:lnTo>
                  <a:pt x="565888" y="285461"/>
                </a:lnTo>
                <a:lnTo>
                  <a:pt x="562213" y="285461"/>
                </a:lnTo>
                <a:lnTo>
                  <a:pt x="558539" y="285461"/>
                </a:lnTo>
                <a:lnTo>
                  <a:pt x="554864" y="285461"/>
                </a:lnTo>
                <a:lnTo>
                  <a:pt x="551189" y="285461"/>
                </a:lnTo>
                <a:lnTo>
                  <a:pt x="547515" y="285461"/>
                </a:lnTo>
                <a:lnTo>
                  <a:pt x="543840" y="285461"/>
                </a:lnTo>
                <a:lnTo>
                  <a:pt x="540166" y="285461"/>
                </a:lnTo>
                <a:lnTo>
                  <a:pt x="536491" y="285461"/>
                </a:lnTo>
                <a:lnTo>
                  <a:pt x="532816" y="285461"/>
                </a:lnTo>
                <a:lnTo>
                  <a:pt x="529142" y="285461"/>
                </a:lnTo>
                <a:lnTo>
                  <a:pt x="525467" y="285461"/>
                </a:lnTo>
                <a:lnTo>
                  <a:pt x="521793" y="285461"/>
                </a:lnTo>
                <a:lnTo>
                  <a:pt x="518118" y="285461"/>
                </a:lnTo>
                <a:lnTo>
                  <a:pt x="514443" y="285461"/>
                </a:lnTo>
                <a:lnTo>
                  <a:pt x="510769" y="285461"/>
                </a:lnTo>
                <a:lnTo>
                  <a:pt x="507094" y="285461"/>
                </a:lnTo>
                <a:lnTo>
                  <a:pt x="503420" y="285461"/>
                </a:lnTo>
                <a:lnTo>
                  <a:pt x="499745" y="285461"/>
                </a:lnTo>
                <a:lnTo>
                  <a:pt x="496070" y="285461"/>
                </a:lnTo>
                <a:lnTo>
                  <a:pt x="492396" y="285461"/>
                </a:lnTo>
                <a:lnTo>
                  <a:pt x="488721" y="285461"/>
                </a:lnTo>
                <a:lnTo>
                  <a:pt x="485047" y="285461"/>
                </a:lnTo>
                <a:lnTo>
                  <a:pt x="481372" y="285461"/>
                </a:lnTo>
                <a:lnTo>
                  <a:pt x="477697" y="285461"/>
                </a:lnTo>
                <a:lnTo>
                  <a:pt x="474023" y="285461"/>
                </a:lnTo>
                <a:lnTo>
                  <a:pt x="470348" y="285461"/>
                </a:lnTo>
                <a:lnTo>
                  <a:pt x="466674" y="285461"/>
                </a:lnTo>
                <a:lnTo>
                  <a:pt x="462999" y="285461"/>
                </a:lnTo>
                <a:lnTo>
                  <a:pt x="459324" y="285461"/>
                </a:lnTo>
                <a:lnTo>
                  <a:pt x="455650" y="285461"/>
                </a:lnTo>
                <a:lnTo>
                  <a:pt x="451975" y="285461"/>
                </a:lnTo>
                <a:lnTo>
                  <a:pt x="448301" y="285461"/>
                </a:lnTo>
                <a:lnTo>
                  <a:pt x="444626" y="285461"/>
                </a:lnTo>
                <a:lnTo>
                  <a:pt x="440951" y="285461"/>
                </a:lnTo>
                <a:lnTo>
                  <a:pt x="437277" y="285461"/>
                </a:lnTo>
                <a:lnTo>
                  <a:pt x="433602" y="285461"/>
                </a:lnTo>
                <a:lnTo>
                  <a:pt x="429928" y="285461"/>
                </a:lnTo>
                <a:lnTo>
                  <a:pt x="426253" y="285461"/>
                </a:lnTo>
                <a:lnTo>
                  <a:pt x="422578" y="285461"/>
                </a:lnTo>
                <a:lnTo>
                  <a:pt x="418904" y="285461"/>
                </a:lnTo>
                <a:lnTo>
                  <a:pt x="415229" y="285461"/>
                </a:lnTo>
                <a:lnTo>
                  <a:pt x="411555" y="285461"/>
                </a:lnTo>
                <a:lnTo>
                  <a:pt x="407880" y="285461"/>
                </a:lnTo>
                <a:lnTo>
                  <a:pt x="404205" y="285461"/>
                </a:lnTo>
                <a:lnTo>
                  <a:pt x="400531" y="285461"/>
                </a:lnTo>
                <a:lnTo>
                  <a:pt x="396856" y="285461"/>
                </a:lnTo>
                <a:lnTo>
                  <a:pt x="393182" y="285461"/>
                </a:lnTo>
                <a:lnTo>
                  <a:pt x="389507" y="285461"/>
                </a:lnTo>
                <a:lnTo>
                  <a:pt x="385832" y="285461"/>
                </a:lnTo>
                <a:lnTo>
                  <a:pt x="382158" y="285461"/>
                </a:lnTo>
                <a:lnTo>
                  <a:pt x="378483" y="285461"/>
                </a:lnTo>
                <a:lnTo>
                  <a:pt x="374809" y="285461"/>
                </a:lnTo>
                <a:lnTo>
                  <a:pt x="371134" y="285461"/>
                </a:lnTo>
                <a:lnTo>
                  <a:pt x="367459" y="285461"/>
                </a:lnTo>
                <a:lnTo>
                  <a:pt x="363785" y="285461"/>
                </a:lnTo>
                <a:lnTo>
                  <a:pt x="360110" y="285461"/>
                </a:lnTo>
                <a:lnTo>
                  <a:pt x="356436" y="285461"/>
                </a:lnTo>
                <a:lnTo>
                  <a:pt x="352761" y="285461"/>
                </a:lnTo>
                <a:lnTo>
                  <a:pt x="349086" y="285461"/>
                </a:lnTo>
                <a:lnTo>
                  <a:pt x="345412" y="285461"/>
                </a:lnTo>
                <a:lnTo>
                  <a:pt x="341737" y="285461"/>
                </a:lnTo>
                <a:lnTo>
                  <a:pt x="338063" y="285461"/>
                </a:lnTo>
                <a:lnTo>
                  <a:pt x="334388" y="285461"/>
                </a:lnTo>
                <a:lnTo>
                  <a:pt x="330713" y="285461"/>
                </a:lnTo>
                <a:lnTo>
                  <a:pt x="327039" y="285461"/>
                </a:lnTo>
                <a:lnTo>
                  <a:pt x="323364" y="285461"/>
                </a:lnTo>
                <a:lnTo>
                  <a:pt x="319690" y="285461"/>
                </a:lnTo>
                <a:lnTo>
                  <a:pt x="316015" y="285461"/>
                </a:lnTo>
                <a:lnTo>
                  <a:pt x="312340" y="285461"/>
                </a:lnTo>
                <a:lnTo>
                  <a:pt x="308666" y="285461"/>
                </a:lnTo>
                <a:lnTo>
                  <a:pt x="304991" y="285461"/>
                </a:lnTo>
                <a:lnTo>
                  <a:pt x="301317" y="285461"/>
                </a:lnTo>
                <a:lnTo>
                  <a:pt x="297642" y="285461"/>
                </a:lnTo>
                <a:lnTo>
                  <a:pt x="293967" y="285461"/>
                </a:lnTo>
                <a:lnTo>
                  <a:pt x="290293" y="285461"/>
                </a:lnTo>
                <a:lnTo>
                  <a:pt x="286618" y="285461"/>
                </a:lnTo>
                <a:lnTo>
                  <a:pt x="282944" y="285461"/>
                </a:lnTo>
                <a:lnTo>
                  <a:pt x="279269" y="285461"/>
                </a:lnTo>
                <a:lnTo>
                  <a:pt x="275594" y="285461"/>
                </a:lnTo>
                <a:lnTo>
                  <a:pt x="271920" y="285461"/>
                </a:lnTo>
                <a:lnTo>
                  <a:pt x="268245" y="285461"/>
                </a:lnTo>
                <a:lnTo>
                  <a:pt x="264571" y="285461"/>
                </a:lnTo>
                <a:lnTo>
                  <a:pt x="260896" y="285461"/>
                </a:lnTo>
                <a:lnTo>
                  <a:pt x="257221" y="285461"/>
                </a:lnTo>
                <a:lnTo>
                  <a:pt x="253547" y="285461"/>
                </a:lnTo>
                <a:lnTo>
                  <a:pt x="249872" y="285461"/>
                </a:lnTo>
                <a:lnTo>
                  <a:pt x="246198" y="285461"/>
                </a:lnTo>
                <a:lnTo>
                  <a:pt x="242523" y="285461"/>
                </a:lnTo>
                <a:lnTo>
                  <a:pt x="238848" y="285461"/>
                </a:lnTo>
                <a:lnTo>
                  <a:pt x="235174" y="285461"/>
                </a:lnTo>
                <a:lnTo>
                  <a:pt x="231499" y="285461"/>
                </a:lnTo>
                <a:lnTo>
                  <a:pt x="227825" y="285461"/>
                </a:lnTo>
                <a:lnTo>
                  <a:pt x="224150" y="285461"/>
                </a:lnTo>
                <a:lnTo>
                  <a:pt x="220475" y="285461"/>
                </a:lnTo>
                <a:lnTo>
                  <a:pt x="216801" y="285461"/>
                </a:lnTo>
                <a:lnTo>
                  <a:pt x="213126" y="285461"/>
                </a:lnTo>
                <a:lnTo>
                  <a:pt x="209452" y="285461"/>
                </a:lnTo>
                <a:lnTo>
                  <a:pt x="205777" y="285461"/>
                </a:lnTo>
                <a:lnTo>
                  <a:pt x="202102" y="285461"/>
                </a:lnTo>
                <a:lnTo>
                  <a:pt x="198428" y="285461"/>
                </a:lnTo>
                <a:lnTo>
                  <a:pt x="194753" y="285461"/>
                </a:lnTo>
                <a:lnTo>
                  <a:pt x="191079" y="285461"/>
                </a:lnTo>
                <a:lnTo>
                  <a:pt x="187404" y="285461"/>
                </a:lnTo>
                <a:lnTo>
                  <a:pt x="183729" y="285461"/>
                </a:lnTo>
                <a:lnTo>
                  <a:pt x="180055" y="285461"/>
                </a:lnTo>
                <a:lnTo>
                  <a:pt x="176380" y="285461"/>
                </a:lnTo>
                <a:lnTo>
                  <a:pt x="172706" y="285461"/>
                </a:lnTo>
                <a:lnTo>
                  <a:pt x="169031" y="285461"/>
                </a:lnTo>
                <a:lnTo>
                  <a:pt x="165356" y="285461"/>
                </a:lnTo>
                <a:lnTo>
                  <a:pt x="161682" y="285461"/>
                </a:lnTo>
                <a:lnTo>
                  <a:pt x="158007" y="285461"/>
                </a:lnTo>
                <a:lnTo>
                  <a:pt x="154333" y="285461"/>
                </a:lnTo>
                <a:lnTo>
                  <a:pt x="150658" y="285461"/>
                </a:lnTo>
                <a:lnTo>
                  <a:pt x="146983" y="285461"/>
                </a:lnTo>
                <a:lnTo>
                  <a:pt x="143309" y="285461"/>
                </a:lnTo>
                <a:lnTo>
                  <a:pt x="139634" y="285461"/>
                </a:lnTo>
                <a:lnTo>
                  <a:pt x="135960" y="285461"/>
                </a:lnTo>
                <a:lnTo>
                  <a:pt x="132285" y="285461"/>
                </a:lnTo>
                <a:lnTo>
                  <a:pt x="128610" y="285461"/>
                </a:lnTo>
                <a:lnTo>
                  <a:pt x="124936" y="285461"/>
                </a:lnTo>
                <a:lnTo>
                  <a:pt x="121261" y="285461"/>
                </a:lnTo>
                <a:lnTo>
                  <a:pt x="117587" y="285461"/>
                </a:lnTo>
                <a:lnTo>
                  <a:pt x="113912" y="285461"/>
                </a:lnTo>
                <a:lnTo>
                  <a:pt x="110237" y="285461"/>
                </a:lnTo>
                <a:lnTo>
                  <a:pt x="106563" y="285461"/>
                </a:lnTo>
                <a:lnTo>
                  <a:pt x="102888" y="285461"/>
                </a:lnTo>
                <a:lnTo>
                  <a:pt x="99214" y="285461"/>
                </a:lnTo>
                <a:lnTo>
                  <a:pt x="95539" y="285461"/>
                </a:lnTo>
                <a:lnTo>
                  <a:pt x="91864" y="285461"/>
                </a:lnTo>
                <a:lnTo>
                  <a:pt x="88190" y="285461"/>
                </a:lnTo>
                <a:lnTo>
                  <a:pt x="84515" y="285461"/>
                </a:lnTo>
                <a:lnTo>
                  <a:pt x="80841" y="285461"/>
                </a:lnTo>
                <a:lnTo>
                  <a:pt x="77166" y="285461"/>
                </a:lnTo>
                <a:lnTo>
                  <a:pt x="73491" y="285461"/>
                </a:lnTo>
                <a:lnTo>
                  <a:pt x="69817" y="285461"/>
                </a:lnTo>
                <a:lnTo>
                  <a:pt x="66142" y="285461"/>
                </a:lnTo>
                <a:lnTo>
                  <a:pt x="62468" y="285461"/>
                </a:lnTo>
                <a:lnTo>
                  <a:pt x="58793" y="285461"/>
                </a:lnTo>
                <a:lnTo>
                  <a:pt x="55118" y="285461"/>
                </a:lnTo>
                <a:lnTo>
                  <a:pt x="51444" y="285461"/>
                </a:lnTo>
                <a:lnTo>
                  <a:pt x="47769" y="285461"/>
                </a:lnTo>
                <a:lnTo>
                  <a:pt x="44095" y="285461"/>
                </a:lnTo>
                <a:lnTo>
                  <a:pt x="40420" y="285461"/>
                </a:lnTo>
                <a:lnTo>
                  <a:pt x="36745" y="285461"/>
                </a:lnTo>
                <a:lnTo>
                  <a:pt x="33071" y="285461"/>
                </a:lnTo>
                <a:lnTo>
                  <a:pt x="29396" y="285461"/>
                </a:lnTo>
                <a:lnTo>
                  <a:pt x="25722" y="285461"/>
                </a:lnTo>
                <a:lnTo>
                  <a:pt x="22047" y="285461"/>
                </a:lnTo>
                <a:lnTo>
                  <a:pt x="18372" y="285461"/>
                </a:lnTo>
                <a:lnTo>
                  <a:pt x="14698" y="285461"/>
                </a:lnTo>
                <a:lnTo>
                  <a:pt x="11023" y="285461"/>
                </a:lnTo>
                <a:lnTo>
                  <a:pt x="7349" y="285461"/>
                </a:lnTo>
                <a:lnTo>
                  <a:pt x="3674" y="285461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55" name="pl155"/>
          <p:cNvSpPr/>
          <p:nvPr/>
        </p:nvSpPr>
        <p:spPr>
          <a:xfrm>
            <a:off x="6702581" y="3939354"/>
            <a:ext cx="1877720" cy="285461"/>
          </a:xfrm>
          <a:custGeom>
            <a:avLst/>
            <a:gdLst/>
            <a:ahLst/>
            <a:cxnLst/>
            <a:rect l="0" t="0" r="0" b="0"/>
            <a:pathLst>
              <a:path w="1877720" h="285461">
                <a:moveTo>
                  <a:pt x="0" y="285461"/>
                </a:moveTo>
                <a:lnTo>
                  <a:pt x="3674" y="285461"/>
                </a:lnTo>
                <a:lnTo>
                  <a:pt x="7349" y="285461"/>
                </a:lnTo>
                <a:lnTo>
                  <a:pt x="11023" y="285461"/>
                </a:lnTo>
                <a:lnTo>
                  <a:pt x="14698" y="285461"/>
                </a:lnTo>
                <a:lnTo>
                  <a:pt x="18372" y="285461"/>
                </a:lnTo>
                <a:lnTo>
                  <a:pt x="22047" y="285461"/>
                </a:lnTo>
                <a:lnTo>
                  <a:pt x="25722" y="285461"/>
                </a:lnTo>
                <a:lnTo>
                  <a:pt x="29396" y="285461"/>
                </a:lnTo>
                <a:lnTo>
                  <a:pt x="33071" y="285461"/>
                </a:lnTo>
                <a:lnTo>
                  <a:pt x="36745" y="285461"/>
                </a:lnTo>
                <a:lnTo>
                  <a:pt x="40420" y="285461"/>
                </a:lnTo>
                <a:lnTo>
                  <a:pt x="44095" y="285461"/>
                </a:lnTo>
                <a:lnTo>
                  <a:pt x="47769" y="285461"/>
                </a:lnTo>
                <a:lnTo>
                  <a:pt x="51444" y="285461"/>
                </a:lnTo>
                <a:lnTo>
                  <a:pt x="55118" y="285461"/>
                </a:lnTo>
                <a:lnTo>
                  <a:pt x="58793" y="285461"/>
                </a:lnTo>
                <a:lnTo>
                  <a:pt x="62468" y="285461"/>
                </a:lnTo>
                <a:lnTo>
                  <a:pt x="66142" y="285461"/>
                </a:lnTo>
                <a:lnTo>
                  <a:pt x="69817" y="285461"/>
                </a:lnTo>
                <a:lnTo>
                  <a:pt x="73491" y="285461"/>
                </a:lnTo>
                <a:lnTo>
                  <a:pt x="77166" y="285461"/>
                </a:lnTo>
                <a:lnTo>
                  <a:pt x="80841" y="285461"/>
                </a:lnTo>
                <a:lnTo>
                  <a:pt x="84515" y="285461"/>
                </a:lnTo>
                <a:lnTo>
                  <a:pt x="88190" y="285461"/>
                </a:lnTo>
                <a:lnTo>
                  <a:pt x="91864" y="285461"/>
                </a:lnTo>
                <a:lnTo>
                  <a:pt x="95539" y="285461"/>
                </a:lnTo>
                <a:lnTo>
                  <a:pt x="99214" y="285461"/>
                </a:lnTo>
                <a:lnTo>
                  <a:pt x="102888" y="285461"/>
                </a:lnTo>
                <a:lnTo>
                  <a:pt x="106563" y="285461"/>
                </a:lnTo>
                <a:lnTo>
                  <a:pt x="110237" y="285461"/>
                </a:lnTo>
                <a:lnTo>
                  <a:pt x="113912" y="285461"/>
                </a:lnTo>
                <a:lnTo>
                  <a:pt x="117587" y="285461"/>
                </a:lnTo>
                <a:lnTo>
                  <a:pt x="121261" y="285461"/>
                </a:lnTo>
                <a:lnTo>
                  <a:pt x="124936" y="285461"/>
                </a:lnTo>
                <a:lnTo>
                  <a:pt x="128610" y="285461"/>
                </a:lnTo>
                <a:lnTo>
                  <a:pt x="132285" y="285461"/>
                </a:lnTo>
                <a:lnTo>
                  <a:pt x="135960" y="285461"/>
                </a:lnTo>
                <a:lnTo>
                  <a:pt x="139634" y="285461"/>
                </a:lnTo>
                <a:lnTo>
                  <a:pt x="143309" y="285461"/>
                </a:lnTo>
                <a:lnTo>
                  <a:pt x="146983" y="285461"/>
                </a:lnTo>
                <a:lnTo>
                  <a:pt x="150658" y="285461"/>
                </a:lnTo>
                <a:lnTo>
                  <a:pt x="154333" y="285461"/>
                </a:lnTo>
                <a:lnTo>
                  <a:pt x="158007" y="285461"/>
                </a:lnTo>
                <a:lnTo>
                  <a:pt x="161682" y="285461"/>
                </a:lnTo>
                <a:lnTo>
                  <a:pt x="165356" y="285461"/>
                </a:lnTo>
                <a:lnTo>
                  <a:pt x="169031" y="285461"/>
                </a:lnTo>
                <a:lnTo>
                  <a:pt x="172706" y="285461"/>
                </a:lnTo>
                <a:lnTo>
                  <a:pt x="176380" y="285461"/>
                </a:lnTo>
                <a:lnTo>
                  <a:pt x="180055" y="285461"/>
                </a:lnTo>
                <a:lnTo>
                  <a:pt x="183729" y="285461"/>
                </a:lnTo>
                <a:lnTo>
                  <a:pt x="187404" y="285461"/>
                </a:lnTo>
                <a:lnTo>
                  <a:pt x="191079" y="285461"/>
                </a:lnTo>
                <a:lnTo>
                  <a:pt x="194753" y="285461"/>
                </a:lnTo>
                <a:lnTo>
                  <a:pt x="198428" y="285461"/>
                </a:lnTo>
                <a:lnTo>
                  <a:pt x="202102" y="285461"/>
                </a:lnTo>
                <a:lnTo>
                  <a:pt x="205777" y="285461"/>
                </a:lnTo>
                <a:lnTo>
                  <a:pt x="209452" y="285461"/>
                </a:lnTo>
                <a:lnTo>
                  <a:pt x="213126" y="285461"/>
                </a:lnTo>
                <a:lnTo>
                  <a:pt x="216801" y="285461"/>
                </a:lnTo>
                <a:lnTo>
                  <a:pt x="220475" y="285461"/>
                </a:lnTo>
                <a:lnTo>
                  <a:pt x="224150" y="285461"/>
                </a:lnTo>
                <a:lnTo>
                  <a:pt x="227825" y="285461"/>
                </a:lnTo>
                <a:lnTo>
                  <a:pt x="231499" y="285461"/>
                </a:lnTo>
                <a:lnTo>
                  <a:pt x="235174" y="285461"/>
                </a:lnTo>
                <a:lnTo>
                  <a:pt x="238848" y="285461"/>
                </a:lnTo>
                <a:lnTo>
                  <a:pt x="242523" y="285461"/>
                </a:lnTo>
                <a:lnTo>
                  <a:pt x="246198" y="285461"/>
                </a:lnTo>
                <a:lnTo>
                  <a:pt x="249872" y="285461"/>
                </a:lnTo>
                <a:lnTo>
                  <a:pt x="253547" y="285461"/>
                </a:lnTo>
                <a:lnTo>
                  <a:pt x="257221" y="285461"/>
                </a:lnTo>
                <a:lnTo>
                  <a:pt x="260896" y="285461"/>
                </a:lnTo>
                <a:lnTo>
                  <a:pt x="264571" y="285461"/>
                </a:lnTo>
                <a:lnTo>
                  <a:pt x="268245" y="285461"/>
                </a:lnTo>
                <a:lnTo>
                  <a:pt x="271920" y="285461"/>
                </a:lnTo>
                <a:lnTo>
                  <a:pt x="275594" y="285461"/>
                </a:lnTo>
                <a:lnTo>
                  <a:pt x="279269" y="285461"/>
                </a:lnTo>
                <a:lnTo>
                  <a:pt x="282944" y="285461"/>
                </a:lnTo>
                <a:lnTo>
                  <a:pt x="286618" y="285461"/>
                </a:lnTo>
                <a:lnTo>
                  <a:pt x="290293" y="285461"/>
                </a:lnTo>
                <a:lnTo>
                  <a:pt x="293967" y="285461"/>
                </a:lnTo>
                <a:lnTo>
                  <a:pt x="297642" y="285461"/>
                </a:lnTo>
                <a:lnTo>
                  <a:pt x="301317" y="285461"/>
                </a:lnTo>
                <a:lnTo>
                  <a:pt x="304991" y="285461"/>
                </a:lnTo>
                <a:lnTo>
                  <a:pt x="308666" y="285461"/>
                </a:lnTo>
                <a:lnTo>
                  <a:pt x="312340" y="285461"/>
                </a:lnTo>
                <a:lnTo>
                  <a:pt x="316015" y="285461"/>
                </a:lnTo>
                <a:lnTo>
                  <a:pt x="319690" y="285461"/>
                </a:lnTo>
                <a:lnTo>
                  <a:pt x="323364" y="285461"/>
                </a:lnTo>
                <a:lnTo>
                  <a:pt x="327039" y="285461"/>
                </a:lnTo>
                <a:lnTo>
                  <a:pt x="330713" y="285461"/>
                </a:lnTo>
                <a:lnTo>
                  <a:pt x="334388" y="285461"/>
                </a:lnTo>
                <a:lnTo>
                  <a:pt x="338063" y="285461"/>
                </a:lnTo>
                <a:lnTo>
                  <a:pt x="341737" y="285461"/>
                </a:lnTo>
                <a:lnTo>
                  <a:pt x="345412" y="285461"/>
                </a:lnTo>
                <a:lnTo>
                  <a:pt x="349086" y="285461"/>
                </a:lnTo>
                <a:lnTo>
                  <a:pt x="352761" y="285461"/>
                </a:lnTo>
                <a:lnTo>
                  <a:pt x="356436" y="285461"/>
                </a:lnTo>
                <a:lnTo>
                  <a:pt x="360110" y="285461"/>
                </a:lnTo>
                <a:lnTo>
                  <a:pt x="363785" y="285461"/>
                </a:lnTo>
                <a:lnTo>
                  <a:pt x="367459" y="285461"/>
                </a:lnTo>
                <a:lnTo>
                  <a:pt x="371134" y="285461"/>
                </a:lnTo>
                <a:lnTo>
                  <a:pt x="374809" y="285461"/>
                </a:lnTo>
                <a:lnTo>
                  <a:pt x="378483" y="285461"/>
                </a:lnTo>
                <a:lnTo>
                  <a:pt x="382158" y="285461"/>
                </a:lnTo>
                <a:lnTo>
                  <a:pt x="385832" y="285461"/>
                </a:lnTo>
                <a:lnTo>
                  <a:pt x="389507" y="285461"/>
                </a:lnTo>
                <a:lnTo>
                  <a:pt x="393182" y="285461"/>
                </a:lnTo>
                <a:lnTo>
                  <a:pt x="396856" y="285461"/>
                </a:lnTo>
                <a:lnTo>
                  <a:pt x="400531" y="285461"/>
                </a:lnTo>
                <a:lnTo>
                  <a:pt x="404205" y="285461"/>
                </a:lnTo>
                <a:lnTo>
                  <a:pt x="407880" y="285461"/>
                </a:lnTo>
                <a:lnTo>
                  <a:pt x="411555" y="285461"/>
                </a:lnTo>
                <a:lnTo>
                  <a:pt x="415229" y="285461"/>
                </a:lnTo>
                <a:lnTo>
                  <a:pt x="418904" y="285461"/>
                </a:lnTo>
                <a:lnTo>
                  <a:pt x="422578" y="285461"/>
                </a:lnTo>
                <a:lnTo>
                  <a:pt x="426253" y="285461"/>
                </a:lnTo>
                <a:lnTo>
                  <a:pt x="429928" y="285461"/>
                </a:lnTo>
                <a:lnTo>
                  <a:pt x="433602" y="285461"/>
                </a:lnTo>
                <a:lnTo>
                  <a:pt x="437277" y="285461"/>
                </a:lnTo>
                <a:lnTo>
                  <a:pt x="440951" y="285461"/>
                </a:lnTo>
                <a:lnTo>
                  <a:pt x="444626" y="285461"/>
                </a:lnTo>
                <a:lnTo>
                  <a:pt x="448301" y="285461"/>
                </a:lnTo>
                <a:lnTo>
                  <a:pt x="451975" y="285461"/>
                </a:lnTo>
                <a:lnTo>
                  <a:pt x="455650" y="285461"/>
                </a:lnTo>
                <a:lnTo>
                  <a:pt x="459324" y="285461"/>
                </a:lnTo>
                <a:lnTo>
                  <a:pt x="462999" y="285461"/>
                </a:lnTo>
                <a:lnTo>
                  <a:pt x="466674" y="285461"/>
                </a:lnTo>
                <a:lnTo>
                  <a:pt x="470348" y="285461"/>
                </a:lnTo>
                <a:lnTo>
                  <a:pt x="474023" y="285461"/>
                </a:lnTo>
                <a:lnTo>
                  <a:pt x="477697" y="285461"/>
                </a:lnTo>
                <a:lnTo>
                  <a:pt x="481372" y="285461"/>
                </a:lnTo>
                <a:lnTo>
                  <a:pt x="485047" y="285461"/>
                </a:lnTo>
                <a:lnTo>
                  <a:pt x="488721" y="285461"/>
                </a:lnTo>
                <a:lnTo>
                  <a:pt x="492396" y="285461"/>
                </a:lnTo>
                <a:lnTo>
                  <a:pt x="496070" y="285461"/>
                </a:lnTo>
                <a:lnTo>
                  <a:pt x="499745" y="285461"/>
                </a:lnTo>
                <a:lnTo>
                  <a:pt x="503420" y="285461"/>
                </a:lnTo>
                <a:lnTo>
                  <a:pt x="507094" y="285461"/>
                </a:lnTo>
                <a:lnTo>
                  <a:pt x="510769" y="285461"/>
                </a:lnTo>
                <a:lnTo>
                  <a:pt x="514443" y="285461"/>
                </a:lnTo>
                <a:lnTo>
                  <a:pt x="518118" y="285461"/>
                </a:lnTo>
                <a:lnTo>
                  <a:pt x="521793" y="285461"/>
                </a:lnTo>
                <a:lnTo>
                  <a:pt x="525467" y="285461"/>
                </a:lnTo>
                <a:lnTo>
                  <a:pt x="529142" y="285461"/>
                </a:lnTo>
                <a:lnTo>
                  <a:pt x="532816" y="285461"/>
                </a:lnTo>
                <a:lnTo>
                  <a:pt x="536491" y="285461"/>
                </a:lnTo>
                <a:lnTo>
                  <a:pt x="540166" y="285461"/>
                </a:lnTo>
                <a:lnTo>
                  <a:pt x="543840" y="285461"/>
                </a:lnTo>
                <a:lnTo>
                  <a:pt x="547515" y="285460"/>
                </a:lnTo>
                <a:lnTo>
                  <a:pt x="551189" y="285460"/>
                </a:lnTo>
                <a:lnTo>
                  <a:pt x="554864" y="285459"/>
                </a:lnTo>
                <a:lnTo>
                  <a:pt x="558539" y="285457"/>
                </a:lnTo>
                <a:lnTo>
                  <a:pt x="562213" y="285455"/>
                </a:lnTo>
                <a:lnTo>
                  <a:pt x="565888" y="285451"/>
                </a:lnTo>
                <a:lnTo>
                  <a:pt x="569562" y="285445"/>
                </a:lnTo>
                <a:lnTo>
                  <a:pt x="573237" y="285437"/>
                </a:lnTo>
                <a:lnTo>
                  <a:pt x="576912" y="285425"/>
                </a:lnTo>
                <a:lnTo>
                  <a:pt x="580586" y="285410"/>
                </a:lnTo>
                <a:lnTo>
                  <a:pt x="584261" y="285390"/>
                </a:lnTo>
                <a:lnTo>
                  <a:pt x="587935" y="285366"/>
                </a:lnTo>
                <a:lnTo>
                  <a:pt x="591610" y="285338"/>
                </a:lnTo>
                <a:lnTo>
                  <a:pt x="595285" y="285305"/>
                </a:lnTo>
                <a:lnTo>
                  <a:pt x="598959" y="285271"/>
                </a:lnTo>
                <a:lnTo>
                  <a:pt x="602634" y="285235"/>
                </a:lnTo>
                <a:lnTo>
                  <a:pt x="606308" y="285201"/>
                </a:lnTo>
                <a:lnTo>
                  <a:pt x="609983" y="285170"/>
                </a:lnTo>
                <a:lnTo>
                  <a:pt x="613658" y="285145"/>
                </a:lnTo>
                <a:lnTo>
                  <a:pt x="617332" y="285128"/>
                </a:lnTo>
                <a:lnTo>
                  <a:pt x="621007" y="285120"/>
                </a:lnTo>
                <a:lnTo>
                  <a:pt x="624681" y="285120"/>
                </a:lnTo>
                <a:lnTo>
                  <a:pt x="628356" y="285130"/>
                </a:lnTo>
                <a:lnTo>
                  <a:pt x="632031" y="285147"/>
                </a:lnTo>
                <a:lnTo>
                  <a:pt x="635705" y="285168"/>
                </a:lnTo>
                <a:lnTo>
                  <a:pt x="639380" y="285190"/>
                </a:lnTo>
                <a:lnTo>
                  <a:pt x="643054" y="285210"/>
                </a:lnTo>
                <a:lnTo>
                  <a:pt x="646729" y="285225"/>
                </a:lnTo>
                <a:lnTo>
                  <a:pt x="650404" y="285232"/>
                </a:lnTo>
                <a:lnTo>
                  <a:pt x="654078" y="285229"/>
                </a:lnTo>
                <a:lnTo>
                  <a:pt x="657753" y="285215"/>
                </a:lnTo>
                <a:lnTo>
                  <a:pt x="661427" y="285189"/>
                </a:lnTo>
                <a:lnTo>
                  <a:pt x="665102" y="285151"/>
                </a:lnTo>
                <a:lnTo>
                  <a:pt x="668777" y="285101"/>
                </a:lnTo>
                <a:lnTo>
                  <a:pt x="672451" y="285037"/>
                </a:lnTo>
                <a:lnTo>
                  <a:pt x="676126" y="284959"/>
                </a:lnTo>
                <a:lnTo>
                  <a:pt x="679800" y="284867"/>
                </a:lnTo>
                <a:lnTo>
                  <a:pt x="683475" y="284758"/>
                </a:lnTo>
                <a:lnTo>
                  <a:pt x="687150" y="284630"/>
                </a:lnTo>
                <a:lnTo>
                  <a:pt x="690824" y="284482"/>
                </a:lnTo>
                <a:lnTo>
                  <a:pt x="694499" y="284313"/>
                </a:lnTo>
                <a:lnTo>
                  <a:pt x="698173" y="284122"/>
                </a:lnTo>
                <a:lnTo>
                  <a:pt x="701848" y="283910"/>
                </a:lnTo>
                <a:lnTo>
                  <a:pt x="705523" y="283680"/>
                </a:lnTo>
                <a:lnTo>
                  <a:pt x="709197" y="283434"/>
                </a:lnTo>
                <a:lnTo>
                  <a:pt x="712872" y="283175"/>
                </a:lnTo>
                <a:lnTo>
                  <a:pt x="716546" y="282904"/>
                </a:lnTo>
                <a:lnTo>
                  <a:pt x="720221" y="282621"/>
                </a:lnTo>
                <a:lnTo>
                  <a:pt x="723896" y="282321"/>
                </a:lnTo>
                <a:lnTo>
                  <a:pt x="727570" y="282000"/>
                </a:lnTo>
                <a:lnTo>
                  <a:pt x="731245" y="281646"/>
                </a:lnTo>
                <a:lnTo>
                  <a:pt x="734919" y="281250"/>
                </a:lnTo>
                <a:lnTo>
                  <a:pt x="738594" y="280800"/>
                </a:lnTo>
                <a:lnTo>
                  <a:pt x="742269" y="280290"/>
                </a:lnTo>
                <a:lnTo>
                  <a:pt x="745943" y="279713"/>
                </a:lnTo>
                <a:lnTo>
                  <a:pt x="749618" y="279068"/>
                </a:lnTo>
                <a:lnTo>
                  <a:pt x="753292" y="278357"/>
                </a:lnTo>
                <a:lnTo>
                  <a:pt x="756967" y="277586"/>
                </a:lnTo>
                <a:lnTo>
                  <a:pt x="760642" y="276764"/>
                </a:lnTo>
                <a:lnTo>
                  <a:pt x="764316" y="275900"/>
                </a:lnTo>
                <a:lnTo>
                  <a:pt x="767991" y="275005"/>
                </a:lnTo>
                <a:lnTo>
                  <a:pt x="771665" y="274083"/>
                </a:lnTo>
                <a:lnTo>
                  <a:pt x="775340" y="273136"/>
                </a:lnTo>
                <a:lnTo>
                  <a:pt x="779015" y="272158"/>
                </a:lnTo>
                <a:lnTo>
                  <a:pt x="782689" y="271137"/>
                </a:lnTo>
                <a:lnTo>
                  <a:pt x="786364" y="270060"/>
                </a:lnTo>
                <a:lnTo>
                  <a:pt x="790038" y="268905"/>
                </a:lnTo>
                <a:lnTo>
                  <a:pt x="793713" y="267651"/>
                </a:lnTo>
                <a:lnTo>
                  <a:pt x="797388" y="266275"/>
                </a:lnTo>
                <a:lnTo>
                  <a:pt x="801062" y="264756"/>
                </a:lnTo>
                <a:lnTo>
                  <a:pt x="804737" y="263074"/>
                </a:lnTo>
                <a:lnTo>
                  <a:pt x="808411" y="261202"/>
                </a:lnTo>
                <a:lnTo>
                  <a:pt x="812086" y="259149"/>
                </a:lnTo>
                <a:lnTo>
                  <a:pt x="815761" y="256916"/>
                </a:lnTo>
                <a:lnTo>
                  <a:pt x="819435" y="254508"/>
                </a:lnTo>
                <a:lnTo>
                  <a:pt x="823110" y="251930"/>
                </a:lnTo>
                <a:lnTo>
                  <a:pt x="826784" y="249188"/>
                </a:lnTo>
                <a:lnTo>
                  <a:pt x="830459" y="246279"/>
                </a:lnTo>
                <a:lnTo>
                  <a:pt x="834134" y="243196"/>
                </a:lnTo>
                <a:lnTo>
                  <a:pt x="837808" y="239924"/>
                </a:lnTo>
                <a:lnTo>
                  <a:pt x="841483" y="236440"/>
                </a:lnTo>
                <a:lnTo>
                  <a:pt x="845157" y="232718"/>
                </a:lnTo>
                <a:lnTo>
                  <a:pt x="848832" y="228729"/>
                </a:lnTo>
                <a:lnTo>
                  <a:pt x="852507" y="224425"/>
                </a:lnTo>
                <a:lnTo>
                  <a:pt x="856181" y="219814"/>
                </a:lnTo>
                <a:lnTo>
                  <a:pt x="859856" y="214906"/>
                </a:lnTo>
                <a:lnTo>
                  <a:pt x="863530" y="209725"/>
                </a:lnTo>
                <a:lnTo>
                  <a:pt x="867205" y="204308"/>
                </a:lnTo>
                <a:lnTo>
                  <a:pt x="870880" y="198708"/>
                </a:lnTo>
                <a:lnTo>
                  <a:pt x="874554" y="192981"/>
                </a:lnTo>
                <a:lnTo>
                  <a:pt x="878229" y="187187"/>
                </a:lnTo>
                <a:lnTo>
                  <a:pt x="881903" y="181382"/>
                </a:lnTo>
                <a:lnTo>
                  <a:pt x="885578" y="175609"/>
                </a:lnTo>
                <a:lnTo>
                  <a:pt x="889253" y="169901"/>
                </a:lnTo>
                <a:lnTo>
                  <a:pt x="892927" y="164270"/>
                </a:lnTo>
                <a:lnTo>
                  <a:pt x="896602" y="158721"/>
                </a:lnTo>
                <a:lnTo>
                  <a:pt x="900276" y="153231"/>
                </a:lnTo>
                <a:lnTo>
                  <a:pt x="903951" y="147775"/>
                </a:lnTo>
                <a:lnTo>
                  <a:pt x="907626" y="142329"/>
                </a:lnTo>
                <a:lnTo>
                  <a:pt x="911300" y="136873"/>
                </a:lnTo>
                <a:lnTo>
                  <a:pt x="914975" y="131396"/>
                </a:lnTo>
                <a:lnTo>
                  <a:pt x="918649" y="125899"/>
                </a:lnTo>
                <a:lnTo>
                  <a:pt x="922324" y="120391"/>
                </a:lnTo>
                <a:lnTo>
                  <a:pt x="925999" y="114893"/>
                </a:lnTo>
                <a:lnTo>
                  <a:pt x="929673" y="109428"/>
                </a:lnTo>
                <a:lnTo>
                  <a:pt x="933348" y="104020"/>
                </a:lnTo>
                <a:lnTo>
                  <a:pt x="937022" y="98687"/>
                </a:lnTo>
                <a:lnTo>
                  <a:pt x="940697" y="93438"/>
                </a:lnTo>
                <a:lnTo>
                  <a:pt x="944372" y="88266"/>
                </a:lnTo>
                <a:lnTo>
                  <a:pt x="948046" y="83145"/>
                </a:lnTo>
                <a:lnTo>
                  <a:pt x="951721" y="78046"/>
                </a:lnTo>
                <a:lnTo>
                  <a:pt x="955395" y="72941"/>
                </a:lnTo>
                <a:lnTo>
                  <a:pt x="959070" y="67809"/>
                </a:lnTo>
                <a:lnTo>
                  <a:pt x="962745" y="62642"/>
                </a:lnTo>
                <a:lnTo>
                  <a:pt x="966419" y="57456"/>
                </a:lnTo>
                <a:lnTo>
                  <a:pt x="970094" y="52284"/>
                </a:lnTo>
                <a:lnTo>
                  <a:pt x="973768" y="47186"/>
                </a:lnTo>
                <a:lnTo>
                  <a:pt x="977443" y="42240"/>
                </a:lnTo>
                <a:lnTo>
                  <a:pt x="981118" y="37535"/>
                </a:lnTo>
                <a:lnTo>
                  <a:pt x="984792" y="33178"/>
                </a:lnTo>
                <a:lnTo>
                  <a:pt x="988467" y="29278"/>
                </a:lnTo>
                <a:lnTo>
                  <a:pt x="992141" y="25868"/>
                </a:lnTo>
                <a:lnTo>
                  <a:pt x="995816" y="22975"/>
                </a:lnTo>
                <a:lnTo>
                  <a:pt x="999491" y="20589"/>
                </a:lnTo>
                <a:lnTo>
                  <a:pt x="1003165" y="18668"/>
                </a:lnTo>
                <a:lnTo>
                  <a:pt x="1006840" y="17139"/>
                </a:lnTo>
                <a:lnTo>
                  <a:pt x="1010514" y="15906"/>
                </a:lnTo>
                <a:lnTo>
                  <a:pt x="1014189" y="14862"/>
                </a:lnTo>
                <a:lnTo>
                  <a:pt x="1017864" y="13898"/>
                </a:lnTo>
                <a:lnTo>
                  <a:pt x="1021538" y="12916"/>
                </a:lnTo>
                <a:lnTo>
                  <a:pt x="1025213" y="11837"/>
                </a:lnTo>
                <a:lnTo>
                  <a:pt x="1028887" y="10609"/>
                </a:lnTo>
                <a:lnTo>
                  <a:pt x="1032562" y="9207"/>
                </a:lnTo>
                <a:lnTo>
                  <a:pt x="1036237" y="7673"/>
                </a:lnTo>
                <a:lnTo>
                  <a:pt x="1039911" y="6066"/>
                </a:lnTo>
                <a:lnTo>
                  <a:pt x="1043586" y="4467"/>
                </a:lnTo>
                <a:lnTo>
                  <a:pt x="1047260" y="2973"/>
                </a:lnTo>
                <a:lnTo>
                  <a:pt x="1050935" y="1686"/>
                </a:lnTo>
                <a:lnTo>
                  <a:pt x="1054610" y="705"/>
                </a:lnTo>
                <a:lnTo>
                  <a:pt x="1058284" y="119"/>
                </a:lnTo>
                <a:lnTo>
                  <a:pt x="1061959" y="0"/>
                </a:lnTo>
                <a:lnTo>
                  <a:pt x="1065633" y="396"/>
                </a:lnTo>
                <a:lnTo>
                  <a:pt x="1069308" y="1339"/>
                </a:lnTo>
                <a:lnTo>
                  <a:pt x="1072983" y="2835"/>
                </a:lnTo>
                <a:lnTo>
                  <a:pt x="1076657" y="4920"/>
                </a:lnTo>
                <a:lnTo>
                  <a:pt x="1080332" y="7514"/>
                </a:lnTo>
                <a:lnTo>
                  <a:pt x="1084006" y="10573"/>
                </a:lnTo>
                <a:lnTo>
                  <a:pt x="1087681" y="14052"/>
                </a:lnTo>
                <a:lnTo>
                  <a:pt x="1091356" y="17902"/>
                </a:lnTo>
                <a:lnTo>
                  <a:pt x="1095030" y="22074"/>
                </a:lnTo>
                <a:lnTo>
                  <a:pt x="1098705" y="26521"/>
                </a:lnTo>
                <a:lnTo>
                  <a:pt x="1102379" y="31200"/>
                </a:lnTo>
                <a:lnTo>
                  <a:pt x="1106054" y="36072"/>
                </a:lnTo>
                <a:lnTo>
                  <a:pt x="1109729" y="41104"/>
                </a:lnTo>
                <a:lnTo>
                  <a:pt x="1113403" y="46267"/>
                </a:lnTo>
                <a:lnTo>
                  <a:pt x="1117078" y="51536"/>
                </a:lnTo>
                <a:lnTo>
                  <a:pt x="1120752" y="56890"/>
                </a:lnTo>
                <a:lnTo>
                  <a:pt x="1124427" y="62295"/>
                </a:lnTo>
                <a:lnTo>
                  <a:pt x="1128102" y="67715"/>
                </a:lnTo>
                <a:lnTo>
                  <a:pt x="1131776" y="73115"/>
                </a:lnTo>
                <a:lnTo>
                  <a:pt x="1135451" y="78451"/>
                </a:lnTo>
                <a:lnTo>
                  <a:pt x="1139125" y="83678"/>
                </a:lnTo>
                <a:lnTo>
                  <a:pt x="1142800" y="88753"/>
                </a:lnTo>
                <a:lnTo>
                  <a:pt x="1146475" y="93638"/>
                </a:lnTo>
                <a:lnTo>
                  <a:pt x="1150149" y="98302"/>
                </a:lnTo>
                <a:lnTo>
                  <a:pt x="1153824" y="102730"/>
                </a:lnTo>
                <a:lnTo>
                  <a:pt x="1157498" y="106918"/>
                </a:lnTo>
                <a:lnTo>
                  <a:pt x="1161173" y="110877"/>
                </a:lnTo>
                <a:lnTo>
                  <a:pt x="1164848" y="114625"/>
                </a:lnTo>
                <a:lnTo>
                  <a:pt x="1168522" y="118208"/>
                </a:lnTo>
                <a:lnTo>
                  <a:pt x="1172197" y="121675"/>
                </a:lnTo>
                <a:lnTo>
                  <a:pt x="1175871" y="125069"/>
                </a:lnTo>
                <a:lnTo>
                  <a:pt x="1179546" y="128428"/>
                </a:lnTo>
                <a:lnTo>
                  <a:pt x="1183221" y="131780"/>
                </a:lnTo>
                <a:lnTo>
                  <a:pt x="1186895" y="135146"/>
                </a:lnTo>
                <a:lnTo>
                  <a:pt x="1190570" y="138531"/>
                </a:lnTo>
                <a:lnTo>
                  <a:pt x="1194244" y="141934"/>
                </a:lnTo>
                <a:lnTo>
                  <a:pt x="1197919" y="145341"/>
                </a:lnTo>
                <a:lnTo>
                  <a:pt x="1201594" y="148734"/>
                </a:lnTo>
                <a:lnTo>
                  <a:pt x="1205268" y="152089"/>
                </a:lnTo>
                <a:lnTo>
                  <a:pt x="1208943" y="155381"/>
                </a:lnTo>
                <a:lnTo>
                  <a:pt x="1212617" y="158591"/>
                </a:lnTo>
                <a:lnTo>
                  <a:pt x="1216292" y="161712"/>
                </a:lnTo>
                <a:lnTo>
                  <a:pt x="1219967" y="164746"/>
                </a:lnTo>
                <a:lnTo>
                  <a:pt x="1223641" y="167701"/>
                </a:lnTo>
                <a:lnTo>
                  <a:pt x="1227316" y="170591"/>
                </a:lnTo>
                <a:lnTo>
                  <a:pt x="1230990" y="173438"/>
                </a:lnTo>
                <a:lnTo>
                  <a:pt x="1234665" y="176261"/>
                </a:lnTo>
                <a:lnTo>
                  <a:pt x="1238340" y="179080"/>
                </a:lnTo>
                <a:lnTo>
                  <a:pt x="1242014" y="181912"/>
                </a:lnTo>
                <a:lnTo>
                  <a:pt x="1245689" y="184764"/>
                </a:lnTo>
                <a:lnTo>
                  <a:pt x="1249363" y="187638"/>
                </a:lnTo>
                <a:lnTo>
                  <a:pt x="1253038" y="190524"/>
                </a:lnTo>
                <a:lnTo>
                  <a:pt x="1256713" y="193397"/>
                </a:lnTo>
                <a:lnTo>
                  <a:pt x="1260387" y="196231"/>
                </a:lnTo>
                <a:lnTo>
                  <a:pt x="1264062" y="198993"/>
                </a:lnTo>
                <a:lnTo>
                  <a:pt x="1267736" y="201656"/>
                </a:lnTo>
                <a:lnTo>
                  <a:pt x="1271411" y="204199"/>
                </a:lnTo>
                <a:lnTo>
                  <a:pt x="1275086" y="206612"/>
                </a:lnTo>
                <a:lnTo>
                  <a:pt x="1278760" y="208901"/>
                </a:lnTo>
                <a:lnTo>
                  <a:pt x="1282435" y="211085"/>
                </a:lnTo>
                <a:lnTo>
                  <a:pt x="1286109" y="213196"/>
                </a:lnTo>
                <a:lnTo>
                  <a:pt x="1289784" y="215278"/>
                </a:lnTo>
                <a:lnTo>
                  <a:pt x="1293459" y="217377"/>
                </a:lnTo>
                <a:lnTo>
                  <a:pt x="1297133" y="219537"/>
                </a:lnTo>
                <a:lnTo>
                  <a:pt x="1300808" y="221800"/>
                </a:lnTo>
                <a:lnTo>
                  <a:pt x="1304482" y="224170"/>
                </a:lnTo>
                <a:lnTo>
                  <a:pt x="1308157" y="226638"/>
                </a:lnTo>
                <a:lnTo>
                  <a:pt x="1311832" y="229176"/>
                </a:lnTo>
                <a:lnTo>
                  <a:pt x="1315506" y="231739"/>
                </a:lnTo>
                <a:lnTo>
                  <a:pt x="1319181" y="234276"/>
                </a:lnTo>
                <a:lnTo>
                  <a:pt x="1322855" y="236731"/>
                </a:lnTo>
                <a:lnTo>
                  <a:pt x="1326530" y="239055"/>
                </a:lnTo>
                <a:lnTo>
                  <a:pt x="1330205" y="241209"/>
                </a:lnTo>
                <a:lnTo>
                  <a:pt x="1333879" y="243170"/>
                </a:lnTo>
                <a:lnTo>
                  <a:pt x="1337554" y="244934"/>
                </a:lnTo>
                <a:lnTo>
                  <a:pt x="1341228" y="246511"/>
                </a:lnTo>
                <a:lnTo>
                  <a:pt x="1344903" y="247919"/>
                </a:lnTo>
                <a:lnTo>
                  <a:pt x="1348577" y="249208"/>
                </a:lnTo>
                <a:lnTo>
                  <a:pt x="1352252" y="250420"/>
                </a:lnTo>
                <a:lnTo>
                  <a:pt x="1355927" y="251589"/>
                </a:lnTo>
                <a:lnTo>
                  <a:pt x="1359601" y="252741"/>
                </a:lnTo>
                <a:lnTo>
                  <a:pt x="1363276" y="253896"/>
                </a:lnTo>
                <a:lnTo>
                  <a:pt x="1366950" y="255060"/>
                </a:lnTo>
                <a:lnTo>
                  <a:pt x="1370625" y="256235"/>
                </a:lnTo>
                <a:lnTo>
                  <a:pt x="1374300" y="257412"/>
                </a:lnTo>
                <a:lnTo>
                  <a:pt x="1377974" y="258584"/>
                </a:lnTo>
                <a:lnTo>
                  <a:pt x="1381649" y="259738"/>
                </a:lnTo>
                <a:lnTo>
                  <a:pt x="1385323" y="260868"/>
                </a:lnTo>
                <a:lnTo>
                  <a:pt x="1388998" y="261965"/>
                </a:lnTo>
                <a:lnTo>
                  <a:pt x="1392673" y="263033"/>
                </a:lnTo>
                <a:lnTo>
                  <a:pt x="1396347" y="264077"/>
                </a:lnTo>
                <a:lnTo>
                  <a:pt x="1400022" y="265102"/>
                </a:lnTo>
                <a:lnTo>
                  <a:pt x="1403696" y="266117"/>
                </a:lnTo>
                <a:lnTo>
                  <a:pt x="1407371" y="267127"/>
                </a:lnTo>
                <a:lnTo>
                  <a:pt x="1411046" y="268134"/>
                </a:lnTo>
                <a:lnTo>
                  <a:pt x="1414720" y="269139"/>
                </a:lnTo>
                <a:lnTo>
                  <a:pt x="1418395" y="270138"/>
                </a:lnTo>
                <a:lnTo>
                  <a:pt x="1422069" y="271124"/>
                </a:lnTo>
                <a:lnTo>
                  <a:pt x="1425744" y="272087"/>
                </a:lnTo>
                <a:lnTo>
                  <a:pt x="1429419" y="273018"/>
                </a:lnTo>
                <a:lnTo>
                  <a:pt x="1433093" y="273901"/>
                </a:lnTo>
                <a:lnTo>
                  <a:pt x="1436768" y="274725"/>
                </a:lnTo>
                <a:lnTo>
                  <a:pt x="1440442" y="275484"/>
                </a:lnTo>
                <a:lnTo>
                  <a:pt x="1444117" y="276173"/>
                </a:lnTo>
                <a:lnTo>
                  <a:pt x="1447792" y="276787"/>
                </a:lnTo>
                <a:lnTo>
                  <a:pt x="1451466" y="277327"/>
                </a:lnTo>
                <a:lnTo>
                  <a:pt x="1455141" y="277796"/>
                </a:lnTo>
                <a:lnTo>
                  <a:pt x="1458815" y="278198"/>
                </a:lnTo>
                <a:lnTo>
                  <a:pt x="1462490" y="278541"/>
                </a:lnTo>
                <a:lnTo>
                  <a:pt x="1466165" y="278836"/>
                </a:lnTo>
                <a:lnTo>
                  <a:pt x="1469839" y="279092"/>
                </a:lnTo>
                <a:lnTo>
                  <a:pt x="1473514" y="279321"/>
                </a:lnTo>
                <a:lnTo>
                  <a:pt x="1477188" y="279534"/>
                </a:lnTo>
                <a:lnTo>
                  <a:pt x="1480863" y="279741"/>
                </a:lnTo>
                <a:lnTo>
                  <a:pt x="1484538" y="279949"/>
                </a:lnTo>
                <a:lnTo>
                  <a:pt x="1488212" y="280162"/>
                </a:lnTo>
                <a:lnTo>
                  <a:pt x="1491887" y="280383"/>
                </a:lnTo>
                <a:lnTo>
                  <a:pt x="1495561" y="280610"/>
                </a:lnTo>
                <a:lnTo>
                  <a:pt x="1499236" y="280842"/>
                </a:lnTo>
                <a:lnTo>
                  <a:pt x="1502911" y="281077"/>
                </a:lnTo>
                <a:lnTo>
                  <a:pt x="1506585" y="281313"/>
                </a:lnTo>
                <a:lnTo>
                  <a:pt x="1510260" y="281549"/>
                </a:lnTo>
                <a:lnTo>
                  <a:pt x="1513934" y="281783"/>
                </a:lnTo>
                <a:lnTo>
                  <a:pt x="1517609" y="282014"/>
                </a:lnTo>
                <a:lnTo>
                  <a:pt x="1521284" y="282242"/>
                </a:lnTo>
                <a:lnTo>
                  <a:pt x="1524958" y="282466"/>
                </a:lnTo>
                <a:lnTo>
                  <a:pt x="1528633" y="282682"/>
                </a:lnTo>
                <a:lnTo>
                  <a:pt x="1532307" y="282888"/>
                </a:lnTo>
                <a:lnTo>
                  <a:pt x="1535982" y="283079"/>
                </a:lnTo>
                <a:lnTo>
                  <a:pt x="1539657" y="283252"/>
                </a:lnTo>
                <a:lnTo>
                  <a:pt x="1543331" y="283402"/>
                </a:lnTo>
                <a:lnTo>
                  <a:pt x="1547006" y="283527"/>
                </a:lnTo>
                <a:lnTo>
                  <a:pt x="1550680" y="283626"/>
                </a:lnTo>
                <a:lnTo>
                  <a:pt x="1554355" y="283700"/>
                </a:lnTo>
                <a:lnTo>
                  <a:pt x="1558030" y="283752"/>
                </a:lnTo>
                <a:lnTo>
                  <a:pt x="1561704" y="283786"/>
                </a:lnTo>
                <a:lnTo>
                  <a:pt x="1565379" y="283809"/>
                </a:lnTo>
                <a:lnTo>
                  <a:pt x="1569053" y="283827"/>
                </a:lnTo>
                <a:lnTo>
                  <a:pt x="1572728" y="283847"/>
                </a:lnTo>
                <a:lnTo>
                  <a:pt x="1576403" y="283873"/>
                </a:lnTo>
                <a:lnTo>
                  <a:pt x="1580077" y="283909"/>
                </a:lnTo>
                <a:lnTo>
                  <a:pt x="1583752" y="283955"/>
                </a:lnTo>
                <a:lnTo>
                  <a:pt x="1587426" y="284012"/>
                </a:lnTo>
                <a:lnTo>
                  <a:pt x="1591101" y="284078"/>
                </a:lnTo>
                <a:lnTo>
                  <a:pt x="1594776" y="284150"/>
                </a:lnTo>
                <a:lnTo>
                  <a:pt x="1598450" y="284225"/>
                </a:lnTo>
                <a:lnTo>
                  <a:pt x="1602125" y="284300"/>
                </a:lnTo>
                <a:lnTo>
                  <a:pt x="1605799" y="284371"/>
                </a:lnTo>
                <a:lnTo>
                  <a:pt x="1609474" y="284437"/>
                </a:lnTo>
                <a:lnTo>
                  <a:pt x="1613149" y="284498"/>
                </a:lnTo>
                <a:lnTo>
                  <a:pt x="1616823" y="284553"/>
                </a:lnTo>
                <a:lnTo>
                  <a:pt x="1620498" y="284605"/>
                </a:lnTo>
                <a:lnTo>
                  <a:pt x="1624172" y="284655"/>
                </a:lnTo>
                <a:lnTo>
                  <a:pt x="1627847" y="284707"/>
                </a:lnTo>
                <a:lnTo>
                  <a:pt x="1631522" y="284760"/>
                </a:lnTo>
                <a:lnTo>
                  <a:pt x="1635196" y="284817"/>
                </a:lnTo>
                <a:lnTo>
                  <a:pt x="1638871" y="284878"/>
                </a:lnTo>
                <a:lnTo>
                  <a:pt x="1642545" y="284942"/>
                </a:lnTo>
                <a:lnTo>
                  <a:pt x="1646220" y="285007"/>
                </a:lnTo>
                <a:lnTo>
                  <a:pt x="1649895" y="285073"/>
                </a:lnTo>
                <a:lnTo>
                  <a:pt x="1653569" y="285136"/>
                </a:lnTo>
                <a:lnTo>
                  <a:pt x="1657244" y="285196"/>
                </a:lnTo>
                <a:lnTo>
                  <a:pt x="1660918" y="285249"/>
                </a:lnTo>
                <a:lnTo>
                  <a:pt x="1664593" y="285296"/>
                </a:lnTo>
                <a:lnTo>
                  <a:pt x="1668268" y="285336"/>
                </a:lnTo>
                <a:lnTo>
                  <a:pt x="1671942" y="285369"/>
                </a:lnTo>
                <a:lnTo>
                  <a:pt x="1675617" y="285395"/>
                </a:lnTo>
                <a:lnTo>
                  <a:pt x="1679291" y="285415"/>
                </a:lnTo>
                <a:lnTo>
                  <a:pt x="1682966" y="285430"/>
                </a:lnTo>
                <a:lnTo>
                  <a:pt x="1686641" y="285440"/>
                </a:lnTo>
                <a:lnTo>
                  <a:pt x="1690315" y="285448"/>
                </a:lnTo>
                <a:lnTo>
                  <a:pt x="1693990" y="285453"/>
                </a:lnTo>
                <a:lnTo>
                  <a:pt x="1697664" y="285456"/>
                </a:lnTo>
                <a:lnTo>
                  <a:pt x="1701339" y="285458"/>
                </a:lnTo>
                <a:lnTo>
                  <a:pt x="1705014" y="285459"/>
                </a:lnTo>
                <a:lnTo>
                  <a:pt x="1708688" y="285460"/>
                </a:lnTo>
                <a:lnTo>
                  <a:pt x="1712363" y="285461"/>
                </a:lnTo>
                <a:lnTo>
                  <a:pt x="1716037" y="285461"/>
                </a:lnTo>
                <a:lnTo>
                  <a:pt x="1719712" y="285461"/>
                </a:lnTo>
                <a:lnTo>
                  <a:pt x="1723387" y="285461"/>
                </a:lnTo>
                <a:lnTo>
                  <a:pt x="1727061" y="285461"/>
                </a:lnTo>
                <a:lnTo>
                  <a:pt x="1730736" y="285461"/>
                </a:lnTo>
                <a:lnTo>
                  <a:pt x="1734410" y="285461"/>
                </a:lnTo>
                <a:lnTo>
                  <a:pt x="1738085" y="285461"/>
                </a:lnTo>
                <a:lnTo>
                  <a:pt x="1741760" y="285461"/>
                </a:lnTo>
                <a:lnTo>
                  <a:pt x="1745434" y="285461"/>
                </a:lnTo>
                <a:lnTo>
                  <a:pt x="1749109" y="285461"/>
                </a:lnTo>
                <a:lnTo>
                  <a:pt x="1752783" y="285461"/>
                </a:lnTo>
                <a:lnTo>
                  <a:pt x="1756458" y="285461"/>
                </a:lnTo>
                <a:lnTo>
                  <a:pt x="1760133" y="285461"/>
                </a:lnTo>
                <a:lnTo>
                  <a:pt x="1763807" y="285461"/>
                </a:lnTo>
                <a:lnTo>
                  <a:pt x="1767482" y="285461"/>
                </a:lnTo>
                <a:lnTo>
                  <a:pt x="1771156" y="285461"/>
                </a:lnTo>
                <a:lnTo>
                  <a:pt x="1774831" y="285461"/>
                </a:lnTo>
                <a:lnTo>
                  <a:pt x="1778506" y="285461"/>
                </a:lnTo>
                <a:lnTo>
                  <a:pt x="1782180" y="285461"/>
                </a:lnTo>
                <a:lnTo>
                  <a:pt x="1785855" y="285461"/>
                </a:lnTo>
                <a:lnTo>
                  <a:pt x="1789529" y="285461"/>
                </a:lnTo>
                <a:lnTo>
                  <a:pt x="1793204" y="285461"/>
                </a:lnTo>
                <a:lnTo>
                  <a:pt x="1796879" y="285461"/>
                </a:lnTo>
                <a:lnTo>
                  <a:pt x="1800553" y="285461"/>
                </a:lnTo>
                <a:lnTo>
                  <a:pt x="1804228" y="285461"/>
                </a:lnTo>
                <a:lnTo>
                  <a:pt x="1807902" y="285461"/>
                </a:lnTo>
                <a:lnTo>
                  <a:pt x="1811577" y="285461"/>
                </a:lnTo>
                <a:lnTo>
                  <a:pt x="1815252" y="285461"/>
                </a:lnTo>
                <a:lnTo>
                  <a:pt x="1818926" y="285461"/>
                </a:lnTo>
                <a:lnTo>
                  <a:pt x="1822601" y="285461"/>
                </a:lnTo>
                <a:lnTo>
                  <a:pt x="1826275" y="285461"/>
                </a:lnTo>
                <a:lnTo>
                  <a:pt x="1829950" y="285461"/>
                </a:lnTo>
                <a:lnTo>
                  <a:pt x="1833625" y="285461"/>
                </a:lnTo>
                <a:lnTo>
                  <a:pt x="1837299" y="285461"/>
                </a:lnTo>
                <a:lnTo>
                  <a:pt x="1840974" y="285461"/>
                </a:lnTo>
                <a:lnTo>
                  <a:pt x="1844648" y="285461"/>
                </a:lnTo>
                <a:lnTo>
                  <a:pt x="1848323" y="285461"/>
                </a:lnTo>
                <a:lnTo>
                  <a:pt x="1851998" y="285461"/>
                </a:lnTo>
                <a:lnTo>
                  <a:pt x="1855672" y="285461"/>
                </a:lnTo>
                <a:lnTo>
                  <a:pt x="1859347" y="285461"/>
                </a:lnTo>
                <a:lnTo>
                  <a:pt x="1863021" y="285461"/>
                </a:lnTo>
                <a:lnTo>
                  <a:pt x="1866696" y="285461"/>
                </a:lnTo>
                <a:lnTo>
                  <a:pt x="1870371" y="285461"/>
                </a:lnTo>
                <a:lnTo>
                  <a:pt x="1874045" y="285461"/>
                </a:lnTo>
                <a:lnTo>
                  <a:pt x="1877720" y="285461"/>
                </a:lnTo>
              </a:path>
            </a:pathLst>
          </a:custGeom>
          <a:ln w="27101" cap="flat">
            <a:solidFill>
              <a:srgbClr val="7CAE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6" name="pg156"/>
          <p:cNvSpPr/>
          <p:nvPr/>
        </p:nvSpPr>
        <p:spPr>
          <a:xfrm>
            <a:off x="6702581" y="4035756"/>
            <a:ext cx="1877720" cy="189059"/>
          </a:xfrm>
          <a:custGeom>
            <a:avLst/>
            <a:gdLst/>
            <a:ahLst/>
            <a:cxnLst/>
            <a:rect l="0" t="0" r="0" b="0"/>
            <a:pathLst>
              <a:path w="1877720" h="189059">
                <a:moveTo>
                  <a:pt x="0" y="189059"/>
                </a:moveTo>
                <a:lnTo>
                  <a:pt x="3674" y="189059"/>
                </a:lnTo>
                <a:lnTo>
                  <a:pt x="7349" y="189059"/>
                </a:lnTo>
                <a:lnTo>
                  <a:pt x="11023" y="189059"/>
                </a:lnTo>
                <a:lnTo>
                  <a:pt x="14698" y="189059"/>
                </a:lnTo>
                <a:lnTo>
                  <a:pt x="18372" y="189059"/>
                </a:lnTo>
                <a:lnTo>
                  <a:pt x="22047" y="189059"/>
                </a:lnTo>
                <a:lnTo>
                  <a:pt x="25722" y="189059"/>
                </a:lnTo>
                <a:lnTo>
                  <a:pt x="29396" y="189059"/>
                </a:lnTo>
                <a:lnTo>
                  <a:pt x="33071" y="189059"/>
                </a:lnTo>
                <a:lnTo>
                  <a:pt x="36745" y="189059"/>
                </a:lnTo>
                <a:lnTo>
                  <a:pt x="40420" y="189059"/>
                </a:lnTo>
                <a:lnTo>
                  <a:pt x="44095" y="189059"/>
                </a:lnTo>
                <a:lnTo>
                  <a:pt x="47769" y="189059"/>
                </a:lnTo>
                <a:lnTo>
                  <a:pt x="51444" y="189059"/>
                </a:lnTo>
                <a:lnTo>
                  <a:pt x="55118" y="189059"/>
                </a:lnTo>
                <a:lnTo>
                  <a:pt x="58793" y="189059"/>
                </a:lnTo>
                <a:lnTo>
                  <a:pt x="62468" y="189059"/>
                </a:lnTo>
                <a:lnTo>
                  <a:pt x="66142" y="189059"/>
                </a:lnTo>
                <a:lnTo>
                  <a:pt x="69817" y="189059"/>
                </a:lnTo>
                <a:lnTo>
                  <a:pt x="73491" y="189059"/>
                </a:lnTo>
                <a:lnTo>
                  <a:pt x="77166" y="189059"/>
                </a:lnTo>
                <a:lnTo>
                  <a:pt x="80841" y="189059"/>
                </a:lnTo>
                <a:lnTo>
                  <a:pt x="84515" y="189059"/>
                </a:lnTo>
                <a:lnTo>
                  <a:pt x="88190" y="189059"/>
                </a:lnTo>
                <a:lnTo>
                  <a:pt x="91864" y="189059"/>
                </a:lnTo>
                <a:lnTo>
                  <a:pt x="95539" y="189059"/>
                </a:lnTo>
                <a:lnTo>
                  <a:pt x="99214" y="189059"/>
                </a:lnTo>
                <a:lnTo>
                  <a:pt x="102888" y="189059"/>
                </a:lnTo>
                <a:lnTo>
                  <a:pt x="106563" y="189059"/>
                </a:lnTo>
                <a:lnTo>
                  <a:pt x="110237" y="189059"/>
                </a:lnTo>
                <a:lnTo>
                  <a:pt x="113912" y="189059"/>
                </a:lnTo>
                <a:lnTo>
                  <a:pt x="117587" y="189059"/>
                </a:lnTo>
                <a:lnTo>
                  <a:pt x="121261" y="189059"/>
                </a:lnTo>
                <a:lnTo>
                  <a:pt x="124936" y="189059"/>
                </a:lnTo>
                <a:lnTo>
                  <a:pt x="128610" y="189059"/>
                </a:lnTo>
                <a:lnTo>
                  <a:pt x="132285" y="189059"/>
                </a:lnTo>
                <a:lnTo>
                  <a:pt x="135960" y="189059"/>
                </a:lnTo>
                <a:lnTo>
                  <a:pt x="139634" y="189059"/>
                </a:lnTo>
                <a:lnTo>
                  <a:pt x="143309" y="189059"/>
                </a:lnTo>
                <a:lnTo>
                  <a:pt x="146983" y="189059"/>
                </a:lnTo>
                <a:lnTo>
                  <a:pt x="150658" y="189059"/>
                </a:lnTo>
                <a:lnTo>
                  <a:pt x="154333" y="189059"/>
                </a:lnTo>
                <a:lnTo>
                  <a:pt x="158007" y="189059"/>
                </a:lnTo>
                <a:lnTo>
                  <a:pt x="161682" y="189059"/>
                </a:lnTo>
                <a:lnTo>
                  <a:pt x="165356" y="189059"/>
                </a:lnTo>
                <a:lnTo>
                  <a:pt x="169031" y="189059"/>
                </a:lnTo>
                <a:lnTo>
                  <a:pt x="172706" y="189059"/>
                </a:lnTo>
                <a:lnTo>
                  <a:pt x="176380" y="189059"/>
                </a:lnTo>
                <a:lnTo>
                  <a:pt x="180055" y="189059"/>
                </a:lnTo>
                <a:lnTo>
                  <a:pt x="183729" y="189059"/>
                </a:lnTo>
                <a:lnTo>
                  <a:pt x="187404" y="189059"/>
                </a:lnTo>
                <a:lnTo>
                  <a:pt x="191079" y="189059"/>
                </a:lnTo>
                <a:lnTo>
                  <a:pt x="194753" y="189059"/>
                </a:lnTo>
                <a:lnTo>
                  <a:pt x="198428" y="189059"/>
                </a:lnTo>
                <a:lnTo>
                  <a:pt x="202102" y="189059"/>
                </a:lnTo>
                <a:lnTo>
                  <a:pt x="205777" y="189059"/>
                </a:lnTo>
                <a:lnTo>
                  <a:pt x="209452" y="189059"/>
                </a:lnTo>
                <a:lnTo>
                  <a:pt x="213126" y="189059"/>
                </a:lnTo>
                <a:lnTo>
                  <a:pt x="216801" y="189059"/>
                </a:lnTo>
                <a:lnTo>
                  <a:pt x="220475" y="189059"/>
                </a:lnTo>
                <a:lnTo>
                  <a:pt x="224150" y="189059"/>
                </a:lnTo>
                <a:lnTo>
                  <a:pt x="227825" y="189059"/>
                </a:lnTo>
                <a:lnTo>
                  <a:pt x="231499" y="189059"/>
                </a:lnTo>
                <a:lnTo>
                  <a:pt x="235174" y="189059"/>
                </a:lnTo>
                <a:lnTo>
                  <a:pt x="238848" y="189059"/>
                </a:lnTo>
                <a:lnTo>
                  <a:pt x="242523" y="189059"/>
                </a:lnTo>
                <a:lnTo>
                  <a:pt x="246198" y="189059"/>
                </a:lnTo>
                <a:lnTo>
                  <a:pt x="249872" y="189059"/>
                </a:lnTo>
                <a:lnTo>
                  <a:pt x="253547" y="189059"/>
                </a:lnTo>
                <a:lnTo>
                  <a:pt x="257221" y="189059"/>
                </a:lnTo>
                <a:lnTo>
                  <a:pt x="260896" y="189059"/>
                </a:lnTo>
                <a:lnTo>
                  <a:pt x="264571" y="189059"/>
                </a:lnTo>
                <a:lnTo>
                  <a:pt x="268245" y="189059"/>
                </a:lnTo>
                <a:lnTo>
                  <a:pt x="271920" y="189059"/>
                </a:lnTo>
                <a:lnTo>
                  <a:pt x="275594" y="189059"/>
                </a:lnTo>
                <a:lnTo>
                  <a:pt x="279269" y="189059"/>
                </a:lnTo>
                <a:lnTo>
                  <a:pt x="282944" y="189059"/>
                </a:lnTo>
                <a:lnTo>
                  <a:pt x="286618" y="189059"/>
                </a:lnTo>
                <a:lnTo>
                  <a:pt x="290293" y="189059"/>
                </a:lnTo>
                <a:lnTo>
                  <a:pt x="293967" y="189059"/>
                </a:lnTo>
                <a:lnTo>
                  <a:pt x="297642" y="189059"/>
                </a:lnTo>
                <a:lnTo>
                  <a:pt x="301317" y="189059"/>
                </a:lnTo>
                <a:lnTo>
                  <a:pt x="304991" y="189059"/>
                </a:lnTo>
                <a:lnTo>
                  <a:pt x="308666" y="189059"/>
                </a:lnTo>
                <a:lnTo>
                  <a:pt x="312340" y="189059"/>
                </a:lnTo>
                <a:lnTo>
                  <a:pt x="316015" y="189059"/>
                </a:lnTo>
                <a:lnTo>
                  <a:pt x="319690" y="189059"/>
                </a:lnTo>
                <a:lnTo>
                  <a:pt x="323364" y="189059"/>
                </a:lnTo>
                <a:lnTo>
                  <a:pt x="327039" y="189059"/>
                </a:lnTo>
                <a:lnTo>
                  <a:pt x="330713" y="189059"/>
                </a:lnTo>
                <a:lnTo>
                  <a:pt x="334388" y="189059"/>
                </a:lnTo>
                <a:lnTo>
                  <a:pt x="338063" y="189059"/>
                </a:lnTo>
                <a:lnTo>
                  <a:pt x="341737" y="189059"/>
                </a:lnTo>
                <a:lnTo>
                  <a:pt x="345412" y="189059"/>
                </a:lnTo>
                <a:lnTo>
                  <a:pt x="349086" y="189059"/>
                </a:lnTo>
                <a:lnTo>
                  <a:pt x="352761" y="189059"/>
                </a:lnTo>
                <a:lnTo>
                  <a:pt x="356436" y="189059"/>
                </a:lnTo>
                <a:lnTo>
                  <a:pt x="360110" y="189059"/>
                </a:lnTo>
                <a:lnTo>
                  <a:pt x="363785" y="189059"/>
                </a:lnTo>
                <a:lnTo>
                  <a:pt x="367459" y="189059"/>
                </a:lnTo>
                <a:lnTo>
                  <a:pt x="371134" y="189059"/>
                </a:lnTo>
                <a:lnTo>
                  <a:pt x="374809" y="189059"/>
                </a:lnTo>
                <a:lnTo>
                  <a:pt x="378483" y="189059"/>
                </a:lnTo>
                <a:lnTo>
                  <a:pt x="382158" y="189059"/>
                </a:lnTo>
                <a:lnTo>
                  <a:pt x="385832" y="189059"/>
                </a:lnTo>
                <a:lnTo>
                  <a:pt x="389507" y="189059"/>
                </a:lnTo>
                <a:lnTo>
                  <a:pt x="393182" y="189059"/>
                </a:lnTo>
                <a:lnTo>
                  <a:pt x="396856" y="189059"/>
                </a:lnTo>
                <a:lnTo>
                  <a:pt x="400531" y="189059"/>
                </a:lnTo>
                <a:lnTo>
                  <a:pt x="404205" y="189059"/>
                </a:lnTo>
                <a:lnTo>
                  <a:pt x="407880" y="189059"/>
                </a:lnTo>
                <a:lnTo>
                  <a:pt x="411555" y="189059"/>
                </a:lnTo>
                <a:lnTo>
                  <a:pt x="415229" y="189059"/>
                </a:lnTo>
                <a:lnTo>
                  <a:pt x="418904" y="189059"/>
                </a:lnTo>
                <a:lnTo>
                  <a:pt x="422578" y="189059"/>
                </a:lnTo>
                <a:lnTo>
                  <a:pt x="426253" y="189059"/>
                </a:lnTo>
                <a:lnTo>
                  <a:pt x="429928" y="189059"/>
                </a:lnTo>
                <a:lnTo>
                  <a:pt x="433602" y="189058"/>
                </a:lnTo>
                <a:lnTo>
                  <a:pt x="437277" y="189058"/>
                </a:lnTo>
                <a:lnTo>
                  <a:pt x="440951" y="189057"/>
                </a:lnTo>
                <a:lnTo>
                  <a:pt x="444626" y="189056"/>
                </a:lnTo>
                <a:lnTo>
                  <a:pt x="448301" y="189055"/>
                </a:lnTo>
                <a:lnTo>
                  <a:pt x="451975" y="189053"/>
                </a:lnTo>
                <a:lnTo>
                  <a:pt x="455650" y="189051"/>
                </a:lnTo>
                <a:lnTo>
                  <a:pt x="459324" y="189048"/>
                </a:lnTo>
                <a:lnTo>
                  <a:pt x="462999" y="189044"/>
                </a:lnTo>
                <a:lnTo>
                  <a:pt x="466674" y="189038"/>
                </a:lnTo>
                <a:lnTo>
                  <a:pt x="470348" y="189032"/>
                </a:lnTo>
                <a:lnTo>
                  <a:pt x="474023" y="189023"/>
                </a:lnTo>
                <a:lnTo>
                  <a:pt x="477697" y="189013"/>
                </a:lnTo>
                <a:lnTo>
                  <a:pt x="481372" y="189001"/>
                </a:lnTo>
                <a:lnTo>
                  <a:pt x="485047" y="188986"/>
                </a:lnTo>
                <a:lnTo>
                  <a:pt x="488721" y="188969"/>
                </a:lnTo>
                <a:lnTo>
                  <a:pt x="492396" y="188948"/>
                </a:lnTo>
                <a:lnTo>
                  <a:pt x="496070" y="188925"/>
                </a:lnTo>
                <a:lnTo>
                  <a:pt x="499745" y="188899"/>
                </a:lnTo>
                <a:lnTo>
                  <a:pt x="503420" y="188870"/>
                </a:lnTo>
                <a:lnTo>
                  <a:pt x="507094" y="188838"/>
                </a:lnTo>
                <a:lnTo>
                  <a:pt x="510769" y="188803"/>
                </a:lnTo>
                <a:lnTo>
                  <a:pt x="514443" y="188766"/>
                </a:lnTo>
                <a:lnTo>
                  <a:pt x="518118" y="188727"/>
                </a:lnTo>
                <a:lnTo>
                  <a:pt x="521793" y="188686"/>
                </a:lnTo>
                <a:lnTo>
                  <a:pt x="525467" y="188644"/>
                </a:lnTo>
                <a:lnTo>
                  <a:pt x="529142" y="188602"/>
                </a:lnTo>
                <a:lnTo>
                  <a:pt x="532816" y="188559"/>
                </a:lnTo>
                <a:lnTo>
                  <a:pt x="536491" y="188515"/>
                </a:lnTo>
                <a:lnTo>
                  <a:pt x="540166" y="188472"/>
                </a:lnTo>
                <a:lnTo>
                  <a:pt x="543840" y="188430"/>
                </a:lnTo>
                <a:lnTo>
                  <a:pt x="547515" y="188387"/>
                </a:lnTo>
                <a:lnTo>
                  <a:pt x="551189" y="188344"/>
                </a:lnTo>
                <a:lnTo>
                  <a:pt x="554864" y="188301"/>
                </a:lnTo>
                <a:lnTo>
                  <a:pt x="558539" y="188256"/>
                </a:lnTo>
                <a:lnTo>
                  <a:pt x="562213" y="188210"/>
                </a:lnTo>
                <a:lnTo>
                  <a:pt x="565888" y="188162"/>
                </a:lnTo>
                <a:lnTo>
                  <a:pt x="569562" y="188111"/>
                </a:lnTo>
                <a:lnTo>
                  <a:pt x="573237" y="188057"/>
                </a:lnTo>
                <a:lnTo>
                  <a:pt x="576912" y="187999"/>
                </a:lnTo>
                <a:lnTo>
                  <a:pt x="580586" y="187936"/>
                </a:lnTo>
                <a:lnTo>
                  <a:pt x="584261" y="187868"/>
                </a:lnTo>
                <a:lnTo>
                  <a:pt x="587935" y="187795"/>
                </a:lnTo>
                <a:lnTo>
                  <a:pt x="591610" y="187718"/>
                </a:lnTo>
                <a:lnTo>
                  <a:pt x="595285" y="187635"/>
                </a:lnTo>
                <a:lnTo>
                  <a:pt x="598959" y="187547"/>
                </a:lnTo>
                <a:lnTo>
                  <a:pt x="602634" y="187454"/>
                </a:lnTo>
                <a:lnTo>
                  <a:pt x="606308" y="187357"/>
                </a:lnTo>
                <a:lnTo>
                  <a:pt x="609983" y="187254"/>
                </a:lnTo>
                <a:lnTo>
                  <a:pt x="613658" y="187146"/>
                </a:lnTo>
                <a:lnTo>
                  <a:pt x="617332" y="187033"/>
                </a:lnTo>
                <a:lnTo>
                  <a:pt x="621007" y="186915"/>
                </a:lnTo>
                <a:lnTo>
                  <a:pt x="624681" y="186790"/>
                </a:lnTo>
                <a:lnTo>
                  <a:pt x="628356" y="186657"/>
                </a:lnTo>
                <a:lnTo>
                  <a:pt x="632031" y="186516"/>
                </a:lnTo>
                <a:lnTo>
                  <a:pt x="635705" y="186363"/>
                </a:lnTo>
                <a:lnTo>
                  <a:pt x="639380" y="186195"/>
                </a:lnTo>
                <a:lnTo>
                  <a:pt x="643054" y="186010"/>
                </a:lnTo>
                <a:lnTo>
                  <a:pt x="646729" y="185805"/>
                </a:lnTo>
                <a:lnTo>
                  <a:pt x="650404" y="185575"/>
                </a:lnTo>
                <a:lnTo>
                  <a:pt x="654078" y="185319"/>
                </a:lnTo>
                <a:lnTo>
                  <a:pt x="657753" y="185032"/>
                </a:lnTo>
                <a:lnTo>
                  <a:pt x="661427" y="184711"/>
                </a:lnTo>
                <a:lnTo>
                  <a:pt x="665102" y="184353"/>
                </a:lnTo>
                <a:lnTo>
                  <a:pt x="668777" y="183950"/>
                </a:lnTo>
                <a:lnTo>
                  <a:pt x="672451" y="183501"/>
                </a:lnTo>
                <a:lnTo>
                  <a:pt x="676126" y="183008"/>
                </a:lnTo>
                <a:lnTo>
                  <a:pt x="679800" y="182470"/>
                </a:lnTo>
                <a:lnTo>
                  <a:pt x="683475" y="181888"/>
                </a:lnTo>
                <a:lnTo>
                  <a:pt x="687150" y="181261"/>
                </a:lnTo>
                <a:lnTo>
                  <a:pt x="690824" y="180592"/>
                </a:lnTo>
                <a:lnTo>
                  <a:pt x="694499" y="179884"/>
                </a:lnTo>
                <a:lnTo>
                  <a:pt x="698173" y="179137"/>
                </a:lnTo>
                <a:lnTo>
                  <a:pt x="701848" y="178355"/>
                </a:lnTo>
                <a:lnTo>
                  <a:pt x="705523" y="177545"/>
                </a:lnTo>
                <a:lnTo>
                  <a:pt x="709197" y="176711"/>
                </a:lnTo>
                <a:lnTo>
                  <a:pt x="712872" y="175857"/>
                </a:lnTo>
                <a:lnTo>
                  <a:pt x="716546" y="174986"/>
                </a:lnTo>
                <a:lnTo>
                  <a:pt x="720221" y="174101"/>
                </a:lnTo>
                <a:lnTo>
                  <a:pt x="723896" y="173206"/>
                </a:lnTo>
                <a:lnTo>
                  <a:pt x="727570" y="172301"/>
                </a:lnTo>
                <a:lnTo>
                  <a:pt x="731245" y="171386"/>
                </a:lnTo>
                <a:lnTo>
                  <a:pt x="734919" y="170464"/>
                </a:lnTo>
                <a:lnTo>
                  <a:pt x="738594" y="169533"/>
                </a:lnTo>
                <a:lnTo>
                  <a:pt x="742269" y="168591"/>
                </a:lnTo>
                <a:lnTo>
                  <a:pt x="745943" y="167636"/>
                </a:lnTo>
                <a:lnTo>
                  <a:pt x="749618" y="166664"/>
                </a:lnTo>
                <a:lnTo>
                  <a:pt x="753292" y="165672"/>
                </a:lnTo>
                <a:lnTo>
                  <a:pt x="756967" y="164655"/>
                </a:lnTo>
                <a:lnTo>
                  <a:pt x="760642" y="163602"/>
                </a:lnTo>
                <a:lnTo>
                  <a:pt x="764316" y="162513"/>
                </a:lnTo>
                <a:lnTo>
                  <a:pt x="767991" y="161381"/>
                </a:lnTo>
                <a:lnTo>
                  <a:pt x="771665" y="160201"/>
                </a:lnTo>
                <a:lnTo>
                  <a:pt x="775340" y="158969"/>
                </a:lnTo>
                <a:lnTo>
                  <a:pt x="779015" y="157681"/>
                </a:lnTo>
                <a:lnTo>
                  <a:pt x="782689" y="156333"/>
                </a:lnTo>
                <a:lnTo>
                  <a:pt x="786364" y="154921"/>
                </a:lnTo>
                <a:lnTo>
                  <a:pt x="790038" y="153437"/>
                </a:lnTo>
                <a:lnTo>
                  <a:pt x="793713" y="151883"/>
                </a:lnTo>
                <a:lnTo>
                  <a:pt x="797388" y="150265"/>
                </a:lnTo>
                <a:lnTo>
                  <a:pt x="801062" y="148582"/>
                </a:lnTo>
                <a:lnTo>
                  <a:pt x="804737" y="146836"/>
                </a:lnTo>
                <a:lnTo>
                  <a:pt x="808411" y="145032"/>
                </a:lnTo>
                <a:lnTo>
                  <a:pt x="812086" y="143171"/>
                </a:lnTo>
                <a:lnTo>
                  <a:pt x="815761" y="141259"/>
                </a:lnTo>
                <a:lnTo>
                  <a:pt x="819435" y="139295"/>
                </a:lnTo>
                <a:lnTo>
                  <a:pt x="823110" y="137284"/>
                </a:lnTo>
                <a:lnTo>
                  <a:pt x="826784" y="135235"/>
                </a:lnTo>
                <a:lnTo>
                  <a:pt x="830459" y="133152"/>
                </a:lnTo>
                <a:lnTo>
                  <a:pt x="834134" y="131037"/>
                </a:lnTo>
                <a:lnTo>
                  <a:pt x="837808" y="128896"/>
                </a:lnTo>
                <a:lnTo>
                  <a:pt x="841483" y="126731"/>
                </a:lnTo>
                <a:lnTo>
                  <a:pt x="845157" y="124544"/>
                </a:lnTo>
                <a:lnTo>
                  <a:pt x="848832" y="122339"/>
                </a:lnTo>
                <a:lnTo>
                  <a:pt x="852507" y="120118"/>
                </a:lnTo>
                <a:lnTo>
                  <a:pt x="856181" y="117883"/>
                </a:lnTo>
                <a:lnTo>
                  <a:pt x="859856" y="115639"/>
                </a:lnTo>
                <a:lnTo>
                  <a:pt x="863530" y="113385"/>
                </a:lnTo>
                <a:lnTo>
                  <a:pt x="867205" y="111123"/>
                </a:lnTo>
                <a:lnTo>
                  <a:pt x="870880" y="108855"/>
                </a:lnTo>
                <a:lnTo>
                  <a:pt x="874554" y="106581"/>
                </a:lnTo>
                <a:lnTo>
                  <a:pt x="878229" y="104301"/>
                </a:lnTo>
                <a:lnTo>
                  <a:pt x="881903" y="102014"/>
                </a:lnTo>
                <a:lnTo>
                  <a:pt x="885578" y="99719"/>
                </a:lnTo>
                <a:lnTo>
                  <a:pt x="889253" y="97414"/>
                </a:lnTo>
                <a:lnTo>
                  <a:pt x="892927" y="95098"/>
                </a:lnTo>
                <a:lnTo>
                  <a:pt x="896602" y="92768"/>
                </a:lnTo>
                <a:lnTo>
                  <a:pt x="900276" y="90420"/>
                </a:lnTo>
                <a:lnTo>
                  <a:pt x="903951" y="88052"/>
                </a:lnTo>
                <a:lnTo>
                  <a:pt x="907626" y="85661"/>
                </a:lnTo>
                <a:lnTo>
                  <a:pt x="911300" y="83242"/>
                </a:lnTo>
                <a:lnTo>
                  <a:pt x="914975" y="80796"/>
                </a:lnTo>
                <a:lnTo>
                  <a:pt x="918649" y="78324"/>
                </a:lnTo>
                <a:lnTo>
                  <a:pt x="922324" y="75830"/>
                </a:lnTo>
                <a:lnTo>
                  <a:pt x="925999" y="73316"/>
                </a:lnTo>
                <a:lnTo>
                  <a:pt x="929673" y="70789"/>
                </a:lnTo>
                <a:lnTo>
                  <a:pt x="933348" y="68258"/>
                </a:lnTo>
                <a:lnTo>
                  <a:pt x="937022" y="65730"/>
                </a:lnTo>
                <a:lnTo>
                  <a:pt x="940697" y="63219"/>
                </a:lnTo>
                <a:lnTo>
                  <a:pt x="944372" y="60741"/>
                </a:lnTo>
                <a:lnTo>
                  <a:pt x="948046" y="58304"/>
                </a:lnTo>
                <a:lnTo>
                  <a:pt x="951721" y="55920"/>
                </a:lnTo>
                <a:lnTo>
                  <a:pt x="955395" y="53597"/>
                </a:lnTo>
                <a:lnTo>
                  <a:pt x="959070" y="51342"/>
                </a:lnTo>
                <a:lnTo>
                  <a:pt x="962745" y="49159"/>
                </a:lnTo>
                <a:lnTo>
                  <a:pt x="966419" y="47049"/>
                </a:lnTo>
                <a:lnTo>
                  <a:pt x="970094" y="45013"/>
                </a:lnTo>
                <a:lnTo>
                  <a:pt x="973768" y="43050"/>
                </a:lnTo>
                <a:lnTo>
                  <a:pt x="977443" y="41142"/>
                </a:lnTo>
                <a:lnTo>
                  <a:pt x="981118" y="39279"/>
                </a:lnTo>
                <a:lnTo>
                  <a:pt x="984792" y="37451"/>
                </a:lnTo>
                <a:lnTo>
                  <a:pt x="988467" y="35646"/>
                </a:lnTo>
                <a:lnTo>
                  <a:pt x="992141" y="33854"/>
                </a:lnTo>
                <a:lnTo>
                  <a:pt x="995816" y="32066"/>
                </a:lnTo>
                <a:lnTo>
                  <a:pt x="999491" y="30275"/>
                </a:lnTo>
                <a:lnTo>
                  <a:pt x="1003165" y="28476"/>
                </a:lnTo>
                <a:lnTo>
                  <a:pt x="1006840" y="26668"/>
                </a:lnTo>
                <a:lnTo>
                  <a:pt x="1010514" y="24855"/>
                </a:lnTo>
                <a:lnTo>
                  <a:pt x="1014189" y="23042"/>
                </a:lnTo>
                <a:lnTo>
                  <a:pt x="1017864" y="21235"/>
                </a:lnTo>
                <a:lnTo>
                  <a:pt x="1021538" y="19444"/>
                </a:lnTo>
                <a:lnTo>
                  <a:pt x="1025213" y="17678"/>
                </a:lnTo>
                <a:lnTo>
                  <a:pt x="1028887" y="15948"/>
                </a:lnTo>
                <a:lnTo>
                  <a:pt x="1032562" y="14273"/>
                </a:lnTo>
                <a:lnTo>
                  <a:pt x="1036237" y="12660"/>
                </a:lnTo>
                <a:lnTo>
                  <a:pt x="1039911" y="11117"/>
                </a:lnTo>
                <a:lnTo>
                  <a:pt x="1043586" y="9653"/>
                </a:lnTo>
                <a:lnTo>
                  <a:pt x="1047260" y="8274"/>
                </a:lnTo>
                <a:lnTo>
                  <a:pt x="1050935" y="6986"/>
                </a:lnTo>
                <a:lnTo>
                  <a:pt x="1054610" y="5795"/>
                </a:lnTo>
                <a:lnTo>
                  <a:pt x="1058284" y="4704"/>
                </a:lnTo>
                <a:lnTo>
                  <a:pt x="1061959" y="3726"/>
                </a:lnTo>
                <a:lnTo>
                  <a:pt x="1065633" y="2863"/>
                </a:lnTo>
                <a:lnTo>
                  <a:pt x="1069308" y="2108"/>
                </a:lnTo>
                <a:lnTo>
                  <a:pt x="1072983" y="1465"/>
                </a:lnTo>
                <a:lnTo>
                  <a:pt x="1076657" y="934"/>
                </a:lnTo>
                <a:lnTo>
                  <a:pt x="1080332" y="518"/>
                </a:lnTo>
                <a:lnTo>
                  <a:pt x="1084006" y="221"/>
                </a:lnTo>
                <a:lnTo>
                  <a:pt x="1087681" y="44"/>
                </a:lnTo>
                <a:lnTo>
                  <a:pt x="1091356" y="0"/>
                </a:lnTo>
                <a:lnTo>
                  <a:pt x="1095030" y="100"/>
                </a:lnTo>
                <a:lnTo>
                  <a:pt x="1098705" y="334"/>
                </a:lnTo>
                <a:lnTo>
                  <a:pt x="1102379" y="708"/>
                </a:lnTo>
                <a:lnTo>
                  <a:pt x="1106054" y="1223"/>
                </a:lnTo>
                <a:lnTo>
                  <a:pt x="1109729" y="1881"/>
                </a:lnTo>
                <a:lnTo>
                  <a:pt x="1113403" y="2683"/>
                </a:lnTo>
                <a:lnTo>
                  <a:pt x="1117078" y="3626"/>
                </a:lnTo>
                <a:lnTo>
                  <a:pt x="1120752" y="4709"/>
                </a:lnTo>
                <a:lnTo>
                  <a:pt x="1124427" y="5943"/>
                </a:lnTo>
                <a:lnTo>
                  <a:pt x="1128102" y="7295"/>
                </a:lnTo>
                <a:lnTo>
                  <a:pt x="1131776" y="8755"/>
                </a:lnTo>
                <a:lnTo>
                  <a:pt x="1135451" y="10307"/>
                </a:lnTo>
                <a:lnTo>
                  <a:pt x="1139125" y="11937"/>
                </a:lnTo>
                <a:lnTo>
                  <a:pt x="1142800" y="13628"/>
                </a:lnTo>
                <a:lnTo>
                  <a:pt x="1146475" y="15362"/>
                </a:lnTo>
                <a:lnTo>
                  <a:pt x="1150149" y="17122"/>
                </a:lnTo>
                <a:lnTo>
                  <a:pt x="1153824" y="18889"/>
                </a:lnTo>
                <a:lnTo>
                  <a:pt x="1157498" y="20642"/>
                </a:lnTo>
                <a:lnTo>
                  <a:pt x="1161173" y="22368"/>
                </a:lnTo>
                <a:lnTo>
                  <a:pt x="1164848" y="24053"/>
                </a:lnTo>
                <a:lnTo>
                  <a:pt x="1168522" y="25690"/>
                </a:lnTo>
                <a:lnTo>
                  <a:pt x="1172197" y="27269"/>
                </a:lnTo>
                <a:lnTo>
                  <a:pt x="1175871" y="28785"/>
                </a:lnTo>
                <a:lnTo>
                  <a:pt x="1179546" y="30237"/>
                </a:lnTo>
                <a:lnTo>
                  <a:pt x="1183221" y="31617"/>
                </a:lnTo>
                <a:lnTo>
                  <a:pt x="1186895" y="32932"/>
                </a:lnTo>
                <a:lnTo>
                  <a:pt x="1190570" y="34192"/>
                </a:lnTo>
                <a:lnTo>
                  <a:pt x="1194244" y="35406"/>
                </a:lnTo>
                <a:lnTo>
                  <a:pt x="1197919" y="36583"/>
                </a:lnTo>
                <a:lnTo>
                  <a:pt x="1201594" y="37735"/>
                </a:lnTo>
                <a:lnTo>
                  <a:pt x="1205268" y="38875"/>
                </a:lnTo>
                <a:lnTo>
                  <a:pt x="1208943" y="40015"/>
                </a:lnTo>
                <a:lnTo>
                  <a:pt x="1212617" y="41172"/>
                </a:lnTo>
                <a:lnTo>
                  <a:pt x="1216292" y="42362"/>
                </a:lnTo>
                <a:lnTo>
                  <a:pt x="1219967" y="43595"/>
                </a:lnTo>
                <a:lnTo>
                  <a:pt x="1223641" y="44882"/>
                </a:lnTo>
                <a:lnTo>
                  <a:pt x="1227316" y="46230"/>
                </a:lnTo>
                <a:lnTo>
                  <a:pt x="1230990" y="47643"/>
                </a:lnTo>
                <a:lnTo>
                  <a:pt x="1234665" y="49124"/>
                </a:lnTo>
                <a:lnTo>
                  <a:pt x="1238340" y="50673"/>
                </a:lnTo>
                <a:lnTo>
                  <a:pt x="1242014" y="52288"/>
                </a:lnTo>
                <a:lnTo>
                  <a:pt x="1245689" y="53969"/>
                </a:lnTo>
                <a:lnTo>
                  <a:pt x="1249363" y="55697"/>
                </a:lnTo>
                <a:lnTo>
                  <a:pt x="1253038" y="57461"/>
                </a:lnTo>
                <a:lnTo>
                  <a:pt x="1256713" y="59250"/>
                </a:lnTo>
                <a:lnTo>
                  <a:pt x="1260387" y="61052"/>
                </a:lnTo>
                <a:lnTo>
                  <a:pt x="1264062" y="62855"/>
                </a:lnTo>
                <a:lnTo>
                  <a:pt x="1267736" y="64647"/>
                </a:lnTo>
                <a:lnTo>
                  <a:pt x="1271411" y="66419"/>
                </a:lnTo>
                <a:lnTo>
                  <a:pt x="1275086" y="68155"/>
                </a:lnTo>
                <a:lnTo>
                  <a:pt x="1278760" y="69852"/>
                </a:lnTo>
                <a:lnTo>
                  <a:pt x="1282435" y="71505"/>
                </a:lnTo>
                <a:lnTo>
                  <a:pt x="1286109" y="73113"/>
                </a:lnTo>
                <a:lnTo>
                  <a:pt x="1289784" y="74676"/>
                </a:lnTo>
                <a:lnTo>
                  <a:pt x="1293459" y="76195"/>
                </a:lnTo>
                <a:lnTo>
                  <a:pt x="1297133" y="77673"/>
                </a:lnTo>
                <a:lnTo>
                  <a:pt x="1300808" y="79116"/>
                </a:lnTo>
                <a:lnTo>
                  <a:pt x="1304482" y="80528"/>
                </a:lnTo>
                <a:lnTo>
                  <a:pt x="1308157" y="81918"/>
                </a:lnTo>
                <a:lnTo>
                  <a:pt x="1311832" y="83297"/>
                </a:lnTo>
                <a:lnTo>
                  <a:pt x="1315506" y="84672"/>
                </a:lnTo>
                <a:lnTo>
                  <a:pt x="1319181" y="86052"/>
                </a:lnTo>
                <a:lnTo>
                  <a:pt x="1322855" y="87445"/>
                </a:lnTo>
                <a:lnTo>
                  <a:pt x="1326530" y="88857"/>
                </a:lnTo>
                <a:lnTo>
                  <a:pt x="1330205" y="90293"/>
                </a:lnTo>
                <a:lnTo>
                  <a:pt x="1333879" y="91762"/>
                </a:lnTo>
                <a:lnTo>
                  <a:pt x="1337554" y="93268"/>
                </a:lnTo>
                <a:lnTo>
                  <a:pt x="1341228" y="94809"/>
                </a:lnTo>
                <a:lnTo>
                  <a:pt x="1344903" y="96386"/>
                </a:lnTo>
                <a:lnTo>
                  <a:pt x="1348577" y="97997"/>
                </a:lnTo>
                <a:lnTo>
                  <a:pt x="1352252" y="99640"/>
                </a:lnTo>
                <a:lnTo>
                  <a:pt x="1355927" y="101311"/>
                </a:lnTo>
                <a:lnTo>
                  <a:pt x="1359601" y="103007"/>
                </a:lnTo>
                <a:lnTo>
                  <a:pt x="1363276" y="104722"/>
                </a:lnTo>
                <a:lnTo>
                  <a:pt x="1366950" y="106453"/>
                </a:lnTo>
                <a:lnTo>
                  <a:pt x="1370625" y="108191"/>
                </a:lnTo>
                <a:lnTo>
                  <a:pt x="1374300" y="109930"/>
                </a:lnTo>
                <a:lnTo>
                  <a:pt x="1377974" y="111666"/>
                </a:lnTo>
                <a:lnTo>
                  <a:pt x="1381649" y="113393"/>
                </a:lnTo>
                <a:lnTo>
                  <a:pt x="1385323" y="115106"/>
                </a:lnTo>
                <a:lnTo>
                  <a:pt x="1388998" y="116800"/>
                </a:lnTo>
                <a:lnTo>
                  <a:pt x="1392673" y="118470"/>
                </a:lnTo>
                <a:lnTo>
                  <a:pt x="1396347" y="120107"/>
                </a:lnTo>
                <a:lnTo>
                  <a:pt x="1400022" y="121709"/>
                </a:lnTo>
                <a:lnTo>
                  <a:pt x="1403696" y="123273"/>
                </a:lnTo>
                <a:lnTo>
                  <a:pt x="1407371" y="124795"/>
                </a:lnTo>
                <a:lnTo>
                  <a:pt x="1411046" y="126271"/>
                </a:lnTo>
                <a:lnTo>
                  <a:pt x="1414720" y="127700"/>
                </a:lnTo>
                <a:lnTo>
                  <a:pt x="1418395" y="129079"/>
                </a:lnTo>
                <a:lnTo>
                  <a:pt x="1422069" y="130408"/>
                </a:lnTo>
                <a:lnTo>
                  <a:pt x="1425744" y="131682"/>
                </a:lnTo>
                <a:lnTo>
                  <a:pt x="1429419" y="132905"/>
                </a:lnTo>
                <a:lnTo>
                  <a:pt x="1433093" y="134082"/>
                </a:lnTo>
                <a:lnTo>
                  <a:pt x="1436768" y="135217"/>
                </a:lnTo>
                <a:lnTo>
                  <a:pt x="1440442" y="136313"/>
                </a:lnTo>
                <a:lnTo>
                  <a:pt x="1444117" y="137375"/>
                </a:lnTo>
                <a:lnTo>
                  <a:pt x="1447792" y="138408"/>
                </a:lnTo>
                <a:lnTo>
                  <a:pt x="1451466" y="139414"/>
                </a:lnTo>
                <a:lnTo>
                  <a:pt x="1455141" y="140398"/>
                </a:lnTo>
                <a:lnTo>
                  <a:pt x="1458815" y="141362"/>
                </a:lnTo>
                <a:lnTo>
                  <a:pt x="1462490" y="142312"/>
                </a:lnTo>
                <a:lnTo>
                  <a:pt x="1466165" y="143247"/>
                </a:lnTo>
                <a:lnTo>
                  <a:pt x="1469839" y="144170"/>
                </a:lnTo>
                <a:lnTo>
                  <a:pt x="1473514" y="145079"/>
                </a:lnTo>
                <a:lnTo>
                  <a:pt x="1477188" y="145974"/>
                </a:lnTo>
                <a:lnTo>
                  <a:pt x="1480863" y="146853"/>
                </a:lnTo>
                <a:lnTo>
                  <a:pt x="1484538" y="147715"/>
                </a:lnTo>
                <a:lnTo>
                  <a:pt x="1488212" y="148556"/>
                </a:lnTo>
                <a:lnTo>
                  <a:pt x="1491887" y="149377"/>
                </a:lnTo>
                <a:lnTo>
                  <a:pt x="1495561" y="150178"/>
                </a:lnTo>
                <a:lnTo>
                  <a:pt x="1499236" y="150957"/>
                </a:lnTo>
                <a:lnTo>
                  <a:pt x="1502911" y="151718"/>
                </a:lnTo>
                <a:lnTo>
                  <a:pt x="1506585" y="152460"/>
                </a:lnTo>
                <a:lnTo>
                  <a:pt x="1510260" y="153187"/>
                </a:lnTo>
                <a:lnTo>
                  <a:pt x="1513934" y="153902"/>
                </a:lnTo>
                <a:lnTo>
                  <a:pt x="1517609" y="154608"/>
                </a:lnTo>
                <a:lnTo>
                  <a:pt x="1521284" y="155312"/>
                </a:lnTo>
                <a:lnTo>
                  <a:pt x="1524958" y="156019"/>
                </a:lnTo>
                <a:lnTo>
                  <a:pt x="1528633" y="156734"/>
                </a:lnTo>
                <a:lnTo>
                  <a:pt x="1532307" y="157461"/>
                </a:lnTo>
                <a:lnTo>
                  <a:pt x="1535982" y="158204"/>
                </a:lnTo>
                <a:lnTo>
                  <a:pt x="1539657" y="158966"/>
                </a:lnTo>
                <a:lnTo>
                  <a:pt x="1543331" y="159750"/>
                </a:lnTo>
                <a:lnTo>
                  <a:pt x="1547006" y="160561"/>
                </a:lnTo>
                <a:lnTo>
                  <a:pt x="1550680" y="161396"/>
                </a:lnTo>
                <a:lnTo>
                  <a:pt x="1554355" y="162254"/>
                </a:lnTo>
                <a:lnTo>
                  <a:pt x="1558030" y="163131"/>
                </a:lnTo>
                <a:lnTo>
                  <a:pt x="1561704" y="164025"/>
                </a:lnTo>
                <a:lnTo>
                  <a:pt x="1565379" y="164930"/>
                </a:lnTo>
                <a:lnTo>
                  <a:pt x="1569053" y="165841"/>
                </a:lnTo>
                <a:lnTo>
                  <a:pt x="1572728" y="166752"/>
                </a:lnTo>
                <a:lnTo>
                  <a:pt x="1576403" y="167657"/>
                </a:lnTo>
                <a:lnTo>
                  <a:pt x="1580077" y="168546"/>
                </a:lnTo>
                <a:lnTo>
                  <a:pt x="1583752" y="169415"/>
                </a:lnTo>
                <a:lnTo>
                  <a:pt x="1587426" y="170257"/>
                </a:lnTo>
                <a:lnTo>
                  <a:pt x="1591101" y="171070"/>
                </a:lnTo>
                <a:lnTo>
                  <a:pt x="1594776" y="171849"/>
                </a:lnTo>
                <a:lnTo>
                  <a:pt x="1598450" y="172591"/>
                </a:lnTo>
                <a:lnTo>
                  <a:pt x="1602125" y="173294"/>
                </a:lnTo>
                <a:lnTo>
                  <a:pt x="1605799" y="173957"/>
                </a:lnTo>
                <a:lnTo>
                  <a:pt x="1609474" y="174577"/>
                </a:lnTo>
                <a:lnTo>
                  <a:pt x="1613149" y="175159"/>
                </a:lnTo>
                <a:lnTo>
                  <a:pt x="1616823" y="175706"/>
                </a:lnTo>
                <a:lnTo>
                  <a:pt x="1620498" y="176219"/>
                </a:lnTo>
                <a:lnTo>
                  <a:pt x="1624172" y="176702"/>
                </a:lnTo>
                <a:lnTo>
                  <a:pt x="1627847" y="177156"/>
                </a:lnTo>
                <a:lnTo>
                  <a:pt x="1631522" y="177583"/>
                </a:lnTo>
                <a:lnTo>
                  <a:pt x="1635196" y="177987"/>
                </a:lnTo>
                <a:lnTo>
                  <a:pt x="1638871" y="178366"/>
                </a:lnTo>
                <a:lnTo>
                  <a:pt x="1642545" y="178724"/>
                </a:lnTo>
                <a:lnTo>
                  <a:pt x="1646220" y="179065"/>
                </a:lnTo>
                <a:lnTo>
                  <a:pt x="1649895" y="179389"/>
                </a:lnTo>
                <a:lnTo>
                  <a:pt x="1653569" y="179697"/>
                </a:lnTo>
                <a:lnTo>
                  <a:pt x="1657244" y="179991"/>
                </a:lnTo>
                <a:lnTo>
                  <a:pt x="1660918" y="180272"/>
                </a:lnTo>
                <a:lnTo>
                  <a:pt x="1664593" y="180541"/>
                </a:lnTo>
                <a:lnTo>
                  <a:pt x="1668268" y="180800"/>
                </a:lnTo>
                <a:lnTo>
                  <a:pt x="1671942" y="181049"/>
                </a:lnTo>
                <a:lnTo>
                  <a:pt x="1675617" y="181291"/>
                </a:lnTo>
                <a:lnTo>
                  <a:pt x="1679291" y="181528"/>
                </a:lnTo>
                <a:lnTo>
                  <a:pt x="1682966" y="181759"/>
                </a:lnTo>
                <a:lnTo>
                  <a:pt x="1686641" y="181985"/>
                </a:lnTo>
                <a:lnTo>
                  <a:pt x="1690315" y="182207"/>
                </a:lnTo>
                <a:lnTo>
                  <a:pt x="1693990" y="182425"/>
                </a:lnTo>
                <a:lnTo>
                  <a:pt x="1697664" y="182637"/>
                </a:lnTo>
                <a:lnTo>
                  <a:pt x="1701339" y="182842"/>
                </a:lnTo>
                <a:lnTo>
                  <a:pt x="1705014" y="183038"/>
                </a:lnTo>
                <a:lnTo>
                  <a:pt x="1708688" y="183226"/>
                </a:lnTo>
                <a:lnTo>
                  <a:pt x="1712363" y="183401"/>
                </a:lnTo>
                <a:lnTo>
                  <a:pt x="1716037" y="183564"/>
                </a:lnTo>
                <a:lnTo>
                  <a:pt x="1719712" y="183712"/>
                </a:lnTo>
                <a:lnTo>
                  <a:pt x="1723387" y="183845"/>
                </a:lnTo>
                <a:lnTo>
                  <a:pt x="1727061" y="183961"/>
                </a:lnTo>
                <a:lnTo>
                  <a:pt x="1730736" y="184059"/>
                </a:lnTo>
                <a:lnTo>
                  <a:pt x="1734410" y="184141"/>
                </a:lnTo>
                <a:lnTo>
                  <a:pt x="1738085" y="184211"/>
                </a:lnTo>
                <a:lnTo>
                  <a:pt x="1741760" y="184270"/>
                </a:lnTo>
                <a:lnTo>
                  <a:pt x="1745434" y="184320"/>
                </a:lnTo>
                <a:lnTo>
                  <a:pt x="1749109" y="184365"/>
                </a:lnTo>
                <a:lnTo>
                  <a:pt x="1752783" y="184409"/>
                </a:lnTo>
                <a:lnTo>
                  <a:pt x="1756458" y="184454"/>
                </a:lnTo>
                <a:lnTo>
                  <a:pt x="1760133" y="184506"/>
                </a:lnTo>
                <a:lnTo>
                  <a:pt x="1763807" y="184568"/>
                </a:lnTo>
                <a:lnTo>
                  <a:pt x="1767482" y="184642"/>
                </a:lnTo>
                <a:lnTo>
                  <a:pt x="1771156" y="184730"/>
                </a:lnTo>
                <a:lnTo>
                  <a:pt x="1774831" y="184832"/>
                </a:lnTo>
                <a:lnTo>
                  <a:pt x="1778506" y="184950"/>
                </a:lnTo>
                <a:lnTo>
                  <a:pt x="1782180" y="185083"/>
                </a:lnTo>
                <a:lnTo>
                  <a:pt x="1785855" y="185229"/>
                </a:lnTo>
                <a:lnTo>
                  <a:pt x="1789529" y="185388"/>
                </a:lnTo>
                <a:lnTo>
                  <a:pt x="1793204" y="185557"/>
                </a:lnTo>
                <a:lnTo>
                  <a:pt x="1796879" y="185732"/>
                </a:lnTo>
                <a:lnTo>
                  <a:pt x="1800553" y="185911"/>
                </a:lnTo>
                <a:lnTo>
                  <a:pt x="1804228" y="186091"/>
                </a:lnTo>
                <a:lnTo>
                  <a:pt x="1807902" y="186269"/>
                </a:lnTo>
                <a:lnTo>
                  <a:pt x="1811577" y="186443"/>
                </a:lnTo>
                <a:lnTo>
                  <a:pt x="1815252" y="186610"/>
                </a:lnTo>
                <a:lnTo>
                  <a:pt x="1818926" y="186770"/>
                </a:lnTo>
                <a:lnTo>
                  <a:pt x="1822601" y="186920"/>
                </a:lnTo>
                <a:lnTo>
                  <a:pt x="1826275" y="187060"/>
                </a:lnTo>
                <a:lnTo>
                  <a:pt x="1829950" y="187190"/>
                </a:lnTo>
                <a:lnTo>
                  <a:pt x="1833625" y="187311"/>
                </a:lnTo>
                <a:lnTo>
                  <a:pt x="1837299" y="187423"/>
                </a:lnTo>
                <a:lnTo>
                  <a:pt x="1840974" y="187526"/>
                </a:lnTo>
                <a:lnTo>
                  <a:pt x="1844648" y="187623"/>
                </a:lnTo>
                <a:lnTo>
                  <a:pt x="1848323" y="187712"/>
                </a:lnTo>
                <a:lnTo>
                  <a:pt x="1851998" y="187795"/>
                </a:lnTo>
                <a:lnTo>
                  <a:pt x="1855672" y="187874"/>
                </a:lnTo>
                <a:lnTo>
                  <a:pt x="1859347" y="187950"/>
                </a:lnTo>
                <a:lnTo>
                  <a:pt x="1863021" y="188023"/>
                </a:lnTo>
                <a:lnTo>
                  <a:pt x="1866696" y="188093"/>
                </a:lnTo>
                <a:lnTo>
                  <a:pt x="1870371" y="188162"/>
                </a:lnTo>
                <a:lnTo>
                  <a:pt x="1874045" y="188230"/>
                </a:lnTo>
                <a:lnTo>
                  <a:pt x="1877720" y="188296"/>
                </a:lnTo>
                <a:lnTo>
                  <a:pt x="1877720" y="189059"/>
                </a:lnTo>
                <a:lnTo>
                  <a:pt x="1874045" y="189059"/>
                </a:lnTo>
                <a:lnTo>
                  <a:pt x="1870371" y="189059"/>
                </a:lnTo>
                <a:lnTo>
                  <a:pt x="1866696" y="189059"/>
                </a:lnTo>
                <a:lnTo>
                  <a:pt x="1863021" y="189059"/>
                </a:lnTo>
                <a:lnTo>
                  <a:pt x="1859347" y="189059"/>
                </a:lnTo>
                <a:lnTo>
                  <a:pt x="1855672" y="189059"/>
                </a:lnTo>
                <a:lnTo>
                  <a:pt x="1851998" y="189059"/>
                </a:lnTo>
                <a:lnTo>
                  <a:pt x="1848323" y="189059"/>
                </a:lnTo>
                <a:lnTo>
                  <a:pt x="1844648" y="189059"/>
                </a:lnTo>
                <a:lnTo>
                  <a:pt x="1840974" y="189059"/>
                </a:lnTo>
                <a:lnTo>
                  <a:pt x="1837299" y="189059"/>
                </a:lnTo>
                <a:lnTo>
                  <a:pt x="1833625" y="189059"/>
                </a:lnTo>
                <a:lnTo>
                  <a:pt x="1829950" y="189059"/>
                </a:lnTo>
                <a:lnTo>
                  <a:pt x="1826275" y="189059"/>
                </a:lnTo>
                <a:lnTo>
                  <a:pt x="1822601" y="189059"/>
                </a:lnTo>
                <a:lnTo>
                  <a:pt x="1818926" y="189059"/>
                </a:lnTo>
                <a:lnTo>
                  <a:pt x="1815252" y="189059"/>
                </a:lnTo>
                <a:lnTo>
                  <a:pt x="1811577" y="189059"/>
                </a:lnTo>
                <a:lnTo>
                  <a:pt x="1807902" y="189059"/>
                </a:lnTo>
                <a:lnTo>
                  <a:pt x="1804228" y="189059"/>
                </a:lnTo>
                <a:lnTo>
                  <a:pt x="1800553" y="189059"/>
                </a:lnTo>
                <a:lnTo>
                  <a:pt x="1796879" y="189059"/>
                </a:lnTo>
                <a:lnTo>
                  <a:pt x="1793204" y="189059"/>
                </a:lnTo>
                <a:lnTo>
                  <a:pt x="1789529" y="189059"/>
                </a:lnTo>
                <a:lnTo>
                  <a:pt x="1785855" y="189059"/>
                </a:lnTo>
                <a:lnTo>
                  <a:pt x="1782180" y="189059"/>
                </a:lnTo>
                <a:lnTo>
                  <a:pt x="1778506" y="189059"/>
                </a:lnTo>
                <a:lnTo>
                  <a:pt x="1774831" y="189059"/>
                </a:lnTo>
                <a:lnTo>
                  <a:pt x="1771156" y="189059"/>
                </a:lnTo>
                <a:lnTo>
                  <a:pt x="1767482" y="189059"/>
                </a:lnTo>
                <a:lnTo>
                  <a:pt x="1763807" y="189059"/>
                </a:lnTo>
                <a:lnTo>
                  <a:pt x="1760133" y="189059"/>
                </a:lnTo>
                <a:lnTo>
                  <a:pt x="1756458" y="189059"/>
                </a:lnTo>
                <a:lnTo>
                  <a:pt x="1752783" y="189059"/>
                </a:lnTo>
                <a:lnTo>
                  <a:pt x="1749109" y="189059"/>
                </a:lnTo>
                <a:lnTo>
                  <a:pt x="1745434" y="189059"/>
                </a:lnTo>
                <a:lnTo>
                  <a:pt x="1741760" y="189059"/>
                </a:lnTo>
                <a:lnTo>
                  <a:pt x="1738085" y="189059"/>
                </a:lnTo>
                <a:lnTo>
                  <a:pt x="1734410" y="189059"/>
                </a:lnTo>
                <a:lnTo>
                  <a:pt x="1730736" y="189059"/>
                </a:lnTo>
                <a:lnTo>
                  <a:pt x="1727061" y="189059"/>
                </a:lnTo>
                <a:lnTo>
                  <a:pt x="1723387" y="189059"/>
                </a:lnTo>
                <a:lnTo>
                  <a:pt x="1719712" y="189059"/>
                </a:lnTo>
                <a:lnTo>
                  <a:pt x="1716037" y="189059"/>
                </a:lnTo>
                <a:lnTo>
                  <a:pt x="1712363" y="189059"/>
                </a:lnTo>
                <a:lnTo>
                  <a:pt x="1708688" y="189059"/>
                </a:lnTo>
                <a:lnTo>
                  <a:pt x="1705014" y="189059"/>
                </a:lnTo>
                <a:lnTo>
                  <a:pt x="1701339" y="189059"/>
                </a:lnTo>
                <a:lnTo>
                  <a:pt x="1697664" y="189059"/>
                </a:lnTo>
                <a:lnTo>
                  <a:pt x="1693990" y="189059"/>
                </a:lnTo>
                <a:lnTo>
                  <a:pt x="1690315" y="189059"/>
                </a:lnTo>
                <a:lnTo>
                  <a:pt x="1686641" y="189059"/>
                </a:lnTo>
                <a:lnTo>
                  <a:pt x="1682966" y="189059"/>
                </a:lnTo>
                <a:lnTo>
                  <a:pt x="1679291" y="189059"/>
                </a:lnTo>
                <a:lnTo>
                  <a:pt x="1675617" y="189059"/>
                </a:lnTo>
                <a:lnTo>
                  <a:pt x="1671942" y="189059"/>
                </a:lnTo>
                <a:lnTo>
                  <a:pt x="1668268" y="189059"/>
                </a:lnTo>
                <a:lnTo>
                  <a:pt x="1664593" y="189059"/>
                </a:lnTo>
                <a:lnTo>
                  <a:pt x="1660918" y="189059"/>
                </a:lnTo>
                <a:lnTo>
                  <a:pt x="1657244" y="189059"/>
                </a:lnTo>
                <a:lnTo>
                  <a:pt x="1653569" y="189059"/>
                </a:lnTo>
                <a:lnTo>
                  <a:pt x="1649895" y="189059"/>
                </a:lnTo>
                <a:lnTo>
                  <a:pt x="1646220" y="189059"/>
                </a:lnTo>
                <a:lnTo>
                  <a:pt x="1642545" y="189059"/>
                </a:lnTo>
                <a:lnTo>
                  <a:pt x="1638871" y="189059"/>
                </a:lnTo>
                <a:lnTo>
                  <a:pt x="1635196" y="189059"/>
                </a:lnTo>
                <a:lnTo>
                  <a:pt x="1631522" y="189059"/>
                </a:lnTo>
                <a:lnTo>
                  <a:pt x="1627847" y="189059"/>
                </a:lnTo>
                <a:lnTo>
                  <a:pt x="1624172" y="189059"/>
                </a:lnTo>
                <a:lnTo>
                  <a:pt x="1620498" y="189059"/>
                </a:lnTo>
                <a:lnTo>
                  <a:pt x="1616823" y="189059"/>
                </a:lnTo>
                <a:lnTo>
                  <a:pt x="1613149" y="189059"/>
                </a:lnTo>
                <a:lnTo>
                  <a:pt x="1609474" y="189059"/>
                </a:lnTo>
                <a:lnTo>
                  <a:pt x="1605799" y="189059"/>
                </a:lnTo>
                <a:lnTo>
                  <a:pt x="1602125" y="189059"/>
                </a:lnTo>
                <a:lnTo>
                  <a:pt x="1598450" y="189059"/>
                </a:lnTo>
                <a:lnTo>
                  <a:pt x="1594776" y="189059"/>
                </a:lnTo>
                <a:lnTo>
                  <a:pt x="1591101" y="189059"/>
                </a:lnTo>
                <a:lnTo>
                  <a:pt x="1587426" y="189059"/>
                </a:lnTo>
                <a:lnTo>
                  <a:pt x="1583752" y="189059"/>
                </a:lnTo>
                <a:lnTo>
                  <a:pt x="1580077" y="189059"/>
                </a:lnTo>
                <a:lnTo>
                  <a:pt x="1576403" y="189059"/>
                </a:lnTo>
                <a:lnTo>
                  <a:pt x="1572728" y="189059"/>
                </a:lnTo>
                <a:lnTo>
                  <a:pt x="1569053" y="189059"/>
                </a:lnTo>
                <a:lnTo>
                  <a:pt x="1565379" y="189059"/>
                </a:lnTo>
                <a:lnTo>
                  <a:pt x="1561704" y="189059"/>
                </a:lnTo>
                <a:lnTo>
                  <a:pt x="1558030" y="189059"/>
                </a:lnTo>
                <a:lnTo>
                  <a:pt x="1554355" y="189059"/>
                </a:lnTo>
                <a:lnTo>
                  <a:pt x="1550680" y="189059"/>
                </a:lnTo>
                <a:lnTo>
                  <a:pt x="1547006" y="189059"/>
                </a:lnTo>
                <a:lnTo>
                  <a:pt x="1543331" y="189059"/>
                </a:lnTo>
                <a:lnTo>
                  <a:pt x="1539657" y="189059"/>
                </a:lnTo>
                <a:lnTo>
                  <a:pt x="1535982" y="189059"/>
                </a:lnTo>
                <a:lnTo>
                  <a:pt x="1532307" y="189059"/>
                </a:lnTo>
                <a:lnTo>
                  <a:pt x="1528633" y="189059"/>
                </a:lnTo>
                <a:lnTo>
                  <a:pt x="1524958" y="189059"/>
                </a:lnTo>
                <a:lnTo>
                  <a:pt x="1521284" y="189059"/>
                </a:lnTo>
                <a:lnTo>
                  <a:pt x="1517609" y="189059"/>
                </a:lnTo>
                <a:lnTo>
                  <a:pt x="1513934" y="189059"/>
                </a:lnTo>
                <a:lnTo>
                  <a:pt x="1510260" y="189059"/>
                </a:lnTo>
                <a:lnTo>
                  <a:pt x="1506585" y="189059"/>
                </a:lnTo>
                <a:lnTo>
                  <a:pt x="1502911" y="189059"/>
                </a:lnTo>
                <a:lnTo>
                  <a:pt x="1499236" y="189059"/>
                </a:lnTo>
                <a:lnTo>
                  <a:pt x="1495561" y="189059"/>
                </a:lnTo>
                <a:lnTo>
                  <a:pt x="1491887" y="189059"/>
                </a:lnTo>
                <a:lnTo>
                  <a:pt x="1488212" y="189059"/>
                </a:lnTo>
                <a:lnTo>
                  <a:pt x="1484538" y="189059"/>
                </a:lnTo>
                <a:lnTo>
                  <a:pt x="1480863" y="189059"/>
                </a:lnTo>
                <a:lnTo>
                  <a:pt x="1477188" y="189059"/>
                </a:lnTo>
                <a:lnTo>
                  <a:pt x="1473514" y="189059"/>
                </a:lnTo>
                <a:lnTo>
                  <a:pt x="1469839" y="189059"/>
                </a:lnTo>
                <a:lnTo>
                  <a:pt x="1466165" y="189059"/>
                </a:lnTo>
                <a:lnTo>
                  <a:pt x="1462490" y="189059"/>
                </a:lnTo>
                <a:lnTo>
                  <a:pt x="1458815" y="189059"/>
                </a:lnTo>
                <a:lnTo>
                  <a:pt x="1455141" y="189059"/>
                </a:lnTo>
                <a:lnTo>
                  <a:pt x="1451466" y="189059"/>
                </a:lnTo>
                <a:lnTo>
                  <a:pt x="1447792" y="189059"/>
                </a:lnTo>
                <a:lnTo>
                  <a:pt x="1444117" y="189059"/>
                </a:lnTo>
                <a:lnTo>
                  <a:pt x="1440442" y="189059"/>
                </a:lnTo>
                <a:lnTo>
                  <a:pt x="1436768" y="189059"/>
                </a:lnTo>
                <a:lnTo>
                  <a:pt x="1433093" y="189059"/>
                </a:lnTo>
                <a:lnTo>
                  <a:pt x="1429419" y="189059"/>
                </a:lnTo>
                <a:lnTo>
                  <a:pt x="1425744" y="189059"/>
                </a:lnTo>
                <a:lnTo>
                  <a:pt x="1422069" y="189059"/>
                </a:lnTo>
                <a:lnTo>
                  <a:pt x="1418395" y="189059"/>
                </a:lnTo>
                <a:lnTo>
                  <a:pt x="1414720" y="189059"/>
                </a:lnTo>
                <a:lnTo>
                  <a:pt x="1411046" y="189059"/>
                </a:lnTo>
                <a:lnTo>
                  <a:pt x="1407371" y="189059"/>
                </a:lnTo>
                <a:lnTo>
                  <a:pt x="1403696" y="189059"/>
                </a:lnTo>
                <a:lnTo>
                  <a:pt x="1400022" y="189059"/>
                </a:lnTo>
                <a:lnTo>
                  <a:pt x="1396347" y="189059"/>
                </a:lnTo>
                <a:lnTo>
                  <a:pt x="1392673" y="189059"/>
                </a:lnTo>
                <a:lnTo>
                  <a:pt x="1388998" y="189059"/>
                </a:lnTo>
                <a:lnTo>
                  <a:pt x="1385323" y="189059"/>
                </a:lnTo>
                <a:lnTo>
                  <a:pt x="1381649" y="189059"/>
                </a:lnTo>
                <a:lnTo>
                  <a:pt x="1377974" y="189059"/>
                </a:lnTo>
                <a:lnTo>
                  <a:pt x="1374300" y="189059"/>
                </a:lnTo>
                <a:lnTo>
                  <a:pt x="1370625" y="189059"/>
                </a:lnTo>
                <a:lnTo>
                  <a:pt x="1366950" y="189059"/>
                </a:lnTo>
                <a:lnTo>
                  <a:pt x="1363276" y="189059"/>
                </a:lnTo>
                <a:lnTo>
                  <a:pt x="1359601" y="189059"/>
                </a:lnTo>
                <a:lnTo>
                  <a:pt x="1355927" y="189059"/>
                </a:lnTo>
                <a:lnTo>
                  <a:pt x="1352252" y="189059"/>
                </a:lnTo>
                <a:lnTo>
                  <a:pt x="1348577" y="189059"/>
                </a:lnTo>
                <a:lnTo>
                  <a:pt x="1344903" y="189059"/>
                </a:lnTo>
                <a:lnTo>
                  <a:pt x="1341228" y="189059"/>
                </a:lnTo>
                <a:lnTo>
                  <a:pt x="1337554" y="189059"/>
                </a:lnTo>
                <a:lnTo>
                  <a:pt x="1333879" y="189059"/>
                </a:lnTo>
                <a:lnTo>
                  <a:pt x="1330205" y="189059"/>
                </a:lnTo>
                <a:lnTo>
                  <a:pt x="1326530" y="189059"/>
                </a:lnTo>
                <a:lnTo>
                  <a:pt x="1322855" y="189059"/>
                </a:lnTo>
                <a:lnTo>
                  <a:pt x="1319181" y="189059"/>
                </a:lnTo>
                <a:lnTo>
                  <a:pt x="1315506" y="189059"/>
                </a:lnTo>
                <a:lnTo>
                  <a:pt x="1311832" y="189059"/>
                </a:lnTo>
                <a:lnTo>
                  <a:pt x="1308157" y="189059"/>
                </a:lnTo>
                <a:lnTo>
                  <a:pt x="1304482" y="189059"/>
                </a:lnTo>
                <a:lnTo>
                  <a:pt x="1300808" y="189059"/>
                </a:lnTo>
                <a:lnTo>
                  <a:pt x="1297133" y="189059"/>
                </a:lnTo>
                <a:lnTo>
                  <a:pt x="1293459" y="189059"/>
                </a:lnTo>
                <a:lnTo>
                  <a:pt x="1289784" y="189059"/>
                </a:lnTo>
                <a:lnTo>
                  <a:pt x="1286109" y="189059"/>
                </a:lnTo>
                <a:lnTo>
                  <a:pt x="1282435" y="189059"/>
                </a:lnTo>
                <a:lnTo>
                  <a:pt x="1278760" y="189059"/>
                </a:lnTo>
                <a:lnTo>
                  <a:pt x="1275086" y="189059"/>
                </a:lnTo>
                <a:lnTo>
                  <a:pt x="1271411" y="189059"/>
                </a:lnTo>
                <a:lnTo>
                  <a:pt x="1267736" y="189059"/>
                </a:lnTo>
                <a:lnTo>
                  <a:pt x="1264062" y="189059"/>
                </a:lnTo>
                <a:lnTo>
                  <a:pt x="1260387" y="189059"/>
                </a:lnTo>
                <a:lnTo>
                  <a:pt x="1256713" y="189059"/>
                </a:lnTo>
                <a:lnTo>
                  <a:pt x="1253038" y="189059"/>
                </a:lnTo>
                <a:lnTo>
                  <a:pt x="1249363" y="189059"/>
                </a:lnTo>
                <a:lnTo>
                  <a:pt x="1245689" y="189059"/>
                </a:lnTo>
                <a:lnTo>
                  <a:pt x="1242014" y="189059"/>
                </a:lnTo>
                <a:lnTo>
                  <a:pt x="1238340" y="189059"/>
                </a:lnTo>
                <a:lnTo>
                  <a:pt x="1234665" y="189059"/>
                </a:lnTo>
                <a:lnTo>
                  <a:pt x="1230990" y="189059"/>
                </a:lnTo>
                <a:lnTo>
                  <a:pt x="1227316" y="189059"/>
                </a:lnTo>
                <a:lnTo>
                  <a:pt x="1223641" y="189059"/>
                </a:lnTo>
                <a:lnTo>
                  <a:pt x="1219967" y="189059"/>
                </a:lnTo>
                <a:lnTo>
                  <a:pt x="1216292" y="189059"/>
                </a:lnTo>
                <a:lnTo>
                  <a:pt x="1212617" y="189059"/>
                </a:lnTo>
                <a:lnTo>
                  <a:pt x="1208943" y="189059"/>
                </a:lnTo>
                <a:lnTo>
                  <a:pt x="1205268" y="189059"/>
                </a:lnTo>
                <a:lnTo>
                  <a:pt x="1201594" y="189059"/>
                </a:lnTo>
                <a:lnTo>
                  <a:pt x="1197919" y="189059"/>
                </a:lnTo>
                <a:lnTo>
                  <a:pt x="1194244" y="189059"/>
                </a:lnTo>
                <a:lnTo>
                  <a:pt x="1190570" y="189059"/>
                </a:lnTo>
                <a:lnTo>
                  <a:pt x="1186895" y="189059"/>
                </a:lnTo>
                <a:lnTo>
                  <a:pt x="1183221" y="189059"/>
                </a:lnTo>
                <a:lnTo>
                  <a:pt x="1179546" y="189059"/>
                </a:lnTo>
                <a:lnTo>
                  <a:pt x="1175871" y="189059"/>
                </a:lnTo>
                <a:lnTo>
                  <a:pt x="1172197" y="189059"/>
                </a:lnTo>
                <a:lnTo>
                  <a:pt x="1168522" y="189059"/>
                </a:lnTo>
                <a:lnTo>
                  <a:pt x="1164848" y="189059"/>
                </a:lnTo>
                <a:lnTo>
                  <a:pt x="1161173" y="189059"/>
                </a:lnTo>
                <a:lnTo>
                  <a:pt x="1157498" y="189059"/>
                </a:lnTo>
                <a:lnTo>
                  <a:pt x="1153824" y="189059"/>
                </a:lnTo>
                <a:lnTo>
                  <a:pt x="1150149" y="189059"/>
                </a:lnTo>
                <a:lnTo>
                  <a:pt x="1146475" y="189059"/>
                </a:lnTo>
                <a:lnTo>
                  <a:pt x="1142800" y="189059"/>
                </a:lnTo>
                <a:lnTo>
                  <a:pt x="1139125" y="189059"/>
                </a:lnTo>
                <a:lnTo>
                  <a:pt x="1135451" y="189059"/>
                </a:lnTo>
                <a:lnTo>
                  <a:pt x="1131776" y="189059"/>
                </a:lnTo>
                <a:lnTo>
                  <a:pt x="1128102" y="189059"/>
                </a:lnTo>
                <a:lnTo>
                  <a:pt x="1124427" y="189059"/>
                </a:lnTo>
                <a:lnTo>
                  <a:pt x="1120752" y="189059"/>
                </a:lnTo>
                <a:lnTo>
                  <a:pt x="1117078" y="189059"/>
                </a:lnTo>
                <a:lnTo>
                  <a:pt x="1113403" y="189059"/>
                </a:lnTo>
                <a:lnTo>
                  <a:pt x="1109729" y="189059"/>
                </a:lnTo>
                <a:lnTo>
                  <a:pt x="1106054" y="189059"/>
                </a:lnTo>
                <a:lnTo>
                  <a:pt x="1102379" y="189059"/>
                </a:lnTo>
                <a:lnTo>
                  <a:pt x="1098705" y="189059"/>
                </a:lnTo>
                <a:lnTo>
                  <a:pt x="1095030" y="189059"/>
                </a:lnTo>
                <a:lnTo>
                  <a:pt x="1091356" y="189059"/>
                </a:lnTo>
                <a:lnTo>
                  <a:pt x="1087681" y="189059"/>
                </a:lnTo>
                <a:lnTo>
                  <a:pt x="1084006" y="189059"/>
                </a:lnTo>
                <a:lnTo>
                  <a:pt x="1080332" y="189059"/>
                </a:lnTo>
                <a:lnTo>
                  <a:pt x="1076657" y="189059"/>
                </a:lnTo>
                <a:lnTo>
                  <a:pt x="1072983" y="189059"/>
                </a:lnTo>
                <a:lnTo>
                  <a:pt x="1069308" y="189059"/>
                </a:lnTo>
                <a:lnTo>
                  <a:pt x="1065633" y="189059"/>
                </a:lnTo>
                <a:lnTo>
                  <a:pt x="1061959" y="189059"/>
                </a:lnTo>
                <a:lnTo>
                  <a:pt x="1058284" y="189059"/>
                </a:lnTo>
                <a:lnTo>
                  <a:pt x="1054610" y="189059"/>
                </a:lnTo>
                <a:lnTo>
                  <a:pt x="1050935" y="189059"/>
                </a:lnTo>
                <a:lnTo>
                  <a:pt x="1047260" y="189059"/>
                </a:lnTo>
                <a:lnTo>
                  <a:pt x="1043586" y="189059"/>
                </a:lnTo>
                <a:lnTo>
                  <a:pt x="1039911" y="189059"/>
                </a:lnTo>
                <a:lnTo>
                  <a:pt x="1036237" y="189059"/>
                </a:lnTo>
                <a:lnTo>
                  <a:pt x="1032562" y="189059"/>
                </a:lnTo>
                <a:lnTo>
                  <a:pt x="1028887" y="189059"/>
                </a:lnTo>
                <a:lnTo>
                  <a:pt x="1025213" y="189059"/>
                </a:lnTo>
                <a:lnTo>
                  <a:pt x="1021538" y="189059"/>
                </a:lnTo>
                <a:lnTo>
                  <a:pt x="1017864" y="189059"/>
                </a:lnTo>
                <a:lnTo>
                  <a:pt x="1014189" y="189059"/>
                </a:lnTo>
                <a:lnTo>
                  <a:pt x="1010514" y="189059"/>
                </a:lnTo>
                <a:lnTo>
                  <a:pt x="1006840" y="189059"/>
                </a:lnTo>
                <a:lnTo>
                  <a:pt x="1003165" y="189059"/>
                </a:lnTo>
                <a:lnTo>
                  <a:pt x="999491" y="189059"/>
                </a:lnTo>
                <a:lnTo>
                  <a:pt x="995816" y="189059"/>
                </a:lnTo>
                <a:lnTo>
                  <a:pt x="992141" y="189059"/>
                </a:lnTo>
                <a:lnTo>
                  <a:pt x="988467" y="189059"/>
                </a:lnTo>
                <a:lnTo>
                  <a:pt x="984792" y="189059"/>
                </a:lnTo>
                <a:lnTo>
                  <a:pt x="981118" y="189059"/>
                </a:lnTo>
                <a:lnTo>
                  <a:pt x="977443" y="189059"/>
                </a:lnTo>
                <a:lnTo>
                  <a:pt x="973768" y="189059"/>
                </a:lnTo>
                <a:lnTo>
                  <a:pt x="970094" y="189059"/>
                </a:lnTo>
                <a:lnTo>
                  <a:pt x="966419" y="189059"/>
                </a:lnTo>
                <a:lnTo>
                  <a:pt x="962745" y="189059"/>
                </a:lnTo>
                <a:lnTo>
                  <a:pt x="959070" y="189059"/>
                </a:lnTo>
                <a:lnTo>
                  <a:pt x="955395" y="189059"/>
                </a:lnTo>
                <a:lnTo>
                  <a:pt x="951721" y="189059"/>
                </a:lnTo>
                <a:lnTo>
                  <a:pt x="948046" y="189059"/>
                </a:lnTo>
                <a:lnTo>
                  <a:pt x="944372" y="189059"/>
                </a:lnTo>
                <a:lnTo>
                  <a:pt x="940697" y="189059"/>
                </a:lnTo>
                <a:lnTo>
                  <a:pt x="937022" y="189059"/>
                </a:lnTo>
                <a:lnTo>
                  <a:pt x="933348" y="189059"/>
                </a:lnTo>
                <a:lnTo>
                  <a:pt x="929673" y="189059"/>
                </a:lnTo>
                <a:lnTo>
                  <a:pt x="925999" y="189059"/>
                </a:lnTo>
                <a:lnTo>
                  <a:pt x="922324" y="189059"/>
                </a:lnTo>
                <a:lnTo>
                  <a:pt x="918649" y="189059"/>
                </a:lnTo>
                <a:lnTo>
                  <a:pt x="914975" y="189059"/>
                </a:lnTo>
                <a:lnTo>
                  <a:pt x="911300" y="189059"/>
                </a:lnTo>
                <a:lnTo>
                  <a:pt x="907626" y="189059"/>
                </a:lnTo>
                <a:lnTo>
                  <a:pt x="903951" y="189059"/>
                </a:lnTo>
                <a:lnTo>
                  <a:pt x="900276" y="189059"/>
                </a:lnTo>
                <a:lnTo>
                  <a:pt x="896602" y="189059"/>
                </a:lnTo>
                <a:lnTo>
                  <a:pt x="892927" y="189059"/>
                </a:lnTo>
                <a:lnTo>
                  <a:pt x="889253" y="189059"/>
                </a:lnTo>
                <a:lnTo>
                  <a:pt x="885578" y="189059"/>
                </a:lnTo>
                <a:lnTo>
                  <a:pt x="881903" y="189059"/>
                </a:lnTo>
                <a:lnTo>
                  <a:pt x="878229" y="189059"/>
                </a:lnTo>
                <a:lnTo>
                  <a:pt x="874554" y="189059"/>
                </a:lnTo>
                <a:lnTo>
                  <a:pt x="870880" y="189059"/>
                </a:lnTo>
                <a:lnTo>
                  <a:pt x="867205" y="189059"/>
                </a:lnTo>
                <a:lnTo>
                  <a:pt x="863530" y="189059"/>
                </a:lnTo>
                <a:lnTo>
                  <a:pt x="859856" y="189059"/>
                </a:lnTo>
                <a:lnTo>
                  <a:pt x="856181" y="189059"/>
                </a:lnTo>
                <a:lnTo>
                  <a:pt x="852507" y="189059"/>
                </a:lnTo>
                <a:lnTo>
                  <a:pt x="848832" y="189059"/>
                </a:lnTo>
                <a:lnTo>
                  <a:pt x="845157" y="189059"/>
                </a:lnTo>
                <a:lnTo>
                  <a:pt x="841483" y="189059"/>
                </a:lnTo>
                <a:lnTo>
                  <a:pt x="837808" y="189059"/>
                </a:lnTo>
                <a:lnTo>
                  <a:pt x="834134" y="189059"/>
                </a:lnTo>
                <a:lnTo>
                  <a:pt x="830459" y="189059"/>
                </a:lnTo>
                <a:lnTo>
                  <a:pt x="826784" y="189059"/>
                </a:lnTo>
                <a:lnTo>
                  <a:pt x="823110" y="189059"/>
                </a:lnTo>
                <a:lnTo>
                  <a:pt x="819435" y="189059"/>
                </a:lnTo>
                <a:lnTo>
                  <a:pt x="815761" y="189059"/>
                </a:lnTo>
                <a:lnTo>
                  <a:pt x="812086" y="189059"/>
                </a:lnTo>
                <a:lnTo>
                  <a:pt x="808411" y="189059"/>
                </a:lnTo>
                <a:lnTo>
                  <a:pt x="804737" y="189059"/>
                </a:lnTo>
                <a:lnTo>
                  <a:pt x="801062" y="189059"/>
                </a:lnTo>
                <a:lnTo>
                  <a:pt x="797388" y="189059"/>
                </a:lnTo>
                <a:lnTo>
                  <a:pt x="793713" y="189059"/>
                </a:lnTo>
                <a:lnTo>
                  <a:pt x="790038" y="189059"/>
                </a:lnTo>
                <a:lnTo>
                  <a:pt x="786364" y="189059"/>
                </a:lnTo>
                <a:lnTo>
                  <a:pt x="782689" y="189059"/>
                </a:lnTo>
                <a:lnTo>
                  <a:pt x="779015" y="189059"/>
                </a:lnTo>
                <a:lnTo>
                  <a:pt x="775340" y="189059"/>
                </a:lnTo>
                <a:lnTo>
                  <a:pt x="771665" y="189059"/>
                </a:lnTo>
                <a:lnTo>
                  <a:pt x="767991" y="189059"/>
                </a:lnTo>
                <a:lnTo>
                  <a:pt x="764316" y="189059"/>
                </a:lnTo>
                <a:lnTo>
                  <a:pt x="760642" y="189059"/>
                </a:lnTo>
                <a:lnTo>
                  <a:pt x="756967" y="189059"/>
                </a:lnTo>
                <a:lnTo>
                  <a:pt x="753292" y="189059"/>
                </a:lnTo>
                <a:lnTo>
                  <a:pt x="749618" y="189059"/>
                </a:lnTo>
                <a:lnTo>
                  <a:pt x="745943" y="189059"/>
                </a:lnTo>
                <a:lnTo>
                  <a:pt x="742269" y="189059"/>
                </a:lnTo>
                <a:lnTo>
                  <a:pt x="738594" y="189059"/>
                </a:lnTo>
                <a:lnTo>
                  <a:pt x="734919" y="189059"/>
                </a:lnTo>
                <a:lnTo>
                  <a:pt x="731245" y="189059"/>
                </a:lnTo>
                <a:lnTo>
                  <a:pt x="727570" y="189059"/>
                </a:lnTo>
                <a:lnTo>
                  <a:pt x="723896" y="189059"/>
                </a:lnTo>
                <a:lnTo>
                  <a:pt x="720221" y="189059"/>
                </a:lnTo>
                <a:lnTo>
                  <a:pt x="716546" y="189059"/>
                </a:lnTo>
                <a:lnTo>
                  <a:pt x="712872" y="189059"/>
                </a:lnTo>
                <a:lnTo>
                  <a:pt x="709197" y="189059"/>
                </a:lnTo>
                <a:lnTo>
                  <a:pt x="705523" y="189059"/>
                </a:lnTo>
                <a:lnTo>
                  <a:pt x="701848" y="189059"/>
                </a:lnTo>
                <a:lnTo>
                  <a:pt x="698173" y="189059"/>
                </a:lnTo>
                <a:lnTo>
                  <a:pt x="694499" y="189059"/>
                </a:lnTo>
                <a:lnTo>
                  <a:pt x="690824" y="189059"/>
                </a:lnTo>
                <a:lnTo>
                  <a:pt x="687150" y="189059"/>
                </a:lnTo>
                <a:lnTo>
                  <a:pt x="683475" y="189059"/>
                </a:lnTo>
                <a:lnTo>
                  <a:pt x="679800" y="189059"/>
                </a:lnTo>
                <a:lnTo>
                  <a:pt x="676126" y="189059"/>
                </a:lnTo>
                <a:lnTo>
                  <a:pt x="672451" y="189059"/>
                </a:lnTo>
                <a:lnTo>
                  <a:pt x="668777" y="189059"/>
                </a:lnTo>
                <a:lnTo>
                  <a:pt x="665102" y="189059"/>
                </a:lnTo>
                <a:lnTo>
                  <a:pt x="661427" y="189059"/>
                </a:lnTo>
                <a:lnTo>
                  <a:pt x="657753" y="189059"/>
                </a:lnTo>
                <a:lnTo>
                  <a:pt x="654078" y="189059"/>
                </a:lnTo>
                <a:lnTo>
                  <a:pt x="650404" y="189059"/>
                </a:lnTo>
                <a:lnTo>
                  <a:pt x="646729" y="189059"/>
                </a:lnTo>
                <a:lnTo>
                  <a:pt x="643054" y="189059"/>
                </a:lnTo>
                <a:lnTo>
                  <a:pt x="639380" y="189059"/>
                </a:lnTo>
                <a:lnTo>
                  <a:pt x="635705" y="189059"/>
                </a:lnTo>
                <a:lnTo>
                  <a:pt x="632031" y="189059"/>
                </a:lnTo>
                <a:lnTo>
                  <a:pt x="628356" y="189059"/>
                </a:lnTo>
                <a:lnTo>
                  <a:pt x="624681" y="189059"/>
                </a:lnTo>
                <a:lnTo>
                  <a:pt x="621007" y="189059"/>
                </a:lnTo>
                <a:lnTo>
                  <a:pt x="617332" y="189059"/>
                </a:lnTo>
                <a:lnTo>
                  <a:pt x="613658" y="189059"/>
                </a:lnTo>
                <a:lnTo>
                  <a:pt x="609983" y="189059"/>
                </a:lnTo>
                <a:lnTo>
                  <a:pt x="606308" y="189059"/>
                </a:lnTo>
                <a:lnTo>
                  <a:pt x="602634" y="189059"/>
                </a:lnTo>
                <a:lnTo>
                  <a:pt x="598959" y="189059"/>
                </a:lnTo>
                <a:lnTo>
                  <a:pt x="595285" y="189059"/>
                </a:lnTo>
                <a:lnTo>
                  <a:pt x="591610" y="189059"/>
                </a:lnTo>
                <a:lnTo>
                  <a:pt x="587935" y="189059"/>
                </a:lnTo>
                <a:lnTo>
                  <a:pt x="584261" y="189059"/>
                </a:lnTo>
                <a:lnTo>
                  <a:pt x="580586" y="189059"/>
                </a:lnTo>
                <a:lnTo>
                  <a:pt x="576912" y="189059"/>
                </a:lnTo>
                <a:lnTo>
                  <a:pt x="573237" y="189059"/>
                </a:lnTo>
                <a:lnTo>
                  <a:pt x="569562" y="189059"/>
                </a:lnTo>
                <a:lnTo>
                  <a:pt x="565888" y="189059"/>
                </a:lnTo>
                <a:lnTo>
                  <a:pt x="562213" y="189059"/>
                </a:lnTo>
                <a:lnTo>
                  <a:pt x="558539" y="189059"/>
                </a:lnTo>
                <a:lnTo>
                  <a:pt x="554864" y="189059"/>
                </a:lnTo>
                <a:lnTo>
                  <a:pt x="551189" y="189059"/>
                </a:lnTo>
                <a:lnTo>
                  <a:pt x="547515" y="189059"/>
                </a:lnTo>
                <a:lnTo>
                  <a:pt x="543840" y="189059"/>
                </a:lnTo>
                <a:lnTo>
                  <a:pt x="540166" y="189059"/>
                </a:lnTo>
                <a:lnTo>
                  <a:pt x="536491" y="189059"/>
                </a:lnTo>
                <a:lnTo>
                  <a:pt x="532816" y="189059"/>
                </a:lnTo>
                <a:lnTo>
                  <a:pt x="529142" y="189059"/>
                </a:lnTo>
                <a:lnTo>
                  <a:pt x="525467" y="189059"/>
                </a:lnTo>
                <a:lnTo>
                  <a:pt x="521793" y="189059"/>
                </a:lnTo>
                <a:lnTo>
                  <a:pt x="518118" y="189059"/>
                </a:lnTo>
                <a:lnTo>
                  <a:pt x="514443" y="189059"/>
                </a:lnTo>
                <a:lnTo>
                  <a:pt x="510769" y="189059"/>
                </a:lnTo>
                <a:lnTo>
                  <a:pt x="507094" y="189059"/>
                </a:lnTo>
                <a:lnTo>
                  <a:pt x="503420" y="189059"/>
                </a:lnTo>
                <a:lnTo>
                  <a:pt x="499745" y="189059"/>
                </a:lnTo>
                <a:lnTo>
                  <a:pt x="496070" y="189059"/>
                </a:lnTo>
                <a:lnTo>
                  <a:pt x="492396" y="189059"/>
                </a:lnTo>
                <a:lnTo>
                  <a:pt x="488721" y="189059"/>
                </a:lnTo>
                <a:lnTo>
                  <a:pt x="485047" y="189059"/>
                </a:lnTo>
                <a:lnTo>
                  <a:pt x="481372" y="189059"/>
                </a:lnTo>
                <a:lnTo>
                  <a:pt x="477697" y="189059"/>
                </a:lnTo>
                <a:lnTo>
                  <a:pt x="474023" y="189059"/>
                </a:lnTo>
                <a:lnTo>
                  <a:pt x="470348" y="189059"/>
                </a:lnTo>
                <a:lnTo>
                  <a:pt x="466674" y="189059"/>
                </a:lnTo>
                <a:lnTo>
                  <a:pt x="462999" y="189059"/>
                </a:lnTo>
                <a:lnTo>
                  <a:pt x="459324" y="189059"/>
                </a:lnTo>
                <a:lnTo>
                  <a:pt x="455650" y="189059"/>
                </a:lnTo>
                <a:lnTo>
                  <a:pt x="451975" y="189059"/>
                </a:lnTo>
                <a:lnTo>
                  <a:pt x="448301" y="189059"/>
                </a:lnTo>
                <a:lnTo>
                  <a:pt x="444626" y="189059"/>
                </a:lnTo>
                <a:lnTo>
                  <a:pt x="440951" y="189059"/>
                </a:lnTo>
                <a:lnTo>
                  <a:pt x="437277" y="189059"/>
                </a:lnTo>
                <a:lnTo>
                  <a:pt x="433602" y="189059"/>
                </a:lnTo>
                <a:lnTo>
                  <a:pt x="429928" y="189059"/>
                </a:lnTo>
                <a:lnTo>
                  <a:pt x="426253" y="189059"/>
                </a:lnTo>
                <a:lnTo>
                  <a:pt x="422578" y="189059"/>
                </a:lnTo>
                <a:lnTo>
                  <a:pt x="418904" y="189059"/>
                </a:lnTo>
                <a:lnTo>
                  <a:pt x="415229" y="189059"/>
                </a:lnTo>
                <a:lnTo>
                  <a:pt x="411555" y="189059"/>
                </a:lnTo>
                <a:lnTo>
                  <a:pt x="407880" y="189059"/>
                </a:lnTo>
                <a:lnTo>
                  <a:pt x="404205" y="189059"/>
                </a:lnTo>
                <a:lnTo>
                  <a:pt x="400531" y="189059"/>
                </a:lnTo>
                <a:lnTo>
                  <a:pt x="396856" y="189059"/>
                </a:lnTo>
                <a:lnTo>
                  <a:pt x="393182" y="189059"/>
                </a:lnTo>
                <a:lnTo>
                  <a:pt x="389507" y="189059"/>
                </a:lnTo>
                <a:lnTo>
                  <a:pt x="385832" y="189059"/>
                </a:lnTo>
                <a:lnTo>
                  <a:pt x="382158" y="189059"/>
                </a:lnTo>
                <a:lnTo>
                  <a:pt x="378483" y="189059"/>
                </a:lnTo>
                <a:lnTo>
                  <a:pt x="374809" y="189059"/>
                </a:lnTo>
                <a:lnTo>
                  <a:pt x="371134" y="189059"/>
                </a:lnTo>
                <a:lnTo>
                  <a:pt x="367459" y="189059"/>
                </a:lnTo>
                <a:lnTo>
                  <a:pt x="363785" y="189059"/>
                </a:lnTo>
                <a:lnTo>
                  <a:pt x="360110" y="189059"/>
                </a:lnTo>
                <a:lnTo>
                  <a:pt x="356436" y="189059"/>
                </a:lnTo>
                <a:lnTo>
                  <a:pt x="352761" y="189059"/>
                </a:lnTo>
                <a:lnTo>
                  <a:pt x="349086" y="189059"/>
                </a:lnTo>
                <a:lnTo>
                  <a:pt x="345412" y="189059"/>
                </a:lnTo>
                <a:lnTo>
                  <a:pt x="341737" y="189059"/>
                </a:lnTo>
                <a:lnTo>
                  <a:pt x="338063" y="189059"/>
                </a:lnTo>
                <a:lnTo>
                  <a:pt x="334388" y="189059"/>
                </a:lnTo>
                <a:lnTo>
                  <a:pt x="330713" y="189059"/>
                </a:lnTo>
                <a:lnTo>
                  <a:pt x="327039" y="189059"/>
                </a:lnTo>
                <a:lnTo>
                  <a:pt x="323364" y="189059"/>
                </a:lnTo>
                <a:lnTo>
                  <a:pt x="319690" y="189059"/>
                </a:lnTo>
                <a:lnTo>
                  <a:pt x="316015" y="189059"/>
                </a:lnTo>
                <a:lnTo>
                  <a:pt x="312340" y="189059"/>
                </a:lnTo>
                <a:lnTo>
                  <a:pt x="308666" y="189059"/>
                </a:lnTo>
                <a:lnTo>
                  <a:pt x="304991" y="189059"/>
                </a:lnTo>
                <a:lnTo>
                  <a:pt x="301317" y="189059"/>
                </a:lnTo>
                <a:lnTo>
                  <a:pt x="297642" y="189059"/>
                </a:lnTo>
                <a:lnTo>
                  <a:pt x="293967" y="189059"/>
                </a:lnTo>
                <a:lnTo>
                  <a:pt x="290293" y="189059"/>
                </a:lnTo>
                <a:lnTo>
                  <a:pt x="286618" y="189059"/>
                </a:lnTo>
                <a:lnTo>
                  <a:pt x="282944" y="189059"/>
                </a:lnTo>
                <a:lnTo>
                  <a:pt x="279269" y="189059"/>
                </a:lnTo>
                <a:lnTo>
                  <a:pt x="275594" y="189059"/>
                </a:lnTo>
                <a:lnTo>
                  <a:pt x="271920" y="189059"/>
                </a:lnTo>
                <a:lnTo>
                  <a:pt x="268245" y="189059"/>
                </a:lnTo>
                <a:lnTo>
                  <a:pt x="264571" y="189059"/>
                </a:lnTo>
                <a:lnTo>
                  <a:pt x="260896" y="189059"/>
                </a:lnTo>
                <a:lnTo>
                  <a:pt x="257221" y="189059"/>
                </a:lnTo>
                <a:lnTo>
                  <a:pt x="253547" y="189059"/>
                </a:lnTo>
                <a:lnTo>
                  <a:pt x="249872" y="189059"/>
                </a:lnTo>
                <a:lnTo>
                  <a:pt x="246198" y="189059"/>
                </a:lnTo>
                <a:lnTo>
                  <a:pt x="242523" y="189059"/>
                </a:lnTo>
                <a:lnTo>
                  <a:pt x="238848" y="189059"/>
                </a:lnTo>
                <a:lnTo>
                  <a:pt x="235174" y="189059"/>
                </a:lnTo>
                <a:lnTo>
                  <a:pt x="231499" y="189059"/>
                </a:lnTo>
                <a:lnTo>
                  <a:pt x="227825" y="189059"/>
                </a:lnTo>
                <a:lnTo>
                  <a:pt x="224150" y="189059"/>
                </a:lnTo>
                <a:lnTo>
                  <a:pt x="220475" y="189059"/>
                </a:lnTo>
                <a:lnTo>
                  <a:pt x="216801" y="189059"/>
                </a:lnTo>
                <a:lnTo>
                  <a:pt x="213126" y="189059"/>
                </a:lnTo>
                <a:lnTo>
                  <a:pt x="209452" y="189059"/>
                </a:lnTo>
                <a:lnTo>
                  <a:pt x="205777" y="189059"/>
                </a:lnTo>
                <a:lnTo>
                  <a:pt x="202102" y="189059"/>
                </a:lnTo>
                <a:lnTo>
                  <a:pt x="198428" y="189059"/>
                </a:lnTo>
                <a:lnTo>
                  <a:pt x="194753" y="189059"/>
                </a:lnTo>
                <a:lnTo>
                  <a:pt x="191079" y="189059"/>
                </a:lnTo>
                <a:lnTo>
                  <a:pt x="187404" y="189059"/>
                </a:lnTo>
                <a:lnTo>
                  <a:pt x="183729" y="189059"/>
                </a:lnTo>
                <a:lnTo>
                  <a:pt x="180055" y="189059"/>
                </a:lnTo>
                <a:lnTo>
                  <a:pt x="176380" y="189059"/>
                </a:lnTo>
                <a:lnTo>
                  <a:pt x="172706" y="189059"/>
                </a:lnTo>
                <a:lnTo>
                  <a:pt x="169031" y="189059"/>
                </a:lnTo>
                <a:lnTo>
                  <a:pt x="165356" y="189059"/>
                </a:lnTo>
                <a:lnTo>
                  <a:pt x="161682" y="189059"/>
                </a:lnTo>
                <a:lnTo>
                  <a:pt x="158007" y="189059"/>
                </a:lnTo>
                <a:lnTo>
                  <a:pt x="154333" y="189059"/>
                </a:lnTo>
                <a:lnTo>
                  <a:pt x="150658" y="189059"/>
                </a:lnTo>
                <a:lnTo>
                  <a:pt x="146983" y="189059"/>
                </a:lnTo>
                <a:lnTo>
                  <a:pt x="143309" y="189059"/>
                </a:lnTo>
                <a:lnTo>
                  <a:pt x="139634" y="189059"/>
                </a:lnTo>
                <a:lnTo>
                  <a:pt x="135960" y="189059"/>
                </a:lnTo>
                <a:lnTo>
                  <a:pt x="132285" y="189059"/>
                </a:lnTo>
                <a:lnTo>
                  <a:pt x="128610" y="189059"/>
                </a:lnTo>
                <a:lnTo>
                  <a:pt x="124936" y="189059"/>
                </a:lnTo>
                <a:lnTo>
                  <a:pt x="121261" y="189059"/>
                </a:lnTo>
                <a:lnTo>
                  <a:pt x="117587" y="189059"/>
                </a:lnTo>
                <a:lnTo>
                  <a:pt x="113912" y="189059"/>
                </a:lnTo>
                <a:lnTo>
                  <a:pt x="110237" y="189059"/>
                </a:lnTo>
                <a:lnTo>
                  <a:pt x="106563" y="189059"/>
                </a:lnTo>
                <a:lnTo>
                  <a:pt x="102888" y="189059"/>
                </a:lnTo>
                <a:lnTo>
                  <a:pt x="99214" y="189059"/>
                </a:lnTo>
                <a:lnTo>
                  <a:pt x="95539" y="189059"/>
                </a:lnTo>
                <a:lnTo>
                  <a:pt x="91864" y="189059"/>
                </a:lnTo>
                <a:lnTo>
                  <a:pt x="88190" y="189059"/>
                </a:lnTo>
                <a:lnTo>
                  <a:pt x="84515" y="189059"/>
                </a:lnTo>
                <a:lnTo>
                  <a:pt x="80841" y="189059"/>
                </a:lnTo>
                <a:lnTo>
                  <a:pt x="77166" y="189059"/>
                </a:lnTo>
                <a:lnTo>
                  <a:pt x="73491" y="189059"/>
                </a:lnTo>
                <a:lnTo>
                  <a:pt x="69817" y="189059"/>
                </a:lnTo>
                <a:lnTo>
                  <a:pt x="66142" y="189059"/>
                </a:lnTo>
                <a:lnTo>
                  <a:pt x="62468" y="189059"/>
                </a:lnTo>
                <a:lnTo>
                  <a:pt x="58793" y="189059"/>
                </a:lnTo>
                <a:lnTo>
                  <a:pt x="55118" y="189059"/>
                </a:lnTo>
                <a:lnTo>
                  <a:pt x="51444" y="189059"/>
                </a:lnTo>
                <a:lnTo>
                  <a:pt x="47769" y="189059"/>
                </a:lnTo>
                <a:lnTo>
                  <a:pt x="44095" y="189059"/>
                </a:lnTo>
                <a:lnTo>
                  <a:pt x="40420" y="189059"/>
                </a:lnTo>
                <a:lnTo>
                  <a:pt x="36745" y="189059"/>
                </a:lnTo>
                <a:lnTo>
                  <a:pt x="33071" y="189059"/>
                </a:lnTo>
                <a:lnTo>
                  <a:pt x="29396" y="189059"/>
                </a:lnTo>
                <a:lnTo>
                  <a:pt x="25722" y="189059"/>
                </a:lnTo>
                <a:lnTo>
                  <a:pt x="22047" y="189059"/>
                </a:lnTo>
                <a:lnTo>
                  <a:pt x="18372" y="189059"/>
                </a:lnTo>
                <a:lnTo>
                  <a:pt x="14698" y="189059"/>
                </a:lnTo>
                <a:lnTo>
                  <a:pt x="11023" y="189059"/>
                </a:lnTo>
                <a:lnTo>
                  <a:pt x="7349" y="189059"/>
                </a:lnTo>
                <a:lnTo>
                  <a:pt x="3674" y="189059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57" name="pl157"/>
          <p:cNvSpPr/>
          <p:nvPr/>
        </p:nvSpPr>
        <p:spPr>
          <a:xfrm>
            <a:off x="6702581" y="4035756"/>
            <a:ext cx="1877720" cy="189059"/>
          </a:xfrm>
          <a:custGeom>
            <a:avLst/>
            <a:gdLst/>
            <a:ahLst/>
            <a:cxnLst/>
            <a:rect l="0" t="0" r="0" b="0"/>
            <a:pathLst>
              <a:path w="1877720" h="189059">
                <a:moveTo>
                  <a:pt x="0" y="189059"/>
                </a:moveTo>
                <a:lnTo>
                  <a:pt x="3674" y="189059"/>
                </a:lnTo>
                <a:lnTo>
                  <a:pt x="7349" y="189059"/>
                </a:lnTo>
                <a:lnTo>
                  <a:pt x="11023" y="189059"/>
                </a:lnTo>
                <a:lnTo>
                  <a:pt x="14698" y="189059"/>
                </a:lnTo>
                <a:lnTo>
                  <a:pt x="18372" y="189059"/>
                </a:lnTo>
                <a:lnTo>
                  <a:pt x="22047" y="189059"/>
                </a:lnTo>
                <a:lnTo>
                  <a:pt x="25722" y="189059"/>
                </a:lnTo>
                <a:lnTo>
                  <a:pt x="29396" y="189059"/>
                </a:lnTo>
                <a:lnTo>
                  <a:pt x="33071" y="189059"/>
                </a:lnTo>
                <a:lnTo>
                  <a:pt x="36745" y="189059"/>
                </a:lnTo>
                <a:lnTo>
                  <a:pt x="40420" y="189059"/>
                </a:lnTo>
                <a:lnTo>
                  <a:pt x="44095" y="189059"/>
                </a:lnTo>
                <a:lnTo>
                  <a:pt x="47769" y="189059"/>
                </a:lnTo>
                <a:lnTo>
                  <a:pt x="51444" y="189059"/>
                </a:lnTo>
                <a:lnTo>
                  <a:pt x="55118" y="189059"/>
                </a:lnTo>
                <a:lnTo>
                  <a:pt x="58793" y="189059"/>
                </a:lnTo>
                <a:lnTo>
                  <a:pt x="62468" y="189059"/>
                </a:lnTo>
                <a:lnTo>
                  <a:pt x="66142" y="189059"/>
                </a:lnTo>
                <a:lnTo>
                  <a:pt x="69817" y="189059"/>
                </a:lnTo>
                <a:lnTo>
                  <a:pt x="73491" y="189059"/>
                </a:lnTo>
                <a:lnTo>
                  <a:pt x="77166" y="189059"/>
                </a:lnTo>
                <a:lnTo>
                  <a:pt x="80841" y="189059"/>
                </a:lnTo>
                <a:lnTo>
                  <a:pt x="84515" y="189059"/>
                </a:lnTo>
                <a:lnTo>
                  <a:pt x="88190" y="189059"/>
                </a:lnTo>
                <a:lnTo>
                  <a:pt x="91864" y="189059"/>
                </a:lnTo>
                <a:lnTo>
                  <a:pt x="95539" y="189059"/>
                </a:lnTo>
                <a:lnTo>
                  <a:pt x="99214" y="189059"/>
                </a:lnTo>
                <a:lnTo>
                  <a:pt x="102888" y="189059"/>
                </a:lnTo>
                <a:lnTo>
                  <a:pt x="106563" y="189059"/>
                </a:lnTo>
                <a:lnTo>
                  <a:pt x="110237" y="189059"/>
                </a:lnTo>
                <a:lnTo>
                  <a:pt x="113912" y="189059"/>
                </a:lnTo>
                <a:lnTo>
                  <a:pt x="117587" y="189059"/>
                </a:lnTo>
                <a:lnTo>
                  <a:pt x="121261" y="189059"/>
                </a:lnTo>
                <a:lnTo>
                  <a:pt x="124936" y="189059"/>
                </a:lnTo>
                <a:lnTo>
                  <a:pt x="128610" y="189059"/>
                </a:lnTo>
                <a:lnTo>
                  <a:pt x="132285" y="189059"/>
                </a:lnTo>
                <a:lnTo>
                  <a:pt x="135960" y="189059"/>
                </a:lnTo>
                <a:lnTo>
                  <a:pt x="139634" y="189059"/>
                </a:lnTo>
                <a:lnTo>
                  <a:pt x="143309" y="189059"/>
                </a:lnTo>
                <a:lnTo>
                  <a:pt x="146983" y="189059"/>
                </a:lnTo>
                <a:lnTo>
                  <a:pt x="150658" y="189059"/>
                </a:lnTo>
                <a:lnTo>
                  <a:pt x="154333" y="189059"/>
                </a:lnTo>
                <a:lnTo>
                  <a:pt x="158007" y="189059"/>
                </a:lnTo>
                <a:lnTo>
                  <a:pt x="161682" y="189059"/>
                </a:lnTo>
                <a:lnTo>
                  <a:pt x="165356" y="189059"/>
                </a:lnTo>
                <a:lnTo>
                  <a:pt x="169031" y="189059"/>
                </a:lnTo>
                <a:lnTo>
                  <a:pt x="172706" y="189059"/>
                </a:lnTo>
                <a:lnTo>
                  <a:pt x="176380" y="189059"/>
                </a:lnTo>
                <a:lnTo>
                  <a:pt x="180055" y="189059"/>
                </a:lnTo>
                <a:lnTo>
                  <a:pt x="183729" y="189059"/>
                </a:lnTo>
                <a:lnTo>
                  <a:pt x="187404" y="189059"/>
                </a:lnTo>
                <a:lnTo>
                  <a:pt x="191079" y="189059"/>
                </a:lnTo>
                <a:lnTo>
                  <a:pt x="194753" y="189059"/>
                </a:lnTo>
                <a:lnTo>
                  <a:pt x="198428" y="189059"/>
                </a:lnTo>
                <a:lnTo>
                  <a:pt x="202102" y="189059"/>
                </a:lnTo>
                <a:lnTo>
                  <a:pt x="205777" y="189059"/>
                </a:lnTo>
                <a:lnTo>
                  <a:pt x="209452" y="189059"/>
                </a:lnTo>
                <a:lnTo>
                  <a:pt x="213126" y="189059"/>
                </a:lnTo>
                <a:lnTo>
                  <a:pt x="216801" y="189059"/>
                </a:lnTo>
                <a:lnTo>
                  <a:pt x="220475" y="189059"/>
                </a:lnTo>
                <a:lnTo>
                  <a:pt x="224150" y="189059"/>
                </a:lnTo>
                <a:lnTo>
                  <a:pt x="227825" y="189059"/>
                </a:lnTo>
                <a:lnTo>
                  <a:pt x="231499" y="189059"/>
                </a:lnTo>
                <a:lnTo>
                  <a:pt x="235174" y="189059"/>
                </a:lnTo>
                <a:lnTo>
                  <a:pt x="238848" y="189059"/>
                </a:lnTo>
                <a:lnTo>
                  <a:pt x="242523" y="189059"/>
                </a:lnTo>
                <a:lnTo>
                  <a:pt x="246198" y="189059"/>
                </a:lnTo>
                <a:lnTo>
                  <a:pt x="249872" y="189059"/>
                </a:lnTo>
                <a:lnTo>
                  <a:pt x="253547" y="189059"/>
                </a:lnTo>
                <a:lnTo>
                  <a:pt x="257221" y="189059"/>
                </a:lnTo>
                <a:lnTo>
                  <a:pt x="260896" y="189059"/>
                </a:lnTo>
                <a:lnTo>
                  <a:pt x="264571" y="189059"/>
                </a:lnTo>
                <a:lnTo>
                  <a:pt x="268245" y="189059"/>
                </a:lnTo>
                <a:lnTo>
                  <a:pt x="271920" y="189059"/>
                </a:lnTo>
                <a:lnTo>
                  <a:pt x="275594" y="189059"/>
                </a:lnTo>
                <a:lnTo>
                  <a:pt x="279269" y="189059"/>
                </a:lnTo>
                <a:lnTo>
                  <a:pt x="282944" y="189059"/>
                </a:lnTo>
                <a:lnTo>
                  <a:pt x="286618" y="189059"/>
                </a:lnTo>
                <a:lnTo>
                  <a:pt x="290293" y="189059"/>
                </a:lnTo>
                <a:lnTo>
                  <a:pt x="293967" y="189059"/>
                </a:lnTo>
                <a:lnTo>
                  <a:pt x="297642" y="189059"/>
                </a:lnTo>
                <a:lnTo>
                  <a:pt x="301317" y="189059"/>
                </a:lnTo>
                <a:lnTo>
                  <a:pt x="304991" y="189059"/>
                </a:lnTo>
                <a:lnTo>
                  <a:pt x="308666" y="189059"/>
                </a:lnTo>
                <a:lnTo>
                  <a:pt x="312340" y="189059"/>
                </a:lnTo>
                <a:lnTo>
                  <a:pt x="316015" y="189059"/>
                </a:lnTo>
                <a:lnTo>
                  <a:pt x="319690" y="189059"/>
                </a:lnTo>
                <a:lnTo>
                  <a:pt x="323364" y="189059"/>
                </a:lnTo>
                <a:lnTo>
                  <a:pt x="327039" y="189059"/>
                </a:lnTo>
                <a:lnTo>
                  <a:pt x="330713" y="189059"/>
                </a:lnTo>
                <a:lnTo>
                  <a:pt x="334388" y="189059"/>
                </a:lnTo>
                <a:lnTo>
                  <a:pt x="338063" y="189059"/>
                </a:lnTo>
                <a:lnTo>
                  <a:pt x="341737" y="189059"/>
                </a:lnTo>
                <a:lnTo>
                  <a:pt x="345412" y="189059"/>
                </a:lnTo>
                <a:lnTo>
                  <a:pt x="349086" y="189059"/>
                </a:lnTo>
                <a:lnTo>
                  <a:pt x="352761" y="189059"/>
                </a:lnTo>
                <a:lnTo>
                  <a:pt x="356436" y="189059"/>
                </a:lnTo>
                <a:lnTo>
                  <a:pt x="360110" y="189059"/>
                </a:lnTo>
                <a:lnTo>
                  <a:pt x="363785" y="189059"/>
                </a:lnTo>
                <a:lnTo>
                  <a:pt x="367459" y="189059"/>
                </a:lnTo>
                <a:lnTo>
                  <a:pt x="371134" y="189059"/>
                </a:lnTo>
                <a:lnTo>
                  <a:pt x="374809" y="189059"/>
                </a:lnTo>
                <a:lnTo>
                  <a:pt x="378483" y="189059"/>
                </a:lnTo>
                <a:lnTo>
                  <a:pt x="382158" y="189059"/>
                </a:lnTo>
                <a:lnTo>
                  <a:pt x="385832" y="189059"/>
                </a:lnTo>
                <a:lnTo>
                  <a:pt x="389507" y="189059"/>
                </a:lnTo>
                <a:lnTo>
                  <a:pt x="393182" y="189059"/>
                </a:lnTo>
                <a:lnTo>
                  <a:pt x="396856" y="189059"/>
                </a:lnTo>
                <a:lnTo>
                  <a:pt x="400531" y="189059"/>
                </a:lnTo>
                <a:lnTo>
                  <a:pt x="404205" y="189059"/>
                </a:lnTo>
                <a:lnTo>
                  <a:pt x="407880" y="189059"/>
                </a:lnTo>
                <a:lnTo>
                  <a:pt x="411555" y="189059"/>
                </a:lnTo>
                <a:lnTo>
                  <a:pt x="415229" y="189059"/>
                </a:lnTo>
                <a:lnTo>
                  <a:pt x="418904" y="189059"/>
                </a:lnTo>
                <a:lnTo>
                  <a:pt x="422578" y="189059"/>
                </a:lnTo>
                <a:lnTo>
                  <a:pt x="426253" y="189059"/>
                </a:lnTo>
                <a:lnTo>
                  <a:pt x="429928" y="189059"/>
                </a:lnTo>
                <a:lnTo>
                  <a:pt x="433602" y="189058"/>
                </a:lnTo>
                <a:lnTo>
                  <a:pt x="437277" y="189058"/>
                </a:lnTo>
                <a:lnTo>
                  <a:pt x="440951" y="189057"/>
                </a:lnTo>
                <a:lnTo>
                  <a:pt x="444626" y="189056"/>
                </a:lnTo>
                <a:lnTo>
                  <a:pt x="448301" y="189055"/>
                </a:lnTo>
                <a:lnTo>
                  <a:pt x="451975" y="189053"/>
                </a:lnTo>
                <a:lnTo>
                  <a:pt x="455650" y="189051"/>
                </a:lnTo>
                <a:lnTo>
                  <a:pt x="459324" y="189048"/>
                </a:lnTo>
                <a:lnTo>
                  <a:pt x="462999" y="189044"/>
                </a:lnTo>
                <a:lnTo>
                  <a:pt x="466674" y="189038"/>
                </a:lnTo>
                <a:lnTo>
                  <a:pt x="470348" y="189032"/>
                </a:lnTo>
                <a:lnTo>
                  <a:pt x="474023" y="189023"/>
                </a:lnTo>
                <a:lnTo>
                  <a:pt x="477697" y="189013"/>
                </a:lnTo>
                <a:lnTo>
                  <a:pt x="481372" y="189001"/>
                </a:lnTo>
                <a:lnTo>
                  <a:pt x="485047" y="188986"/>
                </a:lnTo>
                <a:lnTo>
                  <a:pt x="488721" y="188969"/>
                </a:lnTo>
                <a:lnTo>
                  <a:pt x="492396" y="188948"/>
                </a:lnTo>
                <a:lnTo>
                  <a:pt x="496070" y="188925"/>
                </a:lnTo>
                <a:lnTo>
                  <a:pt x="499745" y="188899"/>
                </a:lnTo>
                <a:lnTo>
                  <a:pt x="503420" y="188870"/>
                </a:lnTo>
                <a:lnTo>
                  <a:pt x="507094" y="188838"/>
                </a:lnTo>
                <a:lnTo>
                  <a:pt x="510769" y="188803"/>
                </a:lnTo>
                <a:lnTo>
                  <a:pt x="514443" y="188766"/>
                </a:lnTo>
                <a:lnTo>
                  <a:pt x="518118" y="188727"/>
                </a:lnTo>
                <a:lnTo>
                  <a:pt x="521793" y="188686"/>
                </a:lnTo>
                <a:lnTo>
                  <a:pt x="525467" y="188644"/>
                </a:lnTo>
                <a:lnTo>
                  <a:pt x="529142" y="188602"/>
                </a:lnTo>
                <a:lnTo>
                  <a:pt x="532816" y="188559"/>
                </a:lnTo>
                <a:lnTo>
                  <a:pt x="536491" y="188515"/>
                </a:lnTo>
                <a:lnTo>
                  <a:pt x="540166" y="188472"/>
                </a:lnTo>
                <a:lnTo>
                  <a:pt x="543840" y="188430"/>
                </a:lnTo>
                <a:lnTo>
                  <a:pt x="547515" y="188387"/>
                </a:lnTo>
                <a:lnTo>
                  <a:pt x="551189" y="188344"/>
                </a:lnTo>
                <a:lnTo>
                  <a:pt x="554864" y="188301"/>
                </a:lnTo>
                <a:lnTo>
                  <a:pt x="558539" y="188256"/>
                </a:lnTo>
                <a:lnTo>
                  <a:pt x="562213" y="188210"/>
                </a:lnTo>
                <a:lnTo>
                  <a:pt x="565888" y="188162"/>
                </a:lnTo>
                <a:lnTo>
                  <a:pt x="569562" y="188111"/>
                </a:lnTo>
                <a:lnTo>
                  <a:pt x="573237" y="188057"/>
                </a:lnTo>
                <a:lnTo>
                  <a:pt x="576912" y="187999"/>
                </a:lnTo>
                <a:lnTo>
                  <a:pt x="580586" y="187936"/>
                </a:lnTo>
                <a:lnTo>
                  <a:pt x="584261" y="187868"/>
                </a:lnTo>
                <a:lnTo>
                  <a:pt x="587935" y="187795"/>
                </a:lnTo>
                <a:lnTo>
                  <a:pt x="591610" y="187718"/>
                </a:lnTo>
                <a:lnTo>
                  <a:pt x="595285" y="187635"/>
                </a:lnTo>
                <a:lnTo>
                  <a:pt x="598959" y="187547"/>
                </a:lnTo>
                <a:lnTo>
                  <a:pt x="602634" y="187454"/>
                </a:lnTo>
                <a:lnTo>
                  <a:pt x="606308" y="187357"/>
                </a:lnTo>
                <a:lnTo>
                  <a:pt x="609983" y="187254"/>
                </a:lnTo>
                <a:lnTo>
                  <a:pt x="613658" y="187146"/>
                </a:lnTo>
                <a:lnTo>
                  <a:pt x="617332" y="187033"/>
                </a:lnTo>
                <a:lnTo>
                  <a:pt x="621007" y="186915"/>
                </a:lnTo>
                <a:lnTo>
                  <a:pt x="624681" y="186790"/>
                </a:lnTo>
                <a:lnTo>
                  <a:pt x="628356" y="186657"/>
                </a:lnTo>
                <a:lnTo>
                  <a:pt x="632031" y="186516"/>
                </a:lnTo>
                <a:lnTo>
                  <a:pt x="635705" y="186363"/>
                </a:lnTo>
                <a:lnTo>
                  <a:pt x="639380" y="186195"/>
                </a:lnTo>
                <a:lnTo>
                  <a:pt x="643054" y="186010"/>
                </a:lnTo>
                <a:lnTo>
                  <a:pt x="646729" y="185805"/>
                </a:lnTo>
                <a:lnTo>
                  <a:pt x="650404" y="185575"/>
                </a:lnTo>
                <a:lnTo>
                  <a:pt x="654078" y="185319"/>
                </a:lnTo>
                <a:lnTo>
                  <a:pt x="657753" y="185032"/>
                </a:lnTo>
                <a:lnTo>
                  <a:pt x="661427" y="184711"/>
                </a:lnTo>
                <a:lnTo>
                  <a:pt x="665102" y="184353"/>
                </a:lnTo>
                <a:lnTo>
                  <a:pt x="668777" y="183950"/>
                </a:lnTo>
                <a:lnTo>
                  <a:pt x="672451" y="183501"/>
                </a:lnTo>
                <a:lnTo>
                  <a:pt x="676126" y="183008"/>
                </a:lnTo>
                <a:lnTo>
                  <a:pt x="679800" y="182470"/>
                </a:lnTo>
                <a:lnTo>
                  <a:pt x="683475" y="181888"/>
                </a:lnTo>
                <a:lnTo>
                  <a:pt x="687150" y="181261"/>
                </a:lnTo>
                <a:lnTo>
                  <a:pt x="690824" y="180592"/>
                </a:lnTo>
                <a:lnTo>
                  <a:pt x="694499" y="179884"/>
                </a:lnTo>
                <a:lnTo>
                  <a:pt x="698173" y="179137"/>
                </a:lnTo>
                <a:lnTo>
                  <a:pt x="701848" y="178355"/>
                </a:lnTo>
                <a:lnTo>
                  <a:pt x="705523" y="177545"/>
                </a:lnTo>
                <a:lnTo>
                  <a:pt x="709197" y="176711"/>
                </a:lnTo>
                <a:lnTo>
                  <a:pt x="712872" y="175857"/>
                </a:lnTo>
                <a:lnTo>
                  <a:pt x="716546" y="174986"/>
                </a:lnTo>
                <a:lnTo>
                  <a:pt x="720221" y="174101"/>
                </a:lnTo>
                <a:lnTo>
                  <a:pt x="723896" y="173206"/>
                </a:lnTo>
                <a:lnTo>
                  <a:pt x="727570" y="172301"/>
                </a:lnTo>
                <a:lnTo>
                  <a:pt x="731245" y="171386"/>
                </a:lnTo>
                <a:lnTo>
                  <a:pt x="734919" y="170464"/>
                </a:lnTo>
                <a:lnTo>
                  <a:pt x="738594" y="169533"/>
                </a:lnTo>
                <a:lnTo>
                  <a:pt x="742269" y="168591"/>
                </a:lnTo>
                <a:lnTo>
                  <a:pt x="745943" y="167636"/>
                </a:lnTo>
                <a:lnTo>
                  <a:pt x="749618" y="166664"/>
                </a:lnTo>
                <a:lnTo>
                  <a:pt x="753292" y="165672"/>
                </a:lnTo>
                <a:lnTo>
                  <a:pt x="756967" y="164655"/>
                </a:lnTo>
                <a:lnTo>
                  <a:pt x="760642" y="163602"/>
                </a:lnTo>
                <a:lnTo>
                  <a:pt x="764316" y="162513"/>
                </a:lnTo>
                <a:lnTo>
                  <a:pt x="767991" y="161381"/>
                </a:lnTo>
                <a:lnTo>
                  <a:pt x="771665" y="160201"/>
                </a:lnTo>
                <a:lnTo>
                  <a:pt x="775340" y="158969"/>
                </a:lnTo>
                <a:lnTo>
                  <a:pt x="779015" y="157681"/>
                </a:lnTo>
                <a:lnTo>
                  <a:pt x="782689" y="156333"/>
                </a:lnTo>
                <a:lnTo>
                  <a:pt x="786364" y="154921"/>
                </a:lnTo>
                <a:lnTo>
                  <a:pt x="790038" y="153437"/>
                </a:lnTo>
                <a:lnTo>
                  <a:pt x="793713" y="151883"/>
                </a:lnTo>
                <a:lnTo>
                  <a:pt x="797388" y="150265"/>
                </a:lnTo>
                <a:lnTo>
                  <a:pt x="801062" y="148582"/>
                </a:lnTo>
                <a:lnTo>
                  <a:pt x="804737" y="146836"/>
                </a:lnTo>
                <a:lnTo>
                  <a:pt x="808411" y="145032"/>
                </a:lnTo>
                <a:lnTo>
                  <a:pt x="812086" y="143171"/>
                </a:lnTo>
                <a:lnTo>
                  <a:pt x="815761" y="141259"/>
                </a:lnTo>
                <a:lnTo>
                  <a:pt x="819435" y="139295"/>
                </a:lnTo>
                <a:lnTo>
                  <a:pt x="823110" y="137284"/>
                </a:lnTo>
                <a:lnTo>
                  <a:pt x="826784" y="135235"/>
                </a:lnTo>
                <a:lnTo>
                  <a:pt x="830459" y="133152"/>
                </a:lnTo>
                <a:lnTo>
                  <a:pt x="834134" y="131037"/>
                </a:lnTo>
                <a:lnTo>
                  <a:pt x="837808" y="128896"/>
                </a:lnTo>
                <a:lnTo>
                  <a:pt x="841483" y="126731"/>
                </a:lnTo>
                <a:lnTo>
                  <a:pt x="845157" y="124544"/>
                </a:lnTo>
                <a:lnTo>
                  <a:pt x="848832" y="122339"/>
                </a:lnTo>
                <a:lnTo>
                  <a:pt x="852507" y="120118"/>
                </a:lnTo>
                <a:lnTo>
                  <a:pt x="856181" y="117883"/>
                </a:lnTo>
                <a:lnTo>
                  <a:pt x="859856" y="115639"/>
                </a:lnTo>
                <a:lnTo>
                  <a:pt x="863530" y="113385"/>
                </a:lnTo>
                <a:lnTo>
                  <a:pt x="867205" y="111123"/>
                </a:lnTo>
                <a:lnTo>
                  <a:pt x="870880" y="108855"/>
                </a:lnTo>
                <a:lnTo>
                  <a:pt x="874554" y="106581"/>
                </a:lnTo>
                <a:lnTo>
                  <a:pt x="878229" y="104301"/>
                </a:lnTo>
                <a:lnTo>
                  <a:pt x="881903" y="102014"/>
                </a:lnTo>
                <a:lnTo>
                  <a:pt x="885578" y="99719"/>
                </a:lnTo>
                <a:lnTo>
                  <a:pt x="889253" y="97414"/>
                </a:lnTo>
                <a:lnTo>
                  <a:pt x="892927" y="95098"/>
                </a:lnTo>
                <a:lnTo>
                  <a:pt x="896602" y="92768"/>
                </a:lnTo>
                <a:lnTo>
                  <a:pt x="900276" y="90420"/>
                </a:lnTo>
                <a:lnTo>
                  <a:pt x="903951" y="88052"/>
                </a:lnTo>
                <a:lnTo>
                  <a:pt x="907626" y="85661"/>
                </a:lnTo>
                <a:lnTo>
                  <a:pt x="911300" y="83242"/>
                </a:lnTo>
                <a:lnTo>
                  <a:pt x="914975" y="80796"/>
                </a:lnTo>
                <a:lnTo>
                  <a:pt x="918649" y="78324"/>
                </a:lnTo>
                <a:lnTo>
                  <a:pt x="922324" y="75830"/>
                </a:lnTo>
                <a:lnTo>
                  <a:pt x="925999" y="73316"/>
                </a:lnTo>
                <a:lnTo>
                  <a:pt x="929673" y="70789"/>
                </a:lnTo>
                <a:lnTo>
                  <a:pt x="933348" y="68258"/>
                </a:lnTo>
                <a:lnTo>
                  <a:pt x="937022" y="65730"/>
                </a:lnTo>
                <a:lnTo>
                  <a:pt x="940697" y="63219"/>
                </a:lnTo>
                <a:lnTo>
                  <a:pt x="944372" y="60741"/>
                </a:lnTo>
                <a:lnTo>
                  <a:pt x="948046" y="58304"/>
                </a:lnTo>
                <a:lnTo>
                  <a:pt x="951721" y="55920"/>
                </a:lnTo>
                <a:lnTo>
                  <a:pt x="955395" y="53597"/>
                </a:lnTo>
                <a:lnTo>
                  <a:pt x="959070" y="51342"/>
                </a:lnTo>
                <a:lnTo>
                  <a:pt x="962745" y="49159"/>
                </a:lnTo>
                <a:lnTo>
                  <a:pt x="966419" y="47049"/>
                </a:lnTo>
                <a:lnTo>
                  <a:pt x="970094" y="45013"/>
                </a:lnTo>
                <a:lnTo>
                  <a:pt x="973768" y="43050"/>
                </a:lnTo>
                <a:lnTo>
                  <a:pt x="977443" y="41142"/>
                </a:lnTo>
                <a:lnTo>
                  <a:pt x="981118" y="39279"/>
                </a:lnTo>
                <a:lnTo>
                  <a:pt x="984792" y="37451"/>
                </a:lnTo>
                <a:lnTo>
                  <a:pt x="988467" y="35646"/>
                </a:lnTo>
                <a:lnTo>
                  <a:pt x="992141" y="33854"/>
                </a:lnTo>
                <a:lnTo>
                  <a:pt x="995816" y="32066"/>
                </a:lnTo>
                <a:lnTo>
                  <a:pt x="999491" y="30275"/>
                </a:lnTo>
                <a:lnTo>
                  <a:pt x="1003165" y="28476"/>
                </a:lnTo>
                <a:lnTo>
                  <a:pt x="1006840" y="26668"/>
                </a:lnTo>
                <a:lnTo>
                  <a:pt x="1010514" y="24855"/>
                </a:lnTo>
                <a:lnTo>
                  <a:pt x="1014189" y="23042"/>
                </a:lnTo>
                <a:lnTo>
                  <a:pt x="1017864" y="21235"/>
                </a:lnTo>
                <a:lnTo>
                  <a:pt x="1021538" y="19444"/>
                </a:lnTo>
                <a:lnTo>
                  <a:pt x="1025213" y="17678"/>
                </a:lnTo>
                <a:lnTo>
                  <a:pt x="1028887" y="15948"/>
                </a:lnTo>
                <a:lnTo>
                  <a:pt x="1032562" y="14273"/>
                </a:lnTo>
                <a:lnTo>
                  <a:pt x="1036237" y="12660"/>
                </a:lnTo>
                <a:lnTo>
                  <a:pt x="1039911" y="11117"/>
                </a:lnTo>
                <a:lnTo>
                  <a:pt x="1043586" y="9653"/>
                </a:lnTo>
                <a:lnTo>
                  <a:pt x="1047260" y="8274"/>
                </a:lnTo>
                <a:lnTo>
                  <a:pt x="1050935" y="6986"/>
                </a:lnTo>
                <a:lnTo>
                  <a:pt x="1054610" y="5795"/>
                </a:lnTo>
                <a:lnTo>
                  <a:pt x="1058284" y="4704"/>
                </a:lnTo>
                <a:lnTo>
                  <a:pt x="1061959" y="3726"/>
                </a:lnTo>
                <a:lnTo>
                  <a:pt x="1065633" y="2863"/>
                </a:lnTo>
                <a:lnTo>
                  <a:pt x="1069308" y="2108"/>
                </a:lnTo>
                <a:lnTo>
                  <a:pt x="1072983" y="1465"/>
                </a:lnTo>
                <a:lnTo>
                  <a:pt x="1076657" y="934"/>
                </a:lnTo>
                <a:lnTo>
                  <a:pt x="1080332" y="518"/>
                </a:lnTo>
                <a:lnTo>
                  <a:pt x="1084006" y="221"/>
                </a:lnTo>
                <a:lnTo>
                  <a:pt x="1087681" y="44"/>
                </a:lnTo>
                <a:lnTo>
                  <a:pt x="1091356" y="0"/>
                </a:lnTo>
                <a:lnTo>
                  <a:pt x="1095030" y="100"/>
                </a:lnTo>
                <a:lnTo>
                  <a:pt x="1098705" y="334"/>
                </a:lnTo>
                <a:lnTo>
                  <a:pt x="1102379" y="708"/>
                </a:lnTo>
                <a:lnTo>
                  <a:pt x="1106054" y="1223"/>
                </a:lnTo>
                <a:lnTo>
                  <a:pt x="1109729" y="1881"/>
                </a:lnTo>
                <a:lnTo>
                  <a:pt x="1113403" y="2683"/>
                </a:lnTo>
                <a:lnTo>
                  <a:pt x="1117078" y="3626"/>
                </a:lnTo>
                <a:lnTo>
                  <a:pt x="1120752" y="4709"/>
                </a:lnTo>
                <a:lnTo>
                  <a:pt x="1124427" y="5943"/>
                </a:lnTo>
                <a:lnTo>
                  <a:pt x="1128102" y="7295"/>
                </a:lnTo>
                <a:lnTo>
                  <a:pt x="1131776" y="8755"/>
                </a:lnTo>
                <a:lnTo>
                  <a:pt x="1135451" y="10307"/>
                </a:lnTo>
                <a:lnTo>
                  <a:pt x="1139125" y="11937"/>
                </a:lnTo>
                <a:lnTo>
                  <a:pt x="1142800" y="13628"/>
                </a:lnTo>
                <a:lnTo>
                  <a:pt x="1146475" y="15362"/>
                </a:lnTo>
                <a:lnTo>
                  <a:pt x="1150149" y="17122"/>
                </a:lnTo>
                <a:lnTo>
                  <a:pt x="1153824" y="18889"/>
                </a:lnTo>
                <a:lnTo>
                  <a:pt x="1157498" y="20642"/>
                </a:lnTo>
                <a:lnTo>
                  <a:pt x="1161173" y="22368"/>
                </a:lnTo>
                <a:lnTo>
                  <a:pt x="1164848" y="24053"/>
                </a:lnTo>
                <a:lnTo>
                  <a:pt x="1168522" y="25690"/>
                </a:lnTo>
                <a:lnTo>
                  <a:pt x="1172197" y="27269"/>
                </a:lnTo>
                <a:lnTo>
                  <a:pt x="1175871" y="28785"/>
                </a:lnTo>
                <a:lnTo>
                  <a:pt x="1179546" y="30237"/>
                </a:lnTo>
                <a:lnTo>
                  <a:pt x="1183221" y="31617"/>
                </a:lnTo>
                <a:lnTo>
                  <a:pt x="1186895" y="32932"/>
                </a:lnTo>
                <a:lnTo>
                  <a:pt x="1190570" y="34192"/>
                </a:lnTo>
                <a:lnTo>
                  <a:pt x="1194244" y="35406"/>
                </a:lnTo>
                <a:lnTo>
                  <a:pt x="1197919" y="36583"/>
                </a:lnTo>
                <a:lnTo>
                  <a:pt x="1201594" y="37735"/>
                </a:lnTo>
                <a:lnTo>
                  <a:pt x="1205268" y="38875"/>
                </a:lnTo>
                <a:lnTo>
                  <a:pt x="1208943" y="40015"/>
                </a:lnTo>
                <a:lnTo>
                  <a:pt x="1212617" y="41172"/>
                </a:lnTo>
                <a:lnTo>
                  <a:pt x="1216292" y="42362"/>
                </a:lnTo>
                <a:lnTo>
                  <a:pt x="1219967" y="43595"/>
                </a:lnTo>
                <a:lnTo>
                  <a:pt x="1223641" y="44882"/>
                </a:lnTo>
                <a:lnTo>
                  <a:pt x="1227316" y="46230"/>
                </a:lnTo>
                <a:lnTo>
                  <a:pt x="1230990" y="47643"/>
                </a:lnTo>
                <a:lnTo>
                  <a:pt x="1234665" y="49124"/>
                </a:lnTo>
                <a:lnTo>
                  <a:pt x="1238340" y="50673"/>
                </a:lnTo>
                <a:lnTo>
                  <a:pt x="1242014" y="52288"/>
                </a:lnTo>
                <a:lnTo>
                  <a:pt x="1245689" y="53969"/>
                </a:lnTo>
                <a:lnTo>
                  <a:pt x="1249363" y="55697"/>
                </a:lnTo>
                <a:lnTo>
                  <a:pt x="1253038" y="57461"/>
                </a:lnTo>
                <a:lnTo>
                  <a:pt x="1256713" y="59250"/>
                </a:lnTo>
                <a:lnTo>
                  <a:pt x="1260387" y="61052"/>
                </a:lnTo>
                <a:lnTo>
                  <a:pt x="1264062" y="62855"/>
                </a:lnTo>
                <a:lnTo>
                  <a:pt x="1267736" y="64647"/>
                </a:lnTo>
                <a:lnTo>
                  <a:pt x="1271411" y="66419"/>
                </a:lnTo>
                <a:lnTo>
                  <a:pt x="1275086" y="68155"/>
                </a:lnTo>
                <a:lnTo>
                  <a:pt x="1278760" y="69852"/>
                </a:lnTo>
                <a:lnTo>
                  <a:pt x="1282435" y="71505"/>
                </a:lnTo>
                <a:lnTo>
                  <a:pt x="1286109" y="73113"/>
                </a:lnTo>
                <a:lnTo>
                  <a:pt x="1289784" y="74676"/>
                </a:lnTo>
                <a:lnTo>
                  <a:pt x="1293459" y="76195"/>
                </a:lnTo>
                <a:lnTo>
                  <a:pt x="1297133" y="77673"/>
                </a:lnTo>
                <a:lnTo>
                  <a:pt x="1300808" y="79116"/>
                </a:lnTo>
                <a:lnTo>
                  <a:pt x="1304482" y="80528"/>
                </a:lnTo>
                <a:lnTo>
                  <a:pt x="1308157" y="81918"/>
                </a:lnTo>
                <a:lnTo>
                  <a:pt x="1311832" y="83297"/>
                </a:lnTo>
                <a:lnTo>
                  <a:pt x="1315506" y="84672"/>
                </a:lnTo>
                <a:lnTo>
                  <a:pt x="1319181" y="86052"/>
                </a:lnTo>
                <a:lnTo>
                  <a:pt x="1322855" y="87445"/>
                </a:lnTo>
                <a:lnTo>
                  <a:pt x="1326530" y="88857"/>
                </a:lnTo>
                <a:lnTo>
                  <a:pt x="1330205" y="90293"/>
                </a:lnTo>
                <a:lnTo>
                  <a:pt x="1333879" y="91762"/>
                </a:lnTo>
                <a:lnTo>
                  <a:pt x="1337554" y="93268"/>
                </a:lnTo>
                <a:lnTo>
                  <a:pt x="1341228" y="94809"/>
                </a:lnTo>
                <a:lnTo>
                  <a:pt x="1344903" y="96386"/>
                </a:lnTo>
                <a:lnTo>
                  <a:pt x="1348577" y="97997"/>
                </a:lnTo>
                <a:lnTo>
                  <a:pt x="1352252" y="99640"/>
                </a:lnTo>
                <a:lnTo>
                  <a:pt x="1355927" y="101311"/>
                </a:lnTo>
                <a:lnTo>
                  <a:pt x="1359601" y="103007"/>
                </a:lnTo>
                <a:lnTo>
                  <a:pt x="1363276" y="104722"/>
                </a:lnTo>
                <a:lnTo>
                  <a:pt x="1366950" y="106453"/>
                </a:lnTo>
                <a:lnTo>
                  <a:pt x="1370625" y="108191"/>
                </a:lnTo>
                <a:lnTo>
                  <a:pt x="1374300" y="109930"/>
                </a:lnTo>
                <a:lnTo>
                  <a:pt x="1377974" y="111666"/>
                </a:lnTo>
                <a:lnTo>
                  <a:pt x="1381649" y="113393"/>
                </a:lnTo>
                <a:lnTo>
                  <a:pt x="1385323" y="115106"/>
                </a:lnTo>
                <a:lnTo>
                  <a:pt x="1388998" y="116800"/>
                </a:lnTo>
                <a:lnTo>
                  <a:pt x="1392673" y="118470"/>
                </a:lnTo>
                <a:lnTo>
                  <a:pt x="1396347" y="120107"/>
                </a:lnTo>
                <a:lnTo>
                  <a:pt x="1400022" y="121709"/>
                </a:lnTo>
                <a:lnTo>
                  <a:pt x="1403696" y="123273"/>
                </a:lnTo>
                <a:lnTo>
                  <a:pt x="1407371" y="124795"/>
                </a:lnTo>
                <a:lnTo>
                  <a:pt x="1411046" y="126271"/>
                </a:lnTo>
                <a:lnTo>
                  <a:pt x="1414720" y="127700"/>
                </a:lnTo>
                <a:lnTo>
                  <a:pt x="1418395" y="129079"/>
                </a:lnTo>
                <a:lnTo>
                  <a:pt x="1422069" y="130408"/>
                </a:lnTo>
                <a:lnTo>
                  <a:pt x="1425744" y="131682"/>
                </a:lnTo>
                <a:lnTo>
                  <a:pt x="1429419" y="132905"/>
                </a:lnTo>
                <a:lnTo>
                  <a:pt x="1433093" y="134082"/>
                </a:lnTo>
                <a:lnTo>
                  <a:pt x="1436768" y="135217"/>
                </a:lnTo>
                <a:lnTo>
                  <a:pt x="1440442" y="136313"/>
                </a:lnTo>
                <a:lnTo>
                  <a:pt x="1444117" y="137375"/>
                </a:lnTo>
                <a:lnTo>
                  <a:pt x="1447792" y="138408"/>
                </a:lnTo>
                <a:lnTo>
                  <a:pt x="1451466" y="139414"/>
                </a:lnTo>
                <a:lnTo>
                  <a:pt x="1455141" y="140398"/>
                </a:lnTo>
                <a:lnTo>
                  <a:pt x="1458815" y="141362"/>
                </a:lnTo>
                <a:lnTo>
                  <a:pt x="1462490" y="142312"/>
                </a:lnTo>
                <a:lnTo>
                  <a:pt x="1466165" y="143247"/>
                </a:lnTo>
                <a:lnTo>
                  <a:pt x="1469839" y="144170"/>
                </a:lnTo>
                <a:lnTo>
                  <a:pt x="1473514" y="145079"/>
                </a:lnTo>
                <a:lnTo>
                  <a:pt x="1477188" y="145974"/>
                </a:lnTo>
                <a:lnTo>
                  <a:pt x="1480863" y="146853"/>
                </a:lnTo>
                <a:lnTo>
                  <a:pt x="1484538" y="147715"/>
                </a:lnTo>
                <a:lnTo>
                  <a:pt x="1488212" y="148556"/>
                </a:lnTo>
                <a:lnTo>
                  <a:pt x="1491887" y="149377"/>
                </a:lnTo>
                <a:lnTo>
                  <a:pt x="1495561" y="150178"/>
                </a:lnTo>
                <a:lnTo>
                  <a:pt x="1499236" y="150957"/>
                </a:lnTo>
                <a:lnTo>
                  <a:pt x="1502911" y="151718"/>
                </a:lnTo>
                <a:lnTo>
                  <a:pt x="1506585" y="152460"/>
                </a:lnTo>
                <a:lnTo>
                  <a:pt x="1510260" y="153187"/>
                </a:lnTo>
                <a:lnTo>
                  <a:pt x="1513934" y="153902"/>
                </a:lnTo>
                <a:lnTo>
                  <a:pt x="1517609" y="154608"/>
                </a:lnTo>
                <a:lnTo>
                  <a:pt x="1521284" y="155312"/>
                </a:lnTo>
                <a:lnTo>
                  <a:pt x="1524958" y="156019"/>
                </a:lnTo>
                <a:lnTo>
                  <a:pt x="1528633" y="156734"/>
                </a:lnTo>
                <a:lnTo>
                  <a:pt x="1532307" y="157461"/>
                </a:lnTo>
                <a:lnTo>
                  <a:pt x="1535982" y="158204"/>
                </a:lnTo>
                <a:lnTo>
                  <a:pt x="1539657" y="158966"/>
                </a:lnTo>
                <a:lnTo>
                  <a:pt x="1543331" y="159750"/>
                </a:lnTo>
                <a:lnTo>
                  <a:pt x="1547006" y="160561"/>
                </a:lnTo>
                <a:lnTo>
                  <a:pt x="1550680" y="161396"/>
                </a:lnTo>
                <a:lnTo>
                  <a:pt x="1554355" y="162254"/>
                </a:lnTo>
                <a:lnTo>
                  <a:pt x="1558030" y="163131"/>
                </a:lnTo>
                <a:lnTo>
                  <a:pt x="1561704" y="164025"/>
                </a:lnTo>
                <a:lnTo>
                  <a:pt x="1565379" y="164930"/>
                </a:lnTo>
                <a:lnTo>
                  <a:pt x="1569053" y="165841"/>
                </a:lnTo>
                <a:lnTo>
                  <a:pt x="1572728" y="166752"/>
                </a:lnTo>
                <a:lnTo>
                  <a:pt x="1576403" y="167657"/>
                </a:lnTo>
                <a:lnTo>
                  <a:pt x="1580077" y="168546"/>
                </a:lnTo>
                <a:lnTo>
                  <a:pt x="1583752" y="169415"/>
                </a:lnTo>
                <a:lnTo>
                  <a:pt x="1587426" y="170257"/>
                </a:lnTo>
                <a:lnTo>
                  <a:pt x="1591101" y="171070"/>
                </a:lnTo>
                <a:lnTo>
                  <a:pt x="1594776" y="171849"/>
                </a:lnTo>
                <a:lnTo>
                  <a:pt x="1598450" y="172591"/>
                </a:lnTo>
                <a:lnTo>
                  <a:pt x="1602125" y="173294"/>
                </a:lnTo>
                <a:lnTo>
                  <a:pt x="1605799" y="173957"/>
                </a:lnTo>
                <a:lnTo>
                  <a:pt x="1609474" y="174577"/>
                </a:lnTo>
                <a:lnTo>
                  <a:pt x="1613149" y="175159"/>
                </a:lnTo>
                <a:lnTo>
                  <a:pt x="1616823" y="175706"/>
                </a:lnTo>
                <a:lnTo>
                  <a:pt x="1620498" y="176219"/>
                </a:lnTo>
                <a:lnTo>
                  <a:pt x="1624172" y="176702"/>
                </a:lnTo>
                <a:lnTo>
                  <a:pt x="1627847" y="177156"/>
                </a:lnTo>
                <a:lnTo>
                  <a:pt x="1631522" y="177583"/>
                </a:lnTo>
                <a:lnTo>
                  <a:pt x="1635196" y="177987"/>
                </a:lnTo>
                <a:lnTo>
                  <a:pt x="1638871" y="178366"/>
                </a:lnTo>
                <a:lnTo>
                  <a:pt x="1642545" y="178724"/>
                </a:lnTo>
                <a:lnTo>
                  <a:pt x="1646220" y="179065"/>
                </a:lnTo>
                <a:lnTo>
                  <a:pt x="1649895" y="179389"/>
                </a:lnTo>
                <a:lnTo>
                  <a:pt x="1653569" y="179697"/>
                </a:lnTo>
                <a:lnTo>
                  <a:pt x="1657244" y="179991"/>
                </a:lnTo>
                <a:lnTo>
                  <a:pt x="1660918" y="180272"/>
                </a:lnTo>
                <a:lnTo>
                  <a:pt x="1664593" y="180541"/>
                </a:lnTo>
                <a:lnTo>
                  <a:pt x="1668268" y="180800"/>
                </a:lnTo>
                <a:lnTo>
                  <a:pt x="1671942" y="181049"/>
                </a:lnTo>
                <a:lnTo>
                  <a:pt x="1675617" y="181291"/>
                </a:lnTo>
                <a:lnTo>
                  <a:pt x="1679291" y="181528"/>
                </a:lnTo>
                <a:lnTo>
                  <a:pt x="1682966" y="181759"/>
                </a:lnTo>
                <a:lnTo>
                  <a:pt x="1686641" y="181985"/>
                </a:lnTo>
                <a:lnTo>
                  <a:pt x="1690315" y="182207"/>
                </a:lnTo>
                <a:lnTo>
                  <a:pt x="1693990" y="182425"/>
                </a:lnTo>
                <a:lnTo>
                  <a:pt x="1697664" y="182637"/>
                </a:lnTo>
                <a:lnTo>
                  <a:pt x="1701339" y="182842"/>
                </a:lnTo>
                <a:lnTo>
                  <a:pt x="1705014" y="183038"/>
                </a:lnTo>
                <a:lnTo>
                  <a:pt x="1708688" y="183226"/>
                </a:lnTo>
                <a:lnTo>
                  <a:pt x="1712363" y="183401"/>
                </a:lnTo>
                <a:lnTo>
                  <a:pt x="1716037" y="183564"/>
                </a:lnTo>
                <a:lnTo>
                  <a:pt x="1719712" y="183712"/>
                </a:lnTo>
                <a:lnTo>
                  <a:pt x="1723387" y="183845"/>
                </a:lnTo>
                <a:lnTo>
                  <a:pt x="1727061" y="183961"/>
                </a:lnTo>
                <a:lnTo>
                  <a:pt x="1730736" y="184059"/>
                </a:lnTo>
                <a:lnTo>
                  <a:pt x="1734410" y="184141"/>
                </a:lnTo>
                <a:lnTo>
                  <a:pt x="1738085" y="184211"/>
                </a:lnTo>
                <a:lnTo>
                  <a:pt x="1741760" y="184270"/>
                </a:lnTo>
                <a:lnTo>
                  <a:pt x="1745434" y="184320"/>
                </a:lnTo>
                <a:lnTo>
                  <a:pt x="1749109" y="184365"/>
                </a:lnTo>
                <a:lnTo>
                  <a:pt x="1752783" y="184409"/>
                </a:lnTo>
                <a:lnTo>
                  <a:pt x="1756458" y="184454"/>
                </a:lnTo>
                <a:lnTo>
                  <a:pt x="1760133" y="184506"/>
                </a:lnTo>
                <a:lnTo>
                  <a:pt x="1763807" y="184568"/>
                </a:lnTo>
                <a:lnTo>
                  <a:pt x="1767482" y="184642"/>
                </a:lnTo>
                <a:lnTo>
                  <a:pt x="1771156" y="184730"/>
                </a:lnTo>
                <a:lnTo>
                  <a:pt x="1774831" y="184832"/>
                </a:lnTo>
                <a:lnTo>
                  <a:pt x="1778506" y="184950"/>
                </a:lnTo>
                <a:lnTo>
                  <a:pt x="1782180" y="185083"/>
                </a:lnTo>
                <a:lnTo>
                  <a:pt x="1785855" y="185229"/>
                </a:lnTo>
                <a:lnTo>
                  <a:pt x="1789529" y="185388"/>
                </a:lnTo>
                <a:lnTo>
                  <a:pt x="1793204" y="185557"/>
                </a:lnTo>
                <a:lnTo>
                  <a:pt x="1796879" y="185732"/>
                </a:lnTo>
                <a:lnTo>
                  <a:pt x="1800553" y="185911"/>
                </a:lnTo>
                <a:lnTo>
                  <a:pt x="1804228" y="186091"/>
                </a:lnTo>
                <a:lnTo>
                  <a:pt x="1807902" y="186269"/>
                </a:lnTo>
                <a:lnTo>
                  <a:pt x="1811577" y="186443"/>
                </a:lnTo>
                <a:lnTo>
                  <a:pt x="1815252" y="186610"/>
                </a:lnTo>
                <a:lnTo>
                  <a:pt x="1818926" y="186770"/>
                </a:lnTo>
                <a:lnTo>
                  <a:pt x="1822601" y="186920"/>
                </a:lnTo>
                <a:lnTo>
                  <a:pt x="1826275" y="187060"/>
                </a:lnTo>
                <a:lnTo>
                  <a:pt x="1829950" y="187190"/>
                </a:lnTo>
                <a:lnTo>
                  <a:pt x="1833625" y="187311"/>
                </a:lnTo>
                <a:lnTo>
                  <a:pt x="1837299" y="187423"/>
                </a:lnTo>
                <a:lnTo>
                  <a:pt x="1840974" y="187526"/>
                </a:lnTo>
                <a:lnTo>
                  <a:pt x="1844648" y="187623"/>
                </a:lnTo>
                <a:lnTo>
                  <a:pt x="1848323" y="187712"/>
                </a:lnTo>
                <a:lnTo>
                  <a:pt x="1851998" y="187795"/>
                </a:lnTo>
                <a:lnTo>
                  <a:pt x="1855672" y="187874"/>
                </a:lnTo>
                <a:lnTo>
                  <a:pt x="1859347" y="187950"/>
                </a:lnTo>
                <a:lnTo>
                  <a:pt x="1863021" y="188023"/>
                </a:lnTo>
                <a:lnTo>
                  <a:pt x="1866696" y="188093"/>
                </a:lnTo>
                <a:lnTo>
                  <a:pt x="1870371" y="188162"/>
                </a:lnTo>
                <a:lnTo>
                  <a:pt x="1874045" y="188230"/>
                </a:lnTo>
                <a:lnTo>
                  <a:pt x="1877720" y="188296"/>
                </a:lnTo>
              </a:path>
            </a:pathLst>
          </a:custGeom>
          <a:ln w="27101" cap="flat">
            <a:solidFill>
              <a:srgbClr val="00BFC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8" name="pg158"/>
          <p:cNvSpPr/>
          <p:nvPr/>
        </p:nvSpPr>
        <p:spPr>
          <a:xfrm>
            <a:off x="6702581" y="4082767"/>
            <a:ext cx="1877720" cy="142048"/>
          </a:xfrm>
          <a:custGeom>
            <a:avLst/>
            <a:gdLst/>
            <a:ahLst/>
            <a:cxnLst/>
            <a:rect l="0" t="0" r="0" b="0"/>
            <a:pathLst>
              <a:path w="1877720" h="142048">
                <a:moveTo>
                  <a:pt x="0" y="142048"/>
                </a:moveTo>
                <a:lnTo>
                  <a:pt x="3674" y="142048"/>
                </a:lnTo>
                <a:lnTo>
                  <a:pt x="7349" y="142048"/>
                </a:lnTo>
                <a:lnTo>
                  <a:pt x="11023" y="142048"/>
                </a:lnTo>
                <a:lnTo>
                  <a:pt x="14698" y="142048"/>
                </a:lnTo>
                <a:lnTo>
                  <a:pt x="18372" y="142048"/>
                </a:lnTo>
                <a:lnTo>
                  <a:pt x="22047" y="142048"/>
                </a:lnTo>
                <a:lnTo>
                  <a:pt x="25722" y="142048"/>
                </a:lnTo>
                <a:lnTo>
                  <a:pt x="29396" y="142048"/>
                </a:lnTo>
                <a:lnTo>
                  <a:pt x="33071" y="142048"/>
                </a:lnTo>
                <a:lnTo>
                  <a:pt x="36745" y="142048"/>
                </a:lnTo>
                <a:lnTo>
                  <a:pt x="40420" y="142048"/>
                </a:lnTo>
                <a:lnTo>
                  <a:pt x="44095" y="142048"/>
                </a:lnTo>
                <a:lnTo>
                  <a:pt x="47769" y="142048"/>
                </a:lnTo>
                <a:lnTo>
                  <a:pt x="51444" y="142048"/>
                </a:lnTo>
                <a:lnTo>
                  <a:pt x="55118" y="142048"/>
                </a:lnTo>
                <a:lnTo>
                  <a:pt x="58793" y="142048"/>
                </a:lnTo>
                <a:lnTo>
                  <a:pt x="62468" y="142048"/>
                </a:lnTo>
                <a:lnTo>
                  <a:pt x="66142" y="142048"/>
                </a:lnTo>
                <a:lnTo>
                  <a:pt x="69817" y="142048"/>
                </a:lnTo>
                <a:lnTo>
                  <a:pt x="73491" y="142048"/>
                </a:lnTo>
                <a:lnTo>
                  <a:pt x="77166" y="142048"/>
                </a:lnTo>
                <a:lnTo>
                  <a:pt x="80841" y="142048"/>
                </a:lnTo>
                <a:lnTo>
                  <a:pt x="84515" y="142048"/>
                </a:lnTo>
                <a:lnTo>
                  <a:pt x="88190" y="142048"/>
                </a:lnTo>
                <a:lnTo>
                  <a:pt x="91864" y="142048"/>
                </a:lnTo>
                <a:lnTo>
                  <a:pt x="95539" y="142048"/>
                </a:lnTo>
                <a:lnTo>
                  <a:pt x="99214" y="142048"/>
                </a:lnTo>
                <a:lnTo>
                  <a:pt x="102888" y="142048"/>
                </a:lnTo>
                <a:lnTo>
                  <a:pt x="106563" y="142048"/>
                </a:lnTo>
                <a:lnTo>
                  <a:pt x="110237" y="142048"/>
                </a:lnTo>
                <a:lnTo>
                  <a:pt x="113912" y="142048"/>
                </a:lnTo>
                <a:lnTo>
                  <a:pt x="117587" y="142048"/>
                </a:lnTo>
                <a:lnTo>
                  <a:pt x="121261" y="142048"/>
                </a:lnTo>
                <a:lnTo>
                  <a:pt x="124936" y="142048"/>
                </a:lnTo>
                <a:lnTo>
                  <a:pt x="128610" y="142048"/>
                </a:lnTo>
                <a:lnTo>
                  <a:pt x="132285" y="142048"/>
                </a:lnTo>
                <a:lnTo>
                  <a:pt x="135960" y="142048"/>
                </a:lnTo>
                <a:lnTo>
                  <a:pt x="139634" y="142048"/>
                </a:lnTo>
                <a:lnTo>
                  <a:pt x="143309" y="142048"/>
                </a:lnTo>
                <a:lnTo>
                  <a:pt x="146983" y="142048"/>
                </a:lnTo>
                <a:lnTo>
                  <a:pt x="150658" y="142048"/>
                </a:lnTo>
                <a:lnTo>
                  <a:pt x="154333" y="142048"/>
                </a:lnTo>
                <a:lnTo>
                  <a:pt x="158007" y="142048"/>
                </a:lnTo>
                <a:lnTo>
                  <a:pt x="161682" y="142048"/>
                </a:lnTo>
                <a:lnTo>
                  <a:pt x="165356" y="142048"/>
                </a:lnTo>
                <a:lnTo>
                  <a:pt x="169031" y="142048"/>
                </a:lnTo>
                <a:lnTo>
                  <a:pt x="172706" y="142048"/>
                </a:lnTo>
                <a:lnTo>
                  <a:pt x="176380" y="142048"/>
                </a:lnTo>
                <a:lnTo>
                  <a:pt x="180055" y="142048"/>
                </a:lnTo>
                <a:lnTo>
                  <a:pt x="183729" y="142048"/>
                </a:lnTo>
                <a:lnTo>
                  <a:pt x="187404" y="142048"/>
                </a:lnTo>
                <a:lnTo>
                  <a:pt x="191079" y="142048"/>
                </a:lnTo>
                <a:lnTo>
                  <a:pt x="194753" y="142048"/>
                </a:lnTo>
                <a:lnTo>
                  <a:pt x="198428" y="142048"/>
                </a:lnTo>
                <a:lnTo>
                  <a:pt x="202102" y="142048"/>
                </a:lnTo>
                <a:lnTo>
                  <a:pt x="205777" y="142048"/>
                </a:lnTo>
                <a:lnTo>
                  <a:pt x="209452" y="142048"/>
                </a:lnTo>
                <a:lnTo>
                  <a:pt x="213126" y="142048"/>
                </a:lnTo>
                <a:lnTo>
                  <a:pt x="216801" y="142048"/>
                </a:lnTo>
                <a:lnTo>
                  <a:pt x="220475" y="142048"/>
                </a:lnTo>
                <a:lnTo>
                  <a:pt x="224150" y="142048"/>
                </a:lnTo>
                <a:lnTo>
                  <a:pt x="227825" y="142048"/>
                </a:lnTo>
                <a:lnTo>
                  <a:pt x="231499" y="142048"/>
                </a:lnTo>
                <a:lnTo>
                  <a:pt x="235174" y="142048"/>
                </a:lnTo>
                <a:lnTo>
                  <a:pt x="238848" y="142048"/>
                </a:lnTo>
                <a:lnTo>
                  <a:pt x="242523" y="142048"/>
                </a:lnTo>
                <a:lnTo>
                  <a:pt x="246198" y="142048"/>
                </a:lnTo>
                <a:lnTo>
                  <a:pt x="249872" y="142048"/>
                </a:lnTo>
                <a:lnTo>
                  <a:pt x="253547" y="142048"/>
                </a:lnTo>
                <a:lnTo>
                  <a:pt x="257221" y="142048"/>
                </a:lnTo>
                <a:lnTo>
                  <a:pt x="260896" y="142048"/>
                </a:lnTo>
                <a:lnTo>
                  <a:pt x="264571" y="142048"/>
                </a:lnTo>
                <a:lnTo>
                  <a:pt x="268245" y="142048"/>
                </a:lnTo>
                <a:lnTo>
                  <a:pt x="271920" y="142048"/>
                </a:lnTo>
                <a:lnTo>
                  <a:pt x="275594" y="142048"/>
                </a:lnTo>
                <a:lnTo>
                  <a:pt x="279269" y="142048"/>
                </a:lnTo>
                <a:lnTo>
                  <a:pt x="282944" y="142048"/>
                </a:lnTo>
                <a:lnTo>
                  <a:pt x="286618" y="142048"/>
                </a:lnTo>
                <a:lnTo>
                  <a:pt x="290293" y="142048"/>
                </a:lnTo>
                <a:lnTo>
                  <a:pt x="293967" y="142048"/>
                </a:lnTo>
                <a:lnTo>
                  <a:pt x="297642" y="142048"/>
                </a:lnTo>
                <a:lnTo>
                  <a:pt x="301317" y="142048"/>
                </a:lnTo>
                <a:lnTo>
                  <a:pt x="304991" y="142048"/>
                </a:lnTo>
                <a:lnTo>
                  <a:pt x="308666" y="142048"/>
                </a:lnTo>
                <a:lnTo>
                  <a:pt x="312340" y="142048"/>
                </a:lnTo>
                <a:lnTo>
                  <a:pt x="316015" y="142048"/>
                </a:lnTo>
                <a:lnTo>
                  <a:pt x="319690" y="142048"/>
                </a:lnTo>
                <a:lnTo>
                  <a:pt x="323364" y="142048"/>
                </a:lnTo>
                <a:lnTo>
                  <a:pt x="327039" y="142048"/>
                </a:lnTo>
                <a:lnTo>
                  <a:pt x="330713" y="142048"/>
                </a:lnTo>
                <a:lnTo>
                  <a:pt x="334388" y="142048"/>
                </a:lnTo>
                <a:lnTo>
                  <a:pt x="338063" y="142048"/>
                </a:lnTo>
                <a:lnTo>
                  <a:pt x="341737" y="142048"/>
                </a:lnTo>
                <a:lnTo>
                  <a:pt x="345412" y="142048"/>
                </a:lnTo>
                <a:lnTo>
                  <a:pt x="349086" y="142048"/>
                </a:lnTo>
                <a:lnTo>
                  <a:pt x="352761" y="142047"/>
                </a:lnTo>
                <a:lnTo>
                  <a:pt x="356436" y="142047"/>
                </a:lnTo>
                <a:lnTo>
                  <a:pt x="360110" y="142047"/>
                </a:lnTo>
                <a:lnTo>
                  <a:pt x="363785" y="142047"/>
                </a:lnTo>
                <a:lnTo>
                  <a:pt x="367459" y="142046"/>
                </a:lnTo>
                <a:lnTo>
                  <a:pt x="371134" y="142045"/>
                </a:lnTo>
                <a:lnTo>
                  <a:pt x="374809" y="142045"/>
                </a:lnTo>
                <a:lnTo>
                  <a:pt x="378483" y="142043"/>
                </a:lnTo>
                <a:lnTo>
                  <a:pt x="382158" y="142042"/>
                </a:lnTo>
                <a:lnTo>
                  <a:pt x="385832" y="142040"/>
                </a:lnTo>
                <a:lnTo>
                  <a:pt x="389507" y="142038"/>
                </a:lnTo>
                <a:lnTo>
                  <a:pt x="393182" y="142035"/>
                </a:lnTo>
                <a:lnTo>
                  <a:pt x="396856" y="142032"/>
                </a:lnTo>
                <a:lnTo>
                  <a:pt x="400531" y="142028"/>
                </a:lnTo>
                <a:lnTo>
                  <a:pt x="404205" y="142022"/>
                </a:lnTo>
                <a:lnTo>
                  <a:pt x="407880" y="142016"/>
                </a:lnTo>
                <a:lnTo>
                  <a:pt x="411555" y="142008"/>
                </a:lnTo>
                <a:lnTo>
                  <a:pt x="415229" y="141999"/>
                </a:lnTo>
                <a:lnTo>
                  <a:pt x="418904" y="141988"/>
                </a:lnTo>
                <a:lnTo>
                  <a:pt x="422578" y="141976"/>
                </a:lnTo>
                <a:lnTo>
                  <a:pt x="426253" y="141961"/>
                </a:lnTo>
                <a:lnTo>
                  <a:pt x="429928" y="141943"/>
                </a:lnTo>
                <a:lnTo>
                  <a:pt x="433602" y="141922"/>
                </a:lnTo>
                <a:lnTo>
                  <a:pt x="437277" y="141899"/>
                </a:lnTo>
                <a:lnTo>
                  <a:pt x="440951" y="141872"/>
                </a:lnTo>
                <a:lnTo>
                  <a:pt x="444626" y="141842"/>
                </a:lnTo>
                <a:lnTo>
                  <a:pt x="448301" y="141807"/>
                </a:lnTo>
                <a:lnTo>
                  <a:pt x="451975" y="141769"/>
                </a:lnTo>
                <a:lnTo>
                  <a:pt x="455650" y="141725"/>
                </a:lnTo>
                <a:lnTo>
                  <a:pt x="459324" y="141677"/>
                </a:lnTo>
                <a:lnTo>
                  <a:pt x="462999" y="141624"/>
                </a:lnTo>
                <a:lnTo>
                  <a:pt x="466674" y="141567"/>
                </a:lnTo>
                <a:lnTo>
                  <a:pt x="470348" y="141504"/>
                </a:lnTo>
                <a:lnTo>
                  <a:pt x="474023" y="141437"/>
                </a:lnTo>
                <a:lnTo>
                  <a:pt x="477697" y="141364"/>
                </a:lnTo>
                <a:lnTo>
                  <a:pt x="481372" y="141286"/>
                </a:lnTo>
                <a:lnTo>
                  <a:pt x="485047" y="141204"/>
                </a:lnTo>
                <a:lnTo>
                  <a:pt x="488721" y="141118"/>
                </a:lnTo>
                <a:lnTo>
                  <a:pt x="492396" y="141027"/>
                </a:lnTo>
                <a:lnTo>
                  <a:pt x="496070" y="140934"/>
                </a:lnTo>
                <a:lnTo>
                  <a:pt x="499745" y="140837"/>
                </a:lnTo>
                <a:lnTo>
                  <a:pt x="503420" y="140738"/>
                </a:lnTo>
                <a:lnTo>
                  <a:pt x="507094" y="140637"/>
                </a:lnTo>
                <a:lnTo>
                  <a:pt x="510769" y="140534"/>
                </a:lnTo>
                <a:lnTo>
                  <a:pt x="514443" y="140431"/>
                </a:lnTo>
                <a:lnTo>
                  <a:pt x="518118" y="140327"/>
                </a:lnTo>
                <a:lnTo>
                  <a:pt x="521793" y="140224"/>
                </a:lnTo>
                <a:lnTo>
                  <a:pt x="525467" y="140121"/>
                </a:lnTo>
                <a:lnTo>
                  <a:pt x="529142" y="140019"/>
                </a:lnTo>
                <a:lnTo>
                  <a:pt x="532816" y="139918"/>
                </a:lnTo>
                <a:lnTo>
                  <a:pt x="536491" y="139817"/>
                </a:lnTo>
                <a:lnTo>
                  <a:pt x="540166" y="139718"/>
                </a:lnTo>
                <a:lnTo>
                  <a:pt x="543840" y="139619"/>
                </a:lnTo>
                <a:lnTo>
                  <a:pt x="547515" y="139520"/>
                </a:lnTo>
                <a:lnTo>
                  <a:pt x="551189" y="139420"/>
                </a:lnTo>
                <a:lnTo>
                  <a:pt x="554864" y="139318"/>
                </a:lnTo>
                <a:lnTo>
                  <a:pt x="558539" y="139215"/>
                </a:lnTo>
                <a:lnTo>
                  <a:pt x="562213" y="139108"/>
                </a:lnTo>
                <a:lnTo>
                  <a:pt x="565888" y="138997"/>
                </a:lnTo>
                <a:lnTo>
                  <a:pt x="569562" y="138880"/>
                </a:lnTo>
                <a:lnTo>
                  <a:pt x="573237" y="138757"/>
                </a:lnTo>
                <a:lnTo>
                  <a:pt x="576912" y="138625"/>
                </a:lnTo>
                <a:lnTo>
                  <a:pt x="580586" y="138484"/>
                </a:lnTo>
                <a:lnTo>
                  <a:pt x="584261" y="138333"/>
                </a:lnTo>
                <a:lnTo>
                  <a:pt x="587935" y="138171"/>
                </a:lnTo>
                <a:lnTo>
                  <a:pt x="591610" y="137998"/>
                </a:lnTo>
                <a:lnTo>
                  <a:pt x="595285" y="137812"/>
                </a:lnTo>
                <a:lnTo>
                  <a:pt x="598959" y="137611"/>
                </a:lnTo>
                <a:lnTo>
                  <a:pt x="602634" y="137395"/>
                </a:lnTo>
                <a:lnTo>
                  <a:pt x="606308" y="137164"/>
                </a:lnTo>
                <a:lnTo>
                  <a:pt x="609983" y="136917"/>
                </a:lnTo>
                <a:lnTo>
                  <a:pt x="613658" y="136655"/>
                </a:lnTo>
                <a:lnTo>
                  <a:pt x="617332" y="136377"/>
                </a:lnTo>
                <a:lnTo>
                  <a:pt x="621007" y="136081"/>
                </a:lnTo>
                <a:lnTo>
                  <a:pt x="624681" y="135765"/>
                </a:lnTo>
                <a:lnTo>
                  <a:pt x="628356" y="135430"/>
                </a:lnTo>
                <a:lnTo>
                  <a:pt x="632031" y="135077"/>
                </a:lnTo>
                <a:lnTo>
                  <a:pt x="635705" y="134704"/>
                </a:lnTo>
                <a:lnTo>
                  <a:pt x="639380" y="134311"/>
                </a:lnTo>
                <a:lnTo>
                  <a:pt x="643054" y="133897"/>
                </a:lnTo>
                <a:lnTo>
                  <a:pt x="646729" y="133460"/>
                </a:lnTo>
                <a:lnTo>
                  <a:pt x="650404" y="132996"/>
                </a:lnTo>
                <a:lnTo>
                  <a:pt x="654078" y="132509"/>
                </a:lnTo>
                <a:lnTo>
                  <a:pt x="657753" y="131996"/>
                </a:lnTo>
                <a:lnTo>
                  <a:pt x="661427" y="131458"/>
                </a:lnTo>
                <a:lnTo>
                  <a:pt x="665102" y="130893"/>
                </a:lnTo>
                <a:lnTo>
                  <a:pt x="668777" y="130301"/>
                </a:lnTo>
                <a:lnTo>
                  <a:pt x="672451" y="129677"/>
                </a:lnTo>
                <a:lnTo>
                  <a:pt x="676126" y="129023"/>
                </a:lnTo>
                <a:lnTo>
                  <a:pt x="679800" y="128339"/>
                </a:lnTo>
                <a:lnTo>
                  <a:pt x="683475" y="127627"/>
                </a:lnTo>
                <a:lnTo>
                  <a:pt x="687150" y="126887"/>
                </a:lnTo>
                <a:lnTo>
                  <a:pt x="690824" y="126118"/>
                </a:lnTo>
                <a:lnTo>
                  <a:pt x="694499" y="125322"/>
                </a:lnTo>
                <a:lnTo>
                  <a:pt x="698173" y="124493"/>
                </a:lnTo>
                <a:lnTo>
                  <a:pt x="701848" y="123639"/>
                </a:lnTo>
                <a:lnTo>
                  <a:pt x="705523" y="122760"/>
                </a:lnTo>
                <a:lnTo>
                  <a:pt x="709197" y="121860"/>
                </a:lnTo>
                <a:lnTo>
                  <a:pt x="712872" y="120938"/>
                </a:lnTo>
                <a:lnTo>
                  <a:pt x="716546" y="119996"/>
                </a:lnTo>
                <a:lnTo>
                  <a:pt x="720221" y="119036"/>
                </a:lnTo>
                <a:lnTo>
                  <a:pt x="723896" y="118059"/>
                </a:lnTo>
                <a:lnTo>
                  <a:pt x="727570" y="117068"/>
                </a:lnTo>
                <a:lnTo>
                  <a:pt x="731245" y="116065"/>
                </a:lnTo>
                <a:lnTo>
                  <a:pt x="734919" y="115053"/>
                </a:lnTo>
                <a:lnTo>
                  <a:pt x="738594" y="114032"/>
                </a:lnTo>
                <a:lnTo>
                  <a:pt x="742269" y="113004"/>
                </a:lnTo>
                <a:lnTo>
                  <a:pt x="745943" y="111970"/>
                </a:lnTo>
                <a:lnTo>
                  <a:pt x="749618" y="110930"/>
                </a:lnTo>
                <a:lnTo>
                  <a:pt x="753292" y="109886"/>
                </a:lnTo>
                <a:lnTo>
                  <a:pt x="756967" y="108839"/>
                </a:lnTo>
                <a:lnTo>
                  <a:pt x="760642" y="107787"/>
                </a:lnTo>
                <a:lnTo>
                  <a:pt x="764316" y="106732"/>
                </a:lnTo>
                <a:lnTo>
                  <a:pt x="767991" y="105671"/>
                </a:lnTo>
                <a:lnTo>
                  <a:pt x="771665" y="104604"/>
                </a:lnTo>
                <a:lnTo>
                  <a:pt x="775340" y="103529"/>
                </a:lnTo>
                <a:lnTo>
                  <a:pt x="779015" y="102446"/>
                </a:lnTo>
                <a:lnTo>
                  <a:pt x="782689" y="101353"/>
                </a:lnTo>
                <a:lnTo>
                  <a:pt x="786364" y="100248"/>
                </a:lnTo>
                <a:lnTo>
                  <a:pt x="790038" y="99130"/>
                </a:lnTo>
                <a:lnTo>
                  <a:pt x="793713" y="97996"/>
                </a:lnTo>
                <a:lnTo>
                  <a:pt x="797388" y="96842"/>
                </a:lnTo>
                <a:lnTo>
                  <a:pt x="801062" y="95670"/>
                </a:lnTo>
                <a:lnTo>
                  <a:pt x="804737" y="94478"/>
                </a:lnTo>
                <a:lnTo>
                  <a:pt x="808411" y="93265"/>
                </a:lnTo>
                <a:lnTo>
                  <a:pt x="812086" y="92031"/>
                </a:lnTo>
                <a:lnTo>
                  <a:pt x="815761" y="90776"/>
                </a:lnTo>
                <a:lnTo>
                  <a:pt x="819435" y="89496"/>
                </a:lnTo>
                <a:lnTo>
                  <a:pt x="823110" y="88194"/>
                </a:lnTo>
                <a:lnTo>
                  <a:pt x="826784" y="86871"/>
                </a:lnTo>
                <a:lnTo>
                  <a:pt x="830459" y="85530"/>
                </a:lnTo>
                <a:lnTo>
                  <a:pt x="834134" y="84172"/>
                </a:lnTo>
                <a:lnTo>
                  <a:pt x="837808" y="82798"/>
                </a:lnTo>
                <a:lnTo>
                  <a:pt x="841483" y="81410"/>
                </a:lnTo>
                <a:lnTo>
                  <a:pt x="845157" y="80009"/>
                </a:lnTo>
                <a:lnTo>
                  <a:pt x="848832" y="78600"/>
                </a:lnTo>
                <a:lnTo>
                  <a:pt x="852507" y="77185"/>
                </a:lnTo>
                <a:lnTo>
                  <a:pt x="856181" y="75766"/>
                </a:lnTo>
                <a:lnTo>
                  <a:pt x="859856" y="74345"/>
                </a:lnTo>
                <a:lnTo>
                  <a:pt x="863530" y="72926"/>
                </a:lnTo>
                <a:lnTo>
                  <a:pt x="867205" y="71509"/>
                </a:lnTo>
                <a:lnTo>
                  <a:pt x="870880" y="70099"/>
                </a:lnTo>
                <a:lnTo>
                  <a:pt x="874554" y="68697"/>
                </a:lnTo>
                <a:lnTo>
                  <a:pt x="878229" y="67303"/>
                </a:lnTo>
                <a:lnTo>
                  <a:pt x="881903" y="65920"/>
                </a:lnTo>
                <a:lnTo>
                  <a:pt x="885578" y="64549"/>
                </a:lnTo>
                <a:lnTo>
                  <a:pt x="889253" y="63190"/>
                </a:lnTo>
                <a:lnTo>
                  <a:pt x="892927" y="61848"/>
                </a:lnTo>
                <a:lnTo>
                  <a:pt x="896602" y="60522"/>
                </a:lnTo>
                <a:lnTo>
                  <a:pt x="900276" y="59212"/>
                </a:lnTo>
                <a:lnTo>
                  <a:pt x="903951" y="57918"/>
                </a:lnTo>
                <a:lnTo>
                  <a:pt x="907626" y="56641"/>
                </a:lnTo>
                <a:lnTo>
                  <a:pt x="911300" y="55380"/>
                </a:lnTo>
                <a:lnTo>
                  <a:pt x="914975" y="54136"/>
                </a:lnTo>
                <a:lnTo>
                  <a:pt x="918649" y="52912"/>
                </a:lnTo>
                <a:lnTo>
                  <a:pt x="922324" y="51703"/>
                </a:lnTo>
                <a:lnTo>
                  <a:pt x="925999" y="50508"/>
                </a:lnTo>
                <a:lnTo>
                  <a:pt x="929673" y="49328"/>
                </a:lnTo>
                <a:lnTo>
                  <a:pt x="933348" y="48160"/>
                </a:lnTo>
                <a:lnTo>
                  <a:pt x="937022" y="47004"/>
                </a:lnTo>
                <a:lnTo>
                  <a:pt x="940697" y="45859"/>
                </a:lnTo>
                <a:lnTo>
                  <a:pt x="944372" y="44722"/>
                </a:lnTo>
                <a:lnTo>
                  <a:pt x="948046" y="43590"/>
                </a:lnTo>
                <a:lnTo>
                  <a:pt x="951721" y="42461"/>
                </a:lnTo>
                <a:lnTo>
                  <a:pt x="955395" y="41333"/>
                </a:lnTo>
                <a:lnTo>
                  <a:pt x="959070" y="40205"/>
                </a:lnTo>
                <a:lnTo>
                  <a:pt x="962745" y="39073"/>
                </a:lnTo>
                <a:lnTo>
                  <a:pt x="966419" y="37934"/>
                </a:lnTo>
                <a:lnTo>
                  <a:pt x="970094" y="36786"/>
                </a:lnTo>
                <a:lnTo>
                  <a:pt x="973768" y="35628"/>
                </a:lnTo>
                <a:lnTo>
                  <a:pt x="977443" y="34459"/>
                </a:lnTo>
                <a:lnTo>
                  <a:pt x="981118" y="33277"/>
                </a:lnTo>
                <a:lnTo>
                  <a:pt x="984792" y="32081"/>
                </a:lnTo>
                <a:lnTo>
                  <a:pt x="988467" y="30871"/>
                </a:lnTo>
                <a:lnTo>
                  <a:pt x="992141" y="29645"/>
                </a:lnTo>
                <a:lnTo>
                  <a:pt x="995816" y="28407"/>
                </a:lnTo>
                <a:lnTo>
                  <a:pt x="999491" y="27158"/>
                </a:lnTo>
                <a:lnTo>
                  <a:pt x="1003165" y="25900"/>
                </a:lnTo>
                <a:lnTo>
                  <a:pt x="1006840" y="24637"/>
                </a:lnTo>
                <a:lnTo>
                  <a:pt x="1010514" y="23370"/>
                </a:lnTo>
                <a:lnTo>
                  <a:pt x="1014189" y="22105"/>
                </a:lnTo>
                <a:lnTo>
                  <a:pt x="1017864" y="20847"/>
                </a:lnTo>
                <a:lnTo>
                  <a:pt x="1021538" y="19600"/>
                </a:lnTo>
                <a:lnTo>
                  <a:pt x="1025213" y="18368"/>
                </a:lnTo>
                <a:lnTo>
                  <a:pt x="1028887" y="17156"/>
                </a:lnTo>
                <a:lnTo>
                  <a:pt x="1032562" y="15969"/>
                </a:lnTo>
                <a:lnTo>
                  <a:pt x="1036237" y="14809"/>
                </a:lnTo>
                <a:lnTo>
                  <a:pt x="1039911" y="13689"/>
                </a:lnTo>
                <a:lnTo>
                  <a:pt x="1043586" y="12607"/>
                </a:lnTo>
                <a:lnTo>
                  <a:pt x="1047260" y="11564"/>
                </a:lnTo>
                <a:lnTo>
                  <a:pt x="1050935" y="10562"/>
                </a:lnTo>
                <a:lnTo>
                  <a:pt x="1054610" y="9604"/>
                </a:lnTo>
                <a:lnTo>
                  <a:pt x="1058284" y="8689"/>
                </a:lnTo>
                <a:lnTo>
                  <a:pt x="1061959" y="7821"/>
                </a:lnTo>
                <a:lnTo>
                  <a:pt x="1065633" y="7004"/>
                </a:lnTo>
                <a:lnTo>
                  <a:pt x="1069308" y="6231"/>
                </a:lnTo>
                <a:lnTo>
                  <a:pt x="1072983" y="5501"/>
                </a:lnTo>
                <a:lnTo>
                  <a:pt x="1076657" y="4813"/>
                </a:lnTo>
                <a:lnTo>
                  <a:pt x="1080332" y="4167"/>
                </a:lnTo>
                <a:lnTo>
                  <a:pt x="1084006" y="3562"/>
                </a:lnTo>
                <a:lnTo>
                  <a:pt x="1087681" y="3003"/>
                </a:lnTo>
                <a:lnTo>
                  <a:pt x="1091356" y="2489"/>
                </a:lnTo>
                <a:lnTo>
                  <a:pt x="1095030" y="2017"/>
                </a:lnTo>
                <a:lnTo>
                  <a:pt x="1098705" y="1587"/>
                </a:lnTo>
                <a:lnTo>
                  <a:pt x="1102379" y="1202"/>
                </a:lnTo>
                <a:lnTo>
                  <a:pt x="1106054" y="864"/>
                </a:lnTo>
                <a:lnTo>
                  <a:pt x="1109729" y="574"/>
                </a:lnTo>
                <a:lnTo>
                  <a:pt x="1113403" y="346"/>
                </a:lnTo>
                <a:lnTo>
                  <a:pt x="1117078" y="173"/>
                </a:lnTo>
                <a:lnTo>
                  <a:pt x="1120752" y="56"/>
                </a:lnTo>
                <a:lnTo>
                  <a:pt x="1124427" y="0"/>
                </a:lnTo>
                <a:lnTo>
                  <a:pt x="1128102" y="3"/>
                </a:lnTo>
                <a:lnTo>
                  <a:pt x="1131776" y="69"/>
                </a:lnTo>
                <a:lnTo>
                  <a:pt x="1135451" y="203"/>
                </a:lnTo>
                <a:lnTo>
                  <a:pt x="1139125" y="408"/>
                </a:lnTo>
                <a:lnTo>
                  <a:pt x="1142800" y="675"/>
                </a:lnTo>
                <a:lnTo>
                  <a:pt x="1146475" y="1002"/>
                </a:lnTo>
                <a:lnTo>
                  <a:pt x="1150149" y="1385"/>
                </a:lnTo>
                <a:lnTo>
                  <a:pt x="1153824" y="1822"/>
                </a:lnTo>
                <a:lnTo>
                  <a:pt x="1157498" y="2309"/>
                </a:lnTo>
                <a:lnTo>
                  <a:pt x="1161173" y="2846"/>
                </a:lnTo>
                <a:lnTo>
                  <a:pt x="1164848" y="3424"/>
                </a:lnTo>
                <a:lnTo>
                  <a:pt x="1168522" y="4034"/>
                </a:lnTo>
                <a:lnTo>
                  <a:pt x="1172197" y="4670"/>
                </a:lnTo>
                <a:lnTo>
                  <a:pt x="1175871" y="5327"/>
                </a:lnTo>
                <a:lnTo>
                  <a:pt x="1179546" y="6000"/>
                </a:lnTo>
                <a:lnTo>
                  <a:pt x="1183221" y="6683"/>
                </a:lnTo>
                <a:lnTo>
                  <a:pt x="1186895" y="7372"/>
                </a:lnTo>
                <a:lnTo>
                  <a:pt x="1190570" y="8061"/>
                </a:lnTo>
                <a:lnTo>
                  <a:pt x="1194244" y="8747"/>
                </a:lnTo>
                <a:lnTo>
                  <a:pt x="1197919" y="9426"/>
                </a:lnTo>
                <a:lnTo>
                  <a:pt x="1201594" y="10098"/>
                </a:lnTo>
                <a:lnTo>
                  <a:pt x="1205268" y="10759"/>
                </a:lnTo>
                <a:lnTo>
                  <a:pt x="1208943" y="11409"/>
                </a:lnTo>
                <a:lnTo>
                  <a:pt x="1212617" y="12045"/>
                </a:lnTo>
                <a:lnTo>
                  <a:pt x="1216292" y="12670"/>
                </a:lnTo>
                <a:lnTo>
                  <a:pt x="1219967" y="13285"/>
                </a:lnTo>
                <a:lnTo>
                  <a:pt x="1223641" y="13890"/>
                </a:lnTo>
                <a:lnTo>
                  <a:pt x="1227316" y="14487"/>
                </a:lnTo>
                <a:lnTo>
                  <a:pt x="1230990" y="15077"/>
                </a:lnTo>
                <a:lnTo>
                  <a:pt x="1234665" y="15662"/>
                </a:lnTo>
                <a:lnTo>
                  <a:pt x="1238340" y="16245"/>
                </a:lnTo>
                <a:lnTo>
                  <a:pt x="1242014" y="16829"/>
                </a:lnTo>
                <a:lnTo>
                  <a:pt x="1245689" y="17416"/>
                </a:lnTo>
                <a:lnTo>
                  <a:pt x="1249363" y="18009"/>
                </a:lnTo>
                <a:lnTo>
                  <a:pt x="1253038" y="18612"/>
                </a:lnTo>
                <a:lnTo>
                  <a:pt x="1256713" y="19227"/>
                </a:lnTo>
                <a:lnTo>
                  <a:pt x="1260387" y="19862"/>
                </a:lnTo>
                <a:lnTo>
                  <a:pt x="1264062" y="20517"/>
                </a:lnTo>
                <a:lnTo>
                  <a:pt x="1267736" y="21197"/>
                </a:lnTo>
                <a:lnTo>
                  <a:pt x="1271411" y="21903"/>
                </a:lnTo>
                <a:lnTo>
                  <a:pt x="1275086" y="22640"/>
                </a:lnTo>
                <a:lnTo>
                  <a:pt x="1278760" y="23410"/>
                </a:lnTo>
                <a:lnTo>
                  <a:pt x="1282435" y="24218"/>
                </a:lnTo>
                <a:lnTo>
                  <a:pt x="1286109" y="25069"/>
                </a:lnTo>
                <a:lnTo>
                  <a:pt x="1289784" y="25958"/>
                </a:lnTo>
                <a:lnTo>
                  <a:pt x="1293459" y="26886"/>
                </a:lnTo>
                <a:lnTo>
                  <a:pt x="1297133" y="27851"/>
                </a:lnTo>
                <a:lnTo>
                  <a:pt x="1300808" y="28854"/>
                </a:lnTo>
                <a:lnTo>
                  <a:pt x="1304482" y="29890"/>
                </a:lnTo>
                <a:lnTo>
                  <a:pt x="1308157" y="30962"/>
                </a:lnTo>
                <a:lnTo>
                  <a:pt x="1311832" y="32061"/>
                </a:lnTo>
                <a:lnTo>
                  <a:pt x="1315506" y="33180"/>
                </a:lnTo>
                <a:lnTo>
                  <a:pt x="1319181" y="34315"/>
                </a:lnTo>
                <a:lnTo>
                  <a:pt x="1322855" y="35458"/>
                </a:lnTo>
                <a:lnTo>
                  <a:pt x="1326530" y="36606"/>
                </a:lnTo>
                <a:lnTo>
                  <a:pt x="1330205" y="37752"/>
                </a:lnTo>
                <a:lnTo>
                  <a:pt x="1333879" y="38887"/>
                </a:lnTo>
                <a:lnTo>
                  <a:pt x="1337554" y="40006"/>
                </a:lnTo>
                <a:lnTo>
                  <a:pt x="1341228" y="41105"/>
                </a:lnTo>
                <a:lnTo>
                  <a:pt x="1344903" y="42181"/>
                </a:lnTo>
                <a:lnTo>
                  <a:pt x="1348577" y="43228"/>
                </a:lnTo>
                <a:lnTo>
                  <a:pt x="1352252" y="44246"/>
                </a:lnTo>
                <a:lnTo>
                  <a:pt x="1355927" y="45228"/>
                </a:lnTo>
                <a:lnTo>
                  <a:pt x="1359601" y="46174"/>
                </a:lnTo>
                <a:lnTo>
                  <a:pt x="1363276" y="47085"/>
                </a:lnTo>
                <a:lnTo>
                  <a:pt x="1366950" y="47965"/>
                </a:lnTo>
                <a:lnTo>
                  <a:pt x="1370625" y="48813"/>
                </a:lnTo>
                <a:lnTo>
                  <a:pt x="1374300" y="49631"/>
                </a:lnTo>
                <a:lnTo>
                  <a:pt x="1377974" y="50422"/>
                </a:lnTo>
                <a:lnTo>
                  <a:pt x="1381649" y="51185"/>
                </a:lnTo>
                <a:lnTo>
                  <a:pt x="1385323" y="51927"/>
                </a:lnTo>
                <a:lnTo>
                  <a:pt x="1388998" y="52652"/>
                </a:lnTo>
                <a:lnTo>
                  <a:pt x="1392673" y="53363"/>
                </a:lnTo>
                <a:lnTo>
                  <a:pt x="1396347" y="54064"/>
                </a:lnTo>
                <a:lnTo>
                  <a:pt x="1400022" y="54758"/>
                </a:lnTo>
                <a:lnTo>
                  <a:pt x="1403696" y="55449"/>
                </a:lnTo>
                <a:lnTo>
                  <a:pt x="1407371" y="56140"/>
                </a:lnTo>
                <a:lnTo>
                  <a:pt x="1411046" y="56835"/>
                </a:lnTo>
                <a:lnTo>
                  <a:pt x="1414720" y="57537"/>
                </a:lnTo>
                <a:lnTo>
                  <a:pt x="1418395" y="58249"/>
                </a:lnTo>
                <a:lnTo>
                  <a:pt x="1422069" y="58972"/>
                </a:lnTo>
                <a:lnTo>
                  <a:pt x="1425744" y="59709"/>
                </a:lnTo>
                <a:lnTo>
                  <a:pt x="1429419" y="60463"/>
                </a:lnTo>
                <a:lnTo>
                  <a:pt x="1433093" y="61236"/>
                </a:lnTo>
                <a:lnTo>
                  <a:pt x="1436768" y="62028"/>
                </a:lnTo>
                <a:lnTo>
                  <a:pt x="1440442" y="62839"/>
                </a:lnTo>
                <a:lnTo>
                  <a:pt x="1444117" y="63669"/>
                </a:lnTo>
                <a:lnTo>
                  <a:pt x="1447792" y="64518"/>
                </a:lnTo>
                <a:lnTo>
                  <a:pt x="1451466" y="65386"/>
                </a:lnTo>
                <a:lnTo>
                  <a:pt x="1455141" y="66275"/>
                </a:lnTo>
                <a:lnTo>
                  <a:pt x="1458815" y="67181"/>
                </a:lnTo>
                <a:lnTo>
                  <a:pt x="1462490" y="68101"/>
                </a:lnTo>
                <a:lnTo>
                  <a:pt x="1466165" y="69035"/>
                </a:lnTo>
                <a:lnTo>
                  <a:pt x="1469839" y="69980"/>
                </a:lnTo>
                <a:lnTo>
                  <a:pt x="1473514" y="70935"/>
                </a:lnTo>
                <a:lnTo>
                  <a:pt x="1477188" y="71898"/>
                </a:lnTo>
                <a:lnTo>
                  <a:pt x="1480863" y="72867"/>
                </a:lnTo>
                <a:lnTo>
                  <a:pt x="1484538" y="73839"/>
                </a:lnTo>
                <a:lnTo>
                  <a:pt x="1488212" y="74811"/>
                </a:lnTo>
                <a:lnTo>
                  <a:pt x="1491887" y="75783"/>
                </a:lnTo>
                <a:lnTo>
                  <a:pt x="1495561" y="76751"/>
                </a:lnTo>
                <a:lnTo>
                  <a:pt x="1499236" y="77714"/>
                </a:lnTo>
                <a:lnTo>
                  <a:pt x="1502911" y="78670"/>
                </a:lnTo>
                <a:lnTo>
                  <a:pt x="1506585" y="79617"/>
                </a:lnTo>
                <a:lnTo>
                  <a:pt x="1510260" y="80553"/>
                </a:lnTo>
                <a:lnTo>
                  <a:pt x="1513934" y="81477"/>
                </a:lnTo>
                <a:lnTo>
                  <a:pt x="1517609" y="82389"/>
                </a:lnTo>
                <a:lnTo>
                  <a:pt x="1521284" y="83287"/>
                </a:lnTo>
                <a:lnTo>
                  <a:pt x="1524958" y="84170"/>
                </a:lnTo>
                <a:lnTo>
                  <a:pt x="1528633" y="85033"/>
                </a:lnTo>
                <a:lnTo>
                  <a:pt x="1532307" y="85878"/>
                </a:lnTo>
                <a:lnTo>
                  <a:pt x="1535982" y="86706"/>
                </a:lnTo>
                <a:lnTo>
                  <a:pt x="1539657" y="87515"/>
                </a:lnTo>
                <a:lnTo>
                  <a:pt x="1543331" y="88304"/>
                </a:lnTo>
                <a:lnTo>
                  <a:pt x="1547006" y="89074"/>
                </a:lnTo>
                <a:lnTo>
                  <a:pt x="1550680" y="89824"/>
                </a:lnTo>
                <a:lnTo>
                  <a:pt x="1554355" y="90550"/>
                </a:lnTo>
                <a:lnTo>
                  <a:pt x="1558030" y="91258"/>
                </a:lnTo>
                <a:lnTo>
                  <a:pt x="1561704" y="91947"/>
                </a:lnTo>
                <a:lnTo>
                  <a:pt x="1565379" y="92617"/>
                </a:lnTo>
                <a:lnTo>
                  <a:pt x="1569053" y="93271"/>
                </a:lnTo>
                <a:lnTo>
                  <a:pt x="1572728" y="93909"/>
                </a:lnTo>
                <a:lnTo>
                  <a:pt x="1576403" y="94531"/>
                </a:lnTo>
                <a:lnTo>
                  <a:pt x="1580077" y="95140"/>
                </a:lnTo>
                <a:lnTo>
                  <a:pt x="1583752" y="95739"/>
                </a:lnTo>
                <a:lnTo>
                  <a:pt x="1587426" y="96330"/>
                </a:lnTo>
                <a:lnTo>
                  <a:pt x="1591101" y="96917"/>
                </a:lnTo>
                <a:lnTo>
                  <a:pt x="1594776" y="97500"/>
                </a:lnTo>
                <a:lnTo>
                  <a:pt x="1598450" y="98084"/>
                </a:lnTo>
                <a:lnTo>
                  <a:pt x="1602125" y="98671"/>
                </a:lnTo>
                <a:lnTo>
                  <a:pt x="1605799" y="99265"/>
                </a:lnTo>
                <a:lnTo>
                  <a:pt x="1609474" y="99868"/>
                </a:lnTo>
                <a:lnTo>
                  <a:pt x="1613149" y="100481"/>
                </a:lnTo>
                <a:lnTo>
                  <a:pt x="1616823" y="101108"/>
                </a:lnTo>
                <a:lnTo>
                  <a:pt x="1620498" y="101749"/>
                </a:lnTo>
                <a:lnTo>
                  <a:pt x="1624172" y="102408"/>
                </a:lnTo>
                <a:lnTo>
                  <a:pt x="1627847" y="103086"/>
                </a:lnTo>
                <a:lnTo>
                  <a:pt x="1631522" y="103781"/>
                </a:lnTo>
                <a:lnTo>
                  <a:pt x="1635196" y="104493"/>
                </a:lnTo>
                <a:lnTo>
                  <a:pt x="1638871" y="105221"/>
                </a:lnTo>
                <a:lnTo>
                  <a:pt x="1642545" y="105964"/>
                </a:lnTo>
                <a:lnTo>
                  <a:pt x="1646220" y="106718"/>
                </a:lnTo>
                <a:lnTo>
                  <a:pt x="1649895" y="107484"/>
                </a:lnTo>
                <a:lnTo>
                  <a:pt x="1653569" y="108256"/>
                </a:lnTo>
                <a:lnTo>
                  <a:pt x="1657244" y="109030"/>
                </a:lnTo>
                <a:lnTo>
                  <a:pt x="1660918" y="109804"/>
                </a:lnTo>
                <a:lnTo>
                  <a:pt x="1664593" y="110572"/>
                </a:lnTo>
                <a:lnTo>
                  <a:pt x="1668268" y="111331"/>
                </a:lnTo>
                <a:lnTo>
                  <a:pt x="1671942" y="112078"/>
                </a:lnTo>
                <a:lnTo>
                  <a:pt x="1675617" y="112804"/>
                </a:lnTo>
                <a:lnTo>
                  <a:pt x="1679291" y="113509"/>
                </a:lnTo>
                <a:lnTo>
                  <a:pt x="1682966" y="114190"/>
                </a:lnTo>
                <a:lnTo>
                  <a:pt x="1686641" y="114844"/>
                </a:lnTo>
                <a:lnTo>
                  <a:pt x="1690315" y="115469"/>
                </a:lnTo>
                <a:lnTo>
                  <a:pt x="1693990" y="116063"/>
                </a:lnTo>
                <a:lnTo>
                  <a:pt x="1697664" y="116622"/>
                </a:lnTo>
                <a:lnTo>
                  <a:pt x="1701339" y="117144"/>
                </a:lnTo>
                <a:lnTo>
                  <a:pt x="1705014" y="117633"/>
                </a:lnTo>
                <a:lnTo>
                  <a:pt x="1708688" y="118090"/>
                </a:lnTo>
                <a:lnTo>
                  <a:pt x="1712363" y="118516"/>
                </a:lnTo>
                <a:lnTo>
                  <a:pt x="1716037" y="118912"/>
                </a:lnTo>
                <a:lnTo>
                  <a:pt x="1719712" y="119281"/>
                </a:lnTo>
                <a:lnTo>
                  <a:pt x="1723387" y="119621"/>
                </a:lnTo>
                <a:lnTo>
                  <a:pt x="1727061" y="119939"/>
                </a:lnTo>
                <a:lnTo>
                  <a:pt x="1730736" y="120238"/>
                </a:lnTo>
                <a:lnTo>
                  <a:pt x="1734410" y="120521"/>
                </a:lnTo>
                <a:lnTo>
                  <a:pt x="1738085" y="120792"/>
                </a:lnTo>
                <a:lnTo>
                  <a:pt x="1741760" y="121054"/>
                </a:lnTo>
                <a:lnTo>
                  <a:pt x="1745434" y="121309"/>
                </a:lnTo>
                <a:lnTo>
                  <a:pt x="1749109" y="121560"/>
                </a:lnTo>
                <a:lnTo>
                  <a:pt x="1752783" y="121812"/>
                </a:lnTo>
                <a:lnTo>
                  <a:pt x="1756458" y="122065"/>
                </a:lnTo>
                <a:lnTo>
                  <a:pt x="1760133" y="122323"/>
                </a:lnTo>
                <a:lnTo>
                  <a:pt x="1763807" y="122587"/>
                </a:lnTo>
                <a:lnTo>
                  <a:pt x="1767482" y="122859"/>
                </a:lnTo>
                <a:lnTo>
                  <a:pt x="1771156" y="123140"/>
                </a:lnTo>
                <a:lnTo>
                  <a:pt x="1774831" y="123432"/>
                </a:lnTo>
                <a:lnTo>
                  <a:pt x="1778506" y="123735"/>
                </a:lnTo>
                <a:lnTo>
                  <a:pt x="1782180" y="124050"/>
                </a:lnTo>
                <a:lnTo>
                  <a:pt x="1785855" y="124377"/>
                </a:lnTo>
                <a:lnTo>
                  <a:pt x="1789529" y="124715"/>
                </a:lnTo>
                <a:lnTo>
                  <a:pt x="1793204" y="125067"/>
                </a:lnTo>
                <a:lnTo>
                  <a:pt x="1796879" y="125433"/>
                </a:lnTo>
                <a:lnTo>
                  <a:pt x="1800553" y="125813"/>
                </a:lnTo>
                <a:lnTo>
                  <a:pt x="1804228" y="126205"/>
                </a:lnTo>
                <a:lnTo>
                  <a:pt x="1807902" y="126611"/>
                </a:lnTo>
                <a:lnTo>
                  <a:pt x="1811577" y="127031"/>
                </a:lnTo>
                <a:lnTo>
                  <a:pt x="1815252" y="127463"/>
                </a:lnTo>
                <a:lnTo>
                  <a:pt x="1818926" y="127910"/>
                </a:lnTo>
                <a:lnTo>
                  <a:pt x="1822601" y="128372"/>
                </a:lnTo>
                <a:lnTo>
                  <a:pt x="1826275" y="128847"/>
                </a:lnTo>
                <a:lnTo>
                  <a:pt x="1829950" y="129334"/>
                </a:lnTo>
                <a:lnTo>
                  <a:pt x="1833625" y="129834"/>
                </a:lnTo>
                <a:lnTo>
                  <a:pt x="1837299" y="130344"/>
                </a:lnTo>
                <a:lnTo>
                  <a:pt x="1840974" y="130864"/>
                </a:lnTo>
                <a:lnTo>
                  <a:pt x="1844648" y="131394"/>
                </a:lnTo>
                <a:lnTo>
                  <a:pt x="1848323" y="131931"/>
                </a:lnTo>
                <a:lnTo>
                  <a:pt x="1851998" y="132473"/>
                </a:lnTo>
                <a:lnTo>
                  <a:pt x="1855672" y="133017"/>
                </a:lnTo>
                <a:lnTo>
                  <a:pt x="1859347" y="133562"/>
                </a:lnTo>
                <a:lnTo>
                  <a:pt x="1863021" y="134105"/>
                </a:lnTo>
                <a:lnTo>
                  <a:pt x="1866696" y="134644"/>
                </a:lnTo>
                <a:lnTo>
                  <a:pt x="1870371" y="135174"/>
                </a:lnTo>
                <a:lnTo>
                  <a:pt x="1874045" y="135694"/>
                </a:lnTo>
                <a:lnTo>
                  <a:pt x="1877720" y="136200"/>
                </a:lnTo>
                <a:lnTo>
                  <a:pt x="1877720" y="142048"/>
                </a:lnTo>
                <a:lnTo>
                  <a:pt x="1874045" y="142048"/>
                </a:lnTo>
                <a:lnTo>
                  <a:pt x="1870371" y="142048"/>
                </a:lnTo>
                <a:lnTo>
                  <a:pt x="1866696" y="142048"/>
                </a:lnTo>
                <a:lnTo>
                  <a:pt x="1863021" y="142048"/>
                </a:lnTo>
                <a:lnTo>
                  <a:pt x="1859347" y="142048"/>
                </a:lnTo>
                <a:lnTo>
                  <a:pt x="1855672" y="142048"/>
                </a:lnTo>
                <a:lnTo>
                  <a:pt x="1851998" y="142048"/>
                </a:lnTo>
                <a:lnTo>
                  <a:pt x="1848323" y="142048"/>
                </a:lnTo>
                <a:lnTo>
                  <a:pt x="1844648" y="142048"/>
                </a:lnTo>
                <a:lnTo>
                  <a:pt x="1840974" y="142048"/>
                </a:lnTo>
                <a:lnTo>
                  <a:pt x="1837299" y="142048"/>
                </a:lnTo>
                <a:lnTo>
                  <a:pt x="1833625" y="142048"/>
                </a:lnTo>
                <a:lnTo>
                  <a:pt x="1829950" y="142048"/>
                </a:lnTo>
                <a:lnTo>
                  <a:pt x="1826275" y="142048"/>
                </a:lnTo>
                <a:lnTo>
                  <a:pt x="1822601" y="142048"/>
                </a:lnTo>
                <a:lnTo>
                  <a:pt x="1818926" y="142048"/>
                </a:lnTo>
                <a:lnTo>
                  <a:pt x="1815252" y="142048"/>
                </a:lnTo>
                <a:lnTo>
                  <a:pt x="1811577" y="142048"/>
                </a:lnTo>
                <a:lnTo>
                  <a:pt x="1807902" y="142048"/>
                </a:lnTo>
                <a:lnTo>
                  <a:pt x="1804228" y="142048"/>
                </a:lnTo>
                <a:lnTo>
                  <a:pt x="1800553" y="142048"/>
                </a:lnTo>
                <a:lnTo>
                  <a:pt x="1796879" y="142048"/>
                </a:lnTo>
                <a:lnTo>
                  <a:pt x="1793204" y="142048"/>
                </a:lnTo>
                <a:lnTo>
                  <a:pt x="1789529" y="142048"/>
                </a:lnTo>
                <a:lnTo>
                  <a:pt x="1785855" y="142048"/>
                </a:lnTo>
                <a:lnTo>
                  <a:pt x="1782180" y="142048"/>
                </a:lnTo>
                <a:lnTo>
                  <a:pt x="1778506" y="142048"/>
                </a:lnTo>
                <a:lnTo>
                  <a:pt x="1774831" y="142048"/>
                </a:lnTo>
                <a:lnTo>
                  <a:pt x="1771156" y="142048"/>
                </a:lnTo>
                <a:lnTo>
                  <a:pt x="1767482" y="142048"/>
                </a:lnTo>
                <a:lnTo>
                  <a:pt x="1763807" y="142048"/>
                </a:lnTo>
                <a:lnTo>
                  <a:pt x="1760133" y="142048"/>
                </a:lnTo>
                <a:lnTo>
                  <a:pt x="1756458" y="142048"/>
                </a:lnTo>
                <a:lnTo>
                  <a:pt x="1752783" y="142048"/>
                </a:lnTo>
                <a:lnTo>
                  <a:pt x="1749109" y="142048"/>
                </a:lnTo>
                <a:lnTo>
                  <a:pt x="1745434" y="142048"/>
                </a:lnTo>
                <a:lnTo>
                  <a:pt x="1741760" y="142048"/>
                </a:lnTo>
                <a:lnTo>
                  <a:pt x="1738085" y="142048"/>
                </a:lnTo>
                <a:lnTo>
                  <a:pt x="1734410" y="142048"/>
                </a:lnTo>
                <a:lnTo>
                  <a:pt x="1730736" y="142048"/>
                </a:lnTo>
                <a:lnTo>
                  <a:pt x="1727061" y="142048"/>
                </a:lnTo>
                <a:lnTo>
                  <a:pt x="1723387" y="142048"/>
                </a:lnTo>
                <a:lnTo>
                  <a:pt x="1719712" y="142048"/>
                </a:lnTo>
                <a:lnTo>
                  <a:pt x="1716037" y="142048"/>
                </a:lnTo>
                <a:lnTo>
                  <a:pt x="1712363" y="142048"/>
                </a:lnTo>
                <a:lnTo>
                  <a:pt x="1708688" y="142048"/>
                </a:lnTo>
                <a:lnTo>
                  <a:pt x="1705014" y="142048"/>
                </a:lnTo>
                <a:lnTo>
                  <a:pt x="1701339" y="142048"/>
                </a:lnTo>
                <a:lnTo>
                  <a:pt x="1697664" y="142048"/>
                </a:lnTo>
                <a:lnTo>
                  <a:pt x="1693990" y="142048"/>
                </a:lnTo>
                <a:lnTo>
                  <a:pt x="1690315" y="142048"/>
                </a:lnTo>
                <a:lnTo>
                  <a:pt x="1686641" y="142048"/>
                </a:lnTo>
                <a:lnTo>
                  <a:pt x="1682966" y="142048"/>
                </a:lnTo>
                <a:lnTo>
                  <a:pt x="1679291" y="142048"/>
                </a:lnTo>
                <a:lnTo>
                  <a:pt x="1675617" y="142048"/>
                </a:lnTo>
                <a:lnTo>
                  <a:pt x="1671942" y="142048"/>
                </a:lnTo>
                <a:lnTo>
                  <a:pt x="1668268" y="142048"/>
                </a:lnTo>
                <a:lnTo>
                  <a:pt x="1664593" y="142048"/>
                </a:lnTo>
                <a:lnTo>
                  <a:pt x="1660918" y="142048"/>
                </a:lnTo>
                <a:lnTo>
                  <a:pt x="1657244" y="142048"/>
                </a:lnTo>
                <a:lnTo>
                  <a:pt x="1653569" y="142048"/>
                </a:lnTo>
                <a:lnTo>
                  <a:pt x="1649895" y="142048"/>
                </a:lnTo>
                <a:lnTo>
                  <a:pt x="1646220" y="142048"/>
                </a:lnTo>
                <a:lnTo>
                  <a:pt x="1642545" y="142048"/>
                </a:lnTo>
                <a:lnTo>
                  <a:pt x="1638871" y="142048"/>
                </a:lnTo>
                <a:lnTo>
                  <a:pt x="1635196" y="142048"/>
                </a:lnTo>
                <a:lnTo>
                  <a:pt x="1631522" y="142048"/>
                </a:lnTo>
                <a:lnTo>
                  <a:pt x="1627847" y="142048"/>
                </a:lnTo>
                <a:lnTo>
                  <a:pt x="1624172" y="142048"/>
                </a:lnTo>
                <a:lnTo>
                  <a:pt x="1620498" y="142048"/>
                </a:lnTo>
                <a:lnTo>
                  <a:pt x="1616823" y="142048"/>
                </a:lnTo>
                <a:lnTo>
                  <a:pt x="1613149" y="142048"/>
                </a:lnTo>
                <a:lnTo>
                  <a:pt x="1609474" y="142048"/>
                </a:lnTo>
                <a:lnTo>
                  <a:pt x="1605799" y="142048"/>
                </a:lnTo>
                <a:lnTo>
                  <a:pt x="1602125" y="142048"/>
                </a:lnTo>
                <a:lnTo>
                  <a:pt x="1598450" y="142048"/>
                </a:lnTo>
                <a:lnTo>
                  <a:pt x="1594776" y="142048"/>
                </a:lnTo>
                <a:lnTo>
                  <a:pt x="1591101" y="142048"/>
                </a:lnTo>
                <a:lnTo>
                  <a:pt x="1587426" y="142048"/>
                </a:lnTo>
                <a:lnTo>
                  <a:pt x="1583752" y="142048"/>
                </a:lnTo>
                <a:lnTo>
                  <a:pt x="1580077" y="142048"/>
                </a:lnTo>
                <a:lnTo>
                  <a:pt x="1576403" y="142048"/>
                </a:lnTo>
                <a:lnTo>
                  <a:pt x="1572728" y="142048"/>
                </a:lnTo>
                <a:lnTo>
                  <a:pt x="1569053" y="142048"/>
                </a:lnTo>
                <a:lnTo>
                  <a:pt x="1565379" y="142048"/>
                </a:lnTo>
                <a:lnTo>
                  <a:pt x="1561704" y="142048"/>
                </a:lnTo>
                <a:lnTo>
                  <a:pt x="1558030" y="142048"/>
                </a:lnTo>
                <a:lnTo>
                  <a:pt x="1554355" y="142048"/>
                </a:lnTo>
                <a:lnTo>
                  <a:pt x="1550680" y="142048"/>
                </a:lnTo>
                <a:lnTo>
                  <a:pt x="1547006" y="142048"/>
                </a:lnTo>
                <a:lnTo>
                  <a:pt x="1543331" y="142048"/>
                </a:lnTo>
                <a:lnTo>
                  <a:pt x="1539657" y="142048"/>
                </a:lnTo>
                <a:lnTo>
                  <a:pt x="1535982" y="142048"/>
                </a:lnTo>
                <a:lnTo>
                  <a:pt x="1532307" y="142048"/>
                </a:lnTo>
                <a:lnTo>
                  <a:pt x="1528633" y="142048"/>
                </a:lnTo>
                <a:lnTo>
                  <a:pt x="1524958" y="142048"/>
                </a:lnTo>
                <a:lnTo>
                  <a:pt x="1521284" y="142048"/>
                </a:lnTo>
                <a:lnTo>
                  <a:pt x="1517609" y="142048"/>
                </a:lnTo>
                <a:lnTo>
                  <a:pt x="1513934" y="142048"/>
                </a:lnTo>
                <a:lnTo>
                  <a:pt x="1510260" y="142048"/>
                </a:lnTo>
                <a:lnTo>
                  <a:pt x="1506585" y="142048"/>
                </a:lnTo>
                <a:lnTo>
                  <a:pt x="1502911" y="142048"/>
                </a:lnTo>
                <a:lnTo>
                  <a:pt x="1499236" y="142048"/>
                </a:lnTo>
                <a:lnTo>
                  <a:pt x="1495561" y="142048"/>
                </a:lnTo>
                <a:lnTo>
                  <a:pt x="1491887" y="142048"/>
                </a:lnTo>
                <a:lnTo>
                  <a:pt x="1488212" y="142048"/>
                </a:lnTo>
                <a:lnTo>
                  <a:pt x="1484538" y="142048"/>
                </a:lnTo>
                <a:lnTo>
                  <a:pt x="1480863" y="142048"/>
                </a:lnTo>
                <a:lnTo>
                  <a:pt x="1477188" y="142048"/>
                </a:lnTo>
                <a:lnTo>
                  <a:pt x="1473514" y="142048"/>
                </a:lnTo>
                <a:lnTo>
                  <a:pt x="1469839" y="142048"/>
                </a:lnTo>
                <a:lnTo>
                  <a:pt x="1466165" y="142048"/>
                </a:lnTo>
                <a:lnTo>
                  <a:pt x="1462490" y="142048"/>
                </a:lnTo>
                <a:lnTo>
                  <a:pt x="1458815" y="142048"/>
                </a:lnTo>
                <a:lnTo>
                  <a:pt x="1455141" y="142048"/>
                </a:lnTo>
                <a:lnTo>
                  <a:pt x="1451466" y="142048"/>
                </a:lnTo>
                <a:lnTo>
                  <a:pt x="1447792" y="142048"/>
                </a:lnTo>
                <a:lnTo>
                  <a:pt x="1444117" y="142048"/>
                </a:lnTo>
                <a:lnTo>
                  <a:pt x="1440442" y="142048"/>
                </a:lnTo>
                <a:lnTo>
                  <a:pt x="1436768" y="142048"/>
                </a:lnTo>
                <a:lnTo>
                  <a:pt x="1433093" y="142048"/>
                </a:lnTo>
                <a:lnTo>
                  <a:pt x="1429419" y="142048"/>
                </a:lnTo>
                <a:lnTo>
                  <a:pt x="1425744" y="142048"/>
                </a:lnTo>
                <a:lnTo>
                  <a:pt x="1422069" y="142048"/>
                </a:lnTo>
                <a:lnTo>
                  <a:pt x="1418395" y="142048"/>
                </a:lnTo>
                <a:lnTo>
                  <a:pt x="1414720" y="142048"/>
                </a:lnTo>
                <a:lnTo>
                  <a:pt x="1411046" y="142048"/>
                </a:lnTo>
                <a:lnTo>
                  <a:pt x="1407371" y="142048"/>
                </a:lnTo>
                <a:lnTo>
                  <a:pt x="1403696" y="142048"/>
                </a:lnTo>
                <a:lnTo>
                  <a:pt x="1400022" y="142048"/>
                </a:lnTo>
                <a:lnTo>
                  <a:pt x="1396347" y="142048"/>
                </a:lnTo>
                <a:lnTo>
                  <a:pt x="1392673" y="142048"/>
                </a:lnTo>
                <a:lnTo>
                  <a:pt x="1388998" y="142048"/>
                </a:lnTo>
                <a:lnTo>
                  <a:pt x="1385323" y="142048"/>
                </a:lnTo>
                <a:lnTo>
                  <a:pt x="1381649" y="142048"/>
                </a:lnTo>
                <a:lnTo>
                  <a:pt x="1377974" y="142048"/>
                </a:lnTo>
                <a:lnTo>
                  <a:pt x="1374300" y="142048"/>
                </a:lnTo>
                <a:lnTo>
                  <a:pt x="1370625" y="142048"/>
                </a:lnTo>
                <a:lnTo>
                  <a:pt x="1366950" y="142048"/>
                </a:lnTo>
                <a:lnTo>
                  <a:pt x="1363276" y="142048"/>
                </a:lnTo>
                <a:lnTo>
                  <a:pt x="1359601" y="142048"/>
                </a:lnTo>
                <a:lnTo>
                  <a:pt x="1355927" y="142048"/>
                </a:lnTo>
                <a:lnTo>
                  <a:pt x="1352252" y="142048"/>
                </a:lnTo>
                <a:lnTo>
                  <a:pt x="1348577" y="142048"/>
                </a:lnTo>
                <a:lnTo>
                  <a:pt x="1344903" y="142048"/>
                </a:lnTo>
                <a:lnTo>
                  <a:pt x="1341228" y="142048"/>
                </a:lnTo>
                <a:lnTo>
                  <a:pt x="1337554" y="142048"/>
                </a:lnTo>
                <a:lnTo>
                  <a:pt x="1333879" y="142048"/>
                </a:lnTo>
                <a:lnTo>
                  <a:pt x="1330205" y="142048"/>
                </a:lnTo>
                <a:lnTo>
                  <a:pt x="1326530" y="142048"/>
                </a:lnTo>
                <a:lnTo>
                  <a:pt x="1322855" y="142048"/>
                </a:lnTo>
                <a:lnTo>
                  <a:pt x="1319181" y="142048"/>
                </a:lnTo>
                <a:lnTo>
                  <a:pt x="1315506" y="142048"/>
                </a:lnTo>
                <a:lnTo>
                  <a:pt x="1311832" y="142048"/>
                </a:lnTo>
                <a:lnTo>
                  <a:pt x="1308157" y="142048"/>
                </a:lnTo>
                <a:lnTo>
                  <a:pt x="1304482" y="142048"/>
                </a:lnTo>
                <a:lnTo>
                  <a:pt x="1300808" y="142048"/>
                </a:lnTo>
                <a:lnTo>
                  <a:pt x="1297133" y="142048"/>
                </a:lnTo>
                <a:lnTo>
                  <a:pt x="1293459" y="142048"/>
                </a:lnTo>
                <a:lnTo>
                  <a:pt x="1289784" y="142048"/>
                </a:lnTo>
                <a:lnTo>
                  <a:pt x="1286109" y="142048"/>
                </a:lnTo>
                <a:lnTo>
                  <a:pt x="1282435" y="142048"/>
                </a:lnTo>
                <a:lnTo>
                  <a:pt x="1278760" y="142048"/>
                </a:lnTo>
                <a:lnTo>
                  <a:pt x="1275086" y="142048"/>
                </a:lnTo>
                <a:lnTo>
                  <a:pt x="1271411" y="142048"/>
                </a:lnTo>
                <a:lnTo>
                  <a:pt x="1267736" y="142048"/>
                </a:lnTo>
                <a:lnTo>
                  <a:pt x="1264062" y="142048"/>
                </a:lnTo>
                <a:lnTo>
                  <a:pt x="1260387" y="142048"/>
                </a:lnTo>
                <a:lnTo>
                  <a:pt x="1256713" y="142048"/>
                </a:lnTo>
                <a:lnTo>
                  <a:pt x="1253038" y="142048"/>
                </a:lnTo>
                <a:lnTo>
                  <a:pt x="1249363" y="142048"/>
                </a:lnTo>
                <a:lnTo>
                  <a:pt x="1245689" y="142048"/>
                </a:lnTo>
                <a:lnTo>
                  <a:pt x="1242014" y="142048"/>
                </a:lnTo>
                <a:lnTo>
                  <a:pt x="1238340" y="142048"/>
                </a:lnTo>
                <a:lnTo>
                  <a:pt x="1234665" y="142048"/>
                </a:lnTo>
                <a:lnTo>
                  <a:pt x="1230990" y="142048"/>
                </a:lnTo>
                <a:lnTo>
                  <a:pt x="1227316" y="142048"/>
                </a:lnTo>
                <a:lnTo>
                  <a:pt x="1223641" y="142048"/>
                </a:lnTo>
                <a:lnTo>
                  <a:pt x="1219967" y="142048"/>
                </a:lnTo>
                <a:lnTo>
                  <a:pt x="1216292" y="142048"/>
                </a:lnTo>
                <a:lnTo>
                  <a:pt x="1212617" y="142048"/>
                </a:lnTo>
                <a:lnTo>
                  <a:pt x="1208943" y="142048"/>
                </a:lnTo>
                <a:lnTo>
                  <a:pt x="1205268" y="142048"/>
                </a:lnTo>
                <a:lnTo>
                  <a:pt x="1201594" y="142048"/>
                </a:lnTo>
                <a:lnTo>
                  <a:pt x="1197919" y="142048"/>
                </a:lnTo>
                <a:lnTo>
                  <a:pt x="1194244" y="142048"/>
                </a:lnTo>
                <a:lnTo>
                  <a:pt x="1190570" y="142048"/>
                </a:lnTo>
                <a:lnTo>
                  <a:pt x="1186895" y="142048"/>
                </a:lnTo>
                <a:lnTo>
                  <a:pt x="1183221" y="142048"/>
                </a:lnTo>
                <a:lnTo>
                  <a:pt x="1179546" y="142048"/>
                </a:lnTo>
                <a:lnTo>
                  <a:pt x="1175871" y="142048"/>
                </a:lnTo>
                <a:lnTo>
                  <a:pt x="1172197" y="142048"/>
                </a:lnTo>
                <a:lnTo>
                  <a:pt x="1168522" y="142048"/>
                </a:lnTo>
                <a:lnTo>
                  <a:pt x="1164848" y="142048"/>
                </a:lnTo>
                <a:lnTo>
                  <a:pt x="1161173" y="142048"/>
                </a:lnTo>
                <a:lnTo>
                  <a:pt x="1157498" y="142048"/>
                </a:lnTo>
                <a:lnTo>
                  <a:pt x="1153824" y="142048"/>
                </a:lnTo>
                <a:lnTo>
                  <a:pt x="1150149" y="142048"/>
                </a:lnTo>
                <a:lnTo>
                  <a:pt x="1146475" y="142048"/>
                </a:lnTo>
                <a:lnTo>
                  <a:pt x="1142800" y="142048"/>
                </a:lnTo>
                <a:lnTo>
                  <a:pt x="1139125" y="142048"/>
                </a:lnTo>
                <a:lnTo>
                  <a:pt x="1135451" y="142048"/>
                </a:lnTo>
                <a:lnTo>
                  <a:pt x="1131776" y="142048"/>
                </a:lnTo>
                <a:lnTo>
                  <a:pt x="1128102" y="142048"/>
                </a:lnTo>
                <a:lnTo>
                  <a:pt x="1124427" y="142048"/>
                </a:lnTo>
                <a:lnTo>
                  <a:pt x="1120752" y="142048"/>
                </a:lnTo>
                <a:lnTo>
                  <a:pt x="1117078" y="142048"/>
                </a:lnTo>
                <a:lnTo>
                  <a:pt x="1113403" y="142048"/>
                </a:lnTo>
                <a:lnTo>
                  <a:pt x="1109729" y="142048"/>
                </a:lnTo>
                <a:lnTo>
                  <a:pt x="1106054" y="142048"/>
                </a:lnTo>
                <a:lnTo>
                  <a:pt x="1102379" y="142048"/>
                </a:lnTo>
                <a:lnTo>
                  <a:pt x="1098705" y="142048"/>
                </a:lnTo>
                <a:lnTo>
                  <a:pt x="1095030" y="142048"/>
                </a:lnTo>
                <a:lnTo>
                  <a:pt x="1091356" y="142048"/>
                </a:lnTo>
                <a:lnTo>
                  <a:pt x="1087681" y="142048"/>
                </a:lnTo>
                <a:lnTo>
                  <a:pt x="1084006" y="142048"/>
                </a:lnTo>
                <a:lnTo>
                  <a:pt x="1080332" y="142048"/>
                </a:lnTo>
                <a:lnTo>
                  <a:pt x="1076657" y="142048"/>
                </a:lnTo>
                <a:lnTo>
                  <a:pt x="1072983" y="142048"/>
                </a:lnTo>
                <a:lnTo>
                  <a:pt x="1069308" y="142048"/>
                </a:lnTo>
                <a:lnTo>
                  <a:pt x="1065633" y="142048"/>
                </a:lnTo>
                <a:lnTo>
                  <a:pt x="1061959" y="142048"/>
                </a:lnTo>
                <a:lnTo>
                  <a:pt x="1058284" y="142048"/>
                </a:lnTo>
                <a:lnTo>
                  <a:pt x="1054610" y="142048"/>
                </a:lnTo>
                <a:lnTo>
                  <a:pt x="1050935" y="142048"/>
                </a:lnTo>
                <a:lnTo>
                  <a:pt x="1047260" y="142048"/>
                </a:lnTo>
                <a:lnTo>
                  <a:pt x="1043586" y="142048"/>
                </a:lnTo>
                <a:lnTo>
                  <a:pt x="1039911" y="142048"/>
                </a:lnTo>
                <a:lnTo>
                  <a:pt x="1036237" y="142048"/>
                </a:lnTo>
                <a:lnTo>
                  <a:pt x="1032562" y="142048"/>
                </a:lnTo>
                <a:lnTo>
                  <a:pt x="1028887" y="142048"/>
                </a:lnTo>
                <a:lnTo>
                  <a:pt x="1025213" y="142048"/>
                </a:lnTo>
                <a:lnTo>
                  <a:pt x="1021538" y="142048"/>
                </a:lnTo>
                <a:lnTo>
                  <a:pt x="1017864" y="142048"/>
                </a:lnTo>
                <a:lnTo>
                  <a:pt x="1014189" y="142048"/>
                </a:lnTo>
                <a:lnTo>
                  <a:pt x="1010514" y="142048"/>
                </a:lnTo>
                <a:lnTo>
                  <a:pt x="1006840" y="142048"/>
                </a:lnTo>
                <a:lnTo>
                  <a:pt x="1003165" y="142048"/>
                </a:lnTo>
                <a:lnTo>
                  <a:pt x="999491" y="142048"/>
                </a:lnTo>
                <a:lnTo>
                  <a:pt x="995816" y="142048"/>
                </a:lnTo>
                <a:lnTo>
                  <a:pt x="992141" y="142048"/>
                </a:lnTo>
                <a:lnTo>
                  <a:pt x="988467" y="142048"/>
                </a:lnTo>
                <a:lnTo>
                  <a:pt x="984792" y="142048"/>
                </a:lnTo>
                <a:lnTo>
                  <a:pt x="981118" y="142048"/>
                </a:lnTo>
                <a:lnTo>
                  <a:pt x="977443" y="142048"/>
                </a:lnTo>
                <a:lnTo>
                  <a:pt x="973768" y="142048"/>
                </a:lnTo>
                <a:lnTo>
                  <a:pt x="970094" y="142048"/>
                </a:lnTo>
                <a:lnTo>
                  <a:pt x="966419" y="142048"/>
                </a:lnTo>
                <a:lnTo>
                  <a:pt x="962745" y="142048"/>
                </a:lnTo>
                <a:lnTo>
                  <a:pt x="959070" y="142048"/>
                </a:lnTo>
                <a:lnTo>
                  <a:pt x="955395" y="142048"/>
                </a:lnTo>
                <a:lnTo>
                  <a:pt x="951721" y="142048"/>
                </a:lnTo>
                <a:lnTo>
                  <a:pt x="948046" y="142048"/>
                </a:lnTo>
                <a:lnTo>
                  <a:pt x="944372" y="142048"/>
                </a:lnTo>
                <a:lnTo>
                  <a:pt x="940697" y="142048"/>
                </a:lnTo>
                <a:lnTo>
                  <a:pt x="937022" y="142048"/>
                </a:lnTo>
                <a:lnTo>
                  <a:pt x="933348" y="142048"/>
                </a:lnTo>
                <a:lnTo>
                  <a:pt x="929673" y="142048"/>
                </a:lnTo>
                <a:lnTo>
                  <a:pt x="925999" y="142048"/>
                </a:lnTo>
                <a:lnTo>
                  <a:pt x="922324" y="142048"/>
                </a:lnTo>
                <a:lnTo>
                  <a:pt x="918649" y="142048"/>
                </a:lnTo>
                <a:lnTo>
                  <a:pt x="914975" y="142048"/>
                </a:lnTo>
                <a:lnTo>
                  <a:pt x="911300" y="142048"/>
                </a:lnTo>
                <a:lnTo>
                  <a:pt x="907626" y="142048"/>
                </a:lnTo>
                <a:lnTo>
                  <a:pt x="903951" y="142048"/>
                </a:lnTo>
                <a:lnTo>
                  <a:pt x="900276" y="142048"/>
                </a:lnTo>
                <a:lnTo>
                  <a:pt x="896602" y="142048"/>
                </a:lnTo>
                <a:lnTo>
                  <a:pt x="892927" y="142048"/>
                </a:lnTo>
                <a:lnTo>
                  <a:pt x="889253" y="142048"/>
                </a:lnTo>
                <a:lnTo>
                  <a:pt x="885578" y="142048"/>
                </a:lnTo>
                <a:lnTo>
                  <a:pt x="881903" y="142048"/>
                </a:lnTo>
                <a:lnTo>
                  <a:pt x="878229" y="142048"/>
                </a:lnTo>
                <a:lnTo>
                  <a:pt x="874554" y="142048"/>
                </a:lnTo>
                <a:lnTo>
                  <a:pt x="870880" y="142048"/>
                </a:lnTo>
                <a:lnTo>
                  <a:pt x="867205" y="142048"/>
                </a:lnTo>
                <a:lnTo>
                  <a:pt x="863530" y="142048"/>
                </a:lnTo>
                <a:lnTo>
                  <a:pt x="859856" y="142048"/>
                </a:lnTo>
                <a:lnTo>
                  <a:pt x="856181" y="142048"/>
                </a:lnTo>
                <a:lnTo>
                  <a:pt x="852507" y="142048"/>
                </a:lnTo>
                <a:lnTo>
                  <a:pt x="848832" y="142048"/>
                </a:lnTo>
                <a:lnTo>
                  <a:pt x="845157" y="142048"/>
                </a:lnTo>
                <a:lnTo>
                  <a:pt x="841483" y="142048"/>
                </a:lnTo>
                <a:lnTo>
                  <a:pt x="837808" y="142048"/>
                </a:lnTo>
                <a:lnTo>
                  <a:pt x="834134" y="142048"/>
                </a:lnTo>
                <a:lnTo>
                  <a:pt x="830459" y="142048"/>
                </a:lnTo>
                <a:lnTo>
                  <a:pt x="826784" y="142048"/>
                </a:lnTo>
                <a:lnTo>
                  <a:pt x="823110" y="142048"/>
                </a:lnTo>
                <a:lnTo>
                  <a:pt x="819435" y="142048"/>
                </a:lnTo>
                <a:lnTo>
                  <a:pt x="815761" y="142048"/>
                </a:lnTo>
                <a:lnTo>
                  <a:pt x="812086" y="142048"/>
                </a:lnTo>
                <a:lnTo>
                  <a:pt x="808411" y="142048"/>
                </a:lnTo>
                <a:lnTo>
                  <a:pt x="804737" y="142048"/>
                </a:lnTo>
                <a:lnTo>
                  <a:pt x="801062" y="142048"/>
                </a:lnTo>
                <a:lnTo>
                  <a:pt x="797388" y="142048"/>
                </a:lnTo>
                <a:lnTo>
                  <a:pt x="793713" y="142048"/>
                </a:lnTo>
                <a:lnTo>
                  <a:pt x="790038" y="142048"/>
                </a:lnTo>
                <a:lnTo>
                  <a:pt x="786364" y="142048"/>
                </a:lnTo>
                <a:lnTo>
                  <a:pt x="782689" y="142048"/>
                </a:lnTo>
                <a:lnTo>
                  <a:pt x="779015" y="142048"/>
                </a:lnTo>
                <a:lnTo>
                  <a:pt x="775340" y="142048"/>
                </a:lnTo>
                <a:lnTo>
                  <a:pt x="771665" y="142048"/>
                </a:lnTo>
                <a:lnTo>
                  <a:pt x="767991" y="142048"/>
                </a:lnTo>
                <a:lnTo>
                  <a:pt x="764316" y="142048"/>
                </a:lnTo>
                <a:lnTo>
                  <a:pt x="760642" y="142048"/>
                </a:lnTo>
                <a:lnTo>
                  <a:pt x="756967" y="142048"/>
                </a:lnTo>
                <a:lnTo>
                  <a:pt x="753292" y="142048"/>
                </a:lnTo>
                <a:lnTo>
                  <a:pt x="749618" y="142048"/>
                </a:lnTo>
                <a:lnTo>
                  <a:pt x="745943" y="142048"/>
                </a:lnTo>
                <a:lnTo>
                  <a:pt x="742269" y="142048"/>
                </a:lnTo>
                <a:lnTo>
                  <a:pt x="738594" y="142048"/>
                </a:lnTo>
                <a:lnTo>
                  <a:pt x="734919" y="142048"/>
                </a:lnTo>
                <a:lnTo>
                  <a:pt x="731245" y="142048"/>
                </a:lnTo>
                <a:lnTo>
                  <a:pt x="727570" y="142048"/>
                </a:lnTo>
                <a:lnTo>
                  <a:pt x="723896" y="142048"/>
                </a:lnTo>
                <a:lnTo>
                  <a:pt x="720221" y="142048"/>
                </a:lnTo>
                <a:lnTo>
                  <a:pt x="716546" y="142048"/>
                </a:lnTo>
                <a:lnTo>
                  <a:pt x="712872" y="142048"/>
                </a:lnTo>
                <a:lnTo>
                  <a:pt x="709197" y="142048"/>
                </a:lnTo>
                <a:lnTo>
                  <a:pt x="705523" y="142048"/>
                </a:lnTo>
                <a:lnTo>
                  <a:pt x="701848" y="142048"/>
                </a:lnTo>
                <a:lnTo>
                  <a:pt x="698173" y="142048"/>
                </a:lnTo>
                <a:lnTo>
                  <a:pt x="694499" y="142048"/>
                </a:lnTo>
                <a:lnTo>
                  <a:pt x="690824" y="142048"/>
                </a:lnTo>
                <a:lnTo>
                  <a:pt x="687150" y="142048"/>
                </a:lnTo>
                <a:lnTo>
                  <a:pt x="683475" y="142048"/>
                </a:lnTo>
                <a:lnTo>
                  <a:pt x="679800" y="142048"/>
                </a:lnTo>
                <a:lnTo>
                  <a:pt x="676126" y="142048"/>
                </a:lnTo>
                <a:lnTo>
                  <a:pt x="672451" y="142048"/>
                </a:lnTo>
                <a:lnTo>
                  <a:pt x="668777" y="142048"/>
                </a:lnTo>
                <a:lnTo>
                  <a:pt x="665102" y="142048"/>
                </a:lnTo>
                <a:lnTo>
                  <a:pt x="661427" y="142048"/>
                </a:lnTo>
                <a:lnTo>
                  <a:pt x="657753" y="142048"/>
                </a:lnTo>
                <a:lnTo>
                  <a:pt x="654078" y="142048"/>
                </a:lnTo>
                <a:lnTo>
                  <a:pt x="650404" y="142048"/>
                </a:lnTo>
                <a:lnTo>
                  <a:pt x="646729" y="142048"/>
                </a:lnTo>
                <a:lnTo>
                  <a:pt x="643054" y="142048"/>
                </a:lnTo>
                <a:lnTo>
                  <a:pt x="639380" y="142048"/>
                </a:lnTo>
                <a:lnTo>
                  <a:pt x="635705" y="142048"/>
                </a:lnTo>
                <a:lnTo>
                  <a:pt x="632031" y="142048"/>
                </a:lnTo>
                <a:lnTo>
                  <a:pt x="628356" y="142048"/>
                </a:lnTo>
                <a:lnTo>
                  <a:pt x="624681" y="142048"/>
                </a:lnTo>
                <a:lnTo>
                  <a:pt x="621007" y="142048"/>
                </a:lnTo>
                <a:lnTo>
                  <a:pt x="617332" y="142048"/>
                </a:lnTo>
                <a:lnTo>
                  <a:pt x="613658" y="142048"/>
                </a:lnTo>
                <a:lnTo>
                  <a:pt x="609983" y="142048"/>
                </a:lnTo>
                <a:lnTo>
                  <a:pt x="606308" y="142048"/>
                </a:lnTo>
                <a:lnTo>
                  <a:pt x="602634" y="142048"/>
                </a:lnTo>
                <a:lnTo>
                  <a:pt x="598959" y="142048"/>
                </a:lnTo>
                <a:lnTo>
                  <a:pt x="595285" y="142048"/>
                </a:lnTo>
                <a:lnTo>
                  <a:pt x="591610" y="142048"/>
                </a:lnTo>
                <a:lnTo>
                  <a:pt x="587935" y="142048"/>
                </a:lnTo>
                <a:lnTo>
                  <a:pt x="584261" y="142048"/>
                </a:lnTo>
                <a:lnTo>
                  <a:pt x="580586" y="142048"/>
                </a:lnTo>
                <a:lnTo>
                  <a:pt x="576912" y="142048"/>
                </a:lnTo>
                <a:lnTo>
                  <a:pt x="573237" y="142048"/>
                </a:lnTo>
                <a:lnTo>
                  <a:pt x="569562" y="142048"/>
                </a:lnTo>
                <a:lnTo>
                  <a:pt x="565888" y="142048"/>
                </a:lnTo>
                <a:lnTo>
                  <a:pt x="562213" y="142048"/>
                </a:lnTo>
                <a:lnTo>
                  <a:pt x="558539" y="142048"/>
                </a:lnTo>
                <a:lnTo>
                  <a:pt x="554864" y="142048"/>
                </a:lnTo>
                <a:lnTo>
                  <a:pt x="551189" y="142048"/>
                </a:lnTo>
                <a:lnTo>
                  <a:pt x="547515" y="142048"/>
                </a:lnTo>
                <a:lnTo>
                  <a:pt x="543840" y="142048"/>
                </a:lnTo>
                <a:lnTo>
                  <a:pt x="540166" y="142048"/>
                </a:lnTo>
                <a:lnTo>
                  <a:pt x="536491" y="142048"/>
                </a:lnTo>
                <a:lnTo>
                  <a:pt x="532816" y="142048"/>
                </a:lnTo>
                <a:lnTo>
                  <a:pt x="529142" y="142048"/>
                </a:lnTo>
                <a:lnTo>
                  <a:pt x="525467" y="142048"/>
                </a:lnTo>
                <a:lnTo>
                  <a:pt x="521793" y="142048"/>
                </a:lnTo>
                <a:lnTo>
                  <a:pt x="518118" y="142048"/>
                </a:lnTo>
                <a:lnTo>
                  <a:pt x="514443" y="142048"/>
                </a:lnTo>
                <a:lnTo>
                  <a:pt x="510769" y="142048"/>
                </a:lnTo>
                <a:lnTo>
                  <a:pt x="507094" y="142048"/>
                </a:lnTo>
                <a:lnTo>
                  <a:pt x="503420" y="142048"/>
                </a:lnTo>
                <a:lnTo>
                  <a:pt x="499745" y="142048"/>
                </a:lnTo>
                <a:lnTo>
                  <a:pt x="496070" y="142048"/>
                </a:lnTo>
                <a:lnTo>
                  <a:pt x="492396" y="142048"/>
                </a:lnTo>
                <a:lnTo>
                  <a:pt x="488721" y="142048"/>
                </a:lnTo>
                <a:lnTo>
                  <a:pt x="485047" y="142048"/>
                </a:lnTo>
                <a:lnTo>
                  <a:pt x="481372" y="142048"/>
                </a:lnTo>
                <a:lnTo>
                  <a:pt x="477697" y="142048"/>
                </a:lnTo>
                <a:lnTo>
                  <a:pt x="474023" y="142048"/>
                </a:lnTo>
                <a:lnTo>
                  <a:pt x="470348" y="142048"/>
                </a:lnTo>
                <a:lnTo>
                  <a:pt x="466674" y="142048"/>
                </a:lnTo>
                <a:lnTo>
                  <a:pt x="462999" y="142048"/>
                </a:lnTo>
                <a:lnTo>
                  <a:pt x="459324" y="142048"/>
                </a:lnTo>
                <a:lnTo>
                  <a:pt x="455650" y="142048"/>
                </a:lnTo>
                <a:lnTo>
                  <a:pt x="451975" y="142048"/>
                </a:lnTo>
                <a:lnTo>
                  <a:pt x="448301" y="142048"/>
                </a:lnTo>
                <a:lnTo>
                  <a:pt x="444626" y="142048"/>
                </a:lnTo>
                <a:lnTo>
                  <a:pt x="440951" y="142048"/>
                </a:lnTo>
                <a:lnTo>
                  <a:pt x="437277" y="142048"/>
                </a:lnTo>
                <a:lnTo>
                  <a:pt x="433602" y="142048"/>
                </a:lnTo>
                <a:lnTo>
                  <a:pt x="429928" y="142048"/>
                </a:lnTo>
                <a:lnTo>
                  <a:pt x="426253" y="142048"/>
                </a:lnTo>
                <a:lnTo>
                  <a:pt x="422578" y="142048"/>
                </a:lnTo>
                <a:lnTo>
                  <a:pt x="418904" y="142048"/>
                </a:lnTo>
                <a:lnTo>
                  <a:pt x="415229" y="142048"/>
                </a:lnTo>
                <a:lnTo>
                  <a:pt x="411555" y="142048"/>
                </a:lnTo>
                <a:lnTo>
                  <a:pt x="407880" y="142048"/>
                </a:lnTo>
                <a:lnTo>
                  <a:pt x="404205" y="142048"/>
                </a:lnTo>
                <a:lnTo>
                  <a:pt x="400531" y="142048"/>
                </a:lnTo>
                <a:lnTo>
                  <a:pt x="396856" y="142048"/>
                </a:lnTo>
                <a:lnTo>
                  <a:pt x="393182" y="142048"/>
                </a:lnTo>
                <a:lnTo>
                  <a:pt x="389507" y="142048"/>
                </a:lnTo>
                <a:lnTo>
                  <a:pt x="385832" y="142048"/>
                </a:lnTo>
                <a:lnTo>
                  <a:pt x="382158" y="142048"/>
                </a:lnTo>
                <a:lnTo>
                  <a:pt x="378483" y="142048"/>
                </a:lnTo>
                <a:lnTo>
                  <a:pt x="374809" y="142048"/>
                </a:lnTo>
                <a:lnTo>
                  <a:pt x="371134" y="142048"/>
                </a:lnTo>
                <a:lnTo>
                  <a:pt x="367459" y="142048"/>
                </a:lnTo>
                <a:lnTo>
                  <a:pt x="363785" y="142048"/>
                </a:lnTo>
                <a:lnTo>
                  <a:pt x="360110" y="142048"/>
                </a:lnTo>
                <a:lnTo>
                  <a:pt x="356436" y="142048"/>
                </a:lnTo>
                <a:lnTo>
                  <a:pt x="352761" y="142048"/>
                </a:lnTo>
                <a:lnTo>
                  <a:pt x="349086" y="142048"/>
                </a:lnTo>
                <a:lnTo>
                  <a:pt x="345412" y="142048"/>
                </a:lnTo>
                <a:lnTo>
                  <a:pt x="341737" y="142048"/>
                </a:lnTo>
                <a:lnTo>
                  <a:pt x="338063" y="142048"/>
                </a:lnTo>
                <a:lnTo>
                  <a:pt x="334388" y="142048"/>
                </a:lnTo>
                <a:lnTo>
                  <a:pt x="330713" y="142048"/>
                </a:lnTo>
                <a:lnTo>
                  <a:pt x="327039" y="142048"/>
                </a:lnTo>
                <a:lnTo>
                  <a:pt x="323364" y="142048"/>
                </a:lnTo>
                <a:lnTo>
                  <a:pt x="319690" y="142048"/>
                </a:lnTo>
                <a:lnTo>
                  <a:pt x="316015" y="142048"/>
                </a:lnTo>
                <a:lnTo>
                  <a:pt x="312340" y="142048"/>
                </a:lnTo>
                <a:lnTo>
                  <a:pt x="308666" y="142048"/>
                </a:lnTo>
                <a:lnTo>
                  <a:pt x="304991" y="142048"/>
                </a:lnTo>
                <a:lnTo>
                  <a:pt x="301317" y="142048"/>
                </a:lnTo>
                <a:lnTo>
                  <a:pt x="297642" y="142048"/>
                </a:lnTo>
                <a:lnTo>
                  <a:pt x="293967" y="142048"/>
                </a:lnTo>
                <a:lnTo>
                  <a:pt x="290293" y="142048"/>
                </a:lnTo>
                <a:lnTo>
                  <a:pt x="286618" y="142048"/>
                </a:lnTo>
                <a:lnTo>
                  <a:pt x="282944" y="142048"/>
                </a:lnTo>
                <a:lnTo>
                  <a:pt x="279269" y="142048"/>
                </a:lnTo>
                <a:lnTo>
                  <a:pt x="275594" y="142048"/>
                </a:lnTo>
                <a:lnTo>
                  <a:pt x="271920" y="142048"/>
                </a:lnTo>
                <a:lnTo>
                  <a:pt x="268245" y="142048"/>
                </a:lnTo>
                <a:lnTo>
                  <a:pt x="264571" y="142048"/>
                </a:lnTo>
                <a:lnTo>
                  <a:pt x="260896" y="142048"/>
                </a:lnTo>
                <a:lnTo>
                  <a:pt x="257221" y="142048"/>
                </a:lnTo>
                <a:lnTo>
                  <a:pt x="253547" y="142048"/>
                </a:lnTo>
                <a:lnTo>
                  <a:pt x="249872" y="142048"/>
                </a:lnTo>
                <a:lnTo>
                  <a:pt x="246198" y="142048"/>
                </a:lnTo>
                <a:lnTo>
                  <a:pt x="242523" y="142048"/>
                </a:lnTo>
                <a:lnTo>
                  <a:pt x="238848" y="142048"/>
                </a:lnTo>
                <a:lnTo>
                  <a:pt x="235174" y="142048"/>
                </a:lnTo>
                <a:lnTo>
                  <a:pt x="231499" y="142048"/>
                </a:lnTo>
                <a:lnTo>
                  <a:pt x="227825" y="142048"/>
                </a:lnTo>
                <a:lnTo>
                  <a:pt x="224150" y="142048"/>
                </a:lnTo>
                <a:lnTo>
                  <a:pt x="220475" y="142048"/>
                </a:lnTo>
                <a:lnTo>
                  <a:pt x="216801" y="142048"/>
                </a:lnTo>
                <a:lnTo>
                  <a:pt x="213126" y="142048"/>
                </a:lnTo>
                <a:lnTo>
                  <a:pt x="209452" y="142048"/>
                </a:lnTo>
                <a:lnTo>
                  <a:pt x="205777" y="142048"/>
                </a:lnTo>
                <a:lnTo>
                  <a:pt x="202102" y="142048"/>
                </a:lnTo>
                <a:lnTo>
                  <a:pt x="198428" y="142048"/>
                </a:lnTo>
                <a:lnTo>
                  <a:pt x="194753" y="142048"/>
                </a:lnTo>
                <a:lnTo>
                  <a:pt x="191079" y="142048"/>
                </a:lnTo>
                <a:lnTo>
                  <a:pt x="187404" y="142048"/>
                </a:lnTo>
                <a:lnTo>
                  <a:pt x="183729" y="142048"/>
                </a:lnTo>
                <a:lnTo>
                  <a:pt x="180055" y="142048"/>
                </a:lnTo>
                <a:lnTo>
                  <a:pt x="176380" y="142048"/>
                </a:lnTo>
                <a:lnTo>
                  <a:pt x="172706" y="142048"/>
                </a:lnTo>
                <a:lnTo>
                  <a:pt x="169031" y="142048"/>
                </a:lnTo>
                <a:lnTo>
                  <a:pt x="165356" y="142048"/>
                </a:lnTo>
                <a:lnTo>
                  <a:pt x="161682" y="142048"/>
                </a:lnTo>
                <a:lnTo>
                  <a:pt x="158007" y="142048"/>
                </a:lnTo>
                <a:lnTo>
                  <a:pt x="154333" y="142048"/>
                </a:lnTo>
                <a:lnTo>
                  <a:pt x="150658" y="142048"/>
                </a:lnTo>
                <a:lnTo>
                  <a:pt x="146983" y="142048"/>
                </a:lnTo>
                <a:lnTo>
                  <a:pt x="143309" y="142048"/>
                </a:lnTo>
                <a:lnTo>
                  <a:pt x="139634" y="142048"/>
                </a:lnTo>
                <a:lnTo>
                  <a:pt x="135960" y="142048"/>
                </a:lnTo>
                <a:lnTo>
                  <a:pt x="132285" y="142048"/>
                </a:lnTo>
                <a:lnTo>
                  <a:pt x="128610" y="142048"/>
                </a:lnTo>
                <a:lnTo>
                  <a:pt x="124936" y="142048"/>
                </a:lnTo>
                <a:lnTo>
                  <a:pt x="121261" y="142048"/>
                </a:lnTo>
                <a:lnTo>
                  <a:pt x="117587" y="142048"/>
                </a:lnTo>
                <a:lnTo>
                  <a:pt x="113912" y="142048"/>
                </a:lnTo>
                <a:lnTo>
                  <a:pt x="110237" y="142048"/>
                </a:lnTo>
                <a:lnTo>
                  <a:pt x="106563" y="142048"/>
                </a:lnTo>
                <a:lnTo>
                  <a:pt x="102888" y="142048"/>
                </a:lnTo>
                <a:lnTo>
                  <a:pt x="99214" y="142048"/>
                </a:lnTo>
                <a:lnTo>
                  <a:pt x="95539" y="142048"/>
                </a:lnTo>
                <a:lnTo>
                  <a:pt x="91864" y="142048"/>
                </a:lnTo>
                <a:lnTo>
                  <a:pt x="88190" y="142048"/>
                </a:lnTo>
                <a:lnTo>
                  <a:pt x="84515" y="142048"/>
                </a:lnTo>
                <a:lnTo>
                  <a:pt x="80841" y="142048"/>
                </a:lnTo>
                <a:lnTo>
                  <a:pt x="77166" y="142048"/>
                </a:lnTo>
                <a:lnTo>
                  <a:pt x="73491" y="142048"/>
                </a:lnTo>
                <a:lnTo>
                  <a:pt x="69817" y="142048"/>
                </a:lnTo>
                <a:lnTo>
                  <a:pt x="66142" y="142048"/>
                </a:lnTo>
                <a:lnTo>
                  <a:pt x="62468" y="142048"/>
                </a:lnTo>
                <a:lnTo>
                  <a:pt x="58793" y="142048"/>
                </a:lnTo>
                <a:lnTo>
                  <a:pt x="55118" y="142048"/>
                </a:lnTo>
                <a:lnTo>
                  <a:pt x="51444" y="142048"/>
                </a:lnTo>
                <a:lnTo>
                  <a:pt x="47769" y="142048"/>
                </a:lnTo>
                <a:lnTo>
                  <a:pt x="44095" y="142048"/>
                </a:lnTo>
                <a:lnTo>
                  <a:pt x="40420" y="142048"/>
                </a:lnTo>
                <a:lnTo>
                  <a:pt x="36745" y="142048"/>
                </a:lnTo>
                <a:lnTo>
                  <a:pt x="33071" y="142048"/>
                </a:lnTo>
                <a:lnTo>
                  <a:pt x="29396" y="142048"/>
                </a:lnTo>
                <a:lnTo>
                  <a:pt x="25722" y="142048"/>
                </a:lnTo>
                <a:lnTo>
                  <a:pt x="22047" y="142048"/>
                </a:lnTo>
                <a:lnTo>
                  <a:pt x="18372" y="142048"/>
                </a:lnTo>
                <a:lnTo>
                  <a:pt x="14698" y="142048"/>
                </a:lnTo>
                <a:lnTo>
                  <a:pt x="11023" y="142048"/>
                </a:lnTo>
                <a:lnTo>
                  <a:pt x="7349" y="142048"/>
                </a:lnTo>
                <a:lnTo>
                  <a:pt x="3674" y="142048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59" name="pl159"/>
          <p:cNvSpPr/>
          <p:nvPr/>
        </p:nvSpPr>
        <p:spPr>
          <a:xfrm>
            <a:off x="6702581" y="4082767"/>
            <a:ext cx="1877720" cy="142048"/>
          </a:xfrm>
          <a:custGeom>
            <a:avLst/>
            <a:gdLst/>
            <a:ahLst/>
            <a:cxnLst/>
            <a:rect l="0" t="0" r="0" b="0"/>
            <a:pathLst>
              <a:path w="1877720" h="142048">
                <a:moveTo>
                  <a:pt x="0" y="142048"/>
                </a:moveTo>
                <a:lnTo>
                  <a:pt x="3674" y="142048"/>
                </a:lnTo>
                <a:lnTo>
                  <a:pt x="7349" y="142048"/>
                </a:lnTo>
                <a:lnTo>
                  <a:pt x="11023" y="142048"/>
                </a:lnTo>
                <a:lnTo>
                  <a:pt x="14698" y="142048"/>
                </a:lnTo>
                <a:lnTo>
                  <a:pt x="18372" y="142048"/>
                </a:lnTo>
                <a:lnTo>
                  <a:pt x="22047" y="142048"/>
                </a:lnTo>
                <a:lnTo>
                  <a:pt x="25722" y="142048"/>
                </a:lnTo>
                <a:lnTo>
                  <a:pt x="29396" y="142048"/>
                </a:lnTo>
                <a:lnTo>
                  <a:pt x="33071" y="142048"/>
                </a:lnTo>
                <a:lnTo>
                  <a:pt x="36745" y="142048"/>
                </a:lnTo>
                <a:lnTo>
                  <a:pt x="40420" y="142048"/>
                </a:lnTo>
                <a:lnTo>
                  <a:pt x="44095" y="142048"/>
                </a:lnTo>
                <a:lnTo>
                  <a:pt x="47769" y="142048"/>
                </a:lnTo>
                <a:lnTo>
                  <a:pt x="51444" y="142048"/>
                </a:lnTo>
                <a:lnTo>
                  <a:pt x="55118" y="142048"/>
                </a:lnTo>
                <a:lnTo>
                  <a:pt x="58793" y="142048"/>
                </a:lnTo>
                <a:lnTo>
                  <a:pt x="62468" y="142048"/>
                </a:lnTo>
                <a:lnTo>
                  <a:pt x="66142" y="142048"/>
                </a:lnTo>
                <a:lnTo>
                  <a:pt x="69817" y="142048"/>
                </a:lnTo>
                <a:lnTo>
                  <a:pt x="73491" y="142048"/>
                </a:lnTo>
                <a:lnTo>
                  <a:pt x="77166" y="142048"/>
                </a:lnTo>
                <a:lnTo>
                  <a:pt x="80841" y="142048"/>
                </a:lnTo>
                <a:lnTo>
                  <a:pt x="84515" y="142048"/>
                </a:lnTo>
                <a:lnTo>
                  <a:pt x="88190" y="142048"/>
                </a:lnTo>
                <a:lnTo>
                  <a:pt x="91864" y="142048"/>
                </a:lnTo>
                <a:lnTo>
                  <a:pt x="95539" y="142048"/>
                </a:lnTo>
                <a:lnTo>
                  <a:pt x="99214" y="142048"/>
                </a:lnTo>
                <a:lnTo>
                  <a:pt x="102888" y="142048"/>
                </a:lnTo>
                <a:lnTo>
                  <a:pt x="106563" y="142048"/>
                </a:lnTo>
                <a:lnTo>
                  <a:pt x="110237" y="142048"/>
                </a:lnTo>
                <a:lnTo>
                  <a:pt x="113912" y="142048"/>
                </a:lnTo>
                <a:lnTo>
                  <a:pt x="117587" y="142048"/>
                </a:lnTo>
                <a:lnTo>
                  <a:pt x="121261" y="142048"/>
                </a:lnTo>
                <a:lnTo>
                  <a:pt x="124936" y="142048"/>
                </a:lnTo>
                <a:lnTo>
                  <a:pt x="128610" y="142048"/>
                </a:lnTo>
                <a:lnTo>
                  <a:pt x="132285" y="142048"/>
                </a:lnTo>
                <a:lnTo>
                  <a:pt x="135960" y="142048"/>
                </a:lnTo>
                <a:lnTo>
                  <a:pt x="139634" y="142048"/>
                </a:lnTo>
                <a:lnTo>
                  <a:pt x="143309" y="142048"/>
                </a:lnTo>
                <a:lnTo>
                  <a:pt x="146983" y="142048"/>
                </a:lnTo>
                <a:lnTo>
                  <a:pt x="150658" y="142048"/>
                </a:lnTo>
                <a:lnTo>
                  <a:pt x="154333" y="142048"/>
                </a:lnTo>
                <a:lnTo>
                  <a:pt x="158007" y="142048"/>
                </a:lnTo>
                <a:lnTo>
                  <a:pt x="161682" y="142048"/>
                </a:lnTo>
                <a:lnTo>
                  <a:pt x="165356" y="142048"/>
                </a:lnTo>
                <a:lnTo>
                  <a:pt x="169031" y="142048"/>
                </a:lnTo>
                <a:lnTo>
                  <a:pt x="172706" y="142048"/>
                </a:lnTo>
                <a:lnTo>
                  <a:pt x="176380" y="142048"/>
                </a:lnTo>
                <a:lnTo>
                  <a:pt x="180055" y="142048"/>
                </a:lnTo>
                <a:lnTo>
                  <a:pt x="183729" y="142048"/>
                </a:lnTo>
                <a:lnTo>
                  <a:pt x="187404" y="142048"/>
                </a:lnTo>
                <a:lnTo>
                  <a:pt x="191079" y="142048"/>
                </a:lnTo>
                <a:lnTo>
                  <a:pt x="194753" y="142048"/>
                </a:lnTo>
                <a:lnTo>
                  <a:pt x="198428" y="142048"/>
                </a:lnTo>
                <a:lnTo>
                  <a:pt x="202102" y="142048"/>
                </a:lnTo>
                <a:lnTo>
                  <a:pt x="205777" y="142048"/>
                </a:lnTo>
                <a:lnTo>
                  <a:pt x="209452" y="142048"/>
                </a:lnTo>
                <a:lnTo>
                  <a:pt x="213126" y="142048"/>
                </a:lnTo>
                <a:lnTo>
                  <a:pt x="216801" y="142048"/>
                </a:lnTo>
                <a:lnTo>
                  <a:pt x="220475" y="142048"/>
                </a:lnTo>
                <a:lnTo>
                  <a:pt x="224150" y="142048"/>
                </a:lnTo>
                <a:lnTo>
                  <a:pt x="227825" y="142048"/>
                </a:lnTo>
                <a:lnTo>
                  <a:pt x="231499" y="142048"/>
                </a:lnTo>
                <a:lnTo>
                  <a:pt x="235174" y="142048"/>
                </a:lnTo>
                <a:lnTo>
                  <a:pt x="238848" y="142048"/>
                </a:lnTo>
                <a:lnTo>
                  <a:pt x="242523" y="142048"/>
                </a:lnTo>
                <a:lnTo>
                  <a:pt x="246198" y="142048"/>
                </a:lnTo>
                <a:lnTo>
                  <a:pt x="249872" y="142048"/>
                </a:lnTo>
                <a:lnTo>
                  <a:pt x="253547" y="142048"/>
                </a:lnTo>
                <a:lnTo>
                  <a:pt x="257221" y="142048"/>
                </a:lnTo>
                <a:lnTo>
                  <a:pt x="260896" y="142048"/>
                </a:lnTo>
                <a:lnTo>
                  <a:pt x="264571" y="142048"/>
                </a:lnTo>
                <a:lnTo>
                  <a:pt x="268245" y="142048"/>
                </a:lnTo>
                <a:lnTo>
                  <a:pt x="271920" y="142048"/>
                </a:lnTo>
                <a:lnTo>
                  <a:pt x="275594" y="142048"/>
                </a:lnTo>
                <a:lnTo>
                  <a:pt x="279269" y="142048"/>
                </a:lnTo>
                <a:lnTo>
                  <a:pt x="282944" y="142048"/>
                </a:lnTo>
                <a:lnTo>
                  <a:pt x="286618" y="142048"/>
                </a:lnTo>
                <a:lnTo>
                  <a:pt x="290293" y="142048"/>
                </a:lnTo>
                <a:lnTo>
                  <a:pt x="293967" y="142048"/>
                </a:lnTo>
                <a:lnTo>
                  <a:pt x="297642" y="142048"/>
                </a:lnTo>
                <a:lnTo>
                  <a:pt x="301317" y="142048"/>
                </a:lnTo>
                <a:lnTo>
                  <a:pt x="304991" y="142048"/>
                </a:lnTo>
                <a:lnTo>
                  <a:pt x="308666" y="142048"/>
                </a:lnTo>
                <a:lnTo>
                  <a:pt x="312340" y="142048"/>
                </a:lnTo>
                <a:lnTo>
                  <a:pt x="316015" y="142048"/>
                </a:lnTo>
                <a:lnTo>
                  <a:pt x="319690" y="142048"/>
                </a:lnTo>
                <a:lnTo>
                  <a:pt x="323364" y="142048"/>
                </a:lnTo>
                <a:lnTo>
                  <a:pt x="327039" y="142048"/>
                </a:lnTo>
                <a:lnTo>
                  <a:pt x="330713" y="142048"/>
                </a:lnTo>
                <a:lnTo>
                  <a:pt x="334388" y="142048"/>
                </a:lnTo>
                <a:lnTo>
                  <a:pt x="338063" y="142048"/>
                </a:lnTo>
                <a:lnTo>
                  <a:pt x="341737" y="142048"/>
                </a:lnTo>
                <a:lnTo>
                  <a:pt x="345412" y="142048"/>
                </a:lnTo>
                <a:lnTo>
                  <a:pt x="349086" y="142048"/>
                </a:lnTo>
                <a:lnTo>
                  <a:pt x="352761" y="142047"/>
                </a:lnTo>
                <a:lnTo>
                  <a:pt x="356436" y="142047"/>
                </a:lnTo>
                <a:lnTo>
                  <a:pt x="360110" y="142047"/>
                </a:lnTo>
                <a:lnTo>
                  <a:pt x="363785" y="142047"/>
                </a:lnTo>
                <a:lnTo>
                  <a:pt x="367459" y="142046"/>
                </a:lnTo>
                <a:lnTo>
                  <a:pt x="371134" y="142045"/>
                </a:lnTo>
                <a:lnTo>
                  <a:pt x="374809" y="142045"/>
                </a:lnTo>
                <a:lnTo>
                  <a:pt x="378483" y="142043"/>
                </a:lnTo>
                <a:lnTo>
                  <a:pt x="382158" y="142042"/>
                </a:lnTo>
                <a:lnTo>
                  <a:pt x="385832" y="142040"/>
                </a:lnTo>
                <a:lnTo>
                  <a:pt x="389507" y="142038"/>
                </a:lnTo>
                <a:lnTo>
                  <a:pt x="393182" y="142035"/>
                </a:lnTo>
                <a:lnTo>
                  <a:pt x="396856" y="142032"/>
                </a:lnTo>
                <a:lnTo>
                  <a:pt x="400531" y="142028"/>
                </a:lnTo>
                <a:lnTo>
                  <a:pt x="404205" y="142022"/>
                </a:lnTo>
                <a:lnTo>
                  <a:pt x="407880" y="142016"/>
                </a:lnTo>
                <a:lnTo>
                  <a:pt x="411555" y="142008"/>
                </a:lnTo>
                <a:lnTo>
                  <a:pt x="415229" y="141999"/>
                </a:lnTo>
                <a:lnTo>
                  <a:pt x="418904" y="141988"/>
                </a:lnTo>
                <a:lnTo>
                  <a:pt x="422578" y="141976"/>
                </a:lnTo>
                <a:lnTo>
                  <a:pt x="426253" y="141961"/>
                </a:lnTo>
                <a:lnTo>
                  <a:pt x="429928" y="141943"/>
                </a:lnTo>
                <a:lnTo>
                  <a:pt x="433602" y="141922"/>
                </a:lnTo>
                <a:lnTo>
                  <a:pt x="437277" y="141899"/>
                </a:lnTo>
                <a:lnTo>
                  <a:pt x="440951" y="141872"/>
                </a:lnTo>
                <a:lnTo>
                  <a:pt x="444626" y="141842"/>
                </a:lnTo>
                <a:lnTo>
                  <a:pt x="448301" y="141807"/>
                </a:lnTo>
                <a:lnTo>
                  <a:pt x="451975" y="141769"/>
                </a:lnTo>
                <a:lnTo>
                  <a:pt x="455650" y="141725"/>
                </a:lnTo>
                <a:lnTo>
                  <a:pt x="459324" y="141677"/>
                </a:lnTo>
                <a:lnTo>
                  <a:pt x="462999" y="141624"/>
                </a:lnTo>
                <a:lnTo>
                  <a:pt x="466674" y="141567"/>
                </a:lnTo>
                <a:lnTo>
                  <a:pt x="470348" y="141504"/>
                </a:lnTo>
                <a:lnTo>
                  <a:pt x="474023" y="141437"/>
                </a:lnTo>
                <a:lnTo>
                  <a:pt x="477697" y="141364"/>
                </a:lnTo>
                <a:lnTo>
                  <a:pt x="481372" y="141286"/>
                </a:lnTo>
                <a:lnTo>
                  <a:pt x="485047" y="141204"/>
                </a:lnTo>
                <a:lnTo>
                  <a:pt x="488721" y="141118"/>
                </a:lnTo>
                <a:lnTo>
                  <a:pt x="492396" y="141027"/>
                </a:lnTo>
                <a:lnTo>
                  <a:pt x="496070" y="140934"/>
                </a:lnTo>
                <a:lnTo>
                  <a:pt x="499745" y="140837"/>
                </a:lnTo>
                <a:lnTo>
                  <a:pt x="503420" y="140738"/>
                </a:lnTo>
                <a:lnTo>
                  <a:pt x="507094" y="140637"/>
                </a:lnTo>
                <a:lnTo>
                  <a:pt x="510769" y="140534"/>
                </a:lnTo>
                <a:lnTo>
                  <a:pt x="514443" y="140431"/>
                </a:lnTo>
                <a:lnTo>
                  <a:pt x="518118" y="140327"/>
                </a:lnTo>
                <a:lnTo>
                  <a:pt x="521793" y="140224"/>
                </a:lnTo>
                <a:lnTo>
                  <a:pt x="525467" y="140121"/>
                </a:lnTo>
                <a:lnTo>
                  <a:pt x="529142" y="140019"/>
                </a:lnTo>
                <a:lnTo>
                  <a:pt x="532816" y="139918"/>
                </a:lnTo>
                <a:lnTo>
                  <a:pt x="536491" y="139817"/>
                </a:lnTo>
                <a:lnTo>
                  <a:pt x="540166" y="139718"/>
                </a:lnTo>
                <a:lnTo>
                  <a:pt x="543840" y="139619"/>
                </a:lnTo>
                <a:lnTo>
                  <a:pt x="547515" y="139520"/>
                </a:lnTo>
                <a:lnTo>
                  <a:pt x="551189" y="139420"/>
                </a:lnTo>
                <a:lnTo>
                  <a:pt x="554864" y="139318"/>
                </a:lnTo>
                <a:lnTo>
                  <a:pt x="558539" y="139215"/>
                </a:lnTo>
                <a:lnTo>
                  <a:pt x="562213" y="139108"/>
                </a:lnTo>
                <a:lnTo>
                  <a:pt x="565888" y="138997"/>
                </a:lnTo>
                <a:lnTo>
                  <a:pt x="569562" y="138880"/>
                </a:lnTo>
                <a:lnTo>
                  <a:pt x="573237" y="138757"/>
                </a:lnTo>
                <a:lnTo>
                  <a:pt x="576912" y="138625"/>
                </a:lnTo>
                <a:lnTo>
                  <a:pt x="580586" y="138484"/>
                </a:lnTo>
                <a:lnTo>
                  <a:pt x="584261" y="138333"/>
                </a:lnTo>
                <a:lnTo>
                  <a:pt x="587935" y="138171"/>
                </a:lnTo>
                <a:lnTo>
                  <a:pt x="591610" y="137998"/>
                </a:lnTo>
                <a:lnTo>
                  <a:pt x="595285" y="137812"/>
                </a:lnTo>
                <a:lnTo>
                  <a:pt x="598959" y="137611"/>
                </a:lnTo>
                <a:lnTo>
                  <a:pt x="602634" y="137395"/>
                </a:lnTo>
                <a:lnTo>
                  <a:pt x="606308" y="137164"/>
                </a:lnTo>
                <a:lnTo>
                  <a:pt x="609983" y="136917"/>
                </a:lnTo>
                <a:lnTo>
                  <a:pt x="613658" y="136655"/>
                </a:lnTo>
                <a:lnTo>
                  <a:pt x="617332" y="136377"/>
                </a:lnTo>
                <a:lnTo>
                  <a:pt x="621007" y="136081"/>
                </a:lnTo>
                <a:lnTo>
                  <a:pt x="624681" y="135765"/>
                </a:lnTo>
                <a:lnTo>
                  <a:pt x="628356" y="135430"/>
                </a:lnTo>
                <a:lnTo>
                  <a:pt x="632031" y="135077"/>
                </a:lnTo>
                <a:lnTo>
                  <a:pt x="635705" y="134704"/>
                </a:lnTo>
                <a:lnTo>
                  <a:pt x="639380" y="134311"/>
                </a:lnTo>
                <a:lnTo>
                  <a:pt x="643054" y="133897"/>
                </a:lnTo>
                <a:lnTo>
                  <a:pt x="646729" y="133460"/>
                </a:lnTo>
                <a:lnTo>
                  <a:pt x="650404" y="132996"/>
                </a:lnTo>
                <a:lnTo>
                  <a:pt x="654078" y="132509"/>
                </a:lnTo>
                <a:lnTo>
                  <a:pt x="657753" y="131996"/>
                </a:lnTo>
                <a:lnTo>
                  <a:pt x="661427" y="131458"/>
                </a:lnTo>
                <a:lnTo>
                  <a:pt x="665102" y="130893"/>
                </a:lnTo>
                <a:lnTo>
                  <a:pt x="668777" y="130301"/>
                </a:lnTo>
                <a:lnTo>
                  <a:pt x="672451" y="129677"/>
                </a:lnTo>
                <a:lnTo>
                  <a:pt x="676126" y="129023"/>
                </a:lnTo>
                <a:lnTo>
                  <a:pt x="679800" y="128339"/>
                </a:lnTo>
                <a:lnTo>
                  <a:pt x="683475" y="127627"/>
                </a:lnTo>
                <a:lnTo>
                  <a:pt x="687150" y="126887"/>
                </a:lnTo>
                <a:lnTo>
                  <a:pt x="690824" y="126118"/>
                </a:lnTo>
                <a:lnTo>
                  <a:pt x="694499" y="125322"/>
                </a:lnTo>
                <a:lnTo>
                  <a:pt x="698173" y="124493"/>
                </a:lnTo>
                <a:lnTo>
                  <a:pt x="701848" y="123639"/>
                </a:lnTo>
                <a:lnTo>
                  <a:pt x="705523" y="122760"/>
                </a:lnTo>
                <a:lnTo>
                  <a:pt x="709197" y="121860"/>
                </a:lnTo>
                <a:lnTo>
                  <a:pt x="712872" y="120938"/>
                </a:lnTo>
                <a:lnTo>
                  <a:pt x="716546" y="119996"/>
                </a:lnTo>
                <a:lnTo>
                  <a:pt x="720221" y="119036"/>
                </a:lnTo>
                <a:lnTo>
                  <a:pt x="723896" y="118059"/>
                </a:lnTo>
                <a:lnTo>
                  <a:pt x="727570" y="117068"/>
                </a:lnTo>
                <a:lnTo>
                  <a:pt x="731245" y="116065"/>
                </a:lnTo>
                <a:lnTo>
                  <a:pt x="734919" y="115053"/>
                </a:lnTo>
                <a:lnTo>
                  <a:pt x="738594" y="114032"/>
                </a:lnTo>
                <a:lnTo>
                  <a:pt x="742269" y="113004"/>
                </a:lnTo>
                <a:lnTo>
                  <a:pt x="745943" y="111970"/>
                </a:lnTo>
                <a:lnTo>
                  <a:pt x="749618" y="110930"/>
                </a:lnTo>
                <a:lnTo>
                  <a:pt x="753292" y="109886"/>
                </a:lnTo>
                <a:lnTo>
                  <a:pt x="756967" y="108839"/>
                </a:lnTo>
                <a:lnTo>
                  <a:pt x="760642" y="107787"/>
                </a:lnTo>
                <a:lnTo>
                  <a:pt x="764316" y="106732"/>
                </a:lnTo>
                <a:lnTo>
                  <a:pt x="767991" y="105671"/>
                </a:lnTo>
                <a:lnTo>
                  <a:pt x="771665" y="104604"/>
                </a:lnTo>
                <a:lnTo>
                  <a:pt x="775340" y="103529"/>
                </a:lnTo>
                <a:lnTo>
                  <a:pt x="779015" y="102446"/>
                </a:lnTo>
                <a:lnTo>
                  <a:pt x="782689" y="101353"/>
                </a:lnTo>
                <a:lnTo>
                  <a:pt x="786364" y="100248"/>
                </a:lnTo>
                <a:lnTo>
                  <a:pt x="790038" y="99130"/>
                </a:lnTo>
                <a:lnTo>
                  <a:pt x="793713" y="97996"/>
                </a:lnTo>
                <a:lnTo>
                  <a:pt x="797388" y="96842"/>
                </a:lnTo>
                <a:lnTo>
                  <a:pt x="801062" y="95670"/>
                </a:lnTo>
                <a:lnTo>
                  <a:pt x="804737" y="94478"/>
                </a:lnTo>
                <a:lnTo>
                  <a:pt x="808411" y="93265"/>
                </a:lnTo>
                <a:lnTo>
                  <a:pt x="812086" y="92031"/>
                </a:lnTo>
                <a:lnTo>
                  <a:pt x="815761" y="90776"/>
                </a:lnTo>
                <a:lnTo>
                  <a:pt x="819435" y="89496"/>
                </a:lnTo>
                <a:lnTo>
                  <a:pt x="823110" y="88194"/>
                </a:lnTo>
                <a:lnTo>
                  <a:pt x="826784" y="86871"/>
                </a:lnTo>
                <a:lnTo>
                  <a:pt x="830459" y="85530"/>
                </a:lnTo>
                <a:lnTo>
                  <a:pt x="834134" y="84172"/>
                </a:lnTo>
                <a:lnTo>
                  <a:pt x="837808" y="82798"/>
                </a:lnTo>
                <a:lnTo>
                  <a:pt x="841483" y="81410"/>
                </a:lnTo>
                <a:lnTo>
                  <a:pt x="845157" y="80009"/>
                </a:lnTo>
                <a:lnTo>
                  <a:pt x="848832" y="78600"/>
                </a:lnTo>
                <a:lnTo>
                  <a:pt x="852507" y="77185"/>
                </a:lnTo>
                <a:lnTo>
                  <a:pt x="856181" y="75766"/>
                </a:lnTo>
                <a:lnTo>
                  <a:pt x="859856" y="74345"/>
                </a:lnTo>
                <a:lnTo>
                  <a:pt x="863530" y="72926"/>
                </a:lnTo>
                <a:lnTo>
                  <a:pt x="867205" y="71509"/>
                </a:lnTo>
                <a:lnTo>
                  <a:pt x="870880" y="70099"/>
                </a:lnTo>
                <a:lnTo>
                  <a:pt x="874554" y="68697"/>
                </a:lnTo>
                <a:lnTo>
                  <a:pt x="878229" y="67303"/>
                </a:lnTo>
                <a:lnTo>
                  <a:pt x="881903" y="65920"/>
                </a:lnTo>
                <a:lnTo>
                  <a:pt x="885578" y="64549"/>
                </a:lnTo>
                <a:lnTo>
                  <a:pt x="889253" y="63190"/>
                </a:lnTo>
                <a:lnTo>
                  <a:pt x="892927" y="61848"/>
                </a:lnTo>
                <a:lnTo>
                  <a:pt x="896602" y="60522"/>
                </a:lnTo>
                <a:lnTo>
                  <a:pt x="900276" y="59212"/>
                </a:lnTo>
                <a:lnTo>
                  <a:pt x="903951" y="57918"/>
                </a:lnTo>
                <a:lnTo>
                  <a:pt x="907626" y="56641"/>
                </a:lnTo>
                <a:lnTo>
                  <a:pt x="911300" y="55380"/>
                </a:lnTo>
                <a:lnTo>
                  <a:pt x="914975" y="54136"/>
                </a:lnTo>
                <a:lnTo>
                  <a:pt x="918649" y="52912"/>
                </a:lnTo>
                <a:lnTo>
                  <a:pt x="922324" y="51703"/>
                </a:lnTo>
                <a:lnTo>
                  <a:pt x="925999" y="50508"/>
                </a:lnTo>
                <a:lnTo>
                  <a:pt x="929673" y="49328"/>
                </a:lnTo>
                <a:lnTo>
                  <a:pt x="933348" y="48160"/>
                </a:lnTo>
                <a:lnTo>
                  <a:pt x="937022" y="47004"/>
                </a:lnTo>
                <a:lnTo>
                  <a:pt x="940697" y="45859"/>
                </a:lnTo>
                <a:lnTo>
                  <a:pt x="944372" y="44722"/>
                </a:lnTo>
                <a:lnTo>
                  <a:pt x="948046" y="43590"/>
                </a:lnTo>
                <a:lnTo>
                  <a:pt x="951721" y="42461"/>
                </a:lnTo>
                <a:lnTo>
                  <a:pt x="955395" y="41333"/>
                </a:lnTo>
                <a:lnTo>
                  <a:pt x="959070" y="40205"/>
                </a:lnTo>
                <a:lnTo>
                  <a:pt x="962745" y="39073"/>
                </a:lnTo>
                <a:lnTo>
                  <a:pt x="966419" y="37934"/>
                </a:lnTo>
                <a:lnTo>
                  <a:pt x="970094" y="36786"/>
                </a:lnTo>
                <a:lnTo>
                  <a:pt x="973768" y="35628"/>
                </a:lnTo>
                <a:lnTo>
                  <a:pt x="977443" y="34459"/>
                </a:lnTo>
                <a:lnTo>
                  <a:pt x="981118" y="33277"/>
                </a:lnTo>
                <a:lnTo>
                  <a:pt x="984792" y="32081"/>
                </a:lnTo>
                <a:lnTo>
                  <a:pt x="988467" y="30871"/>
                </a:lnTo>
                <a:lnTo>
                  <a:pt x="992141" y="29645"/>
                </a:lnTo>
                <a:lnTo>
                  <a:pt x="995816" y="28407"/>
                </a:lnTo>
                <a:lnTo>
                  <a:pt x="999491" y="27158"/>
                </a:lnTo>
                <a:lnTo>
                  <a:pt x="1003165" y="25900"/>
                </a:lnTo>
                <a:lnTo>
                  <a:pt x="1006840" y="24637"/>
                </a:lnTo>
                <a:lnTo>
                  <a:pt x="1010514" y="23370"/>
                </a:lnTo>
                <a:lnTo>
                  <a:pt x="1014189" y="22105"/>
                </a:lnTo>
                <a:lnTo>
                  <a:pt x="1017864" y="20847"/>
                </a:lnTo>
                <a:lnTo>
                  <a:pt x="1021538" y="19600"/>
                </a:lnTo>
                <a:lnTo>
                  <a:pt x="1025213" y="18368"/>
                </a:lnTo>
                <a:lnTo>
                  <a:pt x="1028887" y="17156"/>
                </a:lnTo>
                <a:lnTo>
                  <a:pt x="1032562" y="15969"/>
                </a:lnTo>
                <a:lnTo>
                  <a:pt x="1036237" y="14809"/>
                </a:lnTo>
                <a:lnTo>
                  <a:pt x="1039911" y="13689"/>
                </a:lnTo>
                <a:lnTo>
                  <a:pt x="1043586" y="12607"/>
                </a:lnTo>
                <a:lnTo>
                  <a:pt x="1047260" y="11564"/>
                </a:lnTo>
                <a:lnTo>
                  <a:pt x="1050935" y="10562"/>
                </a:lnTo>
                <a:lnTo>
                  <a:pt x="1054610" y="9604"/>
                </a:lnTo>
                <a:lnTo>
                  <a:pt x="1058284" y="8689"/>
                </a:lnTo>
                <a:lnTo>
                  <a:pt x="1061959" y="7821"/>
                </a:lnTo>
                <a:lnTo>
                  <a:pt x="1065633" y="7004"/>
                </a:lnTo>
                <a:lnTo>
                  <a:pt x="1069308" y="6231"/>
                </a:lnTo>
                <a:lnTo>
                  <a:pt x="1072983" y="5501"/>
                </a:lnTo>
                <a:lnTo>
                  <a:pt x="1076657" y="4813"/>
                </a:lnTo>
                <a:lnTo>
                  <a:pt x="1080332" y="4167"/>
                </a:lnTo>
                <a:lnTo>
                  <a:pt x="1084006" y="3562"/>
                </a:lnTo>
                <a:lnTo>
                  <a:pt x="1087681" y="3003"/>
                </a:lnTo>
                <a:lnTo>
                  <a:pt x="1091356" y="2489"/>
                </a:lnTo>
                <a:lnTo>
                  <a:pt x="1095030" y="2017"/>
                </a:lnTo>
                <a:lnTo>
                  <a:pt x="1098705" y="1587"/>
                </a:lnTo>
                <a:lnTo>
                  <a:pt x="1102379" y="1202"/>
                </a:lnTo>
                <a:lnTo>
                  <a:pt x="1106054" y="864"/>
                </a:lnTo>
                <a:lnTo>
                  <a:pt x="1109729" y="574"/>
                </a:lnTo>
                <a:lnTo>
                  <a:pt x="1113403" y="346"/>
                </a:lnTo>
                <a:lnTo>
                  <a:pt x="1117078" y="173"/>
                </a:lnTo>
                <a:lnTo>
                  <a:pt x="1120752" y="56"/>
                </a:lnTo>
                <a:lnTo>
                  <a:pt x="1124427" y="0"/>
                </a:lnTo>
                <a:lnTo>
                  <a:pt x="1128102" y="3"/>
                </a:lnTo>
                <a:lnTo>
                  <a:pt x="1131776" y="69"/>
                </a:lnTo>
                <a:lnTo>
                  <a:pt x="1135451" y="203"/>
                </a:lnTo>
                <a:lnTo>
                  <a:pt x="1139125" y="408"/>
                </a:lnTo>
                <a:lnTo>
                  <a:pt x="1142800" y="675"/>
                </a:lnTo>
                <a:lnTo>
                  <a:pt x="1146475" y="1002"/>
                </a:lnTo>
                <a:lnTo>
                  <a:pt x="1150149" y="1385"/>
                </a:lnTo>
                <a:lnTo>
                  <a:pt x="1153824" y="1822"/>
                </a:lnTo>
                <a:lnTo>
                  <a:pt x="1157498" y="2309"/>
                </a:lnTo>
                <a:lnTo>
                  <a:pt x="1161173" y="2846"/>
                </a:lnTo>
                <a:lnTo>
                  <a:pt x="1164848" y="3424"/>
                </a:lnTo>
                <a:lnTo>
                  <a:pt x="1168522" y="4034"/>
                </a:lnTo>
                <a:lnTo>
                  <a:pt x="1172197" y="4670"/>
                </a:lnTo>
                <a:lnTo>
                  <a:pt x="1175871" y="5327"/>
                </a:lnTo>
                <a:lnTo>
                  <a:pt x="1179546" y="6000"/>
                </a:lnTo>
                <a:lnTo>
                  <a:pt x="1183221" y="6683"/>
                </a:lnTo>
                <a:lnTo>
                  <a:pt x="1186895" y="7372"/>
                </a:lnTo>
                <a:lnTo>
                  <a:pt x="1190570" y="8061"/>
                </a:lnTo>
                <a:lnTo>
                  <a:pt x="1194244" y="8747"/>
                </a:lnTo>
                <a:lnTo>
                  <a:pt x="1197919" y="9426"/>
                </a:lnTo>
                <a:lnTo>
                  <a:pt x="1201594" y="10098"/>
                </a:lnTo>
                <a:lnTo>
                  <a:pt x="1205268" y="10759"/>
                </a:lnTo>
                <a:lnTo>
                  <a:pt x="1208943" y="11409"/>
                </a:lnTo>
                <a:lnTo>
                  <a:pt x="1212617" y="12045"/>
                </a:lnTo>
                <a:lnTo>
                  <a:pt x="1216292" y="12670"/>
                </a:lnTo>
                <a:lnTo>
                  <a:pt x="1219967" y="13285"/>
                </a:lnTo>
                <a:lnTo>
                  <a:pt x="1223641" y="13890"/>
                </a:lnTo>
                <a:lnTo>
                  <a:pt x="1227316" y="14487"/>
                </a:lnTo>
                <a:lnTo>
                  <a:pt x="1230990" y="15077"/>
                </a:lnTo>
                <a:lnTo>
                  <a:pt x="1234665" y="15662"/>
                </a:lnTo>
                <a:lnTo>
                  <a:pt x="1238340" y="16245"/>
                </a:lnTo>
                <a:lnTo>
                  <a:pt x="1242014" y="16829"/>
                </a:lnTo>
                <a:lnTo>
                  <a:pt x="1245689" y="17416"/>
                </a:lnTo>
                <a:lnTo>
                  <a:pt x="1249363" y="18009"/>
                </a:lnTo>
                <a:lnTo>
                  <a:pt x="1253038" y="18612"/>
                </a:lnTo>
                <a:lnTo>
                  <a:pt x="1256713" y="19227"/>
                </a:lnTo>
                <a:lnTo>
                  <a:pt x="1260387" y="19862"/>
                </a:lnTo>
                <a:lnTo>
                  <a:pt x="1264062" y="20517"/>
                </a:lnTo>
                <a:lnTo>
                  <a:pt x="1267736" y="21197"/>
                </a:lnTo>
                <a:lnTo>
                  <a:pt x="1271411" y="21903"/>
                </a:lnTo>
                <a:lnTo>
                  <a:pt x="1275086" y="22640"/>
                </a:lnTo>
                <a:lnTo>
                  <a:pt x="1278760" y="23410"/>
                </a:lnTo>
                <a:lnTo>
                  <a:pt x="1282435" y="24218"/>
                </a:lnTo>
                <a:lnTo>
                  <a:pt x="1286109" y="25069"/>
                </a:lnTo>
                <a:lnTo>
                  <a:pt x="1289784" y="25958"/>
                </a:lnTo>
                <a:lnTo>
                  <a:pt x="1293459" y="26886"/>
                </a:lnTo>
                <a:lnTo>
                  <a:pt x="1297133" y="27851"/>
                </a:lnTo>
                <a:lnTo>
                  <a:pt x="1300808" y="28854"/>
                </a:lnTo>
                <a:lnTo>
                  <a:pt x="1304482" y="29890"/>
                </a:lnTo>
                <a:lnTo>
                  <a:pt x="1308157" y="30962"/>
                </a:lnTo>
                <a:lnTo>
                  <a:pt x="1311832" y="32061"/>
                </a:lnTo>
                <a:lnTo>
                  <a:pt x="1315506" y="33180"/>
                </a:lnTo>
                <a:lnTo>
                  <a:pt x="1319181" y="34315"/>
                </a:lnTo>
                <a:lnTo>
                  <a:pt x="1322855" y="35458"/>
                </a:lnTo>
                <a:lnTo>
                  <a:pt x="1326530" y="36606"/>
                </a:lnTo>
                <a:lnTo>
                  <a:pt x="1330205" y="37752"/>
                </a:lnTo>
                <a:lnTo>
                  <a:pt x="1333879" y="38887"/>
                </a:lnTo>
                <a:lnTo>
                  <a:pt x="1337554" y="40006"/>
                </a:lnTo>
                <a:lnTo>
                  <a:pt x="1341228" y="41105"/>
                </a:lnTo>
                <a:lnTo>
                  <a:pt x="1344903" y="42181"/>
                </a:lnTo>
                <a:lnTo>
                  <a:pt x="1348577" y="43228"/>
                </a:lnTo>
                <a:lnTo>
                  <a:pt x="1352252" y="44246"/>
                </a:lnTo>
                <a:lnTo>
                  <a:pt x="1355927" y="45228"/>
                </a:lnTo>
                <a:lnTo>
                  <a:pt x="1359601" y="46174"/>
                </a:lnTo>
                <a:lnTo>
                  <a:pt x="1363276" y="47085"/>
                </a:lnTo>
                <a:lnTo>
                  <a:pt x="1366950" y="47965"/>
                </a:lnTo>
                <a:lnTo>
                  <a:pt x="1370625" y="48813"/>
                </a:lnTo>
                <a:lnTo>
                  <a:pt x="1374300" y="49631"/>
                </a:lnTo>
                <a:lnTo>
                  <a:pt x="1377974" y="50422"/>
                </a:lnTo>
                <a:lnTo>
                  <a:pt x="1381649" y="51185"/>
                </a:lnTo>
                <a:lnTo>
                  <a:pt x="1385323" y="51927"/>
                </a:lnTo>
                <a:lnTo>
                  <a:pt x="1388998" y="52652"/>
                </a:lnTo>
                <a:lnTo>
                  <a:pt x="1392673" y="53363"/>
                </a:lnTo>
                <a:lnTo>
                  <a:pt x="1396347" y="54064"/>
                </a:lnTo>
                <a:lnTo>
                  <a:pt x="1400022" y="54758"/>
                </a:lnTo>
                <a:lnTo>
                  <a:pt x="1403696" y="55449"/>
                </a:lnTo>
                <a:lnTo>
                  <a:pt x="1407371" y="56140"/>
                </a:lnTo>
                <a:lnTo>
                  <a:pt x="1411046" y="56835"/>
                </a:lnTo>
                <a:lnTo>
                  <a:pt x="1414720" y="57537"/>
                </a:lnTo>
                <a:lnTo>
                  <a:pt x="1418395" y="58249"/>
                </a:lnTo>
                <a:lnTo>
                  <a:pt x="1422069" y="58972"/>
                </a:lnTo>
                <a:lnTo>
                  <a:pt x="1425744" y="59709"/>
                </a:lnTo>
                <a:lnTo>
                  <a:pt x="1429419" y="60463"/>
                </a:lnTo>
                <a:lnTo>
                  <a:pt x="1433093" y="61236"/>
                </a:lnTo>
                <a:lnTo>
                  <a:pt x="1436768" y="62028"/>
                </a:lnTo>
                <a:lnTo>
                  <a:pt x="1440442" y="62839"/>
                </a:lnTo>
                <a:lnTo>
                  <a:pt x="1444117" y="63669"/>
                </a:lnTo>
                <a:lnTo>
                  <a:pt x="1447792" y="64518"/>
                </a:lnTo>
                <a:lnTo>
                  <a:pt x="1451466" y="65386"/>
                </a:lnTo>
                <a:lnTo>
                  <a:pt x="1455141" y="66275"/>
                </a:lnTo>
                <a:lnTo>
                  <a:pt x="1458815" y="67181"/>
                </a:lnTo>
                <a:lnTo>
                  <a:pt x="1462490" y="68101"/>
                </a:lnTo>
                <a:lnTo>
                  <a:pt x="1466165" y="69035"/>
                </a:lnTo>
                <a:lnTo>
                  <a:pt x="1469839" y="69980"/>
                </a:lnTo>
                <a:lnTo>
                  <a:pt x="1473514" y="70935"/>
                </a:lnTo>
                <a:lnTo>
                  <a:pt x="1477188" y="71898"/>
                </a:lnTo>
                <a:lnTo>
                  <a:pt x="1480863" y="72867"/>
                </a:lnTo>
                <a:lnTo>
                  <a:pt x="1484538" y="73839"/>
                </a:lnTo>
                <a:lnTo>
                  <a:pt x="1488212" y="74811"/>
                </a:lnTo>
                <a:lnTo>
                  <a:pt x="1491887" y="75783"/>
                </a:lnTo>
                <a:lnTo>
                  <a:pt x="1495561" y="76751"/>
                </a:lnTo>
                <a:lnTo>
                  <a:pt x="1499236" y="77714"/>
                </a:lnTo>
                <a:lnTo>
                  <a:pt x="1502911" y="78670"/>
                </a:lnTo>
                <a:lnTo>
                  <a:pt x="1506585" y="79617"/>
                </a:lnTo>
                <a:lnTo>
                  <a:pt x="1510260" y="80553"/>
                </a:lnTo>
                <a:lnTo>
                  <a:pt x="1513934" y="81477"/>
                </a:lnTo>
                <a:lnTo>
                  <a:pt x="1517609" y="82389"/>
                </a:lnTo>
                <a:lnTo>
                  <a:pt x="1521284" y="83287"/>
                </a:lnTo>
                <a:lnTo>
                  <a:pt x="1524958" y="84170"/>
                </a:lnTo>
                <a:lnTo>
                  <a:pt x="1528633" y="85033"/>
                </a:lnTo>
                <a:lnTo>
                  <a:pt x="1532307" y="85878"/>
                </a:lnTo>
                <a:lnTo>
                  <a:pt x="1535982" y="86706"/>
                </a:lnTo>
                <a:lnTo>
                  <a:pt x="1539657" y="87515"/>
                </a:lnTo>
                <a:lnTo>
                  <a:pt x="1543331" y="88304"/>
                </a:lnTo>
                <a:lnTo>
                  <a:pt x="1547006" y="89074"/>
                </a:lnTo>
                <a:lnTo>
                  <a:pt x="1550680" y="89824"/>
                </a:lnTo>
                <a:lnTo>
                  <a:pt x="1554355" y="90550"/>
                </a:lnTo>
                <a:lnTo>
                  <a:pt x="1558030" y="91258"/>
                </a:lnTo>
                <a:lnTo>
                  <a:pt x="1561704" y="91947"/>
                </a:lnTo>
                <a:lnTo>
                  <a:pt x="1565379" y="92617"/>
                </a:lnTo>
                <a:lnTo>
                  <a:pt x="1569053" y="93271"/>
                </a:lnTo>
                <a:lnTo>
                  <a:pt x="1572728" y="93909"/>
                </a:lnTo>
                <a:lnTo>
                  <a:pt x="1576403" y="94531"/>
                </a:lnTo>
                <a:lnTo>
                  <a:pt x="1580077" y="95140"/>
                </a:lnTo>
                <a:lnTo>
                  <a:pt x="1583752" y="95739"/>
                </a:lnTo>
                <a:lnTo>
                  <a:pt x="1587426" y="96330"/>
                </a:lnTo>
                <a:lnTo>
                  <a:pt x="1591101" y="96917"/>
                </a:lnTo>
                <a:lnTo>
                  <a:pt x="1594776" y="97500"/>
                </a:lnTo>
                <a:lnTo>
                  <a:pt x="1598450" y="98084"/>
                </a:lnTo>
                <a:lnTo>
                  <a:pt x="1602125" y="98671"/>
                </a:lnTo>
                <a:lnTo>
                  <a:pt x="1605799" y="99265"/>
                </a:lnTo>
                <a:lnTo>
                  <a:pt x="1609474" y="99868"/>
                </a:lnTo>
                <a:lnTo>
                  <a:pt x="1613149" y="100481"/>
                </a:lnTo>
                <a:lnTo>
                  <a:pt x="1616823" y="101108"/>
                </a:lnTo>
                <a:lnTo>
                  <a:pt x="1620498" y="101749"/>
                </a:lnTo>
                <a:lnTo>
                  <a:pt x="1624172" y="102408"/>
                </a:lnTo>
                <a:lnTo>
                  <a:pt x="1627847" y="103086"/>
                </a:lnTo>
                <a:lnTo>
                  <a:pt x="1631522" y="103781"/>
                </a:lnTo>
                <a:lnTo>
                  <a:pt x="1635196" y="104493"/>
                </a:lnTo>
                <a:lnTo>
                  <a:pt x="1638871" y="105221"/>
                </a:lnTo>
                <a:lnTo>
                  <a:pt x="1642545" y="105964"/>
                </a:lnTo>
                <a:lnTo>
                  <a:pt x="1646220" y="106718"/>
                </a:lnTo>
                <a:lnTo>
                  <a:pt x="1649895" y="107484"/>
                </a:lnTo>
                <a:lnTo>
                  <a:pt x="1653569" y="108256"/>
                </a:lnTo>
                <a:lnTo>
                  <a:pt x="1657244" y="109030"/>
                </a:lnTo>
                <a:lnTo>
                  <a:pt x="1660918" y="109804"/>
                </a:lnTo>
                <a:lnTo>
                  <a:pt x="1664593" y="110572"/>
                </a:lnTo>
                <a:lnTo>
                  <a:pt x="1668268" y="111331"/>
                </a:lnTo>
                <a:lnTo>
                  <a:pt x="1671942" y="112078"/>
                </a:lnTo>
                <a:lnTo>
                  <a:pt x="1675617" y="112804"/>
                </a:lnTo>
                <a:lnTo>
                  <a:pt x="1679291" y="113509"/>
                </a:lnTo>
                <a:lnTo>
                  <a:pt x="1682966" y="114190"/>
                </a:lnTo>
                <a:lnTo>
                  <a:pt x="1686641" y="114844"/>
                </a:lnTo>
                <a:lnTo>
                  <a:pt x="1690315" y="115469"/>
                </a:lnTo>
                <a:lnTo>
                  <a:pt x="1693990" y="116063"/>
                </a:lnTo>
                <a:lnTo>
                  <a:pt x="1697664" y="116622"/>
                </a:lnTo>
                <a:lnTo>
                  <a:pt x="1701339" y="117144"/>
                </a:lnTo>
                <a:lnTo>
                  <a:pt x="1705014" y="117633"/>
                </a:lnTo>
                <a:lnTo>
                  <a:pt x="1708688" y="118090"/>
                </a:lnTo>
                <a:lnTo>
                  <a:pt x="1712363" y="118516"/>
                </a:lnTo>
                <a:lnTo>
                  <a:pt x="1716037" y="118912"/>
                </a:lnTo>
                <a:lnTo>
                  <a:pt x="1719712" y="119281"/>
                </a:lnTo>
                <a:lnTo>
                  <a:pt x="1723387" y="119621"/>
                </a:lnTo>
                <a:lnTo>
                  <a:pt x="1727061" y="119939"/>
                </a:lnTo>
                <a:lnTo>
                  <a:pt x="1730736" y="120238"/>
                </a:lnTo>
                <a:lnTo>
                  <a:pt x="1734410" y="120521"/>
                </a:lnTo>
                <a:lnTo>
                  <a:pt x="1738085" y="120792"/>
                </a:lnTo>
                <a:lnTo>
                  <a:pt x="1741760" y="121054"/>
                </a:lnTo>
                <a:lnTo>
                  <a:pt x="1745434" y="121309"/>
                </a:lnTo>
                <a:lnTo>
                  <a:pt x="1749109" y="121560"/>
                </a:lnTo>
                <a:lnTo>
                  <a:pt x="1752783" y="121812"/>
                </a:lnTo>
                <a:lnTo>
                  <a:pt x="1756458" y="122065"/>
                </a:lnTo>
                <a:lnTo>
                  <a:pt x="1760133" y="122323"/>
                </a:lnTo>
                <a:lnTo>
                  <a:pt x="1763807" y="122587"/>
                </a:lnTo>
                <a:lnTo>
                  <a:pt x="1767482" y="122859"/>
                </a:lnTo>
                <a:lnTo>
                  <a:pt x="1771156" y="123140"/>
                </a:lnTo>
                <a:lnTo>
                  <a:pt x="1774831" y="123432"/>
                </a:lnTo>
                <a:lnTo>
                  <a:pt x="1778506" y="123735"/>
                </a:lnTo>
                <a:lnTo>
                  <a:pt x="1782180" y="124050"/>
                </a:lnTo>
                <a:lnTo>
                  <a:pt x="1785855" y="124377"/>
                </a:lnTo>
                <a:lnTo>
                  <a:pt x="1789529" y="124715"/>
                </a:lnTo>
                <a:lnTo>
                  <a:pt x="1793204" y="125067"/>
                </a:lnTo>
                <a:lnTo>
                  <a:pt x="1796879" y="125433"/>
                </a:lnTo>
                <a:lnTo>
                  <a:pt x="1800553" y="125813"/>
                </a:lnTo>
                <a:lnTo>
                  <a:pt x="1804228" y="126205"/>
                </a:lnTo>
                <a:lnTo>
                  <a:pt x="1807902" y="126611"/>
                </a:lnTo>
                <a:lnTo>
                  <a:pt x="1811577" y="127031"/>
                </a:lnTo>
                <a:lnTo>
                  <a:pt x="1815252" y="127463"/>
                </a:lnTo>
                <a:lnTo>
                  <a:pt x="1818926" y="127910"/>
                </a:lnTo>
                <a:lnTo>
                  <a:pt x="1822601" y="128372"/>
                </a:lnTo>
                <a:lnTo>
                  <a:pt x="1826275" y="128847"/>
                </a:lnTo>
                <a:lnTo>
                  <a:pt x="1829950" y="129334"/>
                </a:lnTo>
                <a:lnTo>
                  <a:pt x="1833625" y="129834"/>
                </a:lnTo>
                <a:lnTo>
                  <a:pt x="1837299" y="130344"/>
                </a:lnTo>
                <a:lnTo>
                  <a:pt x="1840974" y="130864"/>
                </a:lnTo>
                <a:lnTo>
                  <a:pt x="1844648" y="131394"/>
                </a:lnTo>
                <a:lnTo>
                  <a:pt x="1848323" y="131931"/>
                </a:lnTo>
                <a:lnTo>
                  <a:pt x="1851998" y="132473"/>
                </a:lnTo>
                <a:lnTo>
                  <a:pt x="1855672" y="133017"/>
                </a:lnTo>
                <a:lnTo>
                  <a:pt x="1859347" y="133562"/>
                </a:lnTo>
                <a:lnTo>
                  <a:pt x="1863021" y="134105"/>
                </a:lnTo>
                <a:lnTo>
                  <a:pt x="1866696" y="134644"/>
                </a:lnTo>
                <a:lnTo>
                  <a:pt x="1870371" y="135174"/>
                </a:lnTo>
                <a:lnTo>
                  <a:pt x="1874045" y="135694"/>
                </a:lnTo>
                <a:lnTo>
                  <a:pt x="1877720" y="136200"/>
                </a:lnTo>
              </a:path>
            </a:pathLst>
          </a:custGeom>
          <a:ln w="27101" cap="flat">
            <a:solidFill>
              <a:srgbClr val="C77C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0" name="rc160"/>
          <p:cNvSpPr/>
          <p:nvPr/>
        </p:nvSpPr>
        <p:spPr>
          <a:xfrm>
            <a:off x="6608695" y="3600550"/>
            <a:ext cx="2065492" cy="653993"/>
          </a:xfrm>
          <a:prstGeom prst="rect">
            <a:avLst/>
          </a:prstGeom>
          <a:ln w="17246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1" name="rc161"/>
          <p:cNvSpPr/>
          <p:nvPr/>
        </p:nvSpPr>
        <p:spPr>
          <a:xfrm>
            <a:off x="8762756" y="2115428"/>
            <a:ext cx="2065492" cy="653993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2" name="pl162"/>
          <p:cNvSpPr/>
          <p:nvPr/>
        </p:nvSpPr>
        <p:spPr>
          <a:xfrm>
            <a:off x="8762756" y="2644448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3" name="pl163"/>
          <p:cNvSpPr/>
          <p:nvPr/>
        </p:nvSpPr>
        <p:spPr>
          <a:xfrm>
            <a:off x="8762756" y="2453957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4" name="pl164"/>
          <p:cNvSpPr/>
          <p:nvPr/>
        </p:nvSpPr>
        <p:spPr>
          <a:xfrm>
            <a:off x="8762756" y="2263466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5" name="pl165"/>
          <p:cNvSpPr/>
          <p:nvPr/>
        </p:nvSpPr>
        <p:spPr>
          <a:xfrm>
            <a:off x="9091357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6" name="pl166"/>
          <p:cNvSpPr/>
          <p:nvPr/>
        </p:nvSpPr>
        <p:spPr>
          <a:xfrm>
            <a:off x="9560787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7" name="pl167"/>
          <p:cNvSpPr/>
          <p:nvPr/>
        </p:nvSpPr>
        <p:spPr>
          <a:xfrm>
            <a:off x="10030217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8" name="pl168"/>
          <p:cNvSpPr/>
          <p:nvPr/>
        </p:nvSpPr>
        <p:spPr>
          <a:xfrm>
            <a:off x="10499647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9" name="pl169"/>
          <p:cNvSpPr/>
          <p:nvPr/>
        </p:nvSpPr>
        <p:spPr>
          <a:xfrm>
            <a:off x="8762756" y="2739694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0" name="pl170"/>
          <p:cNvSpPr/>
          <p:nvPr/>
        </p:nvSpPr>
        <p:spPr>
          <a:xfrm>
            <a:off x="8762756" y="2549203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1" name="pl171"/>
          <p:cNvSpPr/>
          <p:nvPr/>
        </p:nvSpPr>
        <p:spPr>
          <a:xfrm>
            <a:off x="8762756" y="2358711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2" name="pl172"/>
          <p:cNvSpPr/>
          <p:nvPr/>
        </p:nvSpPr>
        <p:spPr>
          <a:xfrm>
            <a:off x="8762756" y="2168220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3" name="pl173"/>
          <p:cNvSpPr/>
          <p:nvPr/>
        </p:nvSpPr>
        <p:spPr>
          <a:xfrm>
            <a:off x="8856642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4" name="pl174"/>
          <p:cNvSpPr/>
          <p:nvPr/>
        </p:nvSpPr>
        <p:spPr>
          <a:xfrm>
            <a:off x="9326072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5" name="pl175"/>
          <p:cNvSpPr/>
          <p:nvPr/>
        </p:nvSpPr>
        <p:spPr>
          <a:xfrm>
            <a:off x="9795502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6" name="pl176"/>
          <p:cNvSpPr/>
          <p:nvPr/>
        </p:nvSpPr>
        <p:spPr>
          <a:xfrm>
            <a:off x="10264932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7" name="pl177"/>
          <p:cNvSpPr/>
          <p:nvPr/>
        </p:nvSpPr>
        <p:spPr>
          <a:xfrm>
            <a:off x="10734362" y="2115428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8" name="pg178"/>
          <p:cNvSpPr/>
          <p:nvPr/>
        </p:nvSpPr>
        <p:spPr>
          <a:xfrm>
            <a:off x="8856642" y="2194975"/>
            <a:ext cx="1877720" cy="544718"/>
          </a:xfrm>
          <a:custGeom>
            <a:avLst/>
            <a:gdLst/>
            <a:ahLst/>
            <a:cxnLst/>
            <a:rect l="0" t="0" r="0" b="0"/>
            <a:pathLst>
              <a:path w="1877720" h="544718">
                <a:moveTo>
                  <a:pt x="0" y="544718"/>
                </a:moveTo>
                <a:lnTo>
                  <a:pt x="3674" y="544718"/>
                </a:lnTo>
                <a:lnTo>
                  <a:pt x="7349" y="544718"/>
                </a:lnTo>
                <a:lnTo>
                  <a:pt x="11023" y="544718"/>
                </a:lnTo>
                <a:lnTo>
                  <a:pt x="14698" y="544718"/>
                </a:lnTo>
                <a:lnTo>
                  <a:pt x="18372" y="544718"/>
                </a:lnTo>
                <a:lnTo>
                  <a:pt x="22047" y="544718"/>
                </a:lnTo>
                <a:lnTo>
                  <a:pt x="25722" y="544718"/>
                </a:lnTo>
                <a:lnTo>
                  <a:pt x="29396" y="544718"/>
                </a:lnTo>
                <a:lnTo>
                  <a:pt x="33071" y="544718"/>
                </a:lnTo>
                <a:lnTo>
                  <a:pt x="36745" y="544718"/>
                </a:lnTo>
                <a:lnTo>
                  <a:pt x="40420" y="544718"/>
                </a:lnTo>
                <a:lnTo>
                  <a:pt x="44095" y="544718"/>
                </a:lnTo>
                <a:lnTo>
                  <a:pt x="47769" y="544718"/>
                </a:lnTo>
                <a:lnTo>
                  <a:pt x="51444" y="544718"/>
                </a:lnTo>
                <a:lnTo>
                  <a:pt x="55118" y="544718"/>
                </a:lnTo>
                <a:lnTo>
                  <a:pt x="58793" y="544718"/>
                </a:lnTo>
                <a:lnTo>
                  <a:pt x="62468" y="544718"/>
                </a:lnTo>
                <a:lnTo>
                  <a:pt x="66142" y="544718"/>
                </a:lnTo>
                <a:lnTo>
                  <a:pt x="69817" y="544718"/>
                </a:lnTo>
                <a:lnTo>
                  <a:pt x="73491" y="544718"/>
                </a:lnTo>
                <a:lnTo>
                  <a:pt x="77166" y="544718"/>
                </a:lnTo>
                <a:lnTo>
                  <a:pt x="80841" y="544718"/>
                </a:lnTo>
                <a:lnTo>
                  <a:pt x="84515" y="544718"/>
                </a:lnTo>
                <a:lnTo>
                  <a:pt x="88190" y="544718"/>
                </a:lnTo>
                <a:lnTo>
                  <a:pt x="91864" y="544718"/>
                </a:lnTo>
                <a:lnTo>
                  <a:pt x="95539" y="544718"/>
                </a:lnTo>
                <a:lnTo>
                  <a:pt x="99214" y="544718"/>
                </a:lnTo>
                <a:lnTo>
                  <a:pt x="102888" y="544718"/>
                </a:lnTo>
                <a:lnTo>
                  <a:pt x="106563" y="544718"/>
                </a:lnTo>
                <a:lnTo>
                  <a:pt x="110237" y="544718"/>
                </a:lnTo>
                <a:lnTo>
                  <a:pt x="113912" y="544718"/>
                </a:lnTo>
                <a:lnTo>
                  <a:pt x="117587" y="544718"/>
                </a:lnTo>
                <a:lnTo>
                  <a:pt x="121261" y="544718"/>
                </a:lnTo>
                <a:lnTo>
                  <a:pt x="124936" y="544718"/>
                </a:lnTo>
                <a:lnTo>
                  <a:pt x="128610" y="544718"/>
                </a:lnTo>
                <a:lnTo>
                  <a:pt x="132285" y="544718"/>
                </a:lnTo>
                <a:lnTo>
                  <a:pt x="135960" y="544718"/>
                </a:lnTo>
                <a:lnTo>
                  <a:pt x="139634" y="544718"/>
                </a:lnTo>
                <a:lnTo>
                  <a:pt x="143309" y="544718"/>
                </a:lnTo>
                <a:lnTo>
                  <a:pt x="146983" y="544718"/>
                </a:lnTo>
                <a:lnTo>
                  <a:pt x="150658" y="544718"/>
                </a:lnTo>
                <a:lnTo>
                  <a:pt x="154333" y="544718"/>
                </a:lnTo>
                <a:lnTo>
                  <a:pt x="158007" y="544718"/>
                </a:lnTo>
                <a:lnTo>
                  <a:pt x="161682" y="544718"/>
                </a:lnTo>
                <a:lnTo>
                  <a:pt x="165356" y="544718"/>
                </a:lnTo>
                <a:lnTo>
                  <a:pt x="169031" y="544718"/>
                </a:lnTo>
                <a:lnTo>
                  <a:pt x="172706" y="544718"/>
                </a:lnTo>
                <a:lnTo>
                  <a:pt x="176380" y="544718"/>
                </a:lnTo>
                <a:lnTo>
                  <a:pt x="180055" y="544718"/>
                </a:lnTo>
                <a:lnTo>
                  <a:pt x="183729" y="544718"/>
                </a:lnTo>
                <a:lnTo>
                  <a:pt x="187404" y="544718"/>
                </a:lnTo>
                <a:lnTo>
                  <a:pt x="191079" y="544718"/>
                </a:lnTo>
                <a:lnTo>
                  <a:pt x="194753" y="544718"/>
                </a:lnTo>
                <a:lnTo>
                  <a:pt x="198428" y="544718"/>
                </a:lnTo>
                <a:lnTo>
                  <a:pt x="202102" y="544718"/>
                </a:lnTo>
                <a:lnTo>
                  <a:pt x="205777" y="544718"/>
                </a:lnTo>
                <a:lnTo>
                  <a:pt x="209452" y="544718"/>
                </a:lnTo>
                <a:lnTo>
                  <a:pt x="213126" y="544718"/>
                </a:lnTo>
                <a:lnTo>
                  <a:pt x="216801" y="544718"/>
                </a:lnTo>
                <a:lnTo>
                  <a:pt x="220475" y="544718"/>
                </a:lnTo>
                <a:lnTo>
                  <a:pt x="224150" y="544718"/>
                </a:lnTo>
                <a:lnTo>
                  <a:pt x="227825" y="544718"/>
                </a:lnTo>
                <a:lnTo>
                  <a:pt x="231499" y="544718"/>
                </a:lnTo>
                <a:lnTo>
                  <a:pt x="235174" y="544718"/>
                </a:lnTo>
                <a:lnTo>
                  <a:pt x="238848" y="544718"/>
                </a:lnTo>
                <a:lnTo>
                  <a:pt x="242523" y="544718"/>
                </a:lnTo>
                <a:lnTo>
                  <a:pt x="246198" y="544718"/>
                </a:lnTo>
                <a:lnTo>
                  <a:pt x="249872" y="544718"/>
                </a:lnTo>
                <a:lnTo>
                  <a:pt x="253547" y="544718"/>
                </a:lnTo>
                <a:lnTo>
                  <a:pt x="257221" y="544718"/>
                </a:lnTo>
                <a:lnTo>
                  <a:pt x="260896" y="544718"/>
                </a:lnTo>
                <a:lnTo>
                  <a:pt x="264571" y="544718"/>
                </a:lnTo>
                <a:lnTo>
                  <a:pt x="268245" y="544718"/>
                </a:lnTo>
                <a:lnTo>
                  <a:pt x="271920" y="544718"/>
                </a:lnTo>
                <a:lnTo>
                  <a:pt x="275594" y="544718"/>
                </a:lnTo>
                <a:lnTo>
                  <a:pt x="279269" y="544718"/>
                </a:lnTo>
                <a:lnTo>
                  <a:pt x="282944" y="544718"/>
                </a:lnTo>
                <a:lnTo>
                  <a:pt x="286618" y="544718"/>
                </a:lnTo>
                <a:lnTo>
                  <a:pt x="290293" y="544718"/>
                </a:lnTo>
                <a:lnTo>
                  <a:pt x="293967" y="544718"/>
                </a:lnTo>
                <a:lnTo>
                  <a:pt x="297642" y="544718"/>
                </a:lnTo>
                <a:lnTo>
                  <a:pt x="301317" y="544718"/>
                </a:lnTo>
                <a:lnTo>
                  <a:pt x="304991" y="544718"/>
                </a:lnTo>
                <a:lnTo>
                  <a:pt x="308666" y="544718"/>
                </a:lnTo>
                <a:lnTo>
                  <a:pt x="312340" y="544718"/>
                </a:lnTo>
                <a:lnTo>
                  <a:pt x="316015" y="544718"/>
                </a:lnTo>
                <a:lnTo>
                  <a:pt x="319690" y="544718"/>
                </a:lnTo>
                <a:lnTo>
                  <a:pt x="323364" y="544718"/>
                </a:lnTo>
                <a:lnTo>
                  <a:pt x="327039" y="544718"/>
                </a:lnTo>
                <a:lnTo>
                  <a:pt x="330713" y="544718"/>
                </a:lnTo>
                <a:lnTo>
                  <a:pt x="334388" y="544718"/>
                </a:lnTo>
                <a:lnTo>
                  <a:pt x="338063" y="544718"/>
                </a:lnTo>
                <a:lnTo>
                  <a:pt x="341737" y="544718"/>
                </a:lnTo>
                <a:lnTo>
                  <a:pt x="345412" y="544718"/>
                </a:lnTo>
                <a:lnTo>
                  <a:pt x="349086" y="544718"/>
                </a:lnTo>
                <a:lnTo>
                  <a:pt x="352761" y="544718"/>
                </a:lnTo>
                <a:lnTo>
                  <a:pt x="356436" y="544718"/>
                </a:lnTo>
                <a:lnTo>
                  <a:pt x="360110" y="544718"/>
                </a:lnTo>
                <a:lnTo>
                  <a:pt x="363785" y="544718"/>
                </a:lnTo>
                <a:lnTo>
                  <a:pt x="367459" y="544718"/>
                </a:lnTo>
                <a:lnTo>
                  <a:pt x="371134" y="544718"/>
                </a:lnTo>
                <a:lnTo>
                  <a:pt x="374809" y="544718"/>
                </a:lnTo>
                <a:lnTo>
                  <a:pt x="378483" y="544718"/>
                </a:lnTo>
                <a:lnTo>
                  <a:pt x="382158" y="544718"/>
                </a:lnTo>
                <a:lnTo>
                  <a:pt x="385832" y="544718"/>
                </a:lnTo>
                <a:lnTo>
                  <a:pt x="389507" y="544718"/>
                </a:lnTo>
                <a:lnTo>
                  <a:pt x="393182" y="544718"/>
                </a:lnTo>
                <a:lnTo>
                  <a:pt x="396856" y="544718"/>
                </a:lnTo>
                <a:lnTo>
                  <a:pt x="400531" y="544718"/>
                </a:lnTo>
                <a:lnTo>
                  <a:pt x="404205" y="544718"/>
                </a:lnTo>
                <a:lnTo>
                  <a:pt x="407880" y="544718"/>
                </a:lnTo>
                <a:lnTo>
                  <a:pt x="411555" y="544718"/>
                </a:lnTo>
                <a:lnTo>
                  <a:pt x="415229" y="544718"/>
                </a:lnTo>
                <a:lnTo>
                  <a:pt x="418904" y="544718"/>
                </a:lnTo>
                <a:lnTo>
                  <a:pt x="422578" y="544718"/>
                </a:lnTo>
                <a:lnTo>
                  <a:pt x="426253" y="544718"/>
                </a:lnTo>
                <a:lnTo>
                  <a:pt x="429928" y="544718"/>
                </a:lnTo>
                <a:lnTo>
                  <a:pt x="433602" y="544718"/>
                </a:lnTo>
                <a:lnTo>
                  <a:pt x="437277" y="544718"/>
                </a:lnTo>
                <a:lnTo>
                  <a:pt x="440951" y="544718"/>
                </a:lnTo>
                <a:lnTo>
                  <a:pt x="444626" y="544718"/>
                </a:lnTo>
                <a:lnTo>
                  <a:pt x="448301" y="544718"/>
                </a:lnTo>
                <a:lnTo>
                  <a:pt x="451975" y="544718"/>
                </a:lnTo>
                <a:lnTo>
                  <a:pt x="455650" y="544718"/>
                </a:lnTo>
                <a:lnTo>
                  <a:pt x="459324" y="544718"/>
                </a:lnTo>
                <a:lnTo>
                  <a:pt x="462999" y="544718"/>
                </a:lnTo>
                <a:lnTo>
                  <a:pt x="466674" y="544718"/>
                </a:lnTo>
                <a:lnTo>
                  <a:pt x="470348" y="544718"/>
                </a:lnTo>
                <a:lnTo>
                  <a:pt x="474023" y="544718"/>
                </a:lnTo>
                <a:lnTo>
                  <a:pt x="477697" y="544718"/>
                </a:lnTo>
                <a:lnTo>
                  <a:pt x="481372" y="544718"/>
                </a:lnTo>
                <a:lnTo>
                  <a:pt x="485047" y="544718"/>
                </a:lnTo>
                <a:lnTo>
                  <a:pt x="488721" y="544718"/>
                </a:lnTo>
                <a:lnTo>
                  <a:pt x="492396" y="544718"/>
                </a:lnTo>
                <a:lnTo>
                  <a:pt x="496070" y="544718"/>
                </a:lnTo>
                <a:lnTo>
                  <a:pt x="499745" y="544718"/>
                </a:lnTo>
                <a:lnTo>
                  <a:pt x="503420" y="544718"/>
                </a:lnTo>
                <a:lnTo>
                  <a:pt x="507094" y="544718"/>
                </a:lnTo>
                <a:lnTo>
                  <a:pt x="510769" y="544718"/>
                </a:lnTo>
                <a:lnTo>
                  <a:pt x="514443" y="544718"/>
                </a:lnTo>
                <a:lnTo>
                  <a:pt x="518118" y="544718"/>
                </a:lnTo>
                <a:lnTo>
                  <a:pt x="521793" y="544718"/>
                </a:lnTo>
                <a:lnTo>
                  <a:pt x="525467" y="544718"/>
                </a:lnTo>
                <a:lnTo>
                  <a:pt x="529142" y="544718"/>
                </a:lnTo>
                <a:lnTo>
                  <a:pt x="532816" y="544718"/>
                </a:lnTo>
                <a:lnTo>
                  <a:pt x="536491" y="544718"/>
                </a:lnTo>
                <a:lnTo>
                  <a:pt x="540166" y="544718"/>
                </a:lnTo>
                <a:lnTo>
                  <a:pt x="543840" y="544718"/>
                </a:lnTo>
                <a:lnTo>
                  <a:pt x="547515" y="544718"/>
                </a:lnTo>
                <a:lnTo>
                  <a:pt x="551189" y="544718"/>
                </a:lnTo>
                <a:lnTo>
                  <a:pt x="554864" y="544718"/>
                </a:lnTo>
                <a:lnTo>
                  <a:pt x="558539" y="544718"/>
                </a:lnTo>
                <a:lnTo>
                  <a:pt x="562213" y="544718"/>
                </a:lnTo>
                <a:lnTo>
                  <a:pt x="565888" y="544718"/>
                </a:lnTo>
                <a:lnTo>
                  <a:pt x="569562" y="544718"/>
                </a:lnTo>
                <a:lnTo>
                  <a:pt x="573237" y="544718"/>
                </a:lnTo>
                <a:lnTo>
                  <a:pt x="576912" y="544718"/>
                </a:lnTo>
                <a:lnTo>
                  <a:pt x="580586" y="544718"/>
                </a:lnTo>
                <a:lnTo>
                  <a:pt x="584261" y="544718"/>
                </a:lnTo>
                <a:lnTo>
                  <a:pt x="587935" y="544718"/>
                </a:lnTo>
                <a:lnTo>
                  <a:pt x="591610" y="544718"/>
                </a:lnTo>
                <a:lnTo>
                  <a:pt x="595285" y="544718"/>
                </a:lnTo>
                <a:lnTo>
                  <a:pt x="598959" y="544718"/>
                </a:lnTo>
                <a:lnTo>
                  <a:pt x="602634" y="544718"/>
                </a:lnTo>
                <a:lnTo>
                  <a:pt x="606308" y="544718"/>
                </a:lnTo>
                <a:lnTo>
                  <a:pt x="609983" y="544718"/>
                </a:lnTo>
                <a:lnTo>
                  <a:pt x="613658" y="544718"/>
                </a:lnTo>
                <a:lnTo>
                  <a:pt x="617332" y="544718"/>
                </a:lnTo>
                <a:lnTo>
                  <a:pt x="621007" y="544718"/>
                </a:lnTo>
                <a:lnTo>
                  <a:pt x="624681" y="544718"/>
                </a:lnTo>
                <a:lnTo>
                  <a:pt x="628356" y="544718"/>
                </a:lnTo>
                <a:lnTo>
                  <a:pt x="632031" y="544718"/>
                </a:lnTo>
                <a:lnTo>
                  <a:pt x="635705" y="544718"/>
                </a:lnTo>
                <a:lnTo>
                  <a:pt x="639380" y="544718"/>
                </a:lnTo>
                <a:lnTo>
                  <a:pt x="643054" y="544718"/>
                </a:lnTo>
                <a:lnTo>
                  <a:pt x="646729" y="544718"/>
                </a:lnTo>
                <a:lnTo>
                  <a:pt x="650404" y="544718"/>
                </a:lnTo>
                <a:lnTo>
                  <a:pt x="654078" y="544718"/>
                </a:lnTo>
                <a:lnTo>
                  <a:pt x="657753" y="544718"/>
                </a:lnTo>
                <a:lnTo>
                  <a:pt x="661427" y="544718"/>
                </a:lnTo>
                <a:lnTo>
                  <a:pt x="665102" y="544718"/>
                </a:lnTo>
                <a:lnTo>
                  <a:pt x="668777" y="544718"/>
                </a:lnTo>
                <a:lnTo>
                  <a:pt x="672451" y="544718"/>
                </a:lnTo>
                <a:lnTo>
                  <a:pt x="676126" y="544718"/>
                </a:lnTo>
                <a:lnTo>
                  <a:pt x="679800" y="544718"/>
                </a:lnTo>
                <a:lnTo>
                  <a:pt x="683475" y="544718"/>
                </a:lnTo>
                <a:lnTo>
                  <a:pt x="687150" y="544718"/>
                </a:lnTo>
                <a:lnTo>
                  <a:pt x="690824" y="544718"/>
                </a:lnTo>
                <a:lnTo>
                  <a:pt x="694499" y="544718"/>
                </a:lnTo>
                <a:lnTo>
                  <a:pt x="698173" y="544718"/>
                </a:lnTo>
                <a:lnTo>
                  <a:pt x="701848" y="544718"/>
                </a:lnTo>
                <a:lnTo>
                  <a:pt x="705523" y="544718"/>
                </a:lnTo>
                <a:lnTo>
                  <a:pt x="709197" y="544718"/>
                </a:lnTo>
                <a:lnTo>
                  <a:pt x="712872" y="544718"/>
                </a:lnTo>
                <a:lnTo>
                  <a:pt x="716546" y="544718"/>
                </a:lnTo>
                <a:lnTo>
                  <a:pt x="720221" y="544718"/>
                </a:lnTo>
                <a:lnTo>
                  <a:pt x="723896" y="544718"/>
                </a:lnTo>
                <a:lnTo>
                  <a:pt x="727570" y="544718"/>
                </a:lnTo>
                <a:lnTo>
                  <a:pt x="731245" y="544718"/>
                </a:lnTo>
                <a:lnTo>
                  <a:pt x="734919" y="544718"/>
                </a:lnTo>
                <a:lnTo>
                  <a:pt x="738594" y="544718"/>
                </a:lnTo>
                <a:lnTo>
                  <a:pt x="742269" y="544718"/>
                </a:lnTo>
                <a:lnTo>
                  <a:pt x="745943" y="544718"/>
                </a:lnTo>
                <a:lnTo>
                  <a:pt x="749618" y="544716"/>
                </a:lnTo>
                <a:lnTo>
                  <a:pt x="753292" y="544713"/>
                </a:lnTo>
                <a:lnTo>
                  <a:pt x="756967" y="544706"/>
                </a:lnTo>
                <a:lnTo>
                  <a:pt x="760642" y="544688"/>
                </a:lnTo>
                <a:lnTo>
                  <a:pt x="764316" y="544654"/>
                </a:lnTo>
                <a:lnTo>
                  <a:pt x="767991" y="544594"/>
                </a:lnTo>
                <a:lnTo>
                  <a:pt x="771665" y="544499"/>
                </a:lnTo>
                <a:lnTo>
                  <a:pt x="775340" y="544364"/>
                </a:lnTo>
                <a:lnTo>
                  <a:pt x="779015" y="544199"/>
                </a:lnTo>
                <a:lnTo>
                  <a:pt x="782689" y="544018"/>
                </a:lnTo>
                <a:lnTo>
                  <a:pt x="786364" y="543837"/>
                </a:lnTo>
                <a:lnTo>
                  <a:pt x="790038" y="543663"/>
                </a:lnTo>
                <a:lnTo>
                  <a:pt x="793713" y="543495"/>
                </a:lnTo>
                <a:lnTo>
                  <a:pt x="797388" y="543321"/>
                </a:lnTo>
                <a:lnTo>
                  <a:pt x="801062" y="543132"/>
                </a:lnTo>
                <a:lnTo>
                  <a:pt x="804737" y="542921"/>
                </a:lnTo>
                <a:lnTo>
                  <a:pt x="808411" y="542685"/>
                </a:lnTo>
                <a:lnTo>
                  <a:pt x="812086" y="542419"/>
                </a:lnTo>
                <a:lnTo>
                  <a:pt x="815761" y="542123"/>
                </a:lnTo>
                <a:lnTo>
                  <a:pt x="819435" y="541798"/>
                </a:lnTo>
                <a:lnTo>
                  <a:pt x="823110" y="541450"/>
                </a:lnTo>
                <a:lnTo>
                  <a:pt x="826784" y="541075"/>
                </a:lnTo>
                <a:lnTo>
                  <a:pt x="830459" y="540639"/>
                </a:lnTo>
                <a:lnTo>
                  <a:pt x="834134" y="540050"/>
                </a:lnTo>
                <a:lnTo>
                  <a:pt x="837808" y="539155"/>
                </a:lnTo>
                <a:lnTo>
                  <a:pt x="841483" y="537775"/>
                </a:lnTo>
                <a:lnTo>
                  <a:pt x="845157" y="535782"/>
                </a:lnTo>
                <a:lnTo>
                  <a:pt x="848832" y="533181"/>
                </a:lnTo>
                <a:lnTo>
                  <a:pt x="852507" y="530172"/>
                </a:lnTo>
                <a:lnTo>
                  <a:pt x="856181" y="527132"/>
                </a:lnTo>
                <a:lnTo>
                  <a:pt x="859856" y="524518"/>
                </a:lnTo>
                <a:lnTo>
                  <a:pt x="863530" y="522580"/>
                </a:lnTo>
                <a:lnTo>
                  <a:pt x="867205" y="521256"/>
                </a:lnTo>
                <a:lnTo>
                  <a:pt x="870880" y="520180"/>
                </a:lnTo>
                <a:lnTo>
                  <a:pt x="874554" y="518838"/>
                </a:lnTo>
                <a:lnTo>
                  <a:pt x="878229" y="516783"/>
                </a:lnTo>
                <a:lnTo>
                  <a:pt x="881903" y="513803"/>
                </a:lnTo>
                <a:lnTo>
                  <a:pt x="885578" y="509982"/>
                </a:lnTo>
                <a:lnTo>
                  <a:pt x="889253" y="505640"/>
                </a:lnTo>
                <a:lnTo>
                  <a:pt x="892927" y="501212"/>
                </a:lnTo>
                <a:lnTo>
                  <a:pt x="896602" y="497113"/>
                </a:lnTo>
                <a:lnTo>
                  <a:pt x="900276" y="493617"/>
                </a:lnTo>
                <a:lnTo>
                  <a:pt x="903951" y="490766"/>
                </a:lnTo>
                <a:lnTo>
                  <a:pt x="907626" y="488337"/>
                </a:lnTo>
                <a:lnTo>
                  <a:pt x="911300" y="485883"/>
                </a:lnTo>
                <a:lnTo>
                  <a:pt x="914975" y="482870"/>
                </a:lnTo>
                <a:lnTo>
                  <a:pt x="918649" y="478865"/>
                </a:lnTo>
                <a:lnTo>
                  <a:pt x="922324" y="473706"/>
                </a:lnTo>
                <a:lnTo>
                  <a:pt x="925999" y="467544"/>
                </a:lnTo>
                <a:lnTo>
                  <a:pt x="929673" y="460750"/>
                </a:lnTo>
                <a:lnTo>
                  <a:pt x="933348" y="453740"/>
                </a:lnTo>
                <a:lnTo>
                  <a:pt x="937022" y="446824"/>
                </a:lnTo>
                <a:lnTo>
                  <a:pt x="940697" y="440137"/>
                </a:lnTo>
                <a:lnTo>
                  <a:pt x="944372" y="433616"/>
                </a:lnTo>
                <a:lnTo>
                  <a:pt x="948046" y="427042"/>
                </a:lnTo>
                <a:lnTo>
                  <a:pt x="951721" y="420093"/>
                </a:lnTo>
                <a:lnTo>
                  <a:pt x="955395" y="412384"/>
                </a:lnTo>
                <a:lnTo>
                  <a:pt x="959070" y="403522"/>
                </a:lnTo>
                <a:lnTo>
                  <a:pt x="962745" y="393181"/>
                </a:lnTo>
                <a:lnTo>
                  <a:pt x="966419" y="381179"/>
                </a:lnTo>
                <a:lnTo>
                  <a:pt x="970094" y="367539"/>
                </a:lnTo>
                <a:lnTo>
                  <a:pt x="973768" y="352509"/>
                </a:lnTo>
                <a:lnTo>
                  <a:pt x="977443" y="336508"/>
                </a:lnTo>
                <a:lnTo>
                  <a:pt x="981118" y="320017"/>
                </a:lnTo>
                <a:lnTo>
                  <a:pt x="984792" y="303472"/>
                </a:lnTo>
                <a:lnTo>
                  <a:pt x="988467" y="287181"/>
                </a:lnTo>
                <a:lnTo>
                  <a:pt x="992141" y="271297"/>
                </a:lnTo>
                <a:lnTo>
                  <a:pt x="995816" y="255826"/>
                </a:lnTo>
                <a:lnTo>
                  <a:pt x="999491" y="240669"/>
                </a:lnTo>
                <a:lnTo>
                  <a:pt x="1003165" y="225678"/>
                </a:lnTo>
                <a:lnTo>
                  <a:pt x="1006840" y="210697"/>
                </a:lnTo>
                <a:lnTo>
                  <a:pt x="1010514" y="195581"/>
                </a:lnTo>
                <a:lnTo>
                  <a:pt x="1014189" y="180167"/>
                </a:lnTo>
                <a:lnTo>
                  <a:pt x="1017864" y="164282"/>
                </a:lnTo>
                <a:lnTo>
                  <a:pt x="1021538" y="147815"/>
                </a:lnTo>
                <a:lnTo>
                  <a:pt x="1025213" y="130826"/>
                </a:lnTo>
                <a:lnTo>
                  <a:pt x="1028887" y="113636"/>
                </a:lnTo>
                <a:lnTo>
                  <a:pt x="1032562" y="96599"/>
                </a:lnTo>
                <a:lnTo>
                  <a:pt x="1036237" y="79942"/>
                </a:lnTo>
                <a:lnTo>
                  <a:pt x="1039911" y="63746"/>
                </a:lnTo>
                <a:lnTo>
                  <a:pt x="1043586" y="48122"/>
                </a:lnTo>
                <a:lnTo>
                  <a:pt x="1047260" y="33454"/>
                </a:lnTo>
                <a:lnTo>
                  <a:pt x="1050935" y="20490"/>
                </a:lnTo>
                <a:lnTo>
                  <a:pt x="1054610" y="10166"/>
                </a:lnTo>
                <a:lnTo>
                  <a:pt x="1058284" y="3247"/>
                </a:lnTo>
                <a:lnTo>
                  <a:pt x="1061959" y="0"/>
                </a:lnTo>
                <a:lnTo>
                  <a:pt x="1065633" y="89"/>
                </a:lnTo>
                <a:lnTo>
                  <a:pt x="1069308" y="2748"/>
                </a:lnTo>
                <a:lnTo>
                  <a:pt x="1072983" y="7070"/>
                </a:lnTo>
                <a:lnTo>
                  <a:pt x="1076657" y="12262"/>
                </a:lnTo>
                <a:lnTo>
                  <a:pt x="1080332" y="17732"/>
                </a:lnTo>
                <a:lnTo>
                  <a:pt x="1084006" y="23054"/>
                </a:lnTo>
                <a:lnTo>
                  <a:pt x="1087681" y="27924"/>
                </a:lnTo>
                <a:lnTo>
                  <a:pt x="1091356" y="32201"/>
                </a:lnTo>
                <a:lnTo>
                  <a:pt x="1095030" y="36034"/>
                </a:lnTo>
                <a:lnTo>
                  <a:pt x="1098705" y="39974"/>
                </a:lnTo>
                <a:lnTo>
                  <a:pt x="1102379" y="44921"/>
                </a:lnTo>
                <a:lnTo>
                  <a:pt x="1106054" y="51960"/>
                </a:lnTo>
                <a:lnTo>
                  <a:pt x="1109729" y="62022"/>
                </a:lnTo>
                <a:lnTo>
                  <a:pt x="1113403" y="75430"/>
                </a:lnTo>
                <a:lnTo>
                  <a:pt x="1117078" y="92113"/>
                </a:lnTo>
                <a:lnTo>
                  <a:pt x="1120752" y="111646"/>
                </a:lnTo>
                <a:lnTo>
                  <a:pt x="1124427" y="133412"/>
                </a:lnTo>
                <a:lnTo>
                  <a:pt x="1128102" y="156767"/>
                </a:lnTo>
                <a:lnTo>
                  <a:pt x="1131776" y="181157"/>
                </a:lnTo>
                <a:lnTo>
                  <a:pt x="1135451" y="206164"/>
                </a:lnTo>
                <a:lnTo>
                  <a:pt x="1139125" y="231474"/>
                </a:lnTo>
                <a:lnTo>
                  <a:pt x="1142800" y="256810"/>
                </a:lnTo>
                <a:lnTo>
                  <a:pt x="1146475" y="281867"/>
                </a:lnTo>
                <a:lnTo>
                  <a:pt x="1150149" y="306284"/>
                </a:lnTo>
                <a:lnTo>
                  <a:pt x="1153824" y="329672"/>
                </a:lnTo>
                <a:lnTo>
                  <a:pt x="1157498" y="351673"/>
                </a:lnTo>
                <a:lnTo>
                  <a:pt x="1161173" y="372027"/>
                </a:lnTo>
                <a:lnTo>
                  <a:pt x="1164848" y="390624"/>
                </a:lnTo>
                <a:lnTo>
                  <a:pt x="1168522" y="407541"/>
                </a:lnTo>
                <a:lnTo>
                  <a:pt x="1172197" y="423048"/>
                </a:lnTo>
                <a:lnTo>
                  <a:pt x="1175871" y="437532"/>
                </a:lnTo>
                <a:lnTo>
                  <a:pt x="1179546" y="451338"/>
                </a:lnTo>
                <a:lnTo>
                  <a:pt x="1183221" y="464569"/>
                </a:lnTo>
                <a:lnTo>
                  <a:pt x="1186895" y="476988"/>
                </a:lnTo>
                <a:lnTo>
                  <a:pt x="1190570" y="488048"/>
                </a:lnTo>
                <a:lnTo>
                  <a:pt x="1194244" y="497326"/>
                </a:lnTo>
                <a:lnTo>
                  <a:pt x="1197919" y="504723"/>
                </a:lnTo>
                <a:lnTo>
                  <a:pt x="1201594" y="510490"/>
                </a:lnTo>
                <a:lnTo>
                  <a:pt x="1205268" y="515102"/>
                </a:lnTo>
                <a:lnTo>
                  <a:pt x="1208943" y="519057"/>
                </a:lnTo>
                <a:lnTo>
                  <a:pt x="1212617" y="522706"/>
                </a:lnTo>
                <a:lnTo>
                  <a:pt x="1216292" y="526196"/>
                </a:lnTo>
                <a:lnTo>
                  <a:pt x="1219967" y="529507"/>
                </a:lnTo>
                <a:lnTo>
                  <a:pt x="1223641" y="532526"/>
                </a:lnTo>
                <a:lnTo>
                  <a:pt x="1227316" y="535129"/>
                </a:lnTo>
                <a:lnTo>
                  <a:pt x="1230990" y="537227"/>
                </a:lnTo>
                <a:lnTo>
                  <a:pt x="1234665" y="538797"/>
                </a:lnTo>
                <a:lnTo>
                  <a:pt x="1238340" y="539883"/>
                </a:lnTo>
                <a:lnTo>
                  <a:pt x="1242014" y="540594"/>
                </a:lnTo>
                <a:lnTo>
                  <a:pt x="1245689" y="541071"/>
                </a:lnTo>
                <a:lnTo>
                  <a:pt x="1249363" y="541453"/>
                </a:lnTo>
                <a:lnTo>
                  <a:pt x="1253038" y="541841"/>
                </a:lnTo>
                <a:lnTo>
                  <a:pt x="1256713" y="542279"/>
                </a:lnTo>
                <a:lnTo>
                  <a:pt x="1260387" y="542760"/>
                </a:lnTo>
                <a:lnTo>
                  <a:pt x="1264062" y="543245"/>
                </a:lnTo>
                <a:lnTo>
                  <a:pt x="1267736" y="543689"/>
                </a:lnTo>
                <a:lnTo>
                  <a:pt x="1271411" y="544053"/>
                </a:lnTo>
                <a:lnTo>
                  <a:pt x="1275086" y="544320"/>
                </a:lnTo>
                <a:lnTo>
                  <a:pt x="1278760" y="544499"/>
                </a:lnTo>
                <a:lnTo>
                  <a:pt x="1282435" y="544607"/>
                </a:lnTo>
                <a:lnTo>
                  <a:pt x="1286109" y="544667"/>
                </a:lnTo>
                <a:lnTo>
                  <a:pt x="1289784" y="544697"/>
                </a:lnTo>
                <a:lnTo>
                  <a:pt x="1293459" y="544710"/>
                </a:lnTo>
                <a:lnTo>
                  <a:pt x="1297133" y="544715"/>
                </a:lnTo>
                <a:lnTo>
                  <a:pt x="1300808" y="544717"/>
                </a:lnTo>
                <a:lnTo>
                  <a:pt x="1304482" y="544718"/>
                </a:lnTo>
                <a:lnTo>
                  <a:pt x="1308157" y="544718"/>
                </a:lnTo>
                <a:lnTo>
                  <a:pt x="1311832" y="544718"/>
                </a:lnTo>
                <a:lnTo>
                  <a:pt x="1315506" y="544718"/>
                </a:lnTo>
                <a:lnTo>
                  <a:pt x="1319181" y="544718"/>
                </a:lnTo>
                <a:lnTo>
                  <a:pt x="1322855" y="544718"/>
                </a:lnTo>
                <a:lnTo>
                  <a:pt x="1326530" y="544718"/>
                </a:lnTo>
                <a:lnTo>
                  <a:pt x="1330205" y="544718"/>
                </a:lnTo>
                <a:lnTo>
                  <a:pt x="1333879" y="544718"/>
                </a:lnTo>
                <a:lnTo>
                  <a:pt x="1337554" y="544718"/>
                </a:lnTo>
                <a:lnTo>
                  <a:pt x="1341228" y="544718"/>
                </a:lnTo>
                <a:lnTo>
                  <a:pt x="1344903" y="544718"/>
                </a:lnTo>
                <a:lnTo>
                  <a:pt x="1348577" y="544718"/>
                </a:lnTo>
                <a:lnTo>
                  <a:pt x="1352252" y="544718"/>
                </a:lnTo>
                <a:lnTo>
                  <a:pt x="1355927" y="544718"/>
                </a:lnTo>
                <a:lnTo>
                  <a:pt x="1359601" y="544718"/>
                </a:lnTo>
                <a:lnTo>
                  <a:pt x="1363276" y="544718"/>
                </a:lnTo>
                <a:lnTo>
                  <a:pt x="1366950" y="544718"/>
                </a:lnTo>
                <a:lnTo>
                  <a:pt x="1370625" y="544718"/>
                </a:lnTo>
                <a:lnTo>
                  <a:pt x="1374300" y="544718"/>
                </a:lnTo>
                <a:lnTo>
                  <a:pt x="1377974" y="544718"/>
                </a:lnTo>
                <a:lnTo>
                  <a:pt x="1381649" y="544718"/>
                </a:lnTo>
                <a:lnTo>
                  <a:pt x="1385323" y="544718"/>
                </a:lnTo>
                <a:lnTo>
                  <a:pt x="1388998" y="544718"/>
                </a:lnTo>
                <a:lnTo>
                  <a:pt x="1392673" y="544718"/>
                </a:lnTo>
                <a:lnTo>
                  <a:pt x="1396347" y="544718"/>
                </a:lnTo>
                <a:lnTo>
                  <a:pt x="1400022" y="544718"/>
                </a:lnTo>
                <a:lnTo>
                  <a:pt x="1403696" y="544718"/>
                </a:lnTo>
                <a:lnTo>
                  <a:pt x="1407371" y="544718"/>
                </a:lnTo>
                <a:lnTo>
                  <a:pt x="1411046" y="544718"/>
                </a:lnTo>
                <a:lnTo>
                  <a:pt x="1414720" y="544718"/>
                </a:lnTo>
                <a:lnTo>
                  <a:pt x="1418395" y="544718"/>
                </a:lnTo>
                <a:lnTo>
                  <a:pt x="1422069" y="544718"/>
                </a:lnTo>
                <a:lnTo>
                  <a:pt x="1425744" y="544718"/>
                </a:lnTo>
                <a:lnTo>
                  <a:pt x="1429419" y="544718"/>
                </a:lnTo>
                <a:lnTo>
                  <a:pt x="1433093" y="544718"/>
                </a:lnTo>
                <a:lnTo>
                  <a:pt x="1436768" y="544718"/>
                </a:lnTo>
                <a:lnTo>
                  <a:pt x="1440442" y="544718"/>
                </a:lnTo>
                <a:lnTo>
                  <a:pt x="1444117" y="544718"/>
                </a:lnTo>
                <a:lnTo>
                  <a:pt x="1447792" y="544718"/>
                </a:lnTo>
                <a:lnTo>
                  <a:pt x="1451466" y="544718"/>
                </a:lnTo>
                <a:lnTo>
                  <a:pt x="1455141" y="544718"/>
                </a:lnTo>
                <a:lnTo>
                  <a:pt x="1458815" y="544718"/>
                </a:lnTo>
                <a:lnTo>
                  <a:pt x="1462490" y="544718"/>
                </a:lnTo>
                <a:lnTo>
                  <a:pt x="1466165" y="544718"/>
                </a:lnTo>
                <a:lnTo>
                  <a:pt x="1469839" y="544718"/>
                </a:lnTo>
                <a:lnTo>
                  <a:pt x="1473514" y="544718"/>
                </a:lnTo>
                <a:lnTo>
                  <a:pt x="1477188" y="544718"/>
                </a:lnTo>
                <a:lnTo>
                  <a:pt x="1480863" y="544718"/>
                </a:lnTo>
                <a:lnTo>
                  <a:pt x="1484538" y="544718"/>
                </a:lnTo>
                <a:lnTo>
                  <a:pt x="1488212" y="544718"/>
                </a:lnTo>
                <a:lnTo>
                  <a:pt x="1491887" y="544718"/>
                </a:lnTo>
                <a:lnTo>
                  <a:pt x="1495561" y="544718"/>
                </a:lnTo>
                <a:lnTo>
                  <a:pt x="1499236" y="544718"/>
                </a:lnTo>
                <a:lnTo>
                  <a:pt x="1502911" y="544718"/>
                </a:lnTo>
                <a:lnTo>
                  <a:pt x="1506585" y="544718"/>
                </a:lnTo>
                <a:lnTo>
                  <a:pt x="1510260" y="544718"/>
                </a:lnTo>
                <a:lnTo>
                  <a:pt x="1513934" y="544718"/>
                </a:lnTo>
                <a:lnTo>
                  <a:pt x="1517609" y="544718"/>
                </a:lnTo>
                <a:lnTo>
                  <a:pt x="1521284" y="544718"/>
                </a:lnTo>
                <a:lnTo>
                  <a:pt x="1524958" y="544718"/>
                </a:lnTo>
                <a:lnTo>
                  <a:pt x="1528633" y="544718"/>
                </a:lnTo>
                <a:lnTo>
                  <a:pt x="1532307" y="544718"/>
                </a:lnTo>
                <a:lnTo>
                  <a:pt x="1535982" y="544718"/>
                </a:lnTo>
                <a:lnTo>
                  <a:pt x="1539657" y="544718"/>
                </a:lnTo>
                <a:lnTo>
                  <a:pt x="1543331" y="544718"/>
                </a:lnTo>
                <a:lnTo>
                  <a:pt x="1547006" y="544718"/>
                </a:lnTo>
                <a:lnTo>
                  <a:pt x="1550680" y="544718"/>
                </a:lnTo>
                <a:lnTo>
                  <a:pt x="1554355" y="544718"/>
                </a:lnTo>
                <a:lnTo>
                  <a:pt x="1558030" y="544718"/>
                </a:lnTo>
                <a:lnTo>
                  <a:pt x="1561704" y="544718"/>
                </a:lnTo>
                <a:lnTo>
                  <a:pt x="1565379" y="544718"/>
                </a:lnTo>
                <a:lnTo>
                  <a:pt x="1569053" y="544718"/>
                </a:lnTo>
                <a:lnTo>
                  <a:pt x="1572728" y="544718"/>
                </a:lnTo>
                <a:lnTo>
                  <a:pt x="1576403" y="544718"/>
                </a:lnTo>
                <a:lnTo>
                  <a:pt x="1580077" y="544718"/>
                </a:lnTo>
                <a:lnTo>
                  <a:pt x="1583752" y="544718"/>
                </a:lnTo>
                <a:lnTo>
                  <a:pt x="1587426" y="544718"/>
                </a:lnTo>
                <a:lnTo>
                  <a:pt x="1591101" y="544718"/>
                </a:lnTo>
                <a:lnTo>
                  <a:pt x="1594776" y="544718"/>
                </a:lnTo>
                <a:lnTo>
                  <a:pt x="1598450" y="544718"/>
                </a:lnTo>
                <a:lnTo>
                  <a:pt x="1602125" y="544718"/>
                </a:lnTo>
                <a:lnTo>
                  <a:pt x="1605799" y="544718"/>
                </a:lnTo>
                <a:lnTo>
                  <a:pt x="1609474" y="544718"/>
                </a:lnTo>
                <a:lnTo>
                  <a:pt x="1613149" y="544718"/>
                </a:lnTo>
                <a:lnTo>
                  <a:pt x="1616823" y="544718"/>
                </a:lnTo>
                <a:lnTo>
                  <a:pt x="1620498" y="544718"/>
                </a:lnTo>
                <a:lnTo>
                  <a:pt x="1624172" y="544718"/>
                </a:lnTo>
                <a:lnTo>
                  <a:pt x="1627847" y="544718"/>
                </a:lnTo>
                <a:lnTo>
                  <a:pt x="1631522" y="544718"/>
                </a:lnTo>
                <a:lnTo>
                  <a:pt x="1635196" y="544718"/>
                </a:lnTo>
                <a:lnTo>
                  <a:pt x="1638871" y="544718"/>
                </a:lnTo>
                <a:lnTo>
                  <a:pt x="1642545" y="544718"/>
                </a:lnTo>
                <a:lnTo>
                  <a:pt x="1646220" y="544718"/>
                </a:lnTo>
                <a:lnTo>
                  <a:pt x="1649895" y="544718"/>
                </a:lnTo>
                <a:lnTo>
                  <a:pt x="1653569" y="544718"/>
                </a:lnTo>
                <a:lnTo>
                  <a:pt x="1657244" y="544718"/>
                </a:lnTo>
                <a:lnTo>
                  <a:pt x="1660918" y="544718"/>
                </a:lnTo>
                <a:lnTo>
                  <a:pt x="1664593" y="544718"/>
                </a:lnTo>
                <a:lnTo>
                  <a:pt x="1668268" y="544718"/>
                </a:lnTo>
                <a:lnTo>
                  <a:pt x="1671942" y="544718"/>
                </a:lnTo>
                <a:lnTo>
                  <a:pt x="1675617" y="544718"/>
                </a:lnTo>
                <a:lnTo>
                  <a:pt x="1679291" y="544718"/>
                </a:lnTo>
                <a:lnTo>
                  <a:pt x="1682966" y="544718"/>
                </a:lnTo>
                <a:lnTo>
                  <a:pt x="1686641" y="544718"/>
                </a:lnTo>
                <a:lnTo>
                  <a:pt x="1690315" y="544718"/>
                </a:lnTo>
                <a:lnTo>
                  <a:pt x="1693990" y="544718"/>
                </a:lnTo>
                <a:lnTo>
                  <a:pt x="1697664" y="544718"/>
                </a:lnTo>
                <a:lnTo>
                  <a:pt x="1701339" y="544718"/>
                </a:lnTo>
                <a:lnTo>
                  <a:pt x="1705014" y="544718"/>
                </a:lnTo>
                <a:lnTo>
                  <a:pt x="1708688" y="544718"/>
                </a:lnTo>
                <a:lnTo>
                  <a:pt x="1712363" y="544718"/>
                </a:lnTo>
                <a:lnTo>
                  <a:pt x="1716037" y="544718"/>
                </a:lnTo>
                <a:lnTo>
                  <a:pt x="1719712" y="544718"/>
                </a:lnTo>
                <a:lnTo>
                  <a:pt x="1723387" y="544718"/>
                </a:lnTo>
                <a:lnTo>
                  <a:pt x="1727061" y="544718"/>
                </a:lnTo>
                <a:lnTo>
                  <a:pt x="1730736" y="544718"/>
                </a:lnTo>
                <a:lnTo>
                  <a:pt x="1734410" y="544718"/>
                </a:lnTo>
                <a:lnTo>
                  <a:pt x="1738085" y="544718"/>
                </a:lnTo>
                <a:lnTo>
                  <a:pt x="1741760" y="544718"/>
                </a:lnTo>
                <a:lnTo>
                  <a:pt x="1745434" y="544718"/>
                </a:lnTo>
                <a:lnTo>
                  <a:pt x="1749109" y="544718"/>
                </a:lnTo>
                <a:lnTo>
                  <a:pt x="1752783" y="544718"/>
                </a:lnTo>
                <a:lnTo>
                  <a:pt x="1756458" y="544718"/>
                </a:lnTo>
                <a:lnTo>
                  <a:pt x="1760133" y="544718"/>
                </a:lnTo>
                <a:lnTo>
                  <a:pt x="1763807" y="544718"/>
                </a:lnTo>
                <a:lnTo>
                  <a:pt x="1767482" y="544718"/>
                </a:lnTo>
                <a:lnTo>
                  <a:pt x="1771156" y="544718"/>
                </a:lnTo>
                <a:lnTo>
                  <a:pt x="1774831" y="544718"/>
                </a:lnTo>
                <a:lnTo>
                  <a:pt x="1778506" y="544718"/>
                </a:lnTo>
                <a:lnTo>
                  <a:pt x="1782180" y="544718"/>
                </a:lnTo>
                <a:lnTo>
                  <a:pt x="1785855" y="544718"/>
                </a:lnTo>
                <a:lnTo>
                  <a:pt x="1789529" y="544718"/>
                </a:lnTo>
                <a:lnTo>
                  <a:pt x="1793204" y="544718"/>
                </a:lnTo>
                <a:lnTo>
                  <a:pt x="1796879" y="544718"/>
                </a:lnTo>
                <a:lnTo>
                  <a:pt x="1800553" y="544718"/>
                </a:lnTo>
                <a:lnTo>
                  <a:pt x="1804228" y="544718"/>
                </a:lnTo>
                <a:lnTo>
                  <a:pt x="1807902" y="544718"/>
                </a:lnTo>
                <a:lnTo>
                  <a:pt x="1811577" y="544718"/>
                </a:lnTo>
                <a:lnTo>
                  <a:pt x="1815252" y="544718"/>
                </a:lnTo>
                <a:lnTo>
                  <a:pt x="1818926" y="544718"/>
                </a:lnTo>
                <a:lnTo>
                  <a:pt x="1822601" y="544718"/>
                </a:lnTo>
                <a:lnTo>
                  <a:pt x="1826275" y="544718"/>
                </a:lnTo>
                <a:lnTo>
                  <a:pt x="1829950" y="544718"/>
                </a:lnTo>
                <a:lnTo>
                  <a:pt x="1833625" y="544718"/>
                </a:lnTo>
                <a:lnTo>
                  <a:pt x="1837299" y="544718"/>
                </a:lnTo>
                <a:lnTo>
                  <a:pt x="1840974" y="544718"/>
                </a:lnTo>
                <a:lnTo>
                  <a:pt x="1844648" y="544718"/>
                </a:lnTo>
                <a:lnTo>
                  <a:pt x="1848323" y="544718"/>
                </a:lnTo>
                <a:lnTo>
                  <a:pt x="1851998" y="544718"/>
                </a:lnTo>
                <a:lnTo>
                  <a:pt x="1855672" y="544718"/>
                </a:lnTo>
                <a:lnTo>
                  <a:pt x="1859347" y="544718"/>
                </a:lnTo>
                <a:lnTo>
                  <a:pt x="1863021" y="544718"/>
                </a:lnTo>
                <a:lnTo>
                  <a:pt x="1866696" y="544718"/>
                </a:lnTo>
                <a:lnTo>
                  <a:pt x="1870371" y="544718"/>
                </a:lnTo>
                <a:lnTo>
                  <a:pt x="1874045" y="544718"/>
                </a:lnTo>
                <a:lnTo>
                  <a:pt x="1877720" y="544718"/>
                </a:lnTo>
                <a:lnTo>
                  <a:pt x="1874045" y="544718"/>
                </a:lnTo>
                <a:lnTo>
                  <a:pt x="1870371" y="544718"/>
                </a:lnTo>
                <a:lnTo>
                  <a:pt x="1866696" y="544718"/>
                </a:lnTo>
                <a:lnTo>
                  <a:pt x="1863021" y="544718"/>
                </a:lnTo>
                <a:lnTo>
                  <a:pt x="1859347" y="544718"/>
                </a:lnTo>
                <a:lnTo>
                  <a:pt x="1855672" y="544718"/>
                </a:lnTo>
                <a:lnTo>
                  <a:pt x="1851998" y="544718"/>
                </a:lnTo>
                <a:lnTo>
                  <a:pt x="1848323" y="544718"/>
                </a:lnTo>
                <a:lnTo>
                  <a:pt x="1844648" y="544718"/>
                </a:lnTo>
                <a:lnTo>
                  <a:pt x="1840974" y="544718"/>
                </a:lnTo>
                <a:lnTo>
                  <a:pt x="1837299" y="544718"/>
                </a:lnTo>
                <a:lnTo>
                  <a:pt x="1833625" y="544718"/>
                </a:lnTo>
                <a:lnTo>
                  <a:pt x="1829950" y="544718"/>
                </a:lnTo>
                <a:lnTo>
                  <a:pt x="1826275" y="544718"/>
                </a:lnTo>
                <a:lnTo>
                  <a:pt x="1822601" y="544718"/>
                </a:lnTo>
                <a:lnTo>
                  <a:pt x="1818926" y="544718"/>
                </a:lnTo>
                <a:lnTo>
                  <a:pt x="1815252" y="544718"/>
                </a:lnTo>
                <a:lnTo>
                  <a:pt x="1811577" y="544718"/>
                </a:lnTo>
                <a:lnTo>
                  <a:pt x="1807902" y="544718"/>
                </a:lnTo>
                <a:lnTo>
                  <a:pt x="1804228" y="544718"/>
                </a:lnTo>
                <a:lnTo>
                  <a:pt x="1800553" y="544718"/>
                </a:lnTo>
                <a:lnTo>
                  <a:pt x="1796879" y="544718"/>
                </a:lnTo>
                <a:lnTo>
                  <a:pt x="1793204" y="544718"/>
                </a:lnTo>
                <a:lnTo>
                  <a:pt x="1789529" y="544718"/>
                </a:lnTo>
                <a:lnTo>
                  <a:pt x="1785855" y="544718"/>
                </a:lnTo>
                <a:lnTo>
                  <a:pt x="1782180" y="544718"/>
                </a:lnTo>
                <a:lnTo>
                  <a:pt x="1778506" y="544718"/>
                </a:lnTo>
                <a:lnTo>
                  <a:pt x="1774831" y="544718"/>
                </a:lnTo>
                <a:lnTo>
                  <a:pt x="1771156" y="544718"/>
                </a:lnTo>
                <a:lnTo>
                  <a:pt x="1767482" y="544718"/>
                </a:lnTo>
                <a:lnTo>
                  <a:pt x="1763807" y="544718"/>
                </a:lnTo>
                <a:lnTo>
                  <a:pt x="1760133" y="544718"/>
                </a:lnTo>
                <a:lnTo>
                  <a:pt x="1756458" y="544718"/>
                </a:lnTo>
                <a:lnTo>
                  <a:pt x="1752783" y="544718"/>
                </a:lnTo>
                <a:lnTo>
                  <a:pt x="1749109" y="544718"/>
                </a:lnTo>
                <a:lnTo>
                  <a:pt x="1745434" y="544718"/>
                </a:lnTo>
                <a:lnTo>
                  <a:pt x="1741760" y="544718"/>
                </a:lnTo>
                <a:lnTo>
                  <a:pt x="1738085" y="544718"/>
                </a:lnTo>
                <a:lnTo>
                  <a:pt x="1734410" y="544718"/>
                </a:lnTo>
                <a:lnTo>
                  <a:pt x="1730736" y="544718"/>
                </a:lnTo>
                <a:lnTo>
                  <a:pt x="1727061" y="544718"/>
                </a:lnTo>
                <a:lnTo>
                  <a:pt x="1723387" y="544718"/>
                </a:lnTo>
                <a:lnTo>
                  <a:pt x="1719712" y="544718"/>
                </a:lnTo>
                <a:lnTo>
                  <a:pt x="1716037" y="544718"/>
                </a:lnTo>
                <a:lnTo>
                  <a:pt x="1712363" y="544718"/>
                </a:lnTo>
                <a:lnTo>
                  <a:pt x="1708688" y="544718"/>
                </a:lnTo>
                <a:lnTo>
                  <a:pt x="1705014" y="544718"/>
                </a:lnTo>
                <a:lnTo>
                  <a:pt x="1701339" y="544718"/>
                </a:lnTo>
                <a:lnTo>
                  <a:pt x="1697664" y="544718"/>
                </a:lnTo>
                <a:lnTo>
                  <a:pt x="1693990" y="544718"/>
                </a:lnTo>
                <a:lnTo>
                  <a:pt x="1690315" y="544718"/>
                </a:lnTo>
                <a:lnTo>
                  <a:pt x="1686641" y="544718"/>
                </a:lnTo>
                <a:lnTo>
                  <a:pt x="1682966" y="544718"/>
                </a:lnTo>
                <a:lnTo>
                  <a:pt x="1679291" y="544718"/>
                </a:lnTo>
                <a:lnTo>
                  <a:pt x="1675617" y="544718"/>
                </a:lnTo>
                <a:lnTo>
                  <a:pt x="1671942" y="544718"/>
                </a:lnTo>
                <a:lnTo>
                  <a:pt x="1668268" y="544718"/>
                </a:lnTo>
                <a:lnTo>
                  <a:pt x="1664593" y="544718"/>
                </a:lnTo>
                <a:lnTo>
                  <a:pt x="1660918" y="544718"/>
                </a:lnTo>
                <a:lnTo>
                  <a:pt x="1657244" y="544718"/>
                </a:lnTo>
                <a:lnTo>
                  <a:pt x="1653569" y="544718"/>
                </a:lnTo>
                <a:lnTo>
                  <a:pt x="1649895" y="544718"/>
                </a:lnTo>
                <a:lnTo>
                  <a:pt x="1646220" y="544718"/>
                </a:lnTo>
                <a:lnTo>
                  <a:pt x="1642545" y="544718"/>
                </a:lnTo>
                <a:lnTo>
                  <a:pt x="1638871" y="544718"/>
                </a:lnTo>
                <a:lnTo>
                  <a:pt x="1635196" y="544718"/>
                </a:lnTo>
                <a:lnTo>
                  <a:pt x="1631522" y="544718"/>
                </a:lnTo>
                <a:lnTo>
                  <a:pt x="1627847" y="544718"/>
                </a:lnTo>
                <a:lnTo>
                  <a:pt x="1624172" y="544718"/>
                </a:lnTo>
                <a:lnTo>
                  <a:pt x="1620498" y="544718"/>
                </a:lnTo>
                <a:lnTo>
                  <a:pt x="1616823" y="544718"/>
                </a:lnTo>
                <a:lnTo>
                  <a:pt x="1613149" y="544718"/>
                </a:lnTo>
                <a:lnTo>
                  <a:pt x="1609474" y="544718"/>
                </a:lnTo>
                <a:lnTo>
                  <a:pt x="1605799" y="544718"/>
                </a:lnTo>
                <a:lnTo>
                  <a:pt x="1602125" y="544718"/>
                </a:lnTo>
                <a:lnTo>
                  <a:pt x="1598450" y="544718"/>
                </a:lnTo>
                <a:lnTo>
                  <a:pt x="1594776" y="544718"/>
                </a:lnTo>
                <a:lnTo>
                  <a:pt x="1591101" y="544718"/>
                </a:lnTo>
                <a:lnTo>
                  <a:pt x="1587426" y="544718"/>
                </a:lnTo>
                <a:lnTo>
                  <a:pt x="1583752" y="544718"/>
                </a:lnTo>
                <a:lnTo>
                  <a:pt x="1580077" y="544718"/>
                </a:lnTo>
                <a:lnTo>
                  <a:pt x="1576403" y="544718"/>
                </a:lnTo>
                <a:lnTo>
                  <a:pt x="1572728" y="544718"/>
                </a:lnTo>
                <a:lnTo>
                  <a:pt x="1569053" y="544718"/>
                </a:lnTo>
                <a:lnTo>
                  <a:pt x="1565379" y="544718"/>
                </a:lnTo>
                <a:lnTo>
                  <a:pt x="1561704" y="544718"/>
                </a:lnTo>
                <a:lnTo>
                  <a:pt x="1558030" y="544718"/>
                </a:lnTo>
                <a:lnTo>
                  <a:pt x="1554355" y="544718"/>
                </a:lnTo>
                <a:lnTo>
                  <a:pt x="1550680" y="544718"/>
                </a:lnTo>
                <a:lnTo>
                  <a:pt x="1547006" y="544718"/>
                </a:lnTo>
                <a:lnTo>
                  <a:pt x="1543331" y="544718"/>
                </a:lnTo>
                <a:lnTo>
                  <a:pt x="1539657" y="544718"/>
                </a:lnTo>
                <a:lnTo>
                  <a:pt x="1535982" y="544718"/>
                </a:lnTo>
                <a:lnTo>
                  <a:pt x="1532307" y="544718"/>
                </a:lnTo>
                <a:lnTo>
                  <a:pt x="1528633" y="544718"/>
                </a:lnTo>
                <a:lnTo>
                  <a:pt x="1524958" y="544718"/>
                </a:lnTo>
                <a:lnTo>
                  <a:pt x="1521284" y="544718"/>
                </a:lnTo>
                <a:lnTo>
                  <a:pt x="1517609" y="544718"/>
                </a:lnTo>
                <a:lnTo>
                  <a:pt x="1513934" y="544718"/>
                </a:lnTo>
                <a:lnTo>
                  <a:pt x="1510260" y="544718"/>
                </a:lnTo>
                <a:lnTo>
                  <a:pt x="1506585" y="544718"/>
                </a:lnTo>
                <a:lnTo>
                  <a:pt x="1502911" y="544718"/>
                </a:lnTo>
                <a:lnTo>
                  <a:pt x="1499236" y="544718"/>
                </a:lnTo>
                <a:lnTo>
                  <a:pt x="1495561" y="544718"/>
                </a:lnTo>
                <a:lnTo>
                  <a:pt x="1491887" y="544718"/>
                </a:lnTo>
                <a:lnTo>
                  <a:pt x="1488212" y="544718"/>
                </a:lnTo>
                <a:lnTo>
                  <a:pt x="1484538" y="544718"/>
                </a:lnTo>
                <a:lnTo>
                  <a:pt x="1480863" y="544718"/>
                </a:lnTo>
                <a:lnTo>
                  <a:pt x="1477188" y="544718"/>
                </a:lnTo>
                <a:lnTo>
                  <a:pt x="1473514" y="544718"/>
                </a:lnTo>
                <a:lnTo>
                  <a:pt x="1469839" y="544718"/>
                </a:lnTo>
                <a:lnTo>
                  <a:pt x="1466165" y="544718"/>
                </a:lnTo>
                <a:lnTo>
                  <a:pt x="1462490" y="544718"/>
                </a:lnTo>
                <a:lnTo>
                  <a:pt x="1458815" y="544718"/>
                </a:lnTo>
                <a:lnTo>
                  <a:pt x="1455141" y="544718"/>
                </a:lnTo>
                <a:lnTo>
                  <a:pt x="1451466" y="544718"/>
                </a:lnTo>
                <a:lnTo>
                  <a:pt x="1447792" y="544718"/>
                </a:lnTo>
                <a:lnTo>
                  <a:pt x="1444117" y="544718"/>
                </a:lnTo>
                <a:lnTo>
                  <a:pt x="1440442" y="544718"/>
                </a:lnTo>
                <a:lnTo>
                  <a:pt x="1436768" y="544718"/>
                </a:lnTo>
                <a:lnTo>
                  <a:pt x="1433093" y="544718"/>
                </a:lnTo>
                <a:lnTo>
                  <a:pt x="1429419" y="544718"/>
                </a:lnTo>
                <a:lnTo>
                  <a:pt x="1425744" y="544718"/>
                </a:lnTo>
                <a:lnTo>
                  <a:pt x="1422069" y="544718"/>
                </a:lnTo>
                <a:lnTo>
                  <a:pt x="1418395" y="544718"/>
                </a:lnTo>
                <a:lnTo>
                  <a:pt x="1414720" y="544718"/>
                </a:lnTo>
                <a:lnTo>
                  <a:pt x="1411046" y="544718"/>
                </a:lnTo>
                <a:lnTo>
                  <a:pt x="1407371" y="544718"/>
                </a:lnTo>
                <a:lnTo>
                  <a:pt x="1403696" y="544718"/>
                </a:lnTo>
                <a:lnTo>
                  <a:pt x="1400022" y="544718"/>
                </a:lnTo>
                <a:lnTo>
                  <a:pt x="1396347" y="544718"/>
                </a:lnTo>
                <a:lnTo>
                  <a:pt x="1392673" y="544718"/>
                </a:lnTo>
                <a:lnTo>
                  <a:pt x="1388998" y="544718"/>
                </a:lnTo>
                <a:lnTo>
                  <a:pt x="1385323" y="544718"/>
                </a:lnTo>
                <a:lnTo>
                  <a:pt x="1381649" y="544718"/>
                </a:lnTo>
                <a:lnTo>
                  <a:pt x="1377974" y="544718"/>
                </a:lnTo>
                <a:lnTo>
                  <a:pt x="1374300" y="544718"/>
                </a:lnTo>
                <a:lnTo>
                  <a:pt x="1370625" y="544718"/>
                </a:lnTo>
                <a:lnTo>
                  <a:pt x="1366950" y="544718"/>
                </a:lnTo>
                <a:lnTo>
                  <a:pt x="1363276" y="544718"/>
                </a:lnTo>
                <a:lnTo>
                  <a:pt x="1359601" y="544718"/>
                </a:lnTo>
                <a:lnTo>
                  <a:pt x="1355927" y="544718"/>
                </a:lnTo>
                <a:lnTo>
                  <a:pt x="1352252" y="544718"/>
                </a:lnTo>
                <a:lnTo>
                  <a:pt x="1348577" y="544718"/>
                </a:lnTo>
                <a:lnTo>
                  <a:pt x="1344903" y="544718"/>
                </a:lnTo>
                <a:lnTo>
                  <a:pt x="1341228" y="544718"/>
                </a:lnTo>
                <a:lnTo>
                  <a:pt x="1337554" y="544718"/>
                </a:lnTo>
                <a:lnTo>
                  <a:pt x="1333879" y="544718"/>
                </a:lnTo>
                <a:lnTo>
                  <a:pt x="1330205" y="544718"/>
                </a:lnTo>
                <a:lnTo>
                  <a:pt x="1326530" y="544718"/>
                </a:lnTo>
                <a:lnTo>
                  <a:pt x="1322855" y="544718"/>
                </a:lnTo>
                <a:lnTo>
                  <a:pt x="1319181" y="544718"/>
                </a:lnTo>
                <a:lnTo>
                  <a:pt x="1315506" y="544718"/>
                </a:lnTo>
                <a:lnTo>
                  <a:pt x="1311832" y="544718"/>
                </a:lnTo>
                <a:lnTo>
                  <a:pt x="1308157" y="544718"/>
                </a:lnTo>
                <a:lnTo>
                  <a:pt x="1304482" y="544718"/>
                </a:lnTo>
                <a:lnTo>
                  <a:pt x="1300808" y="544718"/>
                </a:lnTo>
                <a:lnTo>
                  <a:pt x="1297133" y="544718"/>
                </a:lnTo>
                <a:lnTo>
                  <a:pt x="1293459" y="544718"/>
                </a:lnTo>
                <a:lnTo>
                  <a:pt x="1289784" y="544718"/>
                </a:lnTo>
                <a:lnTo>
                  <a:pt x="1286109" y="544718"/>
                </a:lnTo>
                <a:lnTo>
                  <a:pt x="1282435" y="544718"/>
                </a:lnTo>
                <a:lnTo>
                  <a:pt x="1278760" y="544718"/>
                </a:lnTo>
                <a:lnTo>
                  <a:pt x="1275086" y="544718"/>
                </a:lnTo>
                <a:lnTo>
                  <a:pt x="1271411" y="544718"/>
                </a:lnTo>
                <a:lnTo>
                  <a:pt x="1267736" y="544718"/>
                </a:lnTo>
                <a:lnTo>
                  <a:pt x="1264062" y="544718"/>
                </a:lnTo>
                <a:lnTo>
                  <a:pt x="1260387" y="544718"/>
                </a:lnTo>
                <a:lnTo>
                  <a:pt x="1256713" y="544718"/>
                </a:lnTo>
                <a:lnTo>
                  <a:pt x="1253038" y="544718"/>
                </a:lnTo>
                <a:lnTo>
                  <a:pt x="1249363" y="544718"/>
                </a:lnTo>
                <a:lnTo>
                  <a:pt x="1245689" y="544718"/>
                </a:lnTo>
                <a:lnTo>
                  <a:pt x="1242014" y="544718"/>
                </a:lnTo>
                <a:lnTo>
                  <a:pt x="1238340" y="544718"/>
                </a:lnTo>
                <a:lnTo>
                  <a:pt x="1234665" y="544718"/>
                </a:lnTo>
                <a:lnTo>
                  <a:pt x="1230990" y="544718"/>
                </a:lnTo>
                <a:lnTo>
                  <a:pt x="1227316" y="544718"/>
                </a:lnTo>
                <a:lnTo>
                  <a:pt x="1223641" y="544718"/>
                </a:lnTo>
                <a:lnTo>
                  <a:pt x="1219967" y="544718"/>
                </a:lnTo>
                <a:lnTo>
                  <a:pt x="1216292" y="544718"/>
                </a:lnTo>
                <a:lnTo>
                  <a:pt x="1212617" y="544718"/>
                </a:lnTo>
                <a:lnTo>
                  <a:pt x="1208943" y="544718"/>
                </a:lnTo>
                <a:lnTo>
                  <a:pt x="1205268" y="544718"/>
                </a:lnTo>
                <a:lnTo>
                  <a:pt x="1201594" y="544718"/>
                </a:lnTo>
                <a:lnTo>
                  <a:pt x="1197919" y="544718"/>
                </a:lnTo>
                <a:lnTo>
                  <a:pt x="1194244" y="544718"/>
                </a:lnTo>
                <a:lnTo>
                  <a:pt x="1190570" y="544718"/>
                </a:lnTo>
                <a:lnTo>
                  <a:pt x="1186895" y="544718"/>
                </a:lnTo>
                <a:lnTo>
                  <a:pt x="1183221" y="544718"/>
                </a:lnTo>
                <a:lnTo>
                  <a:pt x="1179546" y="544718"/>
                </a:lnTo>
                <a:lnTo>
                  <a:pt x="1175871" y="544718"/>
                </a:lnTo>
                <a:lnTo>
                  <a:pt x="1172197" y="544718"/>
                </a:lnTo>
                <a:lnTo>
                  <a:pt x="1168522" y="544718"/>
                </a:lnTo>
                <a:lnTo>
                  <a:pt x="1164848" y="544718"/>
                </a:lnTo>
                <a:lnTo>
                  <a:pt x="1161173" y="544718"/>
                </a:lnTo>
                <a:lnTo>
                  <a:pt x="1157498" y="544718"/>
                </a:lnTo>
                <a:lnTo>
                  <a:pt x="1153824" y="544718"/>
                </a:lnTo>
                <a:lnTo>
                  <a:pt x="1150149" y="544718"/>
                </a:lnTo>
                <a:lnTo>
                  <a:pt x="1146475" y="544718"/>
                </a:lnTo>
                <a:lnTo>
                  <a:pt x="1142800" y="544718"/>
                </a:lnTo>
                <a:lnTo>
                  <a:pt x="1139125" y="544718"/>
                </a:lnTo>
                <a:lnTo>
                  <a:pt x="1135451" y="544718"/>
                </a:lnTo>
                <a:lnTo>
                  <a:pt x="1131776" y="544718"/>
                </a:lnTo>
                <a:lnTo>
                  <a:pt x="1128102" y="544718"/>
                </a:lnTo>
                <a:lnTo>
                  <a:pt x="1124427" y="544718"/>
                </a:lnTo>
                <a:lnTo>
                  <a:pt x="1120752" y="544718"/>
                </a:lnTo>
                <a:lnTo>
                  <a:pt x="1117078" y="544718"/>
                </a:lnTo>
                <a:lnTo>
                  <a:pt x="1113403" y="544718"/>
                </a:lnTo>
                <a:lnTo>
                  <a:pt x="1109729" y="544718"/>
                </a:lnTo>
                <a:lnTo>
                  <a:pt x="1106054" y="544718"/>
                </a:lnTo>
                <a:lnTo>
                  <a:pt x="1102379" y="544718"/>
                </a:lnTo>
                <a:lnTo>
                  <a:pt x="1098705" y="544718"/>
                </a:lnTo>
                <a:lnTo>
                  <a:pt x="1095030" y="544718"/>
                </a:lnTo>
                <a:lnTo>
                  <a:pt x="1091356" y="544718"/>
                </a:lnTo>
                <a:lnTo>
                  <a:pt x="1087681" y="544718"/>
                </a:lnTo>
                <a:lnTo>
                  <a:pt x="1084006" y="544718"/>
                </a:lnTo>
                <a:lnTo>
                  <a:pt x="1080332" y="544718"/>
                </a:lnTo>
                <a:lnTo>
                  <a:pt x="1076657" y="544718"/>
                </a:lnTo>
                <a:lnTo>
                  <a:pt x="1072983" y="544718"/>
                </a:lnTo>
                <a:lnTo>
                  <a:pt x="1069308" y="544718"/>
                </a:lnTo>
                <a:lnTo>
                  <a:pt x="1065633" y="544718"/>
                </a:lnTo>
                <a:lnTo>
                  <a:pt x="1061959" y="544718"/>
                </a:lnTo>
                <a:lnTo>
                  <a:pt x="1058284" y="544718"/>
                </a:lnTo>
                <a:lnTo>
                  <a:pt x="1054610" y="544718"/>
                </a:lnTo>
                <a:lnTo>
                  <a:pt x="1050935" y="544718"/>
                </a:lnTo>
                <a:lnTo>
                  <a:pt x="1047260" y="544718"/>
                </a:lnTo>
                <a:lnTo>
                  <a:pt x="1043586" y="544718"/>
                </a:lnTo>
                <a:lnTo>
                  <a:pt x="1039911" y="544718"/>
                </a:lnTo>
                <a:lnTo>
                  <a:pt x="1036237" y="544718"/>
                </a:lnTo>
                <a:lnTo>
                  <a:pt x="1032562" y="544718"/>
                </a:lnTo>
                <a:lnTo>
                  <a:pt x="1028887" y="544718"/>
                </a:lnTo>
                <a:lnTo>
                  <a:pt x="1025213" y="544718"/>
                </a:lnTo>
                <a:lnTo>
                  <a:pt x="1021538" y="544718"/>
                </a:lnTo>
                <a:lnTo>
                  <a:pt x="1017864" y="544718"/>
                </a:lnTo>
                <a:lnTo>
                  <a:pt x="1014189" y="544718"/>
                </a:lnTo>
                <a:lnTo>
                  <a:pt x="1010514" y="544718"/>
                </a:lnTo>
                <a:lnTo>
                  <a:pt x="1006840" y="544718"/>
                </a:lnTo>
                <a:lnTo>
                  <a:pt x="1003165" y="544718"/>
                </a:lnTo>
                <a:lnTo>
                  <a:pt x="999491" y="544718"/>
                </a:lnTo>
                <a:lnTo>
                  <a:pt x="995816" y="544718"/>
                </a:lnTo>
                <a:lnTo>
                  <a:pt x="992141" y="544718"/>
                </a:lnTo>
                <a:lnTo>
                  <a:pt x="988467" y="544718"/>
                </a:lnTo>
                <a:lnTo>
                  <a:pt x="984792" y="544718"/>
                </a:lnTo>
                <a:lnTo>
                  <a:pt x="981118" y="544718"/>
                </a:lnTo>
                <a:lnTo>
                  <a:pt x="977443" y="544718"/>
                </a:lnTo>
                <a:lnTo>
                  <a:pt x="973768" y="544718"/>
                </a:lnTo>
                <a:lnTo>
                  <a:pt x="970094" y="544718"/>
                </a:lnTo>
                <a:lnTo>
                  <a:pt x="966419" y="544718"/>
                </a:lnTo>
                <a:lnTo>
                  <a:pt x="962745" y="544718"/>
                </a:lnTo>
                <a:lnTo>
                  <a:pt x="959070" y="544718"/>
                </a:lnTo>
                <a:lnTo>
                  <a:pt x="955395" y="544718"/>
                </a:lnTo>
                <a:lnTo>
                  <a:pt x="951721" y="544718"/>
                </a:lnTo>
                <a:lnTo>
                  <a:pt x="948046" y="544718"/>
                </a:lnTo>
                <a:lnTo>
                  <a:pt x="944372" y="544718"/>
                </a:lnTo>
                <a:lnTo>
                  <a:pt x="940697" y="544718"/>
                </a:lnTo>
                <a:lnTo>
                  <a:pt x="937022" y="544718"/>
                </a:lnTo>
                <a:lnTo>
                  <a:pt x="933348" y="544718"/>
                </a:lnTo>
                <a:lnTo>
                  <a:pt x="929673" y="544718"/>
                </a:lnTo>
                <a:lnTo>
                  <a:pt x="925999" y="544718"/>
                </a:lnTo>
                <a:lnTo>
                  <a:pt x="922324" y="544718"/>
                </a:lnTo>
                <a:lnTo>
                  <a:pt x="918649" y="544718"/>
                </a:lnTo>
                <a:lnTo>
                  <a:pt x="914975" y="544718"/>
                </a:lnTo>
                <a:lnTo>
                  <a:pt x="911300" y="544718"/>
                </a:lnTo>
                <a:lnTo>
                  <a:pt x="907626" y="544718"/>
                </a:lnTo>
                <a:lnTo>
                  <a:pt x="903951" y="544718"/>
                </a:lnTo>
                <a:lnTo>
                  <a:pt x="900276" y="544718"/>
                </a:lnTo>
                <a:lnTo>
                  <a:pt x="896602" y="544718"/>
                </a:lnTo>
                <a:lnTo>
                  <a:pt x="892927" y="544718"/>
                </a:lnTo>
                <a:lnTo>
                  <a:pt x="889253" y="544718"/>
                </a:lnTo>
                <a:lnTo>
                  <a:pt x="885578" y="544718"/>
                </a:lnTo>
                <a:lnTo>
                  <a:pt x="881903" y="544718"/>
                </a:lnTo>
                <a:lnTo>
                  <a:pt x="878229" y="544718"/>
                </a:lnTo>
                <a:lnTo>
                  <a:pt x="874554" y="544718"/>
                </a:lnTo>
                <a:lnTo>
                  <a:pt x="870880" y="544718"/>
                </a:lnTo>
                <a:lnTo>
                  <a:pt x="867205" y="544718"/>
                </a:lnTo>
                <a:lnTo>
                  <a:pt x="863530" y="544718"/>
                </a:lnTo>
                <a:lnTo>
                  <a:pt x="859856" y="544718"/>
                </a:lnTo>
                <a:lnTo>
                  <a:pt x="856181" y="544718"/>
                </a:lnTo>
                <a:lnTo>
                  <a:pt x="852507" y="544718"/>
                </a:lnTo>
                <a:lnTo>
                  <a:pt x="848832" y="544718"/>
                </a:lnTo>
                <a:lnTo>
                  <a:pt x="845157" y="544718"/>
                </a:lnTo>
                <a:lnTo>
                  <a:pt x="841483" y="544718"/>
                </a:lnTo>
                <a:lnTo>
                  <a:pt x="837808" y="544718"/>
                </a:lnTo>
                <a:lnTo>
                  <a:pt x="834134" y="544718"/>
                </a:lnTo>
                <a:lnTo>
                  <a:pt x="830459" y="544718"/>
                </a:lnTo>
                <a:lnTo>
                  <a:pt x="826784" y="544718"/>
                </a:lnTo>
                <a:lnTo>
                  <a:pt x="823110" y="544718"/>
                </a:lnTo>
                <a:lnTo>
                  <a:pt x="819435" y="544718"/>
                </a:lnTo>
                <a:lnTo>
                  <a:pt x="815761" y="544718"/>
                </a:lnTo>
                <a:lnTo>
                  <a:pt x="812086" y="544718"/>
                </a:lnTo>
                <a:lnTo>
                  <a:pt x="808411" y="544718"/>
                </a:lnTo>
                <a:lnTo>
                  <a:pt x="804737" y="544718"/>
                </a:lnTo>
                <a:lnTo>
                  <a:pt x="801062" y="544718"/>
                </a:lnTo>
                <a:lnTo>
                  <a:pt x="797388" y="544718"/>
                </a:lnTo>
                <a:lnTo>
                  <a:pt x="793713" y="544718"/>
                </a:lnTo>
                <a:lnTo>
                  <a:pt x="790038" y="544718"/>
                </a:lnTo>
                <a:lnTo>
                  <a:pt x="786364" y="544718"/>
                </a:lnTo>
                <a:lnTo>
                  <a:pt x="782689" y="544718"/>
                </a:lnTo>
                <a:lnTo>
                  <a:pt x="779015" y="544718"/>
                </a:lnTo>
                <a:lnTo>
                  <a:pt x="775340" y="544718"/>
                </a:lnTo>
                <a:lnTo>
                  <a:pt x="771665" y="544718"/>
                </a:lnTo>
                <a:lnTo>
                  <a:pt x="767991" y="544718"/>
                </a:lnTo>
                <a:lnTo>
                  <a:pt x="764316" y="544718"/>
                </a:lnTo>
                <a:lnTo>
                  <a:pt x="760642" y="544718"/>
                </a:lnTo>
                <a:lnTo>
                  <a:pt x="756967" y="544718"/>
                </a:lnTo>
                <a:lnTo>
                  <a:pt x="753292" y="544718"/>
                </a:lnTo>
                <a:lnTo>
                  <a:pt x="749618" y="544718"/>
                </a:lnTo>
                <a:lnTo>
                  <a:pt x="745943" y="544718"/>
                </a:lnTo>
                <a:lnTo>
                  <a:pt x="742269" y="544718"/>
                </a:lnTo>
                <a:lnTo>
                  <a:pt x="738594" y="544718"/>
                </a:lnTo>
                <a:lnTo>
                  <a:pt x="734919" y="544718"/>
                </a:lnTo>
                <a:lnTo>
                  <a:pt x="731245" y="544718"/>
                </a:lnTo>
                <a:lnTo>
                  <a:pt x="727570" y="544718"/>
                </a:lnTo>
                <a:lnTo>
                  <a:pt x="723896" y="544718"/>
                </a:lnTo>
                <a:lnTo>
                  <a:pt x="720221" y="544718"/>
                </a:lnTo>
                <a:lnTo>
                  <a:pt x="716546" y="544718"/>
                </a:lnTo>
                <a:lnTo>
                  <a:pt x="712872" y="544718"/>
                </a:lnTo>
                <a:lnTo>
                  <a:pt x="709197" y="544718"/>
                </a:lnTo>
                <a:lnTo>
                  <a:pt x="705523" y="544718"/>
                </a:lnTo>
                <a:lnTo>
                  <a:pt x="701848" y="544718"/>
                </a:lnTo>
                <a:lnTo>
                  <a:pt x="698173" y="544718"/>
                </a:lnTo>
                <a:lnTo>
                  <a:pt x="694499" y="544718"/>
                </a:lnTo>
                <a:lnTo>
                  <a:pt x="690824" y="544718"/>
                </a:lnTo>
                <a:lnTo>
                  <a:pt x="687150" y="544718"/>
                </a:lnTo>
                <a:lnTo>
                  <a:pt x="683475" y="544718"/>
                </a:lnTo>
                <a:lnTo>
                  <a:pt x="679800" y="544718"/>
                </a:lnTo>
                <a:lnTo>
                  <a:pt x="676126" y="544718"/>
                </a:lnTo>
                <a:lnTo>
                  <a:pt x="672451" y="544718"/>
                </a:lnTo>
                <a:lnTo>
                  <a:pt x="668777" y="544718"/>
                </a:lnTo>
                <a:lnTo>
                  <a:pt x="665102" y="544718"/>
                </a:lnTo>
                <a:lnTo>
                  <a:pt x="661427" y="544718"/>
                </a:lnTo>
                <a:lnTo>
                  <a:pt x="657753" y="544718"/>
                </a:lnTo>
                <a:lnTo>
                  <a:pt x="654078" y="544718"/>
                </a:lnTo>
                <a:lnTo>
                  <a:pt x="650404" y="544718"/>
                </a:lnTo>
                <a:lnTo>
                  <a:pt x="646729" y="544718"/>
                </a:lnTo>
                <a:lnTo>
                  <a:pt x="643054" y="544718"/>
                </a:lnTo>
                <a:lnTo>
                  <a:pt x="639380" y="544718"/>
                </a:lnTo>
                <a:lnTo>
                  <a:pt x="635705" y="544718"/>
                </a:lnTo>
                <a:lnTo>
                  <a:pt x="632031" y="544718"/>
                </a:lnTo>
                <a:lnTo>
                  <a:pt x="628356" y="544718"/>
                </a:lnTo>
                <a:lnTo>
                  <a:pt x="624681" y="544718"/>
                </a:lnTo>
                <a:lnTo>
                  <a:pt x="621007" y="544718"/>
                </a:lnTo>
                <a:lnTo>
                  <a:pt x="617332" y="544718"/>
                </a:lnTo>
                <a:lnTo>
                  <a:pt x="613658" y="544718"/>
                </a:lnTo>
                <a:lnTo>
                  <a:pt x="609983" y="544718"/>
                </a:lnTo>
                <a:lnTo>
                  <a:pt x="606308" y="544718"/>
                </a:lnTo>
                <a:lnTo>
                  <a:pt x="602634" y="544718"/>
                </a:lnTo>
                <a:lnTo>
                  <a:pt x="598959" y="544718"/>
                </a:lnTo>
                <a:lnTo>
                  <a:pt x="595285" y="544718"/>
                </a:lnTo>
                <a:lnTo>
                  <a:pt x="591610" y="544718"/>
                </a:lnTo>
                <a:lnTo>
                  <a:pt x="587935" y="544718"/>
                </a:lnTo>
                <a:lnTo>
                  <a:pt x="584261" y="544718"/>
                </a:lnTo>
                <a:lnTo>
                  <a:pt x="580586" y="544718"/>
                </a:lnTo>
                <a:lnTo>
                  <a:pt x="576912" y="544718"/>
                </a:lnTo>
                <a:lnTo>
                  <a:pt x="573237" y="544718"/>
                </a:lnTo>
                <a:lnTo>
                  <a:pt x="569562" y="544718"/>
                </a:lnTo>
                <a:lnTo>
                  <a:pt x="565888" y="544718"/>
                </a:lnTo>
                <a:lnTo>
                  <a:pt x="562213" y="544718"/>
                </a:lnTo>
                <a:lnTo>
                  <a:pt x="558539" y="544718"/>
                </a:lnTo>
                <a:lnTo>
                  <a:pt x="554864" y="544718"/>
                </a:lnTo>
                <a:lnTo>
                  <a:pt x="551189" y="544718"/>
                </a:lnTo>
                <a:lnTo>
                  <a:pt x="547515" y="544718"/>
                </a:lnTo>
                <a:lnTo>
                  <a:pt x="543840" y="544718"/>
                </a:lnTo>
                <a:lnTo>
                  <a:pt x="540166" y="544718"/>
                </a:lnTo>
                <a:lnTo>
                  <a:pt x="536491" y="544718"/>
                </a:lnTo>
                <a:lnTo>
                  <a:pt x="532816" y="544718"/>
                </a:lnTo>
                <a:lnTo>
                  <a:pt x="529142" y="544718"/>
                </a:lnTo>
                <a:lnTo>
                  <a:pt x="525467" y="544718"/>
                </a:lnTo>
                <a:lnTo>
                  <a:pt x="521793" y="544718"/>
                </a:lnTo>
                <a:lnTo>
                  <a:pt x="518118" y="544718"/>
                </a:lnTo>
                <a:lnTo>
                  <a:pt x="514443" y="544718"/>
                </a:lnTo>
                <a:lnTo>
                  <a:pt x="510769" y="544718"/>
                </a:lnTo>
                <a:lnTo>
                  <a:pt x="507094" y="544718"/>
                </a:lnTo>
                <a:lnTo>
                  <a:pt x="503420" y="544718"/>
                </a:lnTo>
                <a:lnTo>
                  <a:pt x="499745" y="544718"/>
                </a:lnTo>
                <a:lnTo>
                  <a:pt x="496070" y="544718"/>
                </a:lnTo>
                <a:lnTo>
                  <a:pt x="492396" y="544718"/>
                </a:lnTo>
                <a:lnTo>
                  <a:pt x="488721" y="544718"/>
                </a:lnTo>
                <a:lnTo>
                  <a:pt x="485047" y="544718"/>
                </a:lnTo>
                <a:lnTo>
                  <a:pt x="481372" y="544718"/>
                </a:lnTo>
                <a:lnTo>
                  <a:pt x="477697" y="544718"/>
                </a:lnTo>
                <a:lnTo>
                  <a:pt x="474023" y="544718"/>
                </a:lnTo>
                <a:lnTo>
                  <a:pt x="470348" y="544718"/>
                </a:lnTo>
                <a:lnTo>
                  <a:pt x="466674" y="544718"/>
                </a:lnTo>
                <a:lnTo>
                  <a:pt x="462999" y="544718"/>
                </a:lnTo>
                <a:lnTo>
                  <a:pt x="459324" y="544718"/>
                </a:lnTo>
                <a:lnTo>
                  <a:pt x="455650" y="544718"/>
                </a:lnTo>
                <a:lnTo>
                  <a:pt x="451975" y="544718"/>
                </a:lnTo>
                <a:lnTo>
                  <a:pt x="448301" y="544718"/>
                </a:lnTo>
                <a:lnTo>
                  <a:pt x="444626" y="544718"/>
                </a:lnTo>
                <a:lnTo>
                  <a:pt x="440951" y="544718"/>
                </a:lnTo>
                <a:lnTo>
                  <a:pt x="437277" y="544718"/>
                </a:lnTo>
                <a:lnTo>
                  <a:pt x="433602" y="544718"/>
                </a:lnTo>
                <a:lnTo>
                  <a:pt x="429928" y="544718"/>
                </a:lnTo>
                <a:lnTo>
                  <a:pt x="426253" y="544718"/>
                </a:lnTo>
                <a:lnTo>
                  <a:pt x="422578" y="544718"/>
                </a:lnTo>
                <a:lnTo>
                  <a:pt x="418904" y="544718"/>
                </a:lnTo>
                <a:lnTo>
                  <a:pt x="415229" y="544718"/>
                </a:lnTo>
                <a:lnTo>
                  <a:pt x="411555" y="544718"/>
                </a:lnTo>
                <a:lnTo>
                  <a:pt x="407880" y="544718"/>
                </a:lnTo>
                <a:lnTo>
                  <a:pt x="404205" y="544718"/>
                </a:lnTo>
                <a:lnTo>
                  <a:pt x="400531" y="544718"/>
                </a:lnTo>
                <a:lnTo>
                  <a:pt x="396856" y="544718"/>
                </a:lnTo>
                <a:lnTo>
                  <a:pt x="393182" y="544718"/>
                </a:lnTo>
                <a:lnTo>
                  <a:pt x="389507" y="544718"/>
                </a:lnTo>
                <a:lnTo>
                  <a:pt x="385832" y="544718"/>
                </a:lnTo>
                <a:lnTo>
                  <a:pt x="382158" y="544718"/>
                </a:lnTo>
                <a:lnTo>
                  <a:pt x="378483" y="544718"/>
                </a:lnTo>
                <a:lnTo>
                  <a:pt x="374809" y="544718"/>
                </a:lnTo>
                <a:lnTo>
                  <a:pt x="371134" y="544718"/>
                </a:lnTo>
                <a:lnTo>
                  <a:pt x="367459" y="544718"/>
                </a:lnTo>
                <a:lnTo>
                  <a:pt x="363785" y="544718"/>
                </a:lnTo>
                <a:lnTo>
                  <a:pt x="360110" y="544718"/>
                </a:lnTo>
                <a:lnTo>
                  <a:pt x="356436" y="544718"/>
                </a:lnTo>
                <a:lnTo>
                  <a:pt x="352761" y="544718"/>
                </a:lnTo>
                <a:lnTo>
                  <a:pt x="349086" y="544718"/>
                </a:lnTo>
                <a:lnTo>
                  <a:pt x="345412" y="544718"/>
                </a:lnTo>
                <a:lnTo>
                  <a:pt x="341737" y="544718"/>
                </a:lnTo>
                <a:lnTo>
                  <a:pt x="338063" y="544718"/>
                </a:lnTo>
                <a:lnTo>
                  <a:pt x="334388" y="544718"/>
                </a:lnTo>
                <a:lnTo>
                  <a:pt x="330713" y="544718"/>
                </a:lnTo>
                <a:lnTo>
                  <a:pt x="327039" y="544718"/>
                </a:lnTo>
                <a:lnTo>
                  <a:pt x="323364" y="544718"/>
                </a:lnTo>
                <a:lnTo>
                  <a:pt x="319690" y="544718"/>
                </a:lnTo>
                <a:lnTo>
                  <a:pt x="316015" y="544718"/>
                </a:lnTo>
                <a:lnTo>
                  <a:pt x="312340" y="544718"/>
                </a:lnTo>
                <a:lnTo>
                  <a:pt x="308666" y="544718"/>
                </a:lnTo>
                <a:lnTo>
                  <a:pt x="304991" y="544718"/>
                </a:lnTo>
                <a:lnTo>
                  <a:pt x="301317" y="544718"/>
                </a:lnTo>
                <a:lnTo>
                  <a:pt x="297642" y="544718"/>
                </a:lnTo>
                <a:lnTo>
                  <a:pt x="293967" y="544718"/>
                </a:lnTo>
                <a:lnTo>
                  <a:pt x="290293" y="544718"/>
                </a:lnTo>
                <a:lnTo>
                  <a:pt x="286618" y="544718"/>
                </a:lnTo>
                <a:lnTo>
                  <a:pt x="282944" y="544718"/>
                </a:lnTo>
                <a:lnTo>
                  <a:pt x="279269" y="544718"/>
                </a:lnTo>
                <a:lnTo>
                  <a:pt x="275594" y="544718"/>
                </a:lnTo>
                <a:lnTo>
                  <a:pt x="271920" y="544718"/>
                </a:lnTo>
                <a:lnTo>
                  <a:pt x="268245" y="544718"/>
                </a:lnTo>
                <a:lnTo>
                  <a:pt x="264571" y="544718"/>
                </a:lnTo>
                <a:lnTo>
                  <a:pt x="260896" y="544718"/>
                </a:lnTo>
                <a:lnTo>
                  <a:pt x="257221" y="544718"/>
                </a:lnTo>
                <a:lnTo>
                  <a:pt x="253547" y="544718"/>
                </a:lnTo>
                <a:lnTo>
                  <a:pt x="249872" y="544718"/>
                </a:lnTo>
                <a:lnTo>
                  <a:pt x="246198" y="544718"/>
                </a:lnTo>
                <a:lnTo>
                  <a:pt x="242523" y="544718"/>
                </a:lnTo>
                <a:lnTo>
                  <a:pt x="238848" y="544718"/>
                </a:lnTo>
                <a:lnTo>
                  <a:pt x="235174" y="544718"/>
                </a:lnTo>
                <a:lnTo>
                  <a:pt x="231499" y="544718"/>
                </a:lnTo>
                <a:lnTo>
                  <a:pt x="227825" y="544718"/>
                </a:lnTo>
                <a:lnTo>
                  <a:pt x="224150" y="544718"/>
                </a:lnTo>
                <a:lnTo>
                  <a:pt x="220475" y="544718"/>
                </a:lnTo>
                <a:lnTo>
                  <a:pt x="216801" y="544718"/>
                </a:lnTo>
                <a:lnTo>
                  <a:pt x="213126" y="544718"/>
                </a:lnTo>
                <a:lnTo>
                  <a:pt x="209452" y="544718"/>
                </a:lnTo>
                <a:lnTo>
                  <a:pt x="205777" y="544718"/>
                </a:lnTo>
                <a:lnTo>
                  <a:pt x="202102" y="544718"/>
                </a:lnTo>
                <a:lnTo>
                  <a:pt x="198428" y="544718"/>
                </a:lnTo>
                <a:lnTo>
                  <a:pt x="194753" y="544718"/>
                </a:lnTo>
                <a:lnTo>
                  <a:pt x="191079" y="544718"/>
                </a:lnTo>
                <a:lnTo>
                  <a:pt x="187404" y="544718"/>
                </a:lnTo>
                <a:lnTo>
                  <a:pt x="183729" y="544718"/>
                </a:lnTo>
                <a:lnTo>
                  <a:pt x="180055" y="544718"/>
                </a:lnTo>
                <a:lnTo>
                  <a:pt x="176380" y="544718"/>
                </a:lnTo>
                <a:lnTo>
                  <a:pt x="172706" y="544718"/>
                </a:lnTo>
                <a:lnTo>
                  <a:pt x="169031" y="544718"/>
                </a:lnTo>
                <a:lnTo>
                  <a:pt x="165356" y="544718"/>
                </a:lnTo>
                <a:lnTo>
                  <a:pt x="161682" y="544718"/>
                </a:lnTo>
                <a:lnTo>
                  <a:pt x="158007" y="544718"/>
                </a:lnTo>
                <a:lnTo>
                  <a:pt x="154333" y="544718"/>
                </a:lnTo>
                <a:lnTo>
                  <a:pt x="150658" y="544718"/>
                </a:lnTo>
                <a:lnTo>
                  <a:pt x="146983" y="544718"/>
                </a:lnTo>
                <a:lnTo>
                  <a:pt x="143309" y="544718"/>
                </a:lnTo>
                <a:lnTo>
                  <a:pt x="139634" y="544718"/>
                </a:lnTo>
                <a:lnTo>
                  <a:pt x="135960" y="544718"/>
                </a:lnTo>
                <a:lnTo>
                  <a:pt x="132285" y="544718"/>
                </a:lnTo>
                <a:lnTo>
                  <a:pt x="128610" y="544718"/>
                </a:lnTo>
                <a:lnTo>
                  <a:pt x="124936" y="544718"/>
                </a:lnTo>
                <a:lnTo>
                  <a:pt x="121261" y="544718"/>
                </a:lnTo>
                <a:lnTo>
                  <a:pt x="117587" y="544718"/>
                </a:lnTo>
                <a:lnTo>
                  <a:pt x="113912" y="544718"/>
                </a:lnTo>
                <a:lnTo>
                  <a:pt x="110237" y="544718"/>
                </a:lnTo>
                <a:lnTo>
                  <a:pt x="106563" y="544718"/>
                </a:lnTo>
                <a:lnTo>
                  <a:pt x="102888" y="544718"/>
                </a:lnTo>
                <a:lnTo>
                  <a:pt x="99214" y="544718"/>
                </a:lnTo>
                <a:lnTo>
                  <a:pt x="95539" y="544718"/>
                </a:lnTo>
                <a:lnTo>
                  <a:pt x="91864" y="544718"/>
                </a:lnTo>
                <a:lnTo>
                  <a:pt x="88190" y="544718"/>
                </a:lnTo>
                <a:lnTo>
                  <a:pt x="84515" y="544718"/>
                </a:lnTo>
                <a:lnTo>
                  <a:pt x="80841" y="544718"/>
                </a:lnTo>
                <a:lnTo>
                  <a:pt x="77166" y="544718"/>
                </a:lnTo>
                <a:lnTo>
                  <a:pt x="73491" y="544718"/>
                </a:lnTo>
                <a:lnTo>
                  <a:pt x="69817" y="544718"/>
                </a:lnTo>
                <a:lnTo>
                  <a:pt x="66142" y="544718"/>
                </a:lnTo>
                <a:lnTo>
                  <a:pt x="62468" y="544718"/>
                </a:lnTo>
                <a:lnTo>
                  <a:pt x="58793" y="544718"/>
                </a:lnTo>
                <a:lnTo>
                  <a:pt x="55118" y="544718"/>
                </a:lnTo>
                <a:lnTo>
                  <a:pt x="51444" y="544718"/>
                </a:lnTo>
                <a:lnTo>
                  <a:pt x="47769" y="544718"/>
                </a:lnTo>
                <a:lnTo>
                  <a:pt x="44095" y="544718"/>
                </a:lnTo>
                <a:lnTo>
                  <a:pt x="40420" y="544718"/>
                </a:lnTo>
                <a:lnTo>
                  <a:pt x="36745" y="544718"/>
                </a:lnTo>
                <a:lnTo>
                  <a:pt x="33071" y="544718"/>
                </a:lnTo>
                <a:lnTo>
                  <a:pt x="29396" y="544718"/>
                </a:lnTo>
                <a:lnTo>
                  <a:pt x="25722" y="544718"/>
                </a:lnTo>
                <a:lnTo>
                  <a:pt x="22047" y="544718"/>
                </a:lnTo>
                <a:lnTo>
                  <a:pt x="18372" y="544718"/>
                </a:lnTo>
                <a:lnTo>
                  <a:pt x="14698" y="544718"/>
                </a:lnTo>
                <a:lnTo>
                  <a:pt x="11023" y="544718"/>
                </a:lnTo>
                <a:lnTo>
                  <a:pt x="7349" y="544718"/>
                </a:lnTo>
                <a:lnTo>
                  <a:pt x="3674" y="544718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79" name="pl179"/>
          <p:cNvSpPr/>
          <p:nvPr/>
        </p:nvSpPr>
        <p:spPr>
          <a:xfrm>
            <a:off x="8856642" y="2194975"/>
            <a:ext cx="1877720" cy="544718"/>
          </a:xfrm>
          <a:custGeom>
            <a:avLst/>
            <a:gdLst/>
            <a:ahLst/>
            <a:cxnLst/>
            <a:rect l="0" t="0" r="0" b="0"/>
            <a:pathLst>
              <a:path w="1877720" h="544718">
                <a:moveTo>
                  <a:pt x="0" y="544718"/>
                </a:moveTo>
                <a:lnTo>
                  <a:pt x="3674" y="544718"/>
                </a:lnTo>
                <a:lnTo>
                  <a:pt x="7349" y="544718"/>
                </a:lnTo>
                <a:lnTo>
                  <a:pt x="11023" y="544718"/>
                </a:lnTo>
                <a:lnTo>
                  <a:pt x="14698" y="544718"/>
                </a:lnTo>
                <a:lnTo>
                  <a:pt x="18372" y="544718"/>
                </a:lnTo>
                <a:lnTo>
                  <a:pt x="22047" y="544718"/>
                </a:lnTo>
                <a:lnTo>
                  <a:pt x="25722" y="544718"/>
                </a:lnTo>
                <a:lnTo>
                  <a:pt x="29396" y="544718"/>
                </a:lnTo>
                <a:lnTo>
                  <a:pt x="33071" y="544718"/>
                </a:lnTo>
                <a:lnTo>
                  <a:pt x="36745" y="544718"/>
                </a:lnTo>
                <a:lnTo>
                  <a:pt x="40420" y="544718"/>
                </a:lnTo>
                <a:lnTo>
                  <a:pt x="44095" y="544718"/>
                </a:lnTo>
                <a:lnTo>
                  <a:pt x="47769" y="544718"/>
                </a:lnTo>
                <a:lnTo>
                  <a:pt x="51444" y="544718"/>
                </a:lnTo>
                <a:lnTo>
                  <a:pt x="55118" y="544718"/>
                </a:lnTo>
                <a:lnTo>
                  <a:pt x="58793" y="544718"/>
                </a:lnTo>
                <a:lnTo>
                  <a:pt x="62468" y="544718"/>
                </a:lnTo>
                <a:lnTo>
                  <a:pt x="66142" y="544718"/>
                </a:lnTo>
                <a:lnTo>
                  <a:pt x="69817" y="544718"/>
                </a:lnTo>
                <a:lnTo>
                  <a:pt x="73491" y="544718"/>
                </a:lnTo>
                <a:lnTo>
                  <a:pt x="77166" y="544718"/>
                </a:lnTo>
                <a:lnTo>
                  <a:pt x="80841" y="544718"/>
                </a:lnTo>
                <a:lnTo>
                  <a:pt x="84515" y="544718"/>
                </a:lnTo>
                <a:lnTo>
                  <a:pt x="88190" y="544718"/>
                </a:lnTo>
                <a:lnTo>
                  <a:pt x="91864" y="544718"/>
                </a:lnTo>
                <a:lnTo>
                  <a:pt x="95539" y="544718"/>
                </a:lnTo>
                <a:lnTo>
                  <a:pt x="99214" y="544718"/>
                </a:lnTo>
                <a:lnTo>
                  <a:pt x="102888" y="544718"/>
                </a:lnTo>
                <a:lnTo>
                  <a:pt x="106563" y="544718"/>
                </a:lnTo>
                <a:lnTo>
                  <a:pt x="110237" y="544718"/>
                </a:lnTo>
                <a:lnTo>
                  <a:pt x="113912" y="544718"/>
                </a:lnTo>
                <a:lnTo>
                  <a:pt x="117587" y="544718"/>
                </a:lnTo>
                <a:lnTo>
                  <a:pt x="121261" y="544718"/>
                </a:lnTo>
                <a:lnTo>
                  <a:pt x="124936" y="544718"/>
                </a:lnTo>
                <a:lnTo>
                  <a:pt x="128610" y="544718"/>
                </a:lnTo>
                <a:lnTo>
                  <a:pt x="132285" y="544718"/>
                </a:lnTo>
                <a:lnTo>
                  <a:pt x="135960" y="544718"/>
                </a:lnTo>
                <a:lnTo>
                  <a:pt x="139634" y="544718"/>
                </a:lnTo>
                <a:lnTo>
                  <a:pt x="143309" y="544718"/>
                </a:lnTo>
                <a:lnTo>
                  <a:pt x="146983" y="544718"/>
                </a:lnTo>
                <a:lnTo>
                  <a:pt x="150658" y="544718"/>
                </a:lnTo>
                <a:lnTo>
                  <a:pt x="154333" y="544718"/>
                </a:lnTo>
                <a:lnTo>
                  <a:pt x="158007" y="544718"/>
                </a:lnTo>
                <a:lnTo>
                  <a:pt x="161682" y="544718"/>
                </a:lnTo>
                <a:lnTo>
                  <a:pt x="165356" y="544718"/>
                </a:lnTo>
                <a:lnTo>
                  <a:pt x="169031" y="544718"/>
                </a:lnTo>
                <a:lnTo>
                  <a:pt x="172706" y="544718"/>
                </a:lnTo>
                <a:lnTo>
                  <a:pt x="176380" y="544718"/>
                </a:lnTo>
                <a:lnTo>
                  <a:pt x="180055" y="544718"/>
                </a:lnTo>
                <a:lnTo>
                  <a:pt x="183729" y="544718"/>
                </a:lnTo>
                <a:lnTo>
                  <a:pt x="187404" y="544718"/>
                </a:lnTo>
                <a:lnTo>
                  <a:pt x="191079" y="544718"/>
                </a:lnTo>
                <a:lnTo>
                  <a:pt x="194753" y="544718"/>
                </a:lnTo>
                <a:lnTo>
                  <a:pt x="198428" y="544718"/>
                </a:lnTo>
                <a:lnTo>
                  <a:pt x="202102" y="544718"/>
                </a:lnTo>
                <a:lnTo>
                  <a:pt x="205777" y="544718"/>
                </a:lnTo>
                <a:lnTo>
                  <a:pt x="209452" y="544718"/>
                </a:lnTo>
                <a:lnTo>
                  <a:pt x="213126" y="544718"/>
                </a:lnTo>
                <a:lnTo>
                  <a:pt x="216801" y="544718"/>
                </a:lnTo>
                <a:lnTo>
                  <a:pt x="220475" y="544718"/>
                </a:lnTo>
                <a:lnTo>
                  <a:pt x="224150" y="544718"/>
                </a:lnTo>
                <a:lnTo>
                  <a:pt x="227825" y="544718"/>
                </a:lnTo>
                <a:lnTo>
                  <a:pt x="231499" y="544718"/>
                </a:lnTo>
                <a:lnTo>
                  <a:pt x="235174" y="544718"/>
                </a:lnTo>
                <a:lnTo>
                  <a:pt x="238848" y="544718"/>
                </a:lnTo>
                <a:lnTo>
                  <a:pt x="242523" y="544718"/>
                </a:lnTo>
                <a:lnTo>
                  <a:pt x="246198" y="544718"/>
                </a:lnTo>
                <a:lnTo>
                  <a:pt x="249872" y="544718"/>
                </a:lnTo>
                <a:lnTo>
                  <a:pt x="253547" y="544718"/>
                </a:lnTo>
                <a:lnTo>
                  <a:pt x="257221" y="544718"/>
                </a:lnTo>
                <a:lnTo>
                  <a:pt x="260896" y="544718"/>
                </a:lnTo>
                <a:lnTo>
                  <a:pt x="264571" y="544718"/>
                </a:lnTo>
                <a:lnTo>
                  <a:pt x="268245" y="544718"/>
                </a:lnTo>
                <a:lnTo>
                  <a:pt x="271920" y="544718"/>
                </a:lnTo>
                <a:lnTo>
                  <a:pt x="275594" y="544718"/>
                </a:lnTo>
                <a:lnTo>
                  <a:pt x="279269" y="544718"/>
                </a:lnTo>
                <a:lnTo>
                  <a:pt x="282944" y="544718"/>
                </a:lnTo>
                <a:lnTo>
                  <a:pt x="286618" y="544718"/>
                </a:lnTo>
                <a:lnTo>
                  <a:pt x="290293" y="544718"/>
                </a:lnTo>
                <a:lnTo>
                  <a:pt x="293967" y="544718"/>
                </a:lnTo>
                <a:lnTo>
                  <a:pt x="297642" y="544718"/>
                </a:lnTo>
                <a:lnTo>
                  <a:pt x="301317" y="544718"/>
                </a:lnTo>
                <a:lnTo>
                  <a:pt x="304991" y="544718"/>
                </a:lnTo>
                <a:lnTo>
                  <a:pt x="308666" y="544718"/>
                </a:lnTo>
                <a:lnTo>
                  <a:pt x="312340" y="544718"/>
                </a:lnTo>
                <a:lnTo>
                  <a:pt x="316015" y="544718"/>
                </a:lnTo>
                <a:lnTo>
                  <a:pt x="319690" y="544718"/>
                </a:lnTo>
                <a:lnTo>
                  <a:pt x="323364" y="544718"/>
                </a:lnTo>
                <a:lnTo>
                  <a:pt x="327039" y="544718"/>
                </a:lnTo>
                <a:lnTo>
                  <a:pt x="330713" y="544718"/>
                </a:lnTo>
                <a:lnTo>
                  <a:pt x="334388" y="544718"/>
                </a:lnTo>
                <a:lnTo>
                  <a:pt x="338063" y="544718"/>
                </a:lnTo>
                <a:lnTo>
                  <a:pt x="341737" y="544718"/>
                </a:lnTo>
                <a:lnTo>
                  <a:pt x="345412" y="544718"/>
                </a:lnTo>
                <a:lnTo>
                  <a:pt x="349086" y="544718"/>
                </a:lnTo>
                <a:lnTo>
                  <a:pt x="352761" y="544718"/>
                </a:lnTo>
                <a:lnTo>
                  <a:pt x="356436" y="544718"/>
                </a:lnTo>
                <a:lnTo>
                  <a:pt x="360110" y="544718"/>
                </a:lnTo>
                <a:lnTo>
                  <a:pt x="363785" y="544718"/>
                </a:lnTo>
                <a:lnTo>
                  <a:pt x="367459" y="544718"/>
                </a:lnTo>
                <a:lnTo>
                  <a:pt x="371134" y="544718"/>
                </a:lnTo>
                <a:lnTo>
                  <a:pt x="374809" y="544718"/>
                </a:lnTo>
                <a:lnTo>
                  <a:pt x="378483" y="544718"/>
                </a:lnTo>
                <a:lnTo>
                  <a:pt x="382158" y="544718"/>
                </a:lnTo>
                <a:lnTo>
                  <a:pt x="385832" y="544718"/>
                </a:lnTo>
                <a:lnTo>
                  <a:pt x="389507" y="544718"/>
                </a:lnTo>
                <a:lnTo>
                  <a:pt x="393182" y="544718"/>
                </a:lnTo>
                <a:lnTo>
                  <a:pt x="396856" y="544718"/>
                </a:lnTo>
                <a:lnTo>
                  <a:pt x="400531" y="544718"/>
                </a:lnTo>
                <a:lnTo>
                  <a:pt x="404205" y="544718"/>
                </a:lnTo>
                <a:lnTo>
                  <a:pt x="407880" y="544718"/>
                </a:lnTo>
                <a:lnTo>
                  <a:pt x="411555" y="544718"/>
                </a:lnTo>
                <a:lnTo>
                  <a:pt x="415229" y="544718"/>
                </a:lnTo>
                <a:lnTo>
                  <a:pt x="418904" y="544718"/>
                </a:lnTo>
                <a:lnTo>
                  <a:pt x="422578" y="544718"/>
                </a:lnTo>
                <a:lnTo>
                  <a:pt x="426253" y="544718"/>
                </a:lnTo>
                <a:lnTo>
                  <a:pt x="429928" y="544718"/>
                </a:lnTo>
                <a:lnTo>
                  <a:pt x="433602" y="544718"/>
                </a:lnTo>
                <a:lnTo>
                  <a:pt x="437277" y="544718"/>
                </a:lnTo>
                <a:lnTo>
                  <a:pt x="440951" y="544718"/>
                </a:lnTo>
                <a:lnTo>
                  <a:pt x="444626" y="544718"/>
                </a:lnTo>
                <a:lnTo>
                  <a:pt x="448301" y="544718"/>
                </a:lnTo>
                <a:lnTo>
                  <a:pt x="451975" y="544718"/>
                </a:lnTo>
                <a:lnTo>
                  <a:pt x="455650" y="544718"/>
                </a:lnTo>
                <a:lnTo>
                  <a:pt x="459324" y="544718"/>
                </a:lnTo>
                <a:lnTo>
                  <a:pt x="462999" y="544718"/>
                </a:lnTo>
                <a:lnTo>
                  <a:pt x="466674" y="544718"/>
                </a:lnTo>
                <a:lnTo>
                  <a:pt x="470348" y="544718"/>
                </a:lnTo>
                <a:lnTo>
                  <a:pt x="474023" y="544718"/>
                </a:lnTo>
                <a:lnTo>
                  <a:pt x="477697" y="544718"/>
                </a:lnTo>
                <a:lnTo>
                  <a:pt x="481372" y="544718"/>
                </a:lnTo>
                <a:lnTo>
                  <a:pt x="485047" y="544718"/>
                </a:lnTo>
                <a:lnTo>
                  <a:pt x="488721" y="544718"/>
                </a:lnTo>
                <a:lnTo>
                  <a:pt x="492396" y="544718"/>
                </a:lnTo>
                <a:lnTo>
                  <a:pt x="496070" y="544718"/>
                </a:lnTo>
                <a:lnTo>
                  <a:pt x="499745" y="544718"/>
                </a:lnTo>
                <a:lnTo>
                  <a:pt x="503420" y="544718"/>
                </a:lnTo>
                <a:lnTo>
                  <a:pt x="507094" y="544718"/>
                </a:lnTo>
                <a:lnTo>
                  <a:pt x="510769" y="544718"/>
                </a:lnTo>
                <a:lnTo>
                  <a:pt x="514443" y="544718"/>
                </a:lnTo>
                <a:lnTo>
                  <a:pt x="518118" y="544718"/>
                </a:lnTo>
                <a:lnTo>
                  <a:pt x="521793" y="544718"/>
                </a:lnTo>
                <a:lnTo>
                  <a:pt x="525467" y="544718"/>
                </a:lnTo>
                <a:lnTo>
                  <a:pt x="529142" y="544718"/>
                </a:lnTo>
                <a:lnTo>
                  <a:pt x="532816" y="544718"/>
                </a:lnTo>
                <a:lnTo>
                  <a:pt x="536491" y="544718"/>
                </a:lnTo>
                <a:lnTo>
                  <a:pt x="540166" y="544718"/>
                </a:lnTo>
                <a:lnTo>
                  <a:pt x="543840" y="544718"/>
                </a:lnTo>
                <a:lnTo>
                  <a:pt x="547515" y="544718"/>
                </a:lnTo>
                <a:lnTo>
                  <a:pt x="551189" y="544718"/>
                </a:lnTo>
                <a:lnTo>
                  <a:pt x="554864" y="544718"/>
                </a:lnTo>
                <a:lnTo>
                  <a:pt x="558539" y="544718"/>
                </a:lnTo>
                <a:lnTo>
                  <a:pt x="562213" y="544718"/>
                </a:lnTo>
                <a:lnTo>
                  <a:pt x="565888" y="544718"/>
                </a:lnTo>
                <a:lnTo>
                  <a:pt x="569562" y="544718"/>
                </a:lnTo>
                <a:lnTo>
                  <a:pt x="573237" y="544718"/>
                </a:lnTo>
                <a:lnTo>
                  <a:pt x="576912" y="544718"/>
                </a:lnTo>
                <a:lnTo>
                  <a:pt x="580586" y="544718"/>
                </a:lnTo>
                <a:lnTo>
                  <a:pt x="584261" y="544718"/>
                </a:lnTo>
                <a:lnTo>
                  <a:pt x="587935" y="544718"/>
                </a:lnTo>
                <a:lnTo>
                  <a:pt x="591610" y="544718"/>
                </a:lnTo>
                <a:lnTo>
                  <a:pt x="595285" y="544718"/>
                </a:lnTo>
                <a:lnTo>
                  <a:pt x="598959" y="544718"/>
                </a:lnTo>
                <a:lnTo>
                  <a:pt x="602634" y="544718"/>
                </a:lnTo>
                <a:lnTo>
                  <a:pt x="606308" y="544718"/>
                </a:lnTo>
                <a:lnTo>
                  <a:pt x="609983" y="544718"/>
                </a:lnTo>
                <a:lnTo>
                  <a:pt x="613658" y="544718"/>
                </a:lnTo>
                <a:lnTo>
                  <a:pt x="617332" y="544718"/>
                </a:lnTo>
                <a:lnTo>
                  <a:pt x="621007" y="544718"/>
                </a:lnTo>
                <a:lnTo>
                  <a:pt x="624681" y="544718"/>
                </a:lnTo>
                <a:lnTo>
                  <a:pt x="628356" y="544718"/>
                </a:lnTo>
                <a:lnTo>
                  <a:pt x="632031" y="544718"/>
                </a:lnTo>
                <a:lnTo>
                  <a:pt x="635705" y="544718"/>
                </a:lnTo>
                <a:lnTo>
                  <a:pt x="639380" y="544718"/>
                </a:lnTo>
                <a:lnTo>
                  <a:pt x="643054" y="544718"/>
                </a:lnTo>
                <a:lnTo>
                  <a:pt x="646729" y="544718"/>
                </a:lnTo>
                <a:lnTo>
                  <a:pt x="650404" y="544718"/>
                </a:lnTo>
                <a:lnTo>
                  <a:pt x="654078" y="544718"/>
                </a:lnTo>
                <a:lnTo>
                  <a:pt x="657753" y="544718"/>
                </a:lnTo>
                <a:lnTo>
                  <a:pt x="661427" y="544718"/>
                </a:lnTo>
                <a:lnTo>
                  <a:pt x="665102" y="544718"/>
                </a:lnTo>
                <a:lnTo>
                  <a:pt x="668777" y="544718"/>
                </a:lnTo>
                <a:lnTo>
                  <a:pt x="672451" y="544718"/>
                </a:lnTo>
                <a:lnTo>
                  <a:pt x="676126" y="544718"/>
                </a:lnTo>
                <a:lnTo>
                  <a:pt x="679800" y="544718"/>
                </a:lnTo>
                <a:lnTo>
                  <a:pt x="683475" y="544718"/>
                </a:lnTo>
                <a:lnTo>
                  <a:pt x="687150" y="544718"/>
                </a:lnTo>
                <a:lnTo>
                  <a:pt x="690824" y="544718"/>
                </a:lnTo>
                <a:lnTo>
                  <a:pt x="694499" y="544718"/>
                </a:lnTo>
                <a:lnTo>
                  <a:pt x="698173" y="544718"/>
                </a:lnTo>
                <a:lnTo>
                  <a:pt x="701848" y="544718"/>
                </a:lnTo>
                <a:lnTo>
                  <a:pt x="705523" y="544718"/>
                </a:lnTo>
                <a:lnTo>
                  <a:pt x="709197" y="544718"/>
                </a:lnTo>
                <a:lnTo>
                  <a:pt x="712872" y="544718"/>
                </a:lnTo>
                <a:lnTo>
                  <a:pt x="716546" y="544718"/>
                </a:lnTo>
                <a:lnTo>
                  <a:pt x="720221" y="544718"/>
                </a:lnTo>
                <a:lnTo>
                  <a:pt x="723896" y="544718"/>
                </a:lnTo>
                <a:lnTo>
                  <a:pt x="727570" y="544718"/>
                </a:lnTo>
                <a:lnTo>
                  <a:pt x="731245" y="544718"/>
                </a:lnTo>
                <a:lnTo>
                  <a:pt x="734919" y="544718"/>
                </a:lnTo>
                <a:lnTo>
                  <a:pt x="738594" y="544718"/>
                </a:lnTo>
                <a:lnTo>
                  <a:pt x="742269" y="544718"/>
                </a:lnTo>
                <a:lnTo>
                  <a:pt x="745943" y="544718"/>
                </a:lnTo>
                <a:lnTo>
                  <a:pt x="749618" y="544716"/>
                </a:lnTo>
                <a:lnTo>
                  <a:pt x="753292" y="544713"/>
                </a:lnTo>
                <a:lnTo>
                  <a:pt x="756967" y="544706"/>
                </a:lnTo>
                <a:lnTo>
                  <a:pt x="760642" y="544688"/>
                </a:lnTo>
                <a:lnTo>
                  <a:pt x="764316" y="544654"/>
                </a:lnTo>
                <a:lnTo>
                  <a:pt x="767991" y="544594"/>
                </a:lnTo>
                <a:lnTo>
                  <a:pt x="771665" y="544499"/>
                </a:lnTo>
                <a:lnTo>
                  <a:pt x="775340" y="544364"/>
                </a:lnTo>
                <a:lnTo>
                  <a:pt x="779015" y="544199"/>
                </a:lnTo>
                <a:lnTo>
                  <a:pt x="782689" y="544018"/>
                </a:lnTo>
                <a:lnTo>
                  <a:pt x="786364" y="543837"/>
                </a:lnTo>
                <a:lnTo>
                  <a:pt x="790038" y="543663"/>
                </a:lnTo>
                <a:lnTo>
                  <a:pt x="793713" y="543495"/>
                </a:lnTo>
                <a:lnTo>
                  <a:pt x="797388" y="543321"/>
                </a:lnTo>
                <a:lnTo>
                  <a:pt x="801062" y="543132"/>
                </a:lnTo>
                <a:lnTo>
                  <a:pt x="804737" y="542921"/>
                </a:lnTo>
                <a:lnTo>
                  <a:pt x="808411" y="542685"/>
                </a:lnTo>
                <a:lnTo>
                  <a:pt x="812086" y="542419"/>
                </a:lnTo>
                <a:lnTo>
                  <a:pt x="815761" y="542123"/>
                </a:lnTo>
                <a:lnTo>
                  <a:pt x="819435" y="541798"/>
                </a:lnTo>
                <a:lnTo>
                  <a:pt x="823110" y="541450"/>
                </a:lnTo>
                <a:lnTo>
                  <a:pt x="826784" y="541075"/>
                </a:lnTo>
                <a:lnTo>
                  <a:pt x="830459" y="540639"/>
                </a:lnTo>
                <a:lnTo>
                  <a:pt x="834134" y="540050"/>
                </a:lnTo>
                <a:lnTo>
                  <a:pt x="837808" y="539155"/>
                </a:lnTo>
                <a:lnTo>
                  <a:pt x="841483" y="537775"/>
                </a:lnTo>
                <a:lnTo>
                  <a:pt x="845157" y="535782"/>
                </a:lnTo>
                <a:lnTo>
                  <a:pt x="848832" y="533181"/>
                </a:lnTo>
                <a:lnTo>
                  <a:pt x="852507" y="530172"/>
                </a:lnTo>
                <a:lnTo>
                  <a:pt x="856181" y="527132"/>
                </a:lnTo>
                <a:lnTo>
                  <a:pt x="859856" y="524518"/>
                </a:lnTo>
                <a:lnTo>
                  <a:pt x="863530" y="522580"/>
                </a:lnTo>
                <a:lnTo>
                  <a:pt x="867205" y="521256"/>
                </a:lnTo>
                <a:lnTo>
                  <a:pt x="870880" y="520180"/>
                </a:lnTo>
                <a:lnTo>
                  <a:pt x="874554" y="518838"/>
                </a:lnTo>
                <a:lnTo>
                  <a:pt x="878229" y="516783"/>
                </a:lnTo>
                <a:lnTo>
                  <a:pt x="881903" y="513803"/>
                </a:lnTo>
                <a:lnTo>
                  <a:pt x="885578" y="509982"/>
                </a:lnTo>
                <a:lnTo>
                  <a:pt x="889253" y="505640"/>
                </a:lnTo>
                <a:lnTo>
                  <a:pt x="892927" y="501212"/>
                </a:lnTo>
                <a:lnTo>
                  <a:pt x="896602" y="497113"/>
                </a:lnTo>
                <a:lnTo>
                  <a:pt x="900276" y="493617"/>
                </a:lnTo>
                <a:lnTo>
                  <a:pt x="903951" y="490766"/>
                </a:lnTo>
                <a:lnTo>
                  <a:pt x="907626" y="488337"/>
                </a:lnTo>
                <a:lnTo>
                  <a:pt x="911300" y="485883"/>
                </a:lnTo>
                <a:lnTo>
                  <a:pt x="914975" y="482870"/>
                </a:lnTo>
                <a:lnTo>
                  <a:pt x="918649" y="478865"/>
                </a:lnTo>
                <a:lnTo>
                  <a:pt x="922324" y="473706"/>
                </a:lnTo>
                <a:lnTo>
                  <a:pt x="925999" y="467544"/>
                </a:lnTo>
                <a:lnTo>
                  <a:pt x="929673" y="460750"/>
                </a:lnTo>
                <a:lnTo>
                  <a:pt x="933348" y="453740"/>
                </a:lnTo>
                <a:lnTo>
                  <a:pt x="937022" y="446824"/>
                </a:lnTo>
                <a:lnTo>
                  <a:pt x="940697" y="440137"/>
                </a:lnTo>
                <a:lnTo>
                  <a:pt x="944372" y="433616"/>
                </a:lnTo>
                <a:lnTo>
                  <a:pt x="948046" y="427042"/>
                </a:lnTo>
                <a:lnTo>
                  <a:pt x="951721" y="420093"/>
                </a:lnTo>
                <a:lnTo>
                  <a:pt x="955395" y="412384"/>
                </a:lnTo>
                <a:lnTo>
                  <a:pt x="959070" y="403522"/>
                </a:lnTo>
                <a:lnTo>
                  <a:pt x="962745" y="393181"/>
                </a:lnTo>
                <a:lnTo>
                  <a:pt x="966419" y="381179"/>
                </a:lnTo>
                <a:lnTo>
                  <a:pt x="970094" y="367539"/>
                </a:lnTo>
                <a:lnTo>
                  <a:pt x="973768" y="352509"/>
                </a:lnTo>
                <a:lnTo>
                  <a:pt x="977443" y="336508"/>
                </a:lnTo>
                <a:lnTo>
                  <a:pt x="981118" y="320017"/>
                </a:lnTo>
                <a:lnTo>
                  <a:pt x="984792" y="303472"/>
                </a:lnTo>
                <a:lnTo>
                  <a:pt x="988467" y="287181"/>
                </a:lnTo>
                <a:lnTo>
                  <a:pt x="992141" y="271297"/>
                </a:lnTo>
                <a:lnTo>
                  <a:pt x="995816" y="255826"/>
                </a:lnTo>
                <a:lnTo>
                  <a:pt x="999491" y="240669"/>
                </a:lnTo>
                <a:lnTo>
                  <a:pt x="1003165" y="225678"/>
                </a:lnTo>
                <a:lnTo>
                  <a:pt x="1006840" y="210697"/>
                </a:lnTo>
                <a:lnTo>
                  <a:pt x="1010514" y="195581"/>
                </a:lnTo>
                <a:lnTo>
                  <a:pt x="1014189" y="180167"/>
                </a:lnTo>
                <a:lnTo>
                  <a:pt x="1017864" y="164282"/>
                </a:lnTo>
                <a:lnTo>
                  <a:pt x="1021538" y="147815"/>
                </a:lnTo>
                <a:lnTo>
                  <a:pt x="1025213" y="130826"/>
                </a:lnTo>
                <a:lnTo>
                  <a:pt x="1028887" y="113636"/>
                </a:lnTo>
                <a:lnTo>
                  <a:pt x="1032562" y="96599"/>
                </a:lnTo>
                <a:lnTo>
                  <a:pt x="1036237" y="79942"/>
                </a:lnTo>
                <a:lnTo>
                  <a:pt x="1039911" y="63746"/>
                </a:lnTo>
                <a:lnTo>
                  <a:pt x="1043586" y="48122"/>
                </a:lnTo>
                <a:lnTo>
                  <a:pt x="1047260" y="33454"/>
                </a:lnTo>
                <a:lnTo>
                  <a:pt x="1050935" y="20490"/>
                </a:lnTo>
                <a:lnTo>
                  <a:pt x="1054610" y="10166"/>
                </a:lnTo>
                <a:lnTo>
                  <a:pt x="1058284" y="3247"/>
                </a:lnTo>
                <a:lnTo>
                  <a:pt x="1061959" y="0"/>
                </a:lnTo>
                <a:lnTo>
                  <a:pt x="1065633" y="89"/>
                </a:lnTo>
                <a:lnTo>
                  <a:pt x="1069308" y="2748"/>
                </a:lnTo>
                <a:lnTo>
                  <a:pt x="1072983" y="7070"/>
                </a:lnTo>
                <a:lnTo>
                  <a:pt x="1076657" y="12262"/>
                </a:lnTo>
                <a:lnTo>
                  <a:pt x="1080332" y="17732"/>
                </a:lnTo>
                <a:lnTo>
                  <a:pt x="1084006" y="23054"/>
                </a:lnTo>
                <a:lnTo>
                  <a:pt x="1087681" y="27924"/>
                </a:lnTo>
                <a:lnTo>
                  <a:pt x="1091356" y="32201"/>
                </a:lnTo>
                <a:lnTo>
                  <a:pt x="1095030" y="36034"/>
                </a:lnTo>
                <a:lnTo>
                  <a:pt x="1098705" y="39974"/>
                </a:lnTo>
                <a:lnTo>
                  <a:pt x="1102379" y="44921"/>
                </a:lnTo>
                <a:lnTo>
                  <a:pt x="1106054" y="51960"/>
                </a:lnTo>
                <a:lnTo>
                  <a:pt x="1109729" y="62022"/>
                </a:lnTo>
                <a:lnTo>
                  <a:pt x="1113403" y="75430"/>
                </a:lnTo>
                <a:lnTo>
                  <a:pt x="1117078" y="92113"/>
                </a:lnTo>
                <a:lnTo>
                  <a:pt x="1120752" y="111646"/>
                </a:lnTo>
                <a:lnTo>
                  <a:pt x="1124427" y="133412"/>
                </a:lnTo>
                <a:lnTo>
                  <a:pt x="1128102" y="156767"/>
                </a:lnTo>
                <a:lnTo>
                  <a:pt x="1131776" y="181157"/>
                </a:lnTo>
                <a:lnTo>
                  <a:pt x="1135451" y="206164"/>
                </a:lnTo>
                <a:lnTo>
                  <a:pt x="1139125" y="231474"/>
                </a:lnTo>
                <a:lnTo>
                  <a:pt x="1142800" y="256810"/>
                </a:lnTo>
                <a:lnTo>
                  <a:pt x="1146475" y="281867"/>
                </a:lnTo>
                <a:lnTo>
                  <a:pt x="1150149" y="306284"/>
                </a:lnTo>
                <a:lnTo>
                  <a:pt x="1153824" y="329672"/>
                </a:lnTo>
                <a:lnTo>
                  <a:pt x="1157498" y="351673"/>
                </a:lnTo>
                <a:lnTo>
                  <a:pt x="1161173" y="372027"/>
                </a:lnTo>
                <a:lnTo>
                  <a:pt x="1164848" y="390624"/>
                </a:lnTo>
                <a:lnTo>
                  <a:pt x="1168522" y="407541"/>
                </a:lnTo>
                <a:lnTo>
                  <a:pt x="1172197" y="423048"/>
                </a:lnTo>
                <a:lnTo>
                  <a:pt x="1175871" y="437532"/>
                </a:lnTo>
                <a:lnTo>
                  <a:pt x="1179546" y="451338"/>
                </a:lnTo>
                <a:lnTo>
                  <a:pt x="1183221" y="464569"/>
                </a:lnTo>
                <a:lnTo>
                  <a:pt x="1186895" y="476988"/>
                </a:lnTo>
                <a:lnTo>
                  <a:pt x="1190570" y="488048"/>
                </a:lnTo>
                <a:lnTo>
                  <a:pt x="1194244" y="497326"/>
                </a:lnTo>
                <a:lnTo>
                  <a:pt x="1197919" y="504723"/>
                </a:lnTo>
                <a:lnTo>
                  <a:pt x="1201594" y="510490"/>
                </a:lnTo>
                <a:lnTo>
                  <a:pt x="1205268" y="515102"/>
                </a:lnTo>
                <a:lnTo>
                  <a:pt x="1208943" y="519057"/>
                </a:lnTo>
                <a:lnTo>
                  <a:pt x="1212617" y="522706"/>
                </a:lnTo>
                <a:lnTo>
                  <a:pt x="1216292" y="526196"/>
                </a:lnTo>
                <a:lnTo>
                  <a:pt x="1219967" y="529507"/>
                </a:lnTo>
                <a:lnTo>
                  <a:pt x="1223641" y="532526"/>
                </a:lnTo>
                <a:lnTo>
                  <a:pt x="1227316" y="535129"/>
                </a:lnTo>
                <a:lnTo>
                  <a:pt x="1230990" y="537227"/>
                </a:lnTo>
                <a:lnTo>
                  <a:pt x="1234665" y="538797"/>
                </a:lnTo>
                <a:lnTo>
                  <a:pt x="1238340" y="539883"/>
                </a:lnTo>
                <a:lnTo>
                  <a:pt x="1242014" y="540594"/>
                </a:lnTo>
                <a:lnTo>
                  <a:pt x="1245689" y="541071"/>
                </a:lnTo>
                <a:lnTo>
                  <a:pt x="1249363" y="541453"/>
                </a:lnTo>
                <a:lnTo>
                  <a:pt x="1253038" y="541841"/>
                </a:lnTo>
                <a:lnTo>
                  <a:pt x="1256713" y="542279"/>
                </a:lnTo>
                <a:lnTo>
                  <a:pt x="1260387" y="542760"/>
                </a:lnTo>
                <a:lnTo>
                  <a:pt x="1264062" y="543245"/>
                </a:lnTo>
                <a:lnTo>
                  <a:pt x="1267736" y="543689"/>
                </a:lnTo>
                <a:lnTo>
                  <a:pt x="1271411" y="544053"/>
                </a:lnTo>
                <a:lnTo>
                  <a:pt x="1275086" y="544320"/>
                </a:lnTo>
                <a:lnTo>
                  <a:pt x="1278760" y="544499"/>
                </a:lnTo>
                <a:lnTo>
                  <a:pt x="1282435" y="544607"/>
                </a:lnTo>
                <a:lnTo>
                  <a:pt x="1286109" y="544667"/>
                </a:lnTo>
                <a:lnTo>
                  <a:pt x="1289784" y="544697"/>
                </a:lnTo>
                <a:lnTo>
                  <a:pt x="1293459" y="544710"/>
                </a:lnTo>
                <a:lnTo>
                  <a:pt x="1297133" y="544715"/>
                </a:lnTo>
                <a:lnTo>
                  <a:pt x="1300808" y="544717"/>
                </a:lnTo>
                <a:lnTo>
                  <a:pt x="1304482" y="544718"/>
                </a:lnTo>
                <a:lnTo>
                  <a:pt x="1308157" y="544718"/>
                </a:lnTo>
                <a:lnTo>
                  <a:pt x="1311832" y="544718"/>
                </a:lnTo>
                <a:lnTo>
                  <a:pt x="1315506" y="544718"/>
                </a:lnTo>
                <a:lnTo>
                  <a:pt x="1319181" y="544718"/>
                </a:lnTo>
                <a:lnTo>
                  <a:pt x="1322855" y="544718"/>
                </a:lnTo>
                <a:lnTo>
                  <a:pt x="1326530" y="544718"/>
                </a:lnTo>
                <a:lnTo>
                  <a:pt x="1330205" y="544718"/>
                </a:lnTo>
                <a:lnTo>
                  <a:pt x="1333879" y="544718"/>
                </a:lnTo>
                <a:lnTo>
                  <a:pt x="1337554" y="544718"/>
                </a:lnTo>
                <a:lnTo>
                  <a:pt x="1341228" y="544718"/>
                </a:lnTo>
                <a:lnTo>
                  <a:pt x="1344903" y="544718"/>
                </a:lnTo>
                <a:lnTo>
                  <a:pt x="1348577" y="544718"/>
                </a:lnTo>
                <a:lnTo>
                  <a:pt x="1352252" y="544718"/>
                </a:lnTo>
                <a:lnTo>
                  <a:pt x="1355927" y="544718"/>
                </a:lnTo>
                <a:lnTo>
                  <a:pt x="1359601" y="544718"/>
                </a:lnTo>
                <a:lnTo>
                  <a:pt x="1363276" y="544718"/>
                </a:lnTo>
                <a:lnTo>
                  <a:pt x="1366950" y="544718"/>
                </a:lnTo>
                <a:lnTo>
                  <a:pt x="1370625" y="544718"/>
                </a:lnTo>
                <a:lnTo>
                  <a:pt x="1374300" y="544718"/>
                </a:lnTo>
                <a:lnTo>
                  <a:pt x="1377974" y="544718"/>
                </a:lnTo>
                <a:lnTo>
                  <a:pt x="1381649" y="544718"/>
                </a:lnTo>
                <a:lnTo>
                  <a:pt x="1385323" y="544718"/>
                </a:lnTo>
                <a:lnTo>
                  <a:pt x="1388998" y="544718"/>
                </a:lnTo>
                <a:lnTo>
                  <a:pt x="1392673" y="544718"/>
                </a:lnTo>
                <a:lnTo>
                  <a:pt x="1396347" y="544718"/>
                </a:lnTo>
                <a:lnTo>
                  <a:pt x="1400022" y="544718"/>
                </a:lnTo>
                <a:lnTo>
                  <a:pt x="1403696" y="544718"/>
                </a:lnTo>
                <a:lnTo>
                  <a:pt x="1407371" y="544718"/>
                </a:lnTo>
                <a:lnTo>
                  <a:pt x="1411046" y="544718"/>
                </a:lnTo>
                <a:lnTo>
                  <a:pt x="1414720" y="544718"/>
                </a:lnTo>
                <a:lnTo>
                  <a:pt x="1418395" y="544718"/>
                </a:lnTo>
                <a:lnTo>
                  <a:pt x="1422069" y="544718"/>
                </a:lnTo>
                <a:lnTo>
                  <a:pt x="1425744" y="544718"/>
                </a:lnTo>
                <a:lnTo>
                  <a:pt x="1429419" y="544718"/>
                </a:lnTo>
                <a:lnTo>
                  <a:pt x="1433093" y="544718"/>
                </a:lnTo>
                <a:lnTo>
                  <a:pt x="1436768" y="544718"/>
                </a:lnTo>
                <a:lnTo>
                  <a:pt x="1440442" y="544718"/>
                </a:lnTo>
                <a:lnTo>
                  <a:pt x="1444117" y="544718"/>
                </a:lnTo>
                <a:lnTo>
                  <a:pt x="1447792" y="544718"/>
                </a:lnTo>
                <a:lnTo>
                  <a:pt x="1451466" y="544718"/>
                </a:lnTo>
                <a:lnTo>
                  <a:pt x="1455141" y="544718"/>
                </a:lnTo>
                <a:lnTo>
                  <a:pt x="1458815" y="544718"/>
                </a:lnTo>
                <a:lnTo>
                  <a:pt x="1462490" y="544718"/>
                </a:lnTo>
                <a:lnTo>
                  <a:pt x="1466165" y="544718"/>
                </a:lnTo>
                <a:lnTo>
                  <a:pt x="1469839" y="544718"/>
                </a:lnTo>
                <a:lnTo>
                  <a:pt x="1473514" y="544718"/>
                </a:lnTo>
                <a:lnTo>
                  <a:pt x="1477188" y="544718"/>
                </a:lnTo>
                <a:lnTo>
                  <a:pt x="1480863" y="544718"/>
                </a:lnTo>
                <a:lnTo>
                  <a:pt x="1484538" y="544718"/>
                </a:lnTo>
                <a:lnTo>
                  <a:pt x="1488212" y="544718"/>
                </a:lnTo>
                <a:lnTo>
                  <a:pt x="1491887" y="544718"/>
                </a:lnTo>
                <a:lnTo>
                  <a:pt x="1495561" y="544718"/>
                </a:lnTo>
                <a:lnTo>
                  <a:pt x="1499236" y="544718"/>
                </a:lnTo>
                <a:lnTo>
                  <a:pt x="1502911" y="544718"/>
                </a:lnTo>
                <a:lnTo>
                  <a:pt x="1506585" y="544718"/>
                </a:lnTo>
                <a:lnTo>
                  <a:pt x="1510260" y="544718"/>
                </a:lnTo>
                <a:lnTo>
                  <a:pt x="1513934" y="544718"/>
                </a:lnTo>
                <a:lnTo>
                  <a:pt x="1517609" y="544718"/>
                </a:lnTo>
                <a:lnTo>
                  <a:pt x="1521284" y="544718"/>
                </a:lnTo>
                <a:lnTo>
                  <a:pt x="1524958" y="544718"/>
                </a:lnTo>
                <a:lnTo>
                  <a:pt x="1528633" y="544718"/>
                </a:lnTo>
                <a:lnTo>
                  <a:pt x="1532307" y="544718"/>
                </a:lnTo>
                <a:lnTo>
                  <a:pt x="1535982" y="544718"/>
                </a:lnTo>
                <a:lnTo>
                  <a:pt x="1539657" y="544718"/>
                </a:lnTo>
                <a:lnTo>
                  <a:pt x="1543331" y="544718"/>
                </a:lnTo>
                <a:lnTo>
                  <a:pt x="1547006" y="544718"/>
                </a:lnTo>
                <a:lnTo>
                  <a:pt x="1550680" y="544718"/>
                </a:lnTo>
                <a:lnTo>
                  <a:pt x="1554355" y="544718"/>
                </a:lnTo>
                <a:lnTo>
                  <a:pt x="1558030" y="544718"/>
                </a:lnTo>
                <a:lnTo>
                  <a:pt x="1561704" y="544718"/>
                </a:lnTo>
                <a:lnTo>
                  <a:pt x="1565379" y="544718"/>
                </a:lnTo>
                <a:lnTo>
                  <a:pt x="1569053" y="544718"/>
                </a:lnTo>
                <a:lnTo>
                  <a:pt x="1572728" y="544718"/>
                </a:lnTo>
                <a:lnTo>
                  <a:pt x="1576403" y="544718"/>
                </a:lnTo>
                <a:lnTo>
                  <a:pt x="1580077" y="544718"/>
                </a:lnTo>
                <a:lnTo>
                  <a:pt x="1583752" y="544718"/>
                </a:lnTo>
                <a:lnTo>
                  <a:pt x="1587426" y="544718"/>
                </a:lnTo>
                <a:lnTo>
                  <a:pt x="1591101" y="544718"/>
                </a:lnTo>
                <a:lnTo>
                  <a:pt x="1594776" y="544718"/>
                </a:lnTo>
                <a:lnTo>
                  <a:pt x="1598450" y="544718"/>
                </a:lnTo>
                <a:lnTo>
                  <a:pt x="1602125" y="544718"/>
                </a:lnTo>
                <a:lnTo>
                  <a:pt x="1605799" y="544718"/>
                </a:lnTo>
                <a:lnTo>
                  <a:pt x="1609474" y="544718"/>
                </a:lnTo>
                <a:lnTo>
                  <a:pt x="1613149" y="544718"/>
                </a:lnTo>
                <a:lnTo>
                  <a:pt x="1616823" y="544718"/>
                </a:lnTo>
                <a:lnTo>
                  <a:pt x="1620498" y="544718"/>
                </a:lnTo>
                <a:lnTo>
                  <a:pt x="1624172" y="544718"/>
                </a:lnTo>
                <a:lnTo>
                  <a:pt x="1627847" y="544718"/>
                </a:lnTo>
                <a:lnTo>
                  <a:pt x="1631522" y="544718"/>
                </a:lnTo>
                <a:lnTo>
                  <a:pt x="1635196" y="544718"/>
                </a:lnTo>
                <a:lnTo>
                  <a:pt x="1638871" y="544718"/>
                </a:lnTo>
                <a:lnTo>
                  <a:pt x="1642545" y="544718"/>
                </a:lnTo>
                <a:lnTo>
                  <a:pt x="1646220" y="544718"/>
                </a:lnTo>
                <a:lnTo>
                  <a:pt x="1649895" y="544718"/>
                </a:lnTo>
                <a:lnTo>
                  <a:pt x="1653569" y="544718"/>
                </a:lnTo>
                <a:lnTo>
                  <a:pt x="1657244" y="544718"/>
                </a:lnTo>
                <a:lnTo>
                  <a:pt x="1660918" y="544718"/>
                </a:lnTo>
                <a:lnTo>
                  <a:pt x="1664593" y="544718"/>
                </a:lnTo>
                <a:lnTo>
                  <a:pt x="1668268" y="544718"/>
                </a:lnTo>
                <a:lnTo>
                  <a:pt x="1671942" y="544718"/>
                </a:lnTo>
                <a:lnTo>
                  <a:pt x="1675617" y="544718"/>
                </a:lnTo>
                <a:lnTo>
                  <a:pt x="1679291" y="544718"/>
                </a:lnTo>
                <a:lnTo>
                  <a:pt x="1682966" y="544718"/>
                </a:lnTo>
                <a:lnTo>
                  <a:pt x="1686641" y="544718"/>
                </a:lnTo>
                <a:lnTo>
                  <a:pt x="1690315" y="544718"/>
                </a:lnTo>
                <a:lnTo>
                  <a:pt x="1693990" y="544718"/>
                </a:lnTo>
                <a:lnTo>
                  <a:pt x="1697664" y="544718"/>
                </a:lnTo>
                <a:lnTo>
                  <a:pt x="1701339" y="544718"/>
                </a:lnTo>
                <a:lnTo>
                  <a:pt x="1705014" y="544718"/>
                </a:lnTo>
                <a:lnTo>
                  <a:pt x="1708688" y="544718"/>
                </a:lnTo>
                <a:lnTo>
                  <a:pt x="1712363" y="544718"/>
                </a:lnTo>
                <a:lnTo>
                  <a:pt x="1716037" y="544718"/>
                </a:lnTo>
                <a:lnTo>
                  <a:pt x="1719712" y="544718"/>
                </a:lnTo>
                <a:lnTo>
                  <a:pt x="1723387" y="544718"/>
                </a:lnTo>
                <a:lnTo>
                  <a:pt x="1727061" y="544718"/>
                </a:lnTo>
                <a:lnTo>
                  <a:pt x="1730736" y="544718"/>
                </a:lnTo>
                <a:lnTo>
                  <a:pt x="1734410" y="544718"/>
                </a:lnTo>
                <a:lnTo>
                  <a:pt x="1738085" y="544718"/>
                </a:lnTo>
                <a:lnTo>
                  <a:pt x="1741760" y="544718"/>
                </a:lnTo>
                <a:lnTo>
                  <a:pt x="1745434" y="544718"/>
                </a:lnTo>
                <a:lnTo>
                  <a:pt x="1749109" y="544718"/>
                </a:lnTo>
                <a:lnTo>
                  <a:pt x="1752783" y="544718"/>
                </a:lnTo>
                <a:lnTo>
                  <a:pt x="1756458" y="544718"/>
                </a:lnTo>
                <a:lnTo>
                  <a:pt x="1760133" y="544718"/>
                </a:lnTo>
                <a:lnTo>
                  <a:pt x="1763807" y="544718"/>
                </a:lnTo>
                <a:lnTo>
                  <a:pt x="1767482" y="544718"/>
                </a:lnTo>
                <a:lnTo>
                  <a:pt x="1771156" y="544718"/>
                </a:lnTo>
                <a:lnTo>
                  <a:pt x="1774831" y="544718"/>
                </a:lnTo>
                <a:lnTo>
                  <a:pt x="1778506" y="544718"/>
                </a:lnTo>
                <a:lnTo>
                  <a:pt x="1782180" y="544718"/>
                </a:lnTo>
                <a:lnTo>
                  <a:pt x="1785855" y="544718"/>
                </a:lnTo>
                <a:lnTo>
                  <a:pt x="1789529" y="544718"/>
                </a:lnTo>
                <a:lnTo>
                  <a:pt x="1793204" y="544718"/>
                </a:lnTo>
                <a:lnTo>
                  <a:pt x="1796879" y="544718"/>
                </a:lnTo>
                <a:lnTo>
                  <a:pt x="1800553" y="544718"/>
                </a:lnTo>
                <a:lnTo>
                  <a:pt x="1804228" y="544718"/>
                </a:lnTo>
                <a:lnTo>
                  <a:pt x="1807902" y="544718"/>
                </a:lnTo>
                <a:lnTo>
                  <a:pt x="1811577" y="544718"/>
                </a:lnTo>
                <a:lnTo>
                  <a:pt x="1815252" y="544718"/>
                </a:lnTo>
                <a:lnTo>
                  <a:pt x="1818926" y="544718"/>
                </a:lnTo>
                <a:lnTo>
                  <a:pt x="1822601" y="544718"/>
                </a:lnTo>
                <a:lnTo>
                  <a:pt x="1826275" y="544718"/>
                </a:lnTo>
                <a:lnTo>
                  <a:pt x="1829950" y="544718"/>
                </a:lnTo>
                <a:lnTo>
                  <a:pt x="1833625" y="544718"/>
                </a:lnTo>
                <a:lnTo>
                  <a:pt x="1837299" y="544718"/>
                </a:lnTo>
                <a:lnTo>
                  <a:pt x="1840974" y="544718"/>
                </a:lnTo>
                <a:lnTo>
                  <a:pt x="1844648" y="544718"/>
                </a:lnTo>
                <a:lnTo>
                  <a:pt x="1848323" y="544718"/>
                </a:lnTo>
                <a:lnTo>
                  <a:pt x="1851998" y="544718"/>
                </a:lnTo>
                <a:lnTo>
                  <a:pt x="1855672" y="544718"/>
                </a:lnTo>
                <a:lnTo>
                  <a:pt x="1859347" y="544718"/>
                </a:lnTo>
                <a:lnTo>
                  <a:pt x="1863021" y="544718"/>
                </a:lnTo>
                <a:lnTo>
                  <a:pt x="1866696" y="544718"/>
                </a:lnTo>
                <a:lnTo>
                  <a:pt x="1870371" y="544718"/>
                </a:lnTo>
                <a:lnTo>
                  <a:pt x="1874045" y="544718"/>
                </a:lnTo>
                <a:lnTo>
                  <a:pt x="1877720" y="544718"/>
                </a:lnTo>
              </a:path>
            </a:pathLst>
          </a:custGeom>
          <a:ln w="27101" cap="flat">
            <a:solidFill>
              <a:srgbClr val="F8766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0" name="pg180"/>
          <p:cNvSpPr/>
          <p:nvPr/>
        </p:nvSpPr>
        <p:spPr>
          <a:xfrm>
            <a:off x="8856642" y="2461684"/>
            <a:ext cx="1877720" cy="278009"/>
          </a:xfrm>
          <a:custGeom>
            <a:avLst/>
            <a:gdLst/>
            <a:ahLst/>
            <a:cxnLst/>
            <a:rect l="0" t="0" r="0" b="0"/>
            <a:pathLst>
              <a:path w="1877720" h="278009">
                <a:moveTo>
                  <a:pt x="0" y="278009"/>
                </a:moveTo>
                <a:lnTo>
                  <a:pt x="3674" y="278009"/>
                </a:lnTo>
                <a:lnTo>
                  <a:pt x="7349" y="278009"/>
                </a:lnTo>
                <a:lnTo>
                  <a:pt x="11023" y="278009"/>
                </a:lnTo>
                <a:lnTo>
                  <a:pt x="14698" y="278009"/>
                </a:lnTo>
                <a:lnTo>
                  <a:pt x="18372" y="278009"/>
                </a:lnTo>
                <a:lnTo>
                  <a:pt x="22047" y="278009"/>
                </a:lnTo>
                <a:lnTo>
                  <a:pt x="25722" y="278009"/>
                </a:lnTo>
                <a:lnTo>
                  <a:pt x="29396" y="278009"/>
                </a:lnTo>
                <a:lnTo>
                  <a:pt x="33071" y="278009"/>
                </a:lnTo>
                <a:lnTo>
                  <a:pt x="36745" y="278009"/>
                </a:lnTo>
                <a:lnTo>
                  <a:pt x="40420" y="278009"/>
                </a:lnTo>
                <a:lnTo>
                  <a:pt x="44095" y="278009"/>
                </a:lnTo>
                <a:lnTo>
                  <a:pt x="47769" y="278009"/>
                </a:lnTo>
                <a:lnTo>
                  <a:pt x="51444" y="278009"/>
                </a:lnTo>
                <a:lnTo>
                  <a:pt x="55118" y="278009"/>
                </a:lnTo>
                <a:lnTo>
                  <a:pt x="58793" y="278009"/>
                </a:lnTo>
                <a:lnTo>
                  <a:pt x="62468" y="278009"/>
                </a:lnTo>
                <a:lnTo>
                  <a:pt x="66142" y="278009"/>
                </a:lnTo>
                <a:lnTo>
                  <a:pt x="69817" y="278009"/>
                </a:lnTo>
                <a:lnTo>
                  <a:pt x="73491" y="278009"/>
                </a:lnTo>
                <a:lnTo>
                  <a:pt x="77166" y="278009"/>
                </a:lnTo>
                <a:lnTo>
                  <a:pt x="80841" y="278009"/>
                </a:lnTo>
                <a:lnTo>
                  <a:pt x="84515" y="278009"/>
                </a:lnTo>
                <a:lnTo>
                  <a:pt x="88190" y="278009"/>
                </a:lnTo>
                <a:lnTo>
                  <a:pt x="91864" y="278009"/>
                </a:lnTo>
                <a:lnTo>
                  <a:pt x="95539" y="278009"/>
                </a:lnTo>
                <a:lnTo>
                  <a:pt x="99214" y="278009"/>
                </a:lnTo>
                <a:lnTo>
                  <a:pt x="102888" y="278009"/>
                </a:lnTo>
                <a:lnTo>
                  <a:pt x="106563" y="278009"/>
                </a:lnTo>
                <a:lnTo>
                  <a:pt x="110237" y="278009"/>
                </a:lnTo>
                <a:lnTo>
                  <a:pt x="113912" y="278009"/>
                </a:lnTo>
                <a:lnTo>
                  <a:pt x="117587" y="278009"/>
                </a:lnTo>
                <a:lnTo>
                  <a:pt x="121261" y="278009"/>
                </a:lnTo>
                <a:lnTo>
                  <a:pt x="124936" y="278009"/>
                </a:lnTo>
                <a:lnTo>
                  <a:pt x="128610" y="278009"/>
                </a:lnTo>
                <a:lnTo>
                  <a:pt x="132285" y="278009"/>
                </a:lnTo>
                <a:lnTo>
                  <a:pt x="135960" y="278009"/>
                </a:lnTo>
                <a:lnTo>
                  <a:pt x="139634" y="278009"/>
                </a:lnTo>
                <a:lnTo>
                  <a:pt x="143309" y="278009"/>
                </a:lnTo>
                <a:lnTo>
                  <a:pt x="146983" y="278009"/>
                </a:lnTo>
                <a:lnTo>
                  <a:pt x="150658" y="278009"/>
                </a:lnTo>
                <a:lnTo>
                  <a:pt x="154333" y="278009"/>
                </a:lnTo>
                <a:lnTo>
                  <a:pt x="158007" y="278009"/>
                </a:lnTo>
                <a:lnTo>
                  <a:pt x="161682" y="278009"/>
                </a:lnTo>
                <a:lnTo>
                  <a:pt x="165356" y="278009"/>
                </a:lnTo>
                <a:lnTo>
                  <a:pt x="169031" y="278009"/>
                </a:lnTo>
                <a:lnTo>
                  <a:pt x="172706" y="278009"/>
                </a:lnTo>
                <a:lnTo>
                  <a:pt x="176380" y="278009"/>
                </a:lnTo>
                <a:lnTo>
                  <a:pt x="180055" y="278009"/>
                </a:lnTo>
                <a:lnTo>
                  <a:pt x="183729" y="278009"/>
                </a:lnTo>
                <a:lnTo>
                  <a:pt x="187404" y="278009"/>
                </a:lnTo>
                <a:lnTo>
                  <a:pt x="191079" y="278009"/>
                </a:lnTo>
                <a:lnTo>
                  <a:pt x="194753" y="278009"/>
                </a:lnTo>
                <a:lnTo>
                  <a:pt x="198428" y="278009"/>
                </a:lnTo>
                <a:lnTo>
                  <a:pt x="202102" y="278009"/>
                </a:lnTo>
                <a:lnTo>
                  <a:pt x="205777" y="278009"/>
                </a:lnTo>
                <a:lnTo>
                  <a:pt x="209452" y="278009"/>
                </a:lnTo>
                <a:lnTo>
                  <a:pt x="213126" y="278009"/>
                </a:lnTo>
                <a:lnTo>
                  <a:pt x="216801" y="278009"/>
                </a:lnTo>
                <a:lnTo>
                  <a:pt x="220475" y="278009"/>
                </a:lnTo>
                <a:lnTo>
                  <a:pt x="224150" y="278009"/>
                </a:lnTo>
                <a:lnTo>
                  <a:pt x="227825" y="278009"/>
                </a:lnTo>
                <a:lnTo>
                  <a:pt x="231499" y="278009"/>
                </a:lnTo>
                <a:lnTo>
                  <a:pt x="235174" y="278009"/>
                </a:lnTo>
                <a:lnTo>
                  <a:pt x="238848" y="278009"/>
                </a:lnTo>
                <a:lnTo>
                  <a:pt x="242523" y="278009"/>
                </a:lnTo>
                <a:lnTo>
                  <a:pt x="246198" y="278009"/>
                </a:lnTo>
                <a:lnTo>
                  <a:pt x="249872" y="278009"/>
                </a:lnTo>
                <a:lnTo>
                  <a:pt x="253547" y="278009"/>
                </a:lnTo>
                <a:lnTo>
                  <a:pt x="257221" y="278009"/>
                </a:lnTo>
                <a:lnTo>
                  <a:pt x="260896" y="278009"/>
                </a:lnTo>
                <a:lnTo>
                  <a:pt x="264571" y="278009"/>
                </a:lnTo>
                <a:lnTo>
                  <a:pt x="268245" y="278009"/>
                </a:lnTo>
                <a:lnTo>
                  <a:pt x="271920" y="278009"/>
                </a:lnTo>
                <a:lnTo>
                  <a:pt x="275594" y="278009"/>
                </a:lnTo>
                <a:lnTo>
                  <a:pt x="279269" y="278009"/>
                </a:lnTo>
                <a:lnTo>
                  <a:pt x="282944" y="278009"/>
                </a:lnTo>
                <a:lnTo>
                  <a:pt x="286618" y="278009"/>
                </a:lnTo>
                <a:lnTo>
                  <a:pt x="290293" y="278009"/>
                </a:lnTo>
                <a:lnTo>
                  <a:pt x="293967" y="278008"/>
                </a:lnTo>
                <a:lnTo>
                  <a:pt x="297642" y="278007"/>
                </a:lnTo>
                <a:lnTo>
                  <a:pt x="301317" y="278005"/>
                </a:lnTo>
                <a:lnTo>
                  <a:pt x="304991" y="278002"/>
                </a:lnTo>
                <a:lnTo>
                  <a:pt x="308666" y="277998"/>
                </a:lnTo>
                <a:lnTo>
                  <a:pt x="312340" y="277992"/>
                </a:lnTo>
                <a:lnTo>
                  <a:pt x="316015" y="277983"/>
                </a:lnTo>
                <a:lnTo>
                  <a:pt x="319690" y="277972"/>
                </a:lnTo>
                <a:lnTo>
                  <a:pt x="323364" y="277956"/>
                </a:lnTo>
                <a:lnTo>
                  <a:pt x="327039" y="277935"/>
                </a:lnTo>
                <a:lnTo>
                  <a:pt x="330713" y="277910"/>
                </a:lnTo>
                <a:lnTo>
                  <a:pt x="334388" y="277881"/>
                </a:lnTo>
                <a:lnTo>
                  <a:pt x="338063" y="277847"/>
                </a:lnTo>
                <a:lnTo>
                  <a:pt x="341737" y="277811"/>
                </a:lnTo>
                <a:lnTo>
                  <a:pt x="345412" y="277772"/>
                </a:lnTo>
                <a:lnTo>
                  <a:pt x="349086" y="277734"/>
                </a:lnTo>
                <a:lnTo>
                  <a:pt x="352761" y="277696"/>
                </a:lnTo>
                <a:lnTo>
                  <a:pt x="356436" y="277662"/>
                </a:lnTo>
                <a:lnTo>
                  <a:pt x="360110" y="277632"/>
                </a:lnTo>
                <a:lnTo>
                  <a:pt x="363785" y="277607"/>
                </a:lnTo>
                <a:lnTo>
                  <a:pt x="367459" y="277588"/>
                </a:lnTo>
                <a:lnTo>
                  <a:pt x="371134" y="277574"/>
                </a:lnTo>
                <a:lnTo>
                  <a:pt x="374809" y="277563"/>
                </a:lnTo>
                <a:lnTo>
                  <a:pt x="378483" y="277556"/>
                </a:lnTo>
                <a:lnTo>
                  <a:pt x="382158" y="277549"/>
                </a:lnTo>
                <a:lnTo>
                  <a:pt x="385832" y="277544"/>
                </a:lnTo>
                <a:lnTo>
                  <a:pt x="389507" y="277538"/>
                </a:lnTo>
                <a:lnTo>
                  <a:pt x="393182" y="277533"/>
                </a:lnTo>
                <a:lnTo>
                  <a:pt x="396856" y="277528"/>
                </a:lnTo>
                <a:lnTo>
                  <a:pt x="400531" y="277523"/>
                </a:lnTo>
                <a:lnTo>
                  <a:pt x="404205" y="277518"/>
                </a:lnTo>
                <a:lnTo>
                  <a:pt x="407880" y="277515"/>
                </a:lnTo>
                <a:lnTo>
                  <a:pt x="411555" y="277512"/>
                </a:lnTo>
                <a:lnTo>
                  <a:pt x="415229" y="277511"/>
                </a:lnTo>
                <a:lnTo>
                  <a:pt x="418904" y="277509"/>
                </a:lnTo>
                <a:lnTo>
                  <a:pt x="422578" y="277509"/>
                </a:lnTo>
                <a:lnTo>
                  <a:pt x="426253" y="277508"/>
                </a:lnTo>
                <a:lnTo>
                  <a:pt x="429928" y="277508"/>
                </a:lnTo>
                <a:lnTo>
                  <a:pt x="433602" y="277507"/>
                </a:lnTo>
                <a:lnTo>
                  <a:pt x="437277" y="277506"/>
                </a:lnTo>
                <a:lnTo>
                  <a:pt x="440951" y="277504"/>
                </a:lnTo>
                <a:lnTo>
                  <a:pt x="444626" y="277500"/>
                </a:lnTo>
                <a:lnTo>
                  <a:pt x="448301" y="277492"/>
                </a:lnTo>
                <a:lnTo>
                  <a:pt x="451975" y="277480"/>
                </a:lnTo>
                <a:lnTo>
                  <a:pt x="455650" y="277460"/>
                </a:lnTo>
                <a:lnTo>
                  <a:pt x="459324" y="277435"/>
                </a:lnTo>
                <a:lnTo>
                  <a:pt x="462999" y="277402"/>
                </a:lnTo>
                <a:lnTo>
                  <a:pt x="466674" y="277363"/>
                </a:lnTo>
                <a:lnTo>
                  <a:pt x="470348" y="277319"/>
                </a:lnTo>
                <a:lnTo>
                  <a:pt x="474023" y="277272"/>
                </a:lnTo>
                <a:lnTo>
                  <a:pt x="477697" y="277224"/>
                </a:lnTo>
                <a:lnTo>
                  <a:pt x="481372" y="277177"/>
                </a:lnTo>
                <a:lnTo>
                  <a:pt x="485047" y="277133"/>
                </a:lnTo>
                <a:lnTo>
                  <a:pt x="488721" y="277093"/>
                </a:lnTo>
                <a:lnTo>
                  <a:pt x="492396" y="277057"/>
                </a:lnTo>
                <a:lnTo>
                  <a:pt x="496070" y="277024"/>
                </a:lnTo>
                <a:lnTo>
                  <a:pt x="499745" y="276991"/>
                </a:lnTo>
                <a:lnTo>
                  <a:pt x="503420" y="276952"/>
                </a:lnTo>
                <a:lnTo>
                  <a:pt x="507094" y="276901"/>
                </a:lnTo>
                <a:lnTo>
                  <a:pt x="510769" y="276832"/>
                </a:lnTo>
                <a:lnTo>
                  <a:pt x="514443" y="276737"/>
                </a:lnTo>
                <a:lnTo>
                  <a:pt x="518118" y="276612"/>
                </a:lnTo>
                <a:lnTo>
                  <a:pt x="521793" y="276452"/>
                </a:lnTo>
                <a:lnTo>
                  <a:pt x="525467" y="276256"/>
                </a:lnTo>
                <a:lnTo>
                  <a:pt x="529142" y="276025"/>
                </a:lnTo>
                <a:lnTo>
                  <a:pt x="532816" y="275761"/>
                </a:lnTo>
                <a:lnTo>
                  <a:pt x="536491" y="275471"/>
                </a:lnTo>
                <a:lnTo>
                  <a:pt x="540166" y="275160"/>
                </a:lnTo>
                <a:lnTo>
                  <a:pt x="543840" y="274834"/>
                </a:lnTo>
                <a:lnTo>
                  <a:pt x="547515" y="274501"/>
                </a:lnTo>
                <a:lnTo>
                  <a:pt x="551189" y="274165"/>
                </a:lnTo>
                <a:lnTo>
                  <a:pt x="554864" y="273826"/>
                </a:lnTo>
                <a:lnTo>
                  <a:pt x="558539" y="273485"/>
                </a:lnTo>
                <a:lnTo>
                  <a:pt x="562213" y="273139"/>
                </a:lnTo>
                <a:lnTo>
                  <a:pt x="565888" y="272786"/>
                </a:lnTo>
                <a:lnTo>
                  <a:pt x="569562" y="272421"/>
                </a:lnTo>
                <a:lnTo>
                  <a:pt x="573237" y="272039"/>
                </a:lnTo>
                <a:lnTo>
                  <a:pt x="576912" y="271638"/>
                </a:lnTo>
                <a:lnTo>
                  <a:pt x="580586" y="271214"/>
                </a:lnTo>
                <a:lnTo>
                  <a:pt x="584261" y="270766"/>
                </a:lnTo>
                <a:lnTo>
                  <a:pt x="587935" y="270291"/>
                </a:lnTo>
                <a:lnTo>
                  <a:pt x="591610" y="269796"/>
                </a:lnTo>
                <a:lnTo>
                  <a:pt x="595285" y="269286"/>
                </a:lnTo>
                <a:lnTo>
                  <a:pt x="598959" y="268772"/>
                </a:lnTo>
                <a:lnTo>
                  <a:pt x="602634" y="268265"/>
                </a:lnTo>
                <a:lnTo>
                  <a:pt x="606308" y="267775"/>
                </a:lnTo>
                <a:lnTo>
                  <a:pt x="609983" y="267315"/>
                </a:lnTo>
                <a:lnTo>
                  <a:pt x="613658" y="266893"/>
                </a:lnTo>
                <a:lnTo>
                  <a:pt x="617332" y="266512"/>
                </a:lnTo>
                <a:lnTo>
                  <a:pt x="621007" y="266173"/>
                </a:lnTo>
                <a:lnTo>
                  <a:pt x="624681" y="265864"/>
                </a:lnTo>
                <a:lnTo>
                  <a:pt x="628356" y="265569"/>
                </a:lnTo>
                <a:lnTo>
                  <a:pt x="632031" y="265262"/>
                </a:lnTo>
                <a:lnTo>
                  <a:pt x="635705" y="264912"/>
                </a:lnTo>
                <a:lnTo>
                  <a:pt x="639380" y="264490"/>
                </a:lnTo>
                <a:lnTo>
                  <a:pt x="643054" y="263972"/>
                </a:lnTo>
                <a:lnTo>
                  <a:pt x="646729" y="263336"/>
                </a:lnTo>
                <a:lnTo>
                  <a:pt x="650404" y="262573"/>
                </a:lnTo>
                <a:lnTo>
                  <a:pt x="654078" y="261681"/>
                </a:lnTo>
                <a:lnTo>
                  <a:pt x="657753" y="260667"/>
                </a:lnTo>
                <a:lnTo>
                  <a:pt x="661427" y="259552"/>
                </a:lnTo>
                <a:lnTo>
                  <a:pt x="665102" y="258361"/>
                </a:lnTo>
                <a:lnTo>
                  <a:pt x="668777" y="257127"/>
                </a:lnTo>
                <a:lnTo>
                  <a:pt x="672451" y="255887"/>
                </a:lnTo>
                <a:lnTo>
                  <a:pt x="676126" y="254680"/>
                </a:lnTo>
                <a:lnTo>
                  <a:pt x="679800" y="253540"/>
                </a:lnTo>
                <a:lnTo>
                  <a:pt x="683475" y="252484"/>
                </a:lnTo>
                <a:lnTo>
                  <a:pt x="687150" y="251522"/>
                </a:lnTo>
                <a:lnTo>
                  <a:pt x="690824" y="250652"/>
                </a:lnTo>
                <a:lnTo>
                  <a:pt x="694499" y="249860"/>
                </a:lnTo>
                <a:lnTo>
                  <a:pt x="698173" y="249124"/>
                </a:lnTo>
                <a:lnTo>
                  <a:pt x="701848" y="248414"/>
                </a:lnTo>
                <a:lnTo>
                  <a:pt x="705523" y="247695"/>
                </a:lnTo>
                <a:lnTo>
                  <a:pt x="709197" y="246935"/>
                </a:lnTo>
                <a:lnTo>
                  <a:pt x="712872" y="246100"/>
                </a:lnTo>
                <a:lnTo>
                  <a:pt x="716546" y="245165"/>
                </a:lnTo>
                <a:lnTo>
                  <a:pt x="720221" y="244099"/>
                </a:lnTo>
                <a:lnTo>
                  <a:pt x="723896" y="242895"/>
                </a:lnTo>
                <a:lnTo>
                  <a:pt x="727570" y="241549"/>
                </a:lnTo>
                <a:lnTo>
                  <a:pt x="731245" y="240057"/>
                </a:lnTo>
                <a:lnTo>
                  <a:pt x="734919" y="238416"/>
                </a:lnTo>
                <a:lnTo>
                  <a:pt x="738594" y="236622"/>
                </a:lnTo>
                <a:lnTo>
                  <a:pt x="742269" y="234673"/>
                </a:lnTo>
                <a:lnTo>
                  <a:pt x="745943" y="232567"/>
                </a:lnTo>
                <a:lnTo>
                  <a:pt x="749618" y="230303"/>
                </a:lnTo>
                <a:lnTo>
                  <a:pt x="753292" y="227889"/>
                </a:lnTo>
                <a:lnTo>
                  <a:pt x="756967" y="225335"/>
                </a:lnTo>
                <a:lnTo>
                  <a:pt x="760642" y="222662"/>
                </a:lnTo>
                <a:lnTo>
                  <a:pt x="764316" y="219896"/>
                </a:lnTo>
                <a:lnTo>
                  <a:pt x="767991" y="217080"/>
                </a:lnTo>
                <a:lnTo>
                  <a:pt x="771665" y="214256"/>
                </a:lnTo>
                <a:lnTo>
                  <a:pt x="775340" y="211456"/>
                </a:lnTo>
                <a:lnTo>
                  <a:pt x="779015" y="208709"/>
                </a:lnTo>
                <a:lnTo>
                  <a:pt x="782689" y="206029"/>
                </a:lnTo>
                <a:lnTo>
                  <a:pt x="786364" y="203418"/>
                </a:lnTo>
                <a:lnTo>
                  <a:pt x="790038" y="200862"/>
                </a:lnTo>
                <a:lnTo>
                  <a:pt x="793713" y="198334"/>
                </a:lnTo>
                <a:lnTo>
                  <a:pt x="797388" y="195799"/>
                </a:lnTo>
                <a:lnTo>
                  <a:pt x="801062" y="193214"/>
                </a:lnTo>
                <a:lnTo>
                  <a:pt x="804737" y="190537"/>
                </a:lnTo>
                <a:lnTo>
                  <a:pt x="808411" y="187719"/>
                </a:lnTo>
                <a:lnTo>
                  <a:pt x="812086" y="184740"/>
                </a:lnTo>
                <a:lnTo>
                  <a:pt x="815761" y="181599"/>
                </a:lnTo>
                <a:lnTo>
                  <a:pt x="819435" y="178305"/>
                </a:lnTo>
                <a:lnTo>
                  <a:pt x="823110" y="174882"/>
                </a:lnTo>
                <a:lnTo>
                  <a:pt x="826784" y="171361"/>
                </a:lnTo>
                <a:lnTo>
                  <a:pt x="830459" y="167775"/>
                </a:lnTo>
                <a:lnTo>
                  <a:pt x="834134" y="164155"/>
                </a:lnTo>
                <a:lnTo>
                  <a:pt x="837808" y="160519"/>
                </a:lnTo>
                <a:lnTo>
                  <a:pt x="841483" y="156874"/>
                </a:lnTo>
                <a:lnTo>
                  <a:pt x="845157" y="153209"/>
                </a:lnTo>
                <a:lnTo>
                  <a:pt x="848832" y="149499"/>
                </a:lnTo>
                <a:lnTo>
                  <a:pt x="852507" y="145702"/>
                </a:lnTo>
                <a:lnTo>
                  <a:pt x="856181" y="141772"/>
                </a:lnTo>
                <a:lnTo>
                  <a:pt x="859856" y="137675"/>
                </a:lnTo>
                <a:lnTo>
                  <a:pt x="863530" y="133384"/>
                </a:lnTo>
                <a:lnTo>
                  <a:pt x="867205" y="128888"/>
                </a:lnTo>
                <a:lnTo>
                  <a:pt x="870880" y="124193"/>
                </a:lnTo>
                <a:lnTo>
                  <a:pt x="874554" y="119321"/>
                </a:lnTo>
                <a:lnTo>
                  <a:pt x="878229" y="114313"/>
                </a:lnTo>
                <a:lnTo>
                  <a:pt x="881903" y="109220"/>
                </a:lnTo>
                <a:lnTo>
                  <a:pt x="885578" y="104101"/>
                </a:lnTo>
                <a:lnTo>
                  <a:pt x="889253" y="99018"/>
                </a:lnTo>
                <a:lnTo>
                  <a:pt x="892927" y="94024"/>
                </a:lnTo>
                <a:lnTo>
                  <a:pt x="896602" y="89176"/>
                </a:lnTo>
                <a:lnTo>
                  <a:pt x="900276" y="84505"/>
                </a:lnTo>
                <a:lnTo>
                  <a:pt x="903951" y="80014"/>
                </a:lnTo>
                <a:lnTo>
                  <a:pt x="907626" y="75700"/>
                </a:lnTo>
                <a:lnTo>
                  <a:pt x="911300" y="71550"/>
                </a:lnTo>
                <a:lnTo>
                  <a:pt x="914975" y="67551"/>
                </a:lnTo>
                <a:lnTo>
                  <a:pt x="918649" y="63690"/>
                </a:lnTo>
                <a:lnTo>
                  <a:pt x="922324" y="59967"/>
                </a:lnTo>
                <a:lnTo>
                  <a:pt x="925999" y="56391"/>
                </a:lnTo>
                <a:lnTo>
                  <a:pt x="929673" y="52984"/>
                </a:lnTo>
                <a:lnTo>
                  <a:pt x="933348" y="49777"/>
                </a:lnTo>
                <a:lnTo>
                  <a:pt x="937022" y="46804"/>
                </a:lnTo>
                <a:lnTo>
                  <a:pt x="940697" y="44106"/>
                </a:lnTo>
                <a:lnTo>
                  <a:pt x="944372" y="41698"/>
                </a:lnTo>
                <a:lnTo>
                  <a:pt x="948046" y="39556"/>
                </a:lnTo>
                <a:lnTo>
                  <a:pt x="951721" y="37650"/>
                </a:lnTo>
                <a:lnTo>
                  <a:pt x="955395" y="35934"/>
                </a:lnTo>
                <a:lnTo>
                  <a:pt x="959070" y="34354"/>
                </a:lnTo>
                <a:lnTo>
                  <a:pt x="962745" y="32856"/>
                </a:lnTo>
                <a:lnTo>
                  <a:pt x="966419" y="31396"/>
                </a:lnTo>
                <a:lnTo>
                  <a:pt x="970094" y="29940"/>
                </a:lnTo>
                <a:lnTo>
                  <a:pt x="973768" y="28475"/>
                </a:lnTo>
                <a:lnTo>
                  <a:pt x="977443" y="27001"/>
                </a:lnTo>
                <a:lnTo>
                  <a:pt x="981118" y="25532"/>
                </a:lnTo>
                <a:lnTo>
                  <a:pt x="984792" y="24091"/>
                </a:lnTo>
                <a:lnTo>
                  <a:pt x="988467" y="22698"/>
                </a:lnTo>
                <a:lnTo>
                  <a:pt x="992141" y="21360"/>
                </a:lnTo>
                <a:lnTo>
                  <a:pt x="995816" y="20071"/>
                </a:lnTo>
                <a:lnTo>
                  <a:pt x="999491" y="18816"/>
                </a:lnTo>
                <a:lnTo>
                  <a:pt x="1003165" y="17572"/>
                </a:lnTo>
                <a:lnTo>
                  <a:pt x="1006840" y="16308"/>
                </a:lnTo>
                <a:lnTo>
                  <a:pt x="1010514" y="14997"/>
                </a:lnTo>
                <a:lnTo>
                  <a:pt x="1014189" y="13612"/>
                </a:lnTo>
                <a:lnTo>
                  <a:pt x="1017864" y="12136"/>
                </a:lnTo>
                <a:lnTo>
                  <a:pt x="1021538" y="10564"/>
                </a:lnTo>
                <a:lnTo>
                  <a:pt x="1025213" y="8904"/>
                </a:lnTo>
                <a:lnTo>
                  <a:pt x="1028887" y="7180"/>
                </a:lnTo>
                <a:lnTo>
                  <a:pt x="1032562" y="5449"/>
                </a:lnTo>
                <a:lnTo>
                  <a:pt x="1036237" y="3788"/>
                </a:lnTo>
                <a:lnTo>
                  <a:pt x="1039911" y="2293"/>
                </a:lnTo>
                <a:lnTo>
                  <a:pt x="1043586" y="1078"/>
                </a:lnTo>
                <a:lnTo>
                  <a:pt x="1047260" y="270"/>
                </a:lnTo>
                <a:lnTo>
                  <a:pt x="1050935" y="0"/>
                </a:lnTo>
                <a:lnTo>
                  <a:pt x="1054610" y="389"/>
                </a:lnTo>
                <a:lnTo>
                  <a:pt x="1058284" y="1542"/>
                </a:lnTo>
                <a:lnTo>
                  <a:pt x="1061959" y="3525"/>
                </a:lnTo>
                <a:lnTo>
                  <a:pt x="1065633" y="6365"/>
                </a:lnTo>
                <a:lnTo>
                  <a:pt x="1069308" y="10038"/>
                </a:lnTo>
                <a:lnTo>
                  <a:pt x="1072983" y="14488"/>
                </a:lnTo>
                <a:lnTo>
                  <a:pt x="1076657" y="19597"/>
                </a:lnTo>
                <a:lnTo>
                  <a:pt x="1080332" y="25155"/>
                </a:lnTo>
                <a:lnTo>
                  <a:pt x="1084006" y="30996"/>
                </a:lnTo>
                <a:lnTo>
                  <a:pt x="1087681" y="36967"/>
                </a:lnTo>
                <a:lnTo>
                  <a:pt x="1091356" y="42935"/>
                </a:lnTo>
                <a:lnTo>
                  <a:pt x="1095030" y="48805"/>
                </a:lnTo>
                <a:lnTo>
                  <a:pt x="1098705" y="54522"/>
                </a:lnTo>
                <a:lnTo>
                  <a:pt x="1102379" y="60066"/>
                </a:lnTo>
                <a:lnTo>
                  <a:pt x="1106054" y="65451"/>
                </a:lnTo>
                <a:lnTo>
                  <a:pt x="1109729" y="70710"/>
                </a:lnTo>
                <a:lnTo>
                  <a:pt x="1113403" y="75885"/>
                </a:lnTo>
                <a:lnTo>
                  <a:pt x="1117078" y="81013"/>
                </a:lnTo>
                <a:lnTo>
                  <a:pt x="1120752" y="86122"/>
                </a:lnTo>
                <a:lnTo>
                  <a:pt x="1124427" y="91221"/>
                </a:lnTo>
                <a:lnTo>
                  <a:pt x="1128102" y="96304"/>
                </a:lnTo>
                <a:lnTo>
                  <a:pt x="1131776" y="101359"/>
                </a:lnTo>
                <a:lnTo>
                  <a:pt x="1135451" y="106372"/>
                </a:lnTo>
                <a:lnTo>
                  <a:pt x="1139125" y="111336"/>
                </a:lnTo>
                <a:lnTo>
                  <a:pt x="1142800" y="116256"/>
                </a:lnTo>
                <a:lnTo>
                  <a:pt x="1146475" y="121143"/>
                </a:lnTo>
                <a:lnTo>
                  <a:pt x="1150149" y="126018"/>
                </a:lnTo>
                <a:lnTo>
                  <a:pt x="1153824" y="130908"/>
                </a:lnTo>
                <a:lnTo>
                  <a:pt x="1157498" y="135837"/>
                </a:lnTo>
                <a:lnTo>
                  <a:pt x="1161173" y="140827"/>
                </a:lnTo>
                <a:lnTo>
                  <a:pt x="1164848" y="145895"/>
                </a:lnTo>
                <a:lnTo>
                  <a:pt x="1168522" y="151032"/>
                </a:lnTo>
                <a:lnTo>
                  <a:pt x="1172197" y="156231"/>
                </a:lnTo>
                <a:lnTo>
                  <a:pt x="1175871" y="161473"/>
                </a:lnTo>
                <a:lnTo>
                  <a:pt x="1179546" y="166738"/>
                </a:lnTo>
                <a:lnTo>
                  <a:pt x="1183221" y="172004"/>
                </a:lnTo>
                <a:lnTo>
                  <a:pt x="1186895" y="177247"/>
                </a:lnTo>
                <a:lnTo>
                  <a:pt x="1190570" y="182446"/>
                </a:lnTo>
                <a:lnTo>
                  <a:pt x="1194244" y="187580"/>
                </a:lnTo>
                <a:lnTo>
                  <a:pt x="1197919" y="192629"/>
                </a:lnTo>
                <a:lnTo>
                  <a:pt x="1201594" y="197576"/>
                </a:lnTo>
                <a:lnTo>
                  <a:pt x="1205268" y="202405"/>
                </a:lnTo>
                <a:lnTo>
                  <a:pt x="1208943" y="207092"/>
                </a:lnTo>
                <a:lnTo>
                  <a:pt x="1212617" y="211641"/>
                </a:lnTo>
                <a:lnTo>
                  <a:pt x="1216292" y="216046"/>
                </a:lnTo>
                <a:lnTo>
                  <a:pt x="1219967" y="220304"/>
                </a:lnTo>
                <a:lnTo>
                  <a:pt x="1223641" y="224413"/>
                </a:lnTo>
                <a:lnTo>
                  <a:pt x="1227316" y="228373"/>
                </a:lnTo>
                <a:lnTo>
                  <a:pt x="1230990" y="232183"/>
                </a:lnTo>
                <a:lnTo>
                  <a:pt x="1234665" y="235839"/>
                </a:lnTo>
                <a:lnTo>
                  <a:pt x="1238340" y="239337"/>
                </a:lnTo>
                <a:lnTo>
                  <a:pt x="1242014" y="242670"/>
                </a:lnTo>
                <a:lnTo>
                  <a:pt x="1245689" y="245827"/>
                </a:lnTo>
                <a:lnTo>
                  <a:pt x="1249363" y="248798"/>
                </a:lnTo>
                <a:lnTo>
                  <a:pt x="1253038" y="251550"/>
                </a:lnTo>
                <a:lnTo>
                  <a:pt x="1256713" y="254090"/>
                </a:lnTo>
                <a:lnTo>
                  <a:pt x="1260387" y="256405"/>
                </a:lnTo>
                <a:lnTo>
                  <a:pt x="1264062" y="258489"/>
                </a:lnTo>
                <a:lnTo>
                  <a:pt x="1267736" y="260335"/>
                </a:lnTo>
                <a:lnTo>
                  <a:pt x="1271411" y="261943"/>
                </a:lnTo>
                <a:lnTo>
                  <a:pt x="1275086" y="263320"/>
                </a:lnTo>
                <a:lnTo>
                  <a:pt x="1278760" y="264478"/>
                </a:lnTo>
                <a:lnTo>
                  <a:pt x="1282435" y="265435"/>
                </a:lnTo>
                <a:lnTo>
                  <a:pt x="1286109" y="266218"/>
                </a:lnTo>
                <a:lnTo>
                  <a:pt x="1289784" y="266859"/>
                </a:lnTo>
                <a:lnTo>
                  <a:pt x="1293459" y="267391"/>
                </a:lnTo>
                <a:lnTo>
                  <a:pt x="1297133" y="267850"/>
                </a:lnTo>
                <a:lnTo>
                  <a:pt x="1300808" y="268281"/>
                </a:lnTo>
                <a:lnTo>
                  <a:pt x="1304482" y="268714"/>
                </a:lnTo>
                <a:lnTo>
                  <a:pt x="1308157" y="269172"/>
                </a:lnTo>
                <a:lnTo>
                  <a:pt x="1311832" y="269671"/>
                </a:lnTo>
                <a:lnTo>
                  <a:pt x="1315506" y="270218"/>
                </a:lnTo>
                <a:lnTo>
                  <a:pt x="1319181" y="270812"/>
                </a:lnTo>
                <a:lnTo>
                  <a:pt x="1322855" y="271448"/>
                </a:lnTo>
                <a:lnTo>
                  <a:pt x="1326530" y="272113"/>
                </a:lnTo>
                <a:lnTo>
                  <a:pt x="1330205" y="272791"/>
                </a:lnTo>
                <a:lnTo>
                  <a:pt x="1333879" y="273467"/>
                </a:lnTo>
                <a:lnTo>
                  <a:pt x="1337554" y="274123"/>
                </a:lnTo>
                <a:lnTo>
                  <a:pt x="1341228" y="274739"/>
                </a:lnTo>
                <a:lnTo>
                  <a:pt x="1344903" y="275306"/>
                </a:lnTo>
                <a:lnTo>
                  <a:pt x="1348577" y="275816"/>
                </a:lnTo>
                <a:lnTo>
                  <a:pt x="1352252" y="276263"/>
                </a:lnTo>
                <a:lnTo>
                  <a:pt x="1355927" y="276647"/>
                </a:lnTo>
                <a:lnTo>
                  <a:pt x="1359601" y="276968"/>
                </a:lnTo>
                <a:lnTo>
                  <a:pt x="1363276" y="277231"/>
                </a:lnTo>
                <a:lnTo>
                  <a:pt x="1366950" y="277440"/>
                </a:lnTo>
                <a:lnTo>
                  <a:pt x="1370625" y="277603"/>
                </a:lnTo>
                <a:lnTo>
                  <a:pt x="1374300" y="277726"/>
                </a:lnTo>
                <a:lnTo>
                  <a:pt x="1377974" y="277817"/>
                </a:lnTo>
                <a:lnTo>
                  <a:pt x="1381649" y="277882"/>
                </a:lnTo>
                <a:lnTo>
                  <a:pt x="1385323" y="277926"/>
                </a:lnTo>
                <a:lnTo>
                  <a:pt x="1388998" y="277956"/>
                </a:lnTo>
                <a:lnTo>
                  <a:pt x="1392673" y="277976"/>
                </a:lnTo>
                <a:lnTo>
                  <a:pt x="1396347" y="277989"/>
                </a:lnTo>
                <a:lnTo>
                  <a:pt x="1400022" y="277998"/>
                </a:lnTo>
                <a:lnTo>
                  <a:pt x="1403696" y="278003"/>
                </a:lnTo>
                <a:lnTo>
                  <a:pt x="1407371" y="278006"/>
                </a:lnTo>
                <a:lnTo>
                  <a:pt x="1411046" y="278007"/>
                </a:lnTo>
                <a:lnTo>
                  <a:pt x="1414720" y="278008"/>
                </a:lnTo>
                <a:lnTo>
                  <a:pt x="1418395" y="278009"/>
                </a:lnTo>
                <a:lnTo>
                  <a:pt x="1422069" y="278009"/>
                </a:lnTo>
                <a:lnTo>
                  <a:pt x="1425744" y="278009"/>
                </a:lnTo>
                <a:lnTo>
                  <a:pt x="1429419" y="278009"/>
                </a:lnTo>
                <a:lnTo>
                  <a:pt x="1433093" y="278009"/>
                </a:lnTo>
                <a:lnTo>
                  <a:pt x="1436768" y="278009"/>
                </a:lnTo>
                <a:lnTo>
                  <a:pt x="1440442" y="278009"/>
                </a:lnTo>
                <a:lnTo>
                  <a:pt x="1444117" y="278009"/>
                </a:lnTo>
                <a:lnTo>
                  <a:pt x="1447792" y="278009"/>
                </a:lnTo>
                <a:lnTo>
                  <a:pt x="1451466" y="278009"/>
                </a:lnTo>
                <a:lnTo>
                  <a:pt x="1455141" y="278009"/>
                </a:lnTo>
                <a:lnTo>
                  <a:pt x="1458815" y="278009"/>
                </a:lnTo>
                <a:lnTo>
                  <a:pt x="1462490" y="278009"/>
                </a:lnTo>
                <a:lnTo>
                  <a:pt x="1466165" y="278009"/>
                </a:lnTo>
                <a:lnTo>
                  <a:pt x="1469839" y="278009"/>
                </a:lnTo>
                <a:lnTo>
                  <a:pt x="1473514" y="278009"/>
                </a:lnTo>
                <a:lnTo>
                  <a:pt x="1477188" y="278009"/>
                </a:lnTo>
                <a:lnTo>
                  <a:pt x="1480863" y="278009"/>
                </a:lnTo>
                <a:lnTo>
                  <a:pt x="1484538" y="278009"/>
                </a:lnTo>
                <a:lnTo>
                  <a:pt x="1488212" y="278009"/>
                </a:lnTo>
                <a:lnTo>
                  <a:pt x="1491887" y="278009"/>
                </a:lnTo>
                <a:lnTo>
                  <a:pt x="1495561" y="278009"/>
                </a:lnTo>
                <a:lnTo>
                  <a:pt x="1499236" y="278009"/>
                </a:lnTo>
                <a:lnTo>
                  <a:pt x="1502911" y="278009"/>
                </a:lnTo>
                <a:lnTo>
                  <a:pt x="1506585" y="278009"/>
                </a:lnTo>
                <a:lnTo>
                  <a:pt x="1510260" y="278009"/>
                </a:lnTo>
                <a:lnTo>
                  <a:pt x="1513934" y="278009"/>
                </a:lnTo>
                <a:lnTo>
                  <a:pt x="1517609" y="278009"/>
                </a:lnTo>
                <a:lnTo>
                  <a:pt x="1521284" y="278009"/>
                </a:lnTo>
                <a:lnTo>
                  <a:pt x="1524958" y="278009"/>
                </a:lnTo>
                <a:lnTo>
                  <a:pt x="1528633" y="278009"/>
                </a:lnTo>
                <a:lnTo>
                  <a:pt x="1532307" y="278009"/>
                </a:lnTo>
                <a:lnTo>
                  <a:pt x="1535982" y="278009"/>
                </a:lnTo>
                <a:lnTo>
                  <a:pt x="1539657" y="278009"/>
                </a:lnTo>
                <a:lnTo>
                  <a:pt x="1543331" y="278009"/>
                </a:lnTo>
                <a:lnTo>
                  <a:pt x="1547006" y="278009"/>
                </a:lnTo>
                <a:lnTo>
                  <a:pt x="1550680" y="278009"/>
                </a:lnTo>
                <a:lnTo>
                  <a:pt x="1554355" y="278009"/>
                </a:lnTo>
                <a:lnTo>
                  <a:pt x="1558030" y="278009"/>
                </a:lnTo>
                <a:lnTo>
                  <a:pt x="1561704" y="278009"/>
                </a:lnTo>
                <a:lnTo>
                  <a:pt x="1565379" y="278009"/>
                </a:lnTo>
                <a:lnTo>
                  <a:pt x="1569053" y="278009"/>
                </a:lnTo>
                <a:lnTo>
                  <a:pt x="1572728" y="278009"/>
                </a:lnTo>
                <a:lnTo>
                  <a:pt x="1576403" y="278009"/>
                </a:lnTo>
                <a:lnTo>
                  <a:pt x="1580077" y="278009"/>
                </a:lnTo>
                <a:lnTo>
                  <a:pt x="1583752" y="278009"/>
                </a:lnTo>
                <a:lnTo>
                  <a:pt x="1587426" y="278009"/>
                </a:lnTo>
                <a:lnTo>
                  <a:pt x="1591101" y="278009"/>
                </a:lnTo>
                <a:lnTo>
                  <a:pt x="1594776" y="278009"/>
                </a:lnTo>
                <a:lnTo>
                  <a:pt x="1598450" y="278009"/>
                </a:lnTo>
                <a:lnTo>
                  <a:pt x="1602125" y="278009"/>
                </a:lnTo>
                <a:lnTo>
                  <a:pt x="1605799" y="278009"/>
                </a:lnTo>
                <a:lnTo>
                  <a:pt x="1609474" y="278009"/>
                </a:lnTo>
                <a:lnTo>
                  <a:pt x="1613149" y="278009"/>
                </a:lnTo>
                <a:lnTo>
                  <a:pt x="1616823" y="278009"/>
                </a:lnTo>
                <a:lnTo>
                  <a:pt x="1620498" y="278009"/>
                </a:lnTo>
                <a:lnTo>
                  <a:pt x="1624172" y="278009"/>
                </a:lnTo>
                <a:lnTo>
                  <a:pt x="1627847" y="278009"/>
                </a:lnTo>
                <a:lnTo>
                  <a:pt x="1631522" y="278009"/>
                </a:lnTo>
                <a:lnTo>
                  <a:pt x="1635196" y="278009"/>
                </a:lnTo>
                <a:lnTo>
                  <a:pt x="1638871" y="278009"/>
                </a:lnTo>
                <a:lnTo>
                  <a:pt x="1642545" y="278009"/>
                </a:lnTo>
                <a:lnTo>
                  <a:pt x="1646220" y="278009"/>
                </a:lnTo>
                <a:lnTo>
                  <a:pt x="1649895" y="278009"/>
                </a:lnTo>
                <a:lnTo>
                  <a:pt x="1653569" y="278009"/>
                </a:lnTo>
                <a:lnTo>
                  <a:pt x="1657244" y="278009"/>
                </a:lnTo>
                <a:lnTo>
                  <a:pt x="1660918" y="278009"/>
                </a:lnTo>
                <a:lnTo>
                  <a:pt x="1664593" y="278009"/>
                </a:lnTo>
                <a:lnTo>
                  <a:pt x="1668268" y="278009"/>
                </a:lnTo>
                <a:lnTo>
                  <a:pt x="1671942" y="278009"/>
                </a:lnTo>
                <a:lnTo>
                  <a:pt x="1675617" y="278009"/>
                </a:lnTo>
                <a:lnTo>
                  <a:pt x="1679291" y="278009"/>
                </a:lnTo>
                <a:lnTo>
                  <a:pt x="1682966" y="278009"/>
                </a:lnTo>
                <a:lnTo>
                  <a:pt x="1686641" y="278009"/>
                </a:lnTo>
                <a:lnTo>
                  <a:pt x="1690315" y="278009"/>
                </a:lnTo>
                <a:lnTo>
                  <a:pt x="1693990" y="278009"/>
                </a:lnTo>
                <a:lnTo>
                  <a:pt x="1697664" y="278009"/>
                </a:lnTo>
                <a:lnTo>
                  <a:pt x="1701339" y="278009"/>
                </a:lnTo>
                <a:lnTo>
                  <a:pt x="1705014" y="278009"/>
                </a:lnTo>
                <a:lnTo>
                  <a:pt x="1708688" y="278009"/>
                </a:lnTo>
                <a:lnTo>
                  <a:pt x="1712363" y="278009"/>
                </a:lnTo>
                <a:lnTo>
                  <a:pt x="1716037" y="278009"/>
                </a:lnTo>
                <a:lnTo>
                  <a:pt x="1719712" y="278009"/>
                </a:lnTo>
                <a:lnTo>
                  <a:pt x="1723387" y="278009"/>
                </a:lnTo>
                <a:lnTo>
                  <a:pt x="1727061" y="278009"/>
                </a:lnTo>
                <a:lnTo>
                  <a:pt x="1730736" y="278009"/>
                </a:lnTo>
                <a:lnTo>
                  <a:pt x="1734410" y="278009"/>
                </a:lnTo>
                <a:lnTo>
                  <a:pt x="1738085" y="278009"/>
                </a:lnTo>
                <a:lnTo>
                  <a:pt x="1741760" y="278009"/>
                </a:lnTo>
                <a:lnTo>
                  <a:pt x="1745434" y="278009"/>
                </a:lnTo>
                <a:lnTo>
                  <a:pt x="1749109" y="278009"/>
                </a:lnTo>
                <a:lnTo>
                  <a:pt x="1752783" y="278009"/>
                </a:lnTo>
                <a:lnTo>
                  <a:pt x="1756458" y="278009"/>
                </a:lnTo>
                <a:lnTo>
                  <a:pt x="1760133" y="278009"/>
                </a:lnTo>
                <a:lnTo>
                  <a:pt x="1763807" y="278009"/>
                </a:lnTo>
                <a:lnTo>
                  <a:pt x="1767482" y="278009"/>
                </a:lnTo>
                <a:lnTo>
                  <a:pt x="1771156" y="278009"/>
                </a:lnTo>
                <a:lnTo>
                  <a:pt x="1774831" y="278009"/>
                </a:lnTo>
                <a:lnTo>
                  <a:pt x="1778506" y="278009"/>
                </a:lnTo>
                <a:lnTo>
                  <a:pt x="1782180" y="278009"/>
                </a:lnTo>
                <a:lnTo>
                  <a:pt x="1785855" y="278009"/>
                </a:lnTo>
                <a:lnTo>
                  <a:pt x="1789529" y="278009"/>
                </a:lnTo>
                <a:lnTo>
                  <a:pt x="1793204" y="278009"/>
                </a:lnTo>
                <a:lnTo>
                  <a:pt x="1796879" y="278009"/>
                </a:lnTo>
                <a:lnTo>
                  <a:pt x="1800553" y="278009"/>
                </a:lnTo>
                <a:lnTo>
                  <a:pt x="1804228" y="278009"/>
                </a:lnTo>
                <a:lnTo>
                  <a:pt x="1807902" y="278009"/>
                </a:lnTo>
                <a:lnTo>
                  <a:pt x="1811577" y="278009"/>
                </a:lnTo>
                <a:lnTo>
                  <a:pt x="1815252" y="278009"/>
                </a:lnTo>
                <a:lnTo>
                  <a:pt x="1818926" y="278009"/>
                </a:lnTo>
                <a:lnTo>
                  <a:pt x="1822601" y="278009"/>
                </a:lnTo>
                <a:lnTo>
                  <a:pt x="1826275" y="278009"/>
                </a:lnTo>
                <a:lnTo>
                  <a:pt x="1829950" y="278009"/>
                </a:lnTo>
                <a:lnTo>
                  <a:pt x="1833625" y="278009"/>
                </a:lnTo>
                <a:lnTo>
                  <a:pt x="1837299" y="278009"/>
                </a:lnTo>
                <a:lnTo>
                  <a:pt x="1840974" y="278009"/>
                </a:lnTo>
                <a:lnTo>
                  <a:pt x="1844648" y="278009"/>
                </a:lnTo>
                <a:lnTo>
                  <a:pt x="1848323" y="278009"/>
                </a:lnTo>
                <a:lnTo>
                  <a:pt x="1851998" y="278009"/>
                </a:lnTo>
                <a:lnTo>
                  <a:pt x="1855672" y="278009"/>
                </a:lnTo>
                <a:lnTo>
                  <a:pt x="1859347" y="278009"/>
                </a:lnTo>
                <a:lnTo>
                  <a:pt x="1863021" y="278009"/>
                </a:lnTo>
                <a:lnTo>
                  <a:pt x="1866696" y="278009"/>
                </a:lnTo>
                <a:lnTo>
                  <a:pt x="1870371" y="278009"/>
                </a:lnTo>
                <a:lnTo>
                  <a:pt x="1874045" y="278009"/>
                </a:lnTo>
                <a:lnTo>
                  <a:pt x="1877720" y="278009"/>
                </a:lnTo>
                <a:lnTo>
                  <a:pt x="1874045" y="278009"/>
                </a:lnTo>
                <a:lnTo>
                  <a:pt x="1870371" y="278009"/>
                </a:lnTo>
                <a:lnTo>
                  <a:pt x="1866696" y="278009"/>
                </a:lnTo>
                <a:lnTo>
                  <a:pt x="1863021" y="278009"/>
                </a:lnTo>
                <a:lnTo>
                  <a:pt x="1859347" y="278009"/>
                </a:lnTo>
                <a:lnTo>
                  <a:pt x="1855672" y="278009"/>
                </a:lnTo>
                <a:lnTo>
                  <a:pt x="1851998" y="278009"/>
                </a:lnTo>
                <a:lnTo>
                  <a:pt x="1848323" y="278009"/>
                </a:lnTo>
                <a:lnTo>
                  <a:pt x="1844648" y="278009"/>
                </a:lnTo>
                <a:lnTo>
                  <a:pt x="1840974" y="278009"/>
                </a:lnTo>
                <a:lnTo>
                  <a:pt x="1837299" y="278009"/>
                </a:lnTo>
                <a:lnTo>
                  <a:pt x="1833625" y="278009"/>
                </a:lnTo>
                <a:lnTo>
                  <a:pt x="1829950" y="278009"/>
                </a:lnTo>
                <a:lnTo>
                  <a:pt x="1826275" y="278009"/>
                </a:lnTo>
                <a:lnTo>
                  <a:pt x="1822601" y="278009"/>
                </a:lnTo>
                <a:lnTo>
                  <a:pt x="1818926" y="278009"/>
                </a:lnTo>
                <a:lnTo>
                  <a:pt x="1815252" y="278009"/>
                </a:lnTo>
                <a:lnTo>
                  <a:pt x="1811577" y="278009"/>
                </a:lnTo>
                <a:lnTo>
                  <a:pt x="1807902" y="278009"/>
                </a:lnTo>
                <a:lnTo>
                  <a:pt x="1804228" y="278009"/>
                </a:lnTo>
                <a:lnTo>
                  <a:pt x="1800553" y="278009"/>
                </a:lnTo>
                <a:lnTo>
                  <a:pt x="1796879" y="278009"/>
                </a:lnTo>
                <a:lnTo>
                  <a:pt x="1793204" y="278009"/>
                </a:lnTo>
                <a:lnTo>
                  <a:pt x="1789529" y="278009"/>
                </a:lnTo>
                <a:lnTo>
                  <a:pt x="1785855" y="278009"/>
                </a:lnTo>
                <a:lnTo>
                  <a:pt x="1782180" y="278009"/>
                </a:lnTo>
                <a:lnTo>
                  <a:pt x="1778506" y="278009"/>
                </a:lnTo>
                <a:lnTo>
                  <a:pt x="1774831" y="278009"/>
                </a:lnTo>
                <a:lnTo>
                  <a:pt x="1771156" y="278009"/>
                </a:lnTo>
                <a:lnTo>
                  <a:pt x="1767482" y="278009"/>
                </a:lnTo>
                <a:lnTo>
                  <a:pt x="1763807" y="278009"/>
                </a:lnTo>
                <a:lnTo>
                  <a:pt x="1760133" y="278009"/>
                </a:lnTo>
                <a:lnTo>
                  <a:pt x="1756458" y="278009"/>
                </a:lnTo>
                <a:lnTo>
                  <a:pt x="1752783" y="278009"/>
                </a:lnTo>
                <a:lnTo>
                  <a:pt x="1749109" y="278009"/>
                </a:lnTo>
                <a:lnTo>
                  <a:pt x="1745434" y="278009"/>
                </a:lnTo>
                <a:lnTo>
                  <a:pt x="1741760" y="278009"/>
                </a:lnTo>
                <a:lnTo>
                  <a:pt x="1738085" y="278009"/>
                </a:lnTo>
                <a:lnTo>
                  <a:pt x="1734410" y="278009"/>
                </a:lnTo>
                <a:lnTo>
                  <a:pt x="1730736" y="278009"/>
                </a:lnTo>
                <a:lnTo>
                  <a:pt x="1727061" y="278009"/>
                </a:lnTo>
                <a:lnTo>
                  <a:pt x="1723387" y="278009"/>
                </a:lnTo>
                <a:lnTo>
                  <a:pt x="1719712" y="278009"/>
                </a:lnTo>
                <a:lnTo>
                  <a:pt x="1716037" y="278009"/>
                </a:lnTo>
                <a:lnTo>
                  <a:pt x="1712363" y="278009"/>
                </a:lnTo>
                <a:lnTo>
                  <a:pt x="1708688" y="278009"/>
                </a:lnTo>
                <a:lnTo>
                  <a:pt x="1705014" y="278009"/>
                </a:lnTo>
                <a:lnTo>
                  <a:pt x="1701339" y="278009"/>
                </a:lnTo>
                <a:lnTo>
                  <a:pt x="1697664" y="278009"/>
                </a:lnTo>
                <a:lnTo>
                  <a:pt x="1693990" y="278009"/>
                </a:lnTo>
                <a:lnTo>
                  <a:pt x="1690315" y="278009"/>
                </a:lnTo>
                <a:lnTo>
                  <a:pt x="1686641" y="278009"/>
                </a:lnTo>
                <a:lnTo>
                  <a:pt x="1682966" y="278009"/>
                </a:lnTo>
                <a:lnTo>
                  <a:pt x="1679291" y="278009"/>
                </a:lnTo>
                <a:lnTo>
                  <a:pt x="1675617" y="278009"/>
                </a:lnTo>
                <a:lnTo>
                  <a:pt x="1671942" y="278009"/>
                </a:lnTo>
                <a:lnTo>
                  <a:pt x="1668268" y="278009"/>
                </a:lnTo>
                <a:lnTo>
                  <a:pt x="1664593" y="278009"/>
                </a:lnTo>
                <a:lnTo>
                  <a:pt x="1660918" y="278009"/>
                </a:lnTo>
                <a:lnTo>
                  <a:pt x="1657244" y="278009"/>
                </a:lnTo>
                <a:lnTo>
                  <a:pt x="1653569" y="278009"/>
                </a:lnTo>
                <a:lnTo>
                  <a:pt x="1649895" y="278009"/>
                </a:lnTo>
                <a:lnTo>
                  <a:pt x="1646220" y="278009"/>
                </a:lnTo>
                <a:lnTo>
                  <a:pt x="1642545" y="278009"/>
                </a:lnTo>
                <a:lnTo>
                  <a:pt x="1638871" y="278009"/>
                </a:lnTo>
                <a:lnTo>
                  <a:pt x="1635196" y="278009"/>
                </a:lnTo>
                <a:lnTo>
                  <a:pt x="1631522" y="278009"/>
                </a:lnTo>
                <a:lnTo>
                  <a:pt x="1627847" y="278009"/>
                </a:lnTo>
                <a:lnTo>
                  <a:pt x="1624172" y="278009"/>
                </a:lnTo>
                <a:lnTo>
                  <a:pt x="1620498" y="278009"/>
                </a:lnTo>
                <a:lnTo>
                  <a:pt x="1616823" y="278009"/>
                </a:lnTo>
                <a:lnTo>
                  <a:pt x="1613149" y="278009"/>
                </a:lnTo>
                <a:lnTo>
                  <a:pt x="1609474" y="278009"/>
                </a:lnTo>
                <a:lnTo>
                  <a:pt x="1605799" y="278009"/>
                </a:lnTo>
                <a:lnTo>
                  <a:pt x="1602125" y="278009"/>
                </a:lnTo>
                <a:lnTo>
                  <a:pt x="1598450" y="278009"/>
                </a:lnTo>
                <a:lnTo>
                  <a:pt x="1594776" y="278009"/>
                </a:lnTo>
                <a:lnTo>
                  <a:pt x="1591101" y="278009"/>
                </a:lnTo>
                <a:lnTo>
                  <a:pt x="1587426" y="278009"/>
                </a:lnTo>
                <a:lnTo>
                  <a:pt x="1583752" y="278009"/>
                </a:lnTo>
                <a:lnTo>
                  <a:pt x="1580077" y="278009"/>
                </a:lnTo>
                <a:lnTo>
                  <a:pt x="1576403" y="278009"/>
                </a:lnTo>
                <a:lnTo>
                  <a:pt x="1572728" y="278009"/>
                </a:lnTo>
                <a:lnTo>
                  <a:pt x="1569053" y="278009"/>
                </a:lnTo>
                <a:lnTo>
                  <a:pt x="1565379" y="278009"/>
                </a:lnTo>
                <a:lnTo>
                  <a:pt x="1561704" y="278009"/>
                </a:lnTo>
                <a:lnTo>
                  <a:pt x="1558030" y="278009"/>
                </a:lnTo>
                <a:lnTo>
                  <a:pt x="1554355" y="278009"/>
                </a:lnTo>
                <a:lnTo>
                  <a:pt x="1550680" y="278009"/>
                </a:lnTo>
                <a:lnTo>
                  <a:pt x="1547006" y="278009"/>
                </a:lnTo>
                <a:lnTo>
                  <a:pt x="1543331" y="278009"/>
                </a:lnTo>
                <a:lnTo>
                  <a:pt x="1539657" y="278009"/>
                </a:lnTo>
                <a:lnTo>
                  <a:pt x="1535982" y="278009"/>
                </a:lnTo>
                <a:lnTo>
                  <a:pt x="1532307" y="278009"/>
                </a:lnTo>
                <a:lnTo>
                  <a:pt x="1528633" y="278009"/>
                </a:lnTo>
                <a:lnTo>
                  <a:pt x="1524958" y="278009"/>
                </a:lnTo>
                <a:lnTo>
                  <a:pt x="1521284" y="278009"/>
                </a:lnTo>
                <a:lnTo>
                  <a:pt x="1517609" y="278009"/>
                </a:lnTo>
                <a:lnTo>
                  <a:pt x="1513934" y="278009"/>
                </a:lnTo>
                <a:lnTo>
                  <a:pt x="1510260" y="278009"/>
                </a:lnTo>
                <a:lnTo>
                  <a:pt x="1506585" y="278009"/>
                </a:lnTo>
                <a:lnTo>
                  <a:pt x="1502911" y="278009"/>
                </a:lnTo>
                <a:lnTo>
                  <a:pt x="1499236" y="278009"/>
                </a:lnTo>
                <a:lnTo>
                  <a:pt x="1495561" y="278009"/>
                </a:lnTo>
                <a:lnTo>
                  <a:pt x="1491887" y="278009"/>
                </a:lnTo>
                <a:lnTo>
                  <a:pt x="1488212" y="278009"/>
                </a:lnTo>
                <a:lnTo>
                  <a:pt x="1484538" y="278009"/>
                </a:lnTo>
                <a:lnTo>
                  <a:pt x="1480863" y="278009"/>
                </a:lnTo>
                <a:lnTo>
                  <a:pt x="1477188" y="278009"/>
                </a:lnTo>
                <a:lnTo>
                  <a:pt x="1473514" y="278009"/>
                </a:lnTo>
                <a:lnTo>
                  <a:pt x="1469839" y="278009"/>
                </a:lnTo>
                <a:lnTo>
                  <a:pt x="1466165" y="278009"/>
                </a:lnTo>
                <a:lnTo>
                  <a:pt x="1462490" y="278009"/>
                </a:lnTo>
                <a:lnTo>
                  <a:pt x="1458815" y="278009"/>
                </a:lnTo>
                <a:lnTo>
                  <a:pt x="1455141" y="278009"/>
                </a:lnTo>
                <a:lnTo>
                  <a:pt x="1451466" y="278009"/>
                </a:lnTo>
                <a:lnTo>
                  <a:pt x="1447792" y="278009"/>
                </a:lnTo>
                <a:lnTo>
                  <a:pt x="1444117" y="278009"/>
                </a:lnTo>
                <a:lnTo>
                  <a:pt x="1440442" y="278009"/>
                </a:lnTo>
                <a:lnTo>
                  <a:pt x="1436768" y="278009"/>
                </a:lnTo>
                <a:lnTo>
                  <a:pt x="1433093" y="278009"/>
                </a:lnTo>
                <a:lnTo>
                  <a:pt x="1429419" y="278009"/>
                </a:lnTo>
                <a:lnTo>
                  <a:pt x="1425744" y="278009"/>
                </a:lnTo>
                <a:lnTo>
                  <a:pt x="1422069" y="278009"/>
                </a:lnTo>
                <a:lnTo>
                  <a:pt x="1418395" y="278009"/>
                </a:lnTo>
                <a:lnTo>
                  <a:pt x="1414720" y="278009"/>
                </a:lnTo>
                <a:lnTo>
                  <a:pt x="1411046" y="278009"/>
                </a:lnTo>
                <a:lnTo>
                  <a:pt x="1407371" y="278009"/>
                </a:lnTo>
                <a:lnTo>
                  <a:pt x="1403696" y="278009"/>
                </a:lnTo>
                <a:lnTo>
                  <a:pt x="1400022" y="278009"/>
                </a:lnTo>
                <a:lnTo>
                  <a:pt x="1396347" y="278009"/>
                </a:lnTo>
                <a:lnTo>
                  <a:pt x="1392673" y="278009"/>
                </a:lnTo>
                <a:lnTo>
                  <a:pt x="1388998" y="278009"/>
                </a:lnTo>
                <a:lnTo>
                  <a:pt x="1385323" y="278009"/>
                </a:lnTo>
                <a:lnTo>
                  <a:pt x="1381649" y="278009"/>
                </a:lnTo>
                <a:lnTo>
                  <a:pt x="1377974" y="278009"/>
                </a:lnTo>
                <a:lnTo>
                  <a:pt x="1374300" y="278009"/>
                </a:lnTo>
                <a:lnTo>
                  <a:pt x="1370625" y="278009"/>
                </a:lnTo>
                <a:lnTo>
                  <a:pt x="1366950" y="278009"/>
                </a:lnTo>
                <a:lnTo>
                  <a:pt x="1363276" y="278009"/>
                </a:lnTo>
                <a:lnTo>
                  <a:pt x="1359601" y="278009"/>
                </a:lnTo>
                <a:lnTo>
                  <a:pt x="1355927" y="278009"/>
                </a:lnTo>
                <a:lnTo>
                  <a:pt x="1352252" y="278009"/>
                </a:lnTo>
                <a:lnTo>
                  <a:pt x="1348577" y="278009"/>
                </a:lnTo>
                <a:lnTo>
                  <a:pt x="1344903" y="278009"/>
                </a:lnTo>
                <a:lnTo>
                  <a:pt x="1341228" y="278009"/>
                </a:lnTo>
                <a:lnTo>
                  <a:pt x="1337554" y="278009"/>
                </a:lnTo>
                <a:lnTo>
                  <a:pt x="1333879" y="278009"/>
                </a:lnTo>
                <a:lnTo>
                  <a:pt x="1330205" y="278009"/>
                </a:lnTo>
                <a:lnTo>
                  <a:pt x="1326530" y="278009"/>
                </a:lnTo>
                <a:lnTo>
                  <a:pt x="1322855" y="278009"/>
                </a:lnTo>
                <a:lnTo>
                  <a:pt x="1319181" y="278009"/>
                </a:lnTo>
                <a:lnTo>
                  <a:pt x="1315506" y="278009"/>
                </a:lnTo>
                <a:lnTo>
                  <a:pt x="1311832" y="278009"/>
                </a:lnTo>
                <a:lnTo>
                  <a:pt x="1308157" y="278009"/>
                </a:lnTo>
                <a:lnTo>
                  <a:pt x="1304482" y="278009"/>
                </a:lnTo>
                <a:lnTo>
                  <a:pt x="1300808" y="278009"/>
                </a:lnTo>
                <a:lnTo>
                  <a:pt x="1297133" y="278009"/>
                </a:lnTo>
                <a:lnTo>
                  <a:pt x="1293459" y="278009"/>
                </a:lnTo>
                <a:lnTo>
                  <a:pt x="1289784" y="278009"/>
                </a:lnTo>
                <a:lnTo>
                  <a:pt x="1286109" y="278009"/>
                </a:lnTo>
                <a:lnTo>
                  <a:pt x="1282435" y="278009"/>
                </a:lnTo>
                <a:lnTo>
                  <a:pt x="1278760" y="278009"/>
                </a:lnTo>
                <a:lnTo>
                  <a:pt x="1275086" y="278009"/>
                </a:lnTo>
                <a:lnTo>
                  <a:pt x="1271411" y="278009"/>
                </a:lnTo>
                <a:lnTo>
                  <a:pt x="1267736" y="278009"/>
                </a:lnTo>
                <a:lnTo>
                  <a:pt x="1264062" y="278009"/>
                </a:lnTo>
                <a:lnTo>
                  <a:pt x="1260387" y="278009"/>
                </a:lnTo>
                <a:lnTo>
                  <a:pt x="1256713" y="278009"/>
                </a:lnTo>
                <a:lnTo>
                  <a:pt x="1253038" y="278009"/>
                </a:lnTo>
                <a:lnTo>
                  <a:pt x="1249363" y="278009"/>
                </a:lnTo>
                <a:lnTo>
                  <a:pt x="1245689" y="278009"/>
                </a:lnTo>
                <a:lnTo>
                  <a:pt x="1242014" y="278009"/>
                </a:lnTo>
                <a:lnTo>
                  <a:pt x="1238340" y="278009"/>
                </a:lnTo>
                <a:lnTo>
                  <a:pt x="1234665" y="278009"/>
                </a:lnTo>
                <a:lnTo>
                  <a:pt x="1230990" y="278009"/>
                </a:lnTo>
                <a:lnTo>
                  <a:pt x="1227316" y="278009"/>
                </a:lnTo>
                <a:lnTo>
                  <a:pt x="1223641" y="278009"/>
                </a:lnTo>
                <a:lnTo>
                  <a:pt x="1219967" y="278009"/>
                </a:lnTo>
                <a:lnTo>
                  <a:pt x="1216292" y="278009"/>
                </a:lnTo>
                <a:lnTo>
                  <a:pt x="1212617" y="278009"/>
                </a:lnTo>
                <a:lnTo>
                  <a:pt x="1208943" y="278009"/>
                </a:lnTo>
                <a:lnTo>
                  <a:pt x="1205268" y="278009"/>
                </a:lnTo>
                <a:lnTo>
                  <a:pt x="1201594" y="278009"/>
                </a:lnTo>
                <a:lnTo>
                  <a:pt x="1197919" y="278009"/>
                </a:lnTo>
                <a:lnTo>
                  <a:pt x="1194244" y="278009"/>
                </a:lnTo>
                <a:lnTo>
                  <a:pt x="1190570" y="278009"/>
                </a:lnTo>
                <a:lnTo>
                  <a:pt x="1186895" y="278009"/>
                </a:lnTo>
                <a:lnTo>
                  <a:pt x="1183221" y="278009"/>
                </a:lnTo>
                <a:lnTo>
                  <a:pt x="1179546" y="278009"/>
                </a:lnTo>
                <a:lnTo>
                  <a:pt x="1175871" y="278009"/>
                </a:lnTo>
                <a:lnTo>
                  <a:pt x="1172197" y="278009"/>
                </a:lnTo>
                <a:lnTo>
                  <a:pt x="1168522" y="278009"/>
                </a:lnTo>
                <a:lnTo>
                  <a:pt x="1164848" y="278009"/>
                </a:lnTo>
                <a:lnTo>
                  <a:pt x="1161173" y="278009"/>
                </a:lnTo>
                <a:lnTo>
                  <a:pt x="1157498" y="278009"/>
                </a:lnTo>
                <a:lnTo>
                  <a:pt x="1153824" y="278009"/>
                </a:lnTo>
                <a:lnTo>
                  <a:pt x="1150149" y="278009"/>
                </a:lnTo>
                <a:lnTo>
                  <a:pt x="1146475" y="278009"/>
                </a:lnTo>
                <a:lnTo>
                  <a:pt x="1142800" y="278009"/>
                </a:lnTo>
                <a:lnTo>
                  <a:pt x="1139125" y="278009"/>
                </a:lnTo>
                <a:lnTo>
                  <a:pt x="1135451" y="278009"/>
                </a:lnTo>
                <a:lnTo>
                  <a:pt x="1131776" y="278009"/>
                </a:lnTo>
                <a:lnTo>
                  <a:pt x="1128102" y="278009"/>
                </a:lnTo>
                <a:lnTo>
                  <a:pt x="1124427" y="278009"/>
                </a:lnTo>
                <a:lnTo>
                  <a:pt x="1120752" y="278009"/>
                </a:lnTo>
                <a:lnTo>
                  <a:pt x="1117078" y="278009"/>
                </a:lnTo>
                <a:lnTo>
                  <a:pt x="1113403" y="278009"/>
                </a:lnTo>
                <a:lnTo>
                  <a:pt x="1109729" y="278009"/>
                </a:lnTo>
                <a:lnTo>
                  <a:pt x="1106054" y="278009"/>
                </a:lnTo>
                <a:lnTo>
                  <a:pt x="1102379" y="278009"/>
                </a:lnTo>
                <a:lnTo>
                  <a:pt x="1098705" y="278009"/>
                </a:lnTo>
                <a:lnTo>
                  <a:pt x="1095030" y="278009"/>
                </a:lnTo>
                <a:lnTo>
                  <a:pt x="1091356" y="278009"/>
                </a:lnTo>
                <a:lnTo>
                  <a:pt x="1087681" y="278009"/>
                </a:lnTo>
                <a:lnTo>
                  <a:pt x="1084006" y="278009"/>
                </a:lnTo>
                <a:lnTo>
                  <a:pt x="1080332" y="278009"/>
                </a:lnTo>
                <a:lnTo>
                  <a:pt x="1076657" y="278009"/>
                </a:lnTo>
                <a:lnTo>
                  <a:pt x="1072983" y="278009"/>
                </a:lnTo>
                <a:lnTo>
                  <a:pt x="1069308" y="278009"/>
                </a:lnTo>
                <a:lnTo>
                  <a:pt x="1065633" y="278009"/>
                </a:lnTo>
                <a:lnTo>
                  <a:pt x="1061959" y="278009"/>
                </a:lnTo>
                <a:lnTo>
                  <a:pt x="1058284" y="278009"/>
                </a:lnTo>
                <a:lnTo>
                  <a:pt x="1054610" y="278009"/>
                </a:lnTo>
                <a:lnTo>
                  <a:pt x="1050935" y="278009"/>
                </a:lnTo>
                <a:lnTo>
                  <a:pt x="1047260" y="278009"/>
                </a:lnTo>
                <a:lnTo>
                  <a:pt x="1043586" y="278009"/>
                </a:lnTo>
                <a:lnTo>
                  <a:pt x="1039911" y="278009"/>
                </a:lnTo>
                <a:lnTo>
                  <a:pt x="1036237" y="278009"/>
                </a:lnTo>
                <a:lnTo>
                  <a:pt x="1032562" y="278009"/>
                </a:lnTo>
                <a:lnTo>
                  <a:pt x="1028887" y="278009"/>
                </a:lnTo>
                <a:lnTo>
                  <a:pt x="1025213" y="278009"/>
                </a:lnTo>
                <a:lnTo>
                  <a:pt x="1021538" y="278009"/>
                </a:lnTo>
                <a:lnTo>
                  <a:pt x="1017864" y="278009"/>
                </a:lnTo>
                <a:lnTo>
                  <a:pt x="1014189" y="278009"/>
                </a:lnTo>
                <a:lnTo>
                  <a:pt x="1010514" y="278009"/>
                </a:lnTo>
                <a:lnTo>
                  <a:pt x="1006840" y="278009"/>
                </a:lnTo>
                <a:lnTo>
                  <a:pt x="1003165" y="278009"/>
                </a:lnTo>
                <a:lnTo>
                  <a:pt x="999491" y="278009"/>
                </a:lnTo>
                <a:lnTo>
                  <a:pt x="995816" y="278009"/>
                </a:lnTo>
                <a:lnTo>
                  <a:pt x="992141" y="278009"/>
                </a:lnTo>
                <a:lnTo>
                  <a:pt x="988467" y="278009"/>
                </a:lnTo>
                <a:lnTo>
                  <a:pt x="984792" y="278009"/>
                </a:lnTo>
                <a:lnTo>
                  <a:pt x="981118" y="278009"/>
                </a:lnTo>
                <a:lnTo>
                  <a:pt x="977443" y="278009"/>
                </a:lnTo>
                <a:lnTo>
                  <a:pt x="973768" y="278009"/>
                </a:lnTo>
                <a:lnTo>
                  <a:pt x="970094" y="278009"/>
                </a:lnTo>
                <a:lnTo>
                  <a:pt x="966419" y="278009"/>
                </a:lnTo>
                <a:lnTo>
                  <a:pt x="962745" y="278009"/>
                </a:lnTo>
                <a:lnTo>
                  <a:pt x="959070" y="278009"/>
                </a:lnTo>
                <a:lnTo>
                  <a:pt x="955395" y="278009"/>
                </a:lnTo>
                <a:lnTo>
                  <a:pt x="951721" y="278009"/>
                </a:lnTo>
                <a:lnTo>
                  <a:pt x="948046" y="278009"/>
                </a:lnTo>
                <a:lnTo>
                  <a:pt x="944372" y="278009"/>
                </a:lnTo>
                <a:lnTo>
                  <a:pt x="940697" y="278009"/>
                </a:lnTo>
                <a:lnTo>
                  <a:pt x="937022" y="278009"/>
                </a:lnTo>
                <a:lnTo>
                  <a:pt x="933348" y="278009"/>
                </a:lnTo>
                <a:lnTo>
                  <a:pt x="929673" y="278009"/>
                </a:lnTo>
                <a:lnTo>
                  <a:pt x="925999" y="278009"/>
                </a:lnTo>
                <a:lnTo>
                  <a:pt x="922324" y="278009"/>
                </a:lnTo>
                <a:lnTo>
                  <a:pt x="918649" y="278009"/>
                </a:lnTo>
                <a:lnTo>
                  <a:pt x="914975" y="278009"/>
                </a:lnTo>
                <a:lnTo>
                  <a:pt x="911300" y="278009"/>
                </a:lnTo>
                <a:lnTo>
                  <a:pt x="907626" y="278009"/>
                </a:lnTo>
                <a:lnTo>
                  <a:pt x="903951" y="278009"/>
                </a:lnTo>
                <a:lnTo>
                  <a:pt x="900276" y="278009"/>
                </a:lnTo>
                <a:lnTo>
                  <a:pt x="896602" y="278009"/>
                </a:lnTo>
                <a:lnTo>
                  <a:pt x="892927" y="278009"/>
                </a:lnTo>
                <a:lnTo>
                  <a:pt x="889253" y="278009"/>
                </a:lnTo>
                <a:lnTo>
                  <a:pt x="885578" y="278009"/>
                </a:lnTo>
                <a:lnTo>
                  <a:pt x="881903" y="278009"/>
                </a:lnTo>
                <a:lnTo>
                  <a:pt x="878229" y="278009"/>
                </a:lnTo>
                <a:lnTo>
                  <a:pt x="874554" y="278009"/>
                </a:lnTo>
                <a:lnTo>
                  <a:pt x="870880" y="278009"/>
                </a:lnTo>
                <a:lnTo>
                  <a:pt x="867205" y="278009"/>
                </a:lnTo>
                <a:lnTo>
                  <a:pt x="863530" y="278009"/>
                </a:lnTo>
                <a:lnTo>
                  <a:pt x="859856" y="278009"/>
                </a:lnTo>
                <a:lnTo>
                  <a:pt x="856181" y="278009"/>
                </a:lnTo>
                <a:lnTo>
                  <a:pt x="852507" y="278009"/>
                </a:lnTo>
                <a:lnTo>
                  <a:pt x="848832" y="278009"/>
                </a:lnTo>
                <a:lnTo>
                  <a:pt x="845157" y="278009"/>
                </a:lnTo>
                <a:lnTo>
                  <a:pt x="841483" y="278009"/>
                </a:lnTo>
                <a:lnTo>
                  <a:pt x="837808" y="278009"/>
                </a:lnTo>
                <a:lnTo>
                  <a:pt x="834134" y="278009"/>
                </a:lnTo>
                <a:lnTo>
                  <a:pt x="830459" y="278009"/>
                </a:lnTo>
                <a:lnTo>
                  <a:pt x="826784" y="278009"/>
                </a:lnTo>
                <a:lnTo>
                  <a:pt x="823110" y="278009"/>
                </a:lnTo>
                <a:lnTo>
                  <a:pt x="819435" y="278009"/>
                </a:lnTo>
                <a:lnTo>
                  <a:pt x="815761" y="278009"/>
                </a:lnTo>
                <a:lnTo>
                  <a:pt x="812086" y="278009"/>
                </a:lnTo>
                <a:lnTo>
                  <a:pt x="808411" y="278009"/>
                </a:lnTo>
                <a:lnTo>
                  <a:pt x="804737" y="278009"/>
                </a:lnTo>
                <a:lnTo>
                  <a:pt x="801062" y="278009"/>
                </a:lnTo>
                <a:lnTo>
                  <a:pt x="797388" y="278009"/>
                </a:lnTo>
                <a:lnTo>
                  <a:pt x="793713" y="278009"/>
                </a:lnTo>
                <a:lnTo>
                  <a:pt x="790038" y="278009"/>
                </a:lnTo>
                <a:lnTo>
                  <a:pt x="786364" y="278009"/>
                </a:lnTo>
                <a:lnTo>
                  <a:pt x="782689" y="278009"/>
                </a:lnTo>
                <a:lnTo>
                  <a:pt x="779015" y="278009"/>
                </a:lnTo>
                <a:lnTo>
                  <a:pt x="775340" y="278009"/>
                </a:lnTo>
                <a:lnTo>
                  <a:pt x="771665" y="278009"/>
                </a:lnTo>
                <a:lnTo>
                  <a:pt x="767991" y="278009"/>
                </a:lnTo>
                <a:lnTo>
                  <a:pt x="764316" y="278009"/>
                </a:lnTo>
                <a:lnTo>
                  <a:pt x="760642" y="278009"/>
                </a:lnTo>
                <a:lnTo>
                  <a:pt x="756967" y="278009"/>
                </a:lnTo>
                <a:lnTo>
                  <a:pt x="753292" y="278009"/>
                </a:lnTo>
                <a:lnTo>
                  <a:pt x="749618" y="278009"/>
                </a:lnTo>
                <a:lnTo>
                  <a:pt x="745943" y="278009"/>
                </a:lnTo>
                <a:lnTo>
                  <a:pt x="742269" y="278009"/>
                </a:lnTo>
                <a:lnTo>
                  <a:pt x="738594" y="278009"/>
                </a:lnTo>
                <a:lnTo>
                  <a:pt x="734919" y="278009"/>
                </a:lnTo>
                <a:lnTo>
                  <a:pt x="731245" y="278009"/>
                </a:lnTo>
                <a:lnTo>
                  <a:pt x="727570" y="278009"/>
                </a:lnTo>
                <a:lnTo>
                  <a:pt x="723896" y="278009"/>
                </a:lnTo>
                <a:lnTo>
                  <a:pt x="720221" y="278009"/>
                </a:lnTo>
                <a:lnTo>
                  <a:pt x="716546" y="278009"/>
                </a:lnTo>
                <a:lnTo>
                  <a:pt x="712872" y="278009"/>
                </a:lnTo>
                <a:lnTo>
                  <a:pt x="709197" y="278009"/>
                </a:lnTo>
                <a:lnTo>
                  <a:pt x="705523" y="278009"/>
                </a:lnTo>
                <a:lnTo>
                  <a:pt x="701848" y="278009"/>
                </a:lnTo>
                <a:lnTo>
                  <a:pt x="698173" y="278009"/>
                </a:lnTo>
                <a:lnTo>
                  <a:pt x="694499" y="278009"/>
                </a:lnTo>
                <a:lnTo>
                  <a:pt x="690824" y="278009"/>
                </a:lnTo>
                <a:lnTo>
                  <a:pt x="687150" y="278009"/>
                </a:lnTo>
                <a:lnTo>
                  <a:pt x="683475" y="278009"/>
                </a:lnTo>
                <a:lnTo>
                  <a:pt x="679800" y="278009"/>
                </a:lnTo>
                <a:lnTo>
                  <a:pt x="676126" y="278009"/>
                </a:lnTo>
                <a:lnTo>
                  <a:pt x="672451" y="278009"/>
                </a:lnTo>
                <a:lnTo>
                  <a:pt x="668777" y="278009"/>
                </a:lnTo>
                <a:lnTo>
                  <a:pt x="665102" y="278009"/>
                </a:lnTo>
                <a:lnTo>
                  <a:pt x="661427" y="278009"/>
                </a:lnTo>
                <a:lnTo>
                  <a:pt x="657753" y="278009"/>
                </a:lnTo>
                <a:lnTo>
                  <a:pt x="654078" y="278009"/>
                </a:lnTo>
                <a:lnTo>
                  <a:pt x="650404" y="278009"/>
                </a:lnTo>
                <a:lnTo>
                  <a:pt x="646729" y="278009"/>
                </a:lnTo>
                <a:lnTo>
                  <a:pt x="643054" y="278009"/>
                </a:lnTo>
                <a:lnTo>
                  <a:pt x="639380" y="278009"/>
                </a:lnTo>
                <a:lnTo>
                  <a:pt x="635705" y="278009"/>
                </a:lnTo>
                <a:lnTo>
                  <a:pt x="632031" y="278009"/>
                </a:lnTo>
                <a:lnTo>
                  <a:pt x="628356" y="278009"/>
                </a:lnTo>
                <a:lnTo>
                  <a:pt x="624681" y="278009"/>
                </a:lnTo>
                <a:lnTo>
                  <a:pt x="621007" y="278009"/>
                </a:lnTo>
                <a:lnTo>
                  <a:pt x="617332" y="278009"/>
                </a:lnTo>
                <a:lnTo>
                  <a:pt x="613658" y="278009"/>
                </a:lnTo>
                <a:lnTo>
                  <a:pt x="609983" y="278009"/>
                </a:lnTo>
                <a:lnTo>
                  <a:pt x="606308" y="278009"/>
                </a:lnTo>
                <a:lnTo>
                  <a:pt x="602634" y="278009"/>
                </a:lnTo>
                <a:lnTo>
                  <a:pt x="598959" y="278009"/>
                </a:lnTo>
                <a:lnTo>
                  <a:pt x="595285" y="278009"/>
                </a:lnTo>
                <a:lnTo>
                  <a:pt x="591610" y="278009"/>
                </a:lnTo>
                <a:lnTo>
                  <a:pt x="587935" y="278009"/>
                </a:lnTo>
                <a:lnTo>
                  <a:pt x="584261" y="278009"/>
                </a:lnTo>
                <a:lnTo>
                  <a:pt x="580586" y="278009"/>
                </a:lnTo>
                <a:lnTo>
                  <a:pt x="576912" y="278009"/>
                </a:lnTo>
                <a:lnTo>
                  <a:pt x="573237" y="278009"/>
                </a:lnTo>
                <a:lnTo>
                  <a:pt x="569562" y="278009"/>
                </a:lnTo>
                <a:lnTo>
                  <a:pt x="565888" y="278009"/>
                </a:lnTo>
                <a:lnTo>
                  <a:pt x="562213" y="278009"/>
                </a:lnTo>
                <a:lnTo>
                  <a:pt x="558539" y="278009"/>
                </a:lnTo>
                <a:lnTo>
                  <a:pt x="554864" y="278009"/>
                </a:lnTo>
                <a:lnTo>
                  <a:pt x="551189" y="278009"/>
                </a:lnTo>
                <a:lnTo>
                  <a:pt x="547515" y="278009"/>
                </a:lnTo>
                <a:lnTo>
                  <a:pt x="543840" y="278009"/>
                </a:lnTo>
                <a:lnTo>
                  <a:pt x="540166" y="278009"/>
                </a:lnTo>
                <a:lnTo>
                  <a:pt x="536491" y="278009"/>
                </a:lnTo>
                <a:lnTo>
                  <a:pt x="532816" y="278009"/>
                </a:lnTo>
                <a:lnTo>
                  <a:pt x="529142" y="278009"/>
                </a:lnTo>
                <a:lnTo>
                  <a:pt x="525467" y="278009"/>
                </a:lnTo>
                <a:lnTo>
                  <a:pt x="521793" y="278009"/>
                </a:lnTo>
                <a:lnTo>
                  <a:pt x="518118" y="278009"/>
                </a:lnTo>
                <a:lnTo>
                  <a:pt x="514443" y="278009"/>
                </a:lnTo>
                <a:lnTo>
                  <a:pt x="510769" y="278009"/>
                </a:lnTo>
                <a:lnTo>
                  <a:pt x="507094" y="278009"/>
                </a:lnTo>
                <a:lnTo>
                  <a:pt x="503420" y="278009"/>
                </a:lnTo>
                <a:lnTo>
                  <a:pt x="499745" y="278009"/>
                </a:lnTo>
                <a:lnTo>
                  <a:pt x="496070" y="278009"/>
                </a:lnTo>
                <a:lnTo>
                  <a:pt x="492396" y="278009"/>
                </a:lnTo>
                <a:lnTo>
                  <a:pt x="488721" y="278009"/>
                </a:lnTo>
                <a:lnTo>
                  <a:pt x="485047" y="278009"/>
                </a:lnTo>
                <a:lnTo>
                  <a:pt x="481372" y="278009"/>
                </a:lnTo>
                <a:lnTo>
                  <a:pt x="477697" y="278009"/>
                </a:lnTo>
                <a:lnTo>
                  <a:pt x="474023" y="278009"/>
                </a:lnTo>
                <a:lnTo>
                  <a:pt x="470348" y="278009"/>
                </a:lnTo>
                <a:lnTo>
                  <a:pt x="466674" y="278009"/>
                </a:lnTo>
                <a:lnTo>
                  <a:pt x="462999" y="278009"/>
                </a:lnTo>
                <a:lnTo>
                  <a:pt x="459324" y="278009"/>
                </a:lnTo>
                <a:lnTo>
                  <a:pt x="455650" y="278009"/>
                </a:lnTo>
                <a:lnTo>
                  <a:pt x="451975" y="278009"/>
                </a:lnTo>
                <a:lnTo>
                  <a:pt x="448301" y="278009"/>
                </a:lnTo>
                <a:lnTo>
                  <a:pt x="444626" y="278009"/>
                </a:lnTo>
                <a:lnTo>
                  <a:pt x="440951" y="278009"/>
                </a:lnTo>
                <a:lnTo>
                  <a:pt x="437277" y="278009"/>
                </a:lnTo>
                <a:lnTo>
                  <a:pt x="433602" y="278009"/>
                </a:lnTo>
                <a:lnTo>
                  <a:pt x="429928" y="278009"/>
                </a:lnTo>
                <a:lnTo>
                  <a:pt x="426253" y="278009"/>
                </a:lnTo>
                <a:lnTo>
                  <a:pt x="422578" y="278009"/>
                </a:lnTo>
                <a:lnTo>
                  <a:pt x="418904" y="278009"/>
                </a:lnTo>
                <a:lnTo>
                  <a:pt x="415229" y="278009"/>
                </a:lnTo>
                <a:lnTo>
                  <a:pt x="411555" y="278009"/>
                </a:lnTo>
                <a:lnTo>
                  <a:pt x="407880" y="278009"/>
                </a:lnTo>
                <a:lnTo>
                  <a:pt x="404205" y="278009"/>
                </a:lnTo>
                <a:lnTo>
                  <a:pt x="400531" y="278009"/>
                </a:lnTo>
                <a:lnTo>
                  <a:pt x="396856" y="278009"/>
                </a:lnTo>
                <a:lnTo>
                  <a:pt x="393182" y="278009"/>
                </a:lnTo>
                <a:lnTo>
                  <a:pt x="389507" y="278009"/>
                </a:lnTo>
                <a:lnTo>
                  <a:pt x="385832" y="278009"/>
                </a:lnTo>
                <a:lnTo>
                  <a:pt x="382158" y="278009"/>
                </a:lnTo>
                <a:lnTo>
                  <a:pt x="378483" y="278009"/>
                </a:lnTo>
                <a:lnTo>
                  <a:pt x="374809" y="278009"/>
                </a:lnTo>
                <a:lnTo>
                  <a:pt x="371134" y="278009"/>
                </a:lnTo>
                <a:lnTo>
                  <a:pt x="367459" y="278009"/>
                </a:lnTo>
                <a:lnTo>
                  <a:pt x="363785" y="278009"/>
                </a:lnTo>
                <a:lnTo>
                  <a:pt x="360110" y="278009"/>
                </a:lnTo>
                <a:lnTo>
                  <a:pt x="356436" y="278009"/>
                </a:lnTo>
                <a:lnTo>
                  <a:pt x="352761" y="278009"/>
                </a:lnTo>
                <a:lnTo>
                  <a:pt x="349086" y="278009"/>
                </a:lnTo>
                <a:lnTo>
                  <a:pt x="345412" y="278009"/>
                </a:lnTo>
                <a:lnTo>
                  <a:pt x="341737" y="278009"/>
                </a:lnTo>
                <a:lnTo>
                  <a:pt x="338063" y="278009"/>
                </a:lnTo>
                <a:lnTo>
                  <a:pt x="334388" y="278009"/>
                </a:lnTo>
                <a:lnTo>
                  <a:pt x="330713" y="278009"/>
                </a:lnTo>
                <a:lnTo>
                  <a:pt x="327039" y="278009"/>
                </a:lnTo>
                <a:lnTo>
                  <a:pt x="323364" y="278009"/>
                </a:lnTo>
                <a:lnTo>
                  <a:pt x="319690" y="278009"/>
                </a:lnTo>
                <a:lnTo>
                  <a:pt x="316015" y="278009"/>
                </a:lnTo>
                <a:lnTo>
                  <a:pt x="312340" y="278009"/>
                </a:lnTo>
                <a:lnTo>
                  <a:pt x="308666" y="278009"/>
                </a:lnTo>
                <a:lnTo>
                  <a:pt x="304991" y="278009"/>
                </a:lnTo>
                <a:lnTo>
                  <a:pt x="301317" y="278009"/>
                </a:lnTo>
                <a:lnTo>
                  <a:pt x="297642" y="278009"/>
                </a:lnTo>
                <a:lnTo>
                  <a:pt x="293967" y="278009"/>
                </a:lnTo>
                <a:lnTo>
                  <a:pt x="290293" y="278009"/>
                </a:lnTo>
                <a:lnTo>
                  <a:pt x="286618" y="278009"/>
                </a:lnTo>
                <a:lnTo>
                  <a:pt x="282944" y="278009"/>
                </a:lnTo>
                <a:lnTo>
                  <a:pt x="279269" y="278009"/>
                </a:lnTo>
                <a:lnTo>
                  <a:pt x="275594" y="278009"/>
                </a:lnTo>
                <a:lnTo>
                  <a:pt x="271920" y="278009"/>
                </a:lnTo>
                <a:lnTo>
                  <a:pt x="268245" y="278009"/>
                </a:lnTo>
                <a:lnTo>
                  <a:pt x="264571" y="278009"/>
                </a:lnTo>
                <a:lnTo>
                  <a:pt x="260896" y="278009"/>
                </a:lnTo>
                <a:lnTo>
                  <a:pt x="257221" y="278009"/>
                </a:lnTo>
                <a:lnTo>
                  <a:pt x="253547" y="278009"/>
                </a:lnTo>
                <a:lnTo>
                  <a:pt x="249872" y="278009"/>
                </a:lnTo>
                <a:lnTo>
                  <a:pt x="246198" y="278009"/>
                </a:lnTo>
                <a:lnTo>
                  <a:pt x="242523" y="278009"/>
                </a:lnTo>
                <a:lnTo>
                  <a:pt x="238848" y="278009"/>
                </a:lnTo>
                <a:lnTo>
                  <a:pt x="235174" y="278009"/>
                </a:lnTo>
                <a:lnTo>
                  <a:pt x="231499" y="278009"/>
                </a:lnTo>
                <a:lnTo>
                  <a:pt x="227825" y="278009"/>
                </a:lnTo>
                <a:lnTo>
                  <a:pt x="224150" y="278009"/>
                </a:lnTo>
                <a:lnTo>
                  <a:pt x="220475" y="278009"/>
                </a:lnTo>
                <a:lnTo>
                  <a:pt x="216801" y="278009"/>
                </a:lnTo>
                <a:lnTo>
                  <a:pt x="213126" y="278009"/>
                </a:lnTo>
                <a:lnTo>
                  <a:pt x="209452" y="278009"/>
                </a:lnTo>
                <a:lnTo>
                  <a:pt x="205777" y="278009"/>
                </a:lnTo>
                <a:lnTo>
                  <a:pt x="202102" y="278009"/>
                </a:lnTo>
                <a:lnTo>
                  <a:pt x="198428" y="278009"/>
                </a:lnTo>
                <a:lnTo>
                  <a:pt x="194753" y="278009"/>
                </a:lnTo>
                <a:lnTo>
                  <a:pt x="191079" y="278009"/>
                </a:lnTo>
                <a:lnTo>
                  <a:pt x="187404" y="278009"/>
                </a:lnTo>
                <a:lnTo>
                  <a:pt x="183729" y="278009"/>
                </a:lnTo>
                <a:lnTo>
                  <a:pt x="180055" y="278009"/>
                </a:lnTo>
                <a:lnTo>
                  <a:pt x="176380" y="278009"/>
                </a:lnTo>
                <a:lnTo>
                  <a:pt x="172706" y="278009"/>
                </a:lnTo>
                <a:lnTo>
                  <a:pt x="169031" y="278009"/>
                </a:lnTo>
                <a:lnTo>
                  <a:pt x="165356" y="278009"/>
                </a:lnTo>
                <a:lnTo>
                  <a:pt x="161682" y="278009"/>
                </a:lnTo>
                <a:lnTo>
                  <a:pt x="158007" y="278009"/>
                </a:lnTo>
                <a:lnTo>
                  <a:pt x="154333" y="278009"/>
                </a:lnTo>
                <a:lnTo>
                  <a:pt x="150658" y="278009"/>
                </a:lnTo>
                <a:lnTo>
                  <a:pt x="146983" y="278009"/>
                </a:lnTo>
                <a:lnTo>
                  <a:pt x="143309" y="278009"/>
                </a:lnTo>
                <a:lnTo>
                  <a:pt x="139634" y="278009"/>
                </a:lnTo>
                <a:lnTo>
                  <a:pt x="135960" y="278009"/>
                </a:lnTo>
                <a:lnTo>
                  <a:pt x="132285" y="278009"/>
                </a:lnTo>
                <a:lnTo>
                  <a:pt x="128610" y="278009"/>
                </a:lnTo>
                <a:lnTo>
                  <a:pt x="124936" y="278009"/>
                </a:lnTo>
                <a:lnTo>
                  <a:pt x="121261" y="278009"/>
                </a:lnTo>
                <a:lnTo>
                  <a:pt x="117587" y="278009"/>
                </a:lnTo>
                <a:lnTo>
                  <a:pt x="113912" y="278009"/>
                </a:lnTo>
                <a:lnTo>
                  <a:pt x="110237" y="278009"/>
                </a:lnTo>
                <a:lnTo>
                  <a:pt x="106563" y="278009"/>
                </a:lnTo>
                <a:lnTo>
                  <a:pt x="102888" y="278009"/>
                </a:lnTo>
                <a:lnTo>
                  <a:pt x="99214" y="278009"/>
                </a:lnTo>
                <a:lnTo>
                  <a:pt x="95539" y="278009"/>
                </a:lnTo>
                <a:lnTo>
                  <a:pt x="91864" y="278009"/>
                </a:lnTo>
                <a:lnTo>
                  <a:pt x="88190" y="278009"/>
                </a:lnTo>
                <a:lnTo>
                  <a:pt x="84515" y="278009"/>
                </a:lnTo>
                <a:lnTo>
                  <a:pt x="80841" y="278009"/>
                </a:lnTo>
                <a:lnTo>
                  <a:pt x="77166" y="278009"/>
                </a:lnTo>
                <a:lnTo>
                  <a:pt x="73491" y="278009"/>
                </a:lnTo>
                <a:lnTo>
                  <a:pt x="69817" y="278009"/>
                </a:lnTo>
                <a:lnTo>
                  <a:pt x="66142" y="278009"/>
                </a:lnTo>
                <a:lnTo>
                  <a:pt x="62468" y="278009"/>
                </a:lnTo>
                <a:lnTo>
                  <a:pt x="58793" y="278009"/>
                </a:lnTo>
                <a:lnTo>
                  <a:pt x="55118" y="278009"/>
                </a:lnTo>
                <a:lnTo>
                  <a:pt x="51444" y="278009"/>
                </a:lnTo>
                <a:lnTo>
                  <a:pt x="47769" y="278009"/>
                </a:lnTo>
                <a:lnTo>
                  <a:pt x="44095" y="278009"/>
                </a:lnTo>
                <a:lnTo>
                  <a:pt x="40420" y="278009"/>
                </a:lnTo>
                <a:lnTo>
                  <a:pt x="36745" y="278009"/>
                </a:lnTo>
                <a:lnTo>
                  <a:pt x="33071" y="278009"/>
                </a:lnTo>
                <a:lnTo>
                  <a:pt x="29396" y="278009"/>
                </a:lnTo>
                <a:lnTo>
                  <a:pt x="25722" y="278009"/>
                </a:lnTo>
                <a:lnTo>
                  <a:pt x="22047" y="278009"/>
                </a:lnTo>
                <a:lnTo>
                  <a:pt x="18372" y="278009"/>
                </a:lnTo>
                <a:lnTo>
                  <a:pt x="14698" y="278009"/>
                </a:lnTo>
                <a:lnTo>
                  <a:pt x="11023" y="278009"/>
                </a:lnTo>
                <a:lnTo>
                  <a:pt x="7349" y="278009"/>
                </a:lnTo>
                <a:lnTo>
                  <a:pt x="3674" y="278009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81" name="pl181"/>
          <p:cNvSpPr/>
          <p:nvPr/>
        </p:nvSpPr>
        <p:spPr>
          <a:xfrm>
            <a:off x="8856642" y="2461684"/>
            <a:ext cx="1877720" cy="278009"/>
          </a:xfrm>
          <a:custGeom>
            <a:avLst/>
            <a:gdLst/>
            <a:ahLst/>
            <a:cxnLst/>
            <a:rect l="0" t="0" r="0" b="0"/>
            <a:pathLst>
              <a:path w="1877720" h="278009">
                <a:moveTo>
                  <a:pt x="0" y="278009"/>
                </a:moveTo>
                <a:lnTo>
                  <a:pt x="3674" y="278009"/>
                </a:lnTo>
                <a:lnTo>
                  <a:pt x="7349" y="278009"/>
                </a:lnTo>
                <a:lnTo>
                  <a:pt x="11023" y="278009"/>
                </a:lnTo>
                <a:lnTo>
                  <a:pt x="14698" y="278009"/>
                </a:lnTo>
                <a:lnTo>
                  <a:pt x="18372" y="278009"/>
                </a:lnTo>
                <a:lnTo>
                  <a:pt x="22047" y="278009"/>
                </a:lnTo>
                <a:lnTo>
                  <a:pt x="25722" y="278009"/>
                </a:lnTo>
                <a:lnTo>
                  <a:pt x="29396" y="278009"/>
                </a:lnTo>
                <a:lnTo>
                  <a:pt x="33071" y="278009"/>
                </a:lnTo>
                <a:lnTo>
                  <a:pt x="36745" y="278009"/>
                </a:lnTo>
                <a:lnTo>
                  <a:pt x="40420" y="278009"/>
                </a:lnTo>
                <a:lnTo>
                  <a:pt x="44095" y="278009"/>
                </a:lnTo>
                <a:lnTo>
                  <a:pt x="47769" y="278009"/>
                </a:lnTo>
                <a:lnTo>
                  <a:pt x="51444" y="278009"/>
                </a:lnTo>
                <a:lnTo>
                  <a:pt x="55118" y="278009"/>
                </a:lnTo>
                <a:lnTo>
                  <a:pt x="58793" y="278009"/>
                </a:lnTo>
                <a:lnTo>
                  <a:pt x="62468" y="278009"/>
                </a:lnTo>
                <a:lnTo>
                  <a:pt x="66142" y="278009"/>
                </a:lnTo>
                <a:lnTo>
                  <a:pt x="69817" y="278009"/>
                </a:lnTo>
                <a:lnTo>
                  <a:pt x="73491" y="278009"/>
                </a:lnTo>
                <a:lnTo>
                  <a:pt x="77166" y="278009"/>
                </a:lnTo>
                <a:lnTo>
                  <a:pt x="80841" y="278009"/>
                </a:lnTo>
                <a:lnTo>
                  <a:pt x="84515" y="278009"/>
                </a:lnTo>
                <a:lnTo>
                  <a:pt x="88190" y="278009"/>
                </a:lnTo>
                <a:lnTo>
                  <a:pt x="91864" y="278009"/>
                </a:lnTo>
                <a:lnTo>
                  <a:pt x="95539" y="278009"/>
                </a:lnTo>
                <a:lnTo>
                  <a:pt x="99214" y="278009"/>
                </a:lnTo>
                <a:lnTo>
                  <a:pt x="102888" y="278009"/>
                </a:lnTo>
                <a:lnTo>
                  <a:pt x="106563" y="278009"/>
                </a:lnTo>
                <a:lnTo>
                  <a:pt x="110237" y="278009"/>
                </a:lnTo>
                <a:lnTo>
                  <a:pt x="113912" y="278009"/>
                </a:lnTo>
                <a:lnTo>
                  <a:pt x="117587" y="278009"/>
                </a:lnTo>
                <a:lnTo>
                  <a:pt x="121261" y="278009"/>
                </a:lnTo>
                <a:lnTo>
                  <a:pt x="124936" y="278009"/>
                </a:lnTo>
                <a:lnTo>
                  <a:pt x="128610" y="278009"/>
                </a:lnTo>
                <a:lnTo>
                  <a:pt x="132285" y="278009"/>
                </a:lnTo>
                <a:lnTo>
                  <a:pt x="135960" y="278009"/>
                </a:lnTo>
                <a:lnTo>
                  <a:pt x="139634" y="278009"/>
                </a:lnTo>
                <a:lnTo>
                  <a:pt x="143309" y="278009"/>
                </a:lnTo>
                <a:lnTo>
                  <a:pt x="146983" y="278009"/>
                </a:lnTo>
                <a:lnTo>
                  <a:pt x="150658" y="278009"/>
                </a:lnTo>
                <a:lnTo>
                  <a:pt x="154333" y="278009"/>
                </a:lnTo>
                <a:lnTo>
                  <a:pt x="158007" y="278009"/>
                </a:lnTo>
                <a:lnTo>
                  <a:pt x="161682" y="278009"/>
                </a:lnTo>
                <a:lnTo>
                  <a:pt x="165356" y="278009"/>
                </a:lnTo>
                <a:lnTo>
                  <a:pt x="169031" y="278009"/>
                </a:lnTo>
                <a:lnTo>
                  <a:pt x="172706" y="278009"/>
                </a:lnTo>
                <a:lnTo>
                  <a:pt x="176380" y="278009"/>
                </a:lnTo>
                <a:lnTo>
                  <a:pt x="180055" y="278009"/>
                </a:lnTo>
                <a:lnTo>
                  <a:pt x="183729" y="278009"/>
                </a:lnTo>
                <a:lnTo>
                  <a:pt x="187404" y="278009"/>
                </a:lnTo>
                <a:lnTo>
                  <a:pt x="191079" y="278009"/>
                </a:lnTo>
                <a:lnTo>
                  <a:pt x="194753" y="278009"/>
                </a:lnTo>
                <a:lnTo>
                  <a:pt x="198428" y="278009"/>
                </a:lnTo>
                <a:lnTo>
                  <a:pt x="202102" y="278009"/>
                </a:lnTo>
                <a:lnTo>
                  <a:pt x="205777" y="278009"/>
                </a:lnTo>
                <a:lnTo>
                  <a:pt x="209452" y="278009"/>
                </a:lnTo>
                <a:lnTo>
                  <a:pt x="213126" y="278009"/>
                </a:lnTo>
                <a:lnTo>
                  <a:pt x="216801" y="278009"/>
                </a:lnTo>
                <a:lnTo>
                  <a:pt x="220475" y="278009"/>
                </a:lnTo>
                <a:lnTo>
                  <a:pt x="224150" y="278009"/>
                </a:lnTo>
                <a:lnTo>
                  <a:pt x="227825" y="278009"/>
                </a:lnTo>
                <a:lnTo>
                  <a:pt x="231499" y="278009"/>
                </a:lnTo>
                <a:lnTo>
                  <a:pt x="235174" y="278009"/>
                </a:lnTo>
                <a:lnTo>
                  <a:pt x="238848" y="278009"/>
                </a:lnTo>
                <a:lnTo>
                  <a:pt x="242523" y="278009"/>
                </a:lnTo>
                <a:lnTo>
                  <a:pt x="246198" y="278009"/>
                </a:lnTo>
                <a:lnTo>
                  <a:pt x="249872" y="278009"/>
                </a:lnTo>
                <a:lnTo>
                  <a:pt x="253547" y="278009"/>
                </a:lnTo>
                <a:lnTo>
                  <a:pt x="257221" y="278009"/>
                </a:lnTo>
                <a:lnTo>
                  <a:pt x="260896" y="278009"/>
                </a:lnTo>
                <a:lnTo>
                  <a:pt x="264571" y="278009"/>
                </a:lnTo>
                <a:lnTo>
                  <a:pt x="268245" y="278009"/>
                </a:lnTo>
                <a:lnTo>
                  <a:pt x="271920" y="278009"/>
                </a:lnTo>
                <a:lnTo>
                  <a:pt x="275594" y="278009"/>
                </a:lnTo>
                <a:lnTo>
                  <a:pt x="279269" y="278009"/>
                </a:lnTo>
                <a:lnTo>
                  <a:pt x="282944" y="278009"/>
                </a:lnTo>
                <a:lnTo>
                  <a:pt x="286618" y="278009"/>
                </a:lnTo>
                <a:lnTo>
                  <a:pt x="290293" y="278009"/>
                </a:lnTo>
                <a:lnTo>
                  <a:pt x="293967" y="278008"/>
                </a:lnTo>
                <a:lnTo>
                  <a:pt x="297642" y="278007"/>
                </a:lnTo>
                <a:lnTo>
                  <a:pt x="301317" y="278005"/>
                </a:lnTo>
                <a:lnTo>
                  <a:pt x="304991" y="278002"/>
                </a:lnTo>
                <a:lnTo>
                  <a:pt x="308666" y="277998"/>
                </a:lnTo>
                <a:lnTo>
                  <a:pt x="312340" y="277992"/>
                </a:lnTo>
                <a:lnTo>
                  <a:pt x="316015" y="277983"/>
                </a:lnTo>
                <a:lnTo>
                  <a:pt x="319690" y="277972"/>
                </a:lnTo>
                <a:lnTo>
                  <a:pt x="323364" y="277956"/>
                </a:lnTo>
                <a:lnTo>
                  <a:pt x="327039" y="277935"/>
                </a:lnTo>
                <a:lnTo>
                  <a:pt x="330713" y="277910"/>
                </a:lnTo>
                <a:lnTo>
                  <a:pt x="334388" y="277881"/>
                </a:lnTo>
                <a:lnTo>
                  <a:pt x="338063" y="277847"/>
                </a:lnTo>
                <a:lnTo>
                  <a:pt x="341737" y="277811"/>
                </a:lnTo>
                <a:lnTo>
                  <a:pt x="345412" y="277772"/>
                </a:lnTo>
                <a:lnTo>
                  <a:pt x="349086" y="277734"/>
                </a:lnTo>
                <a:lnTo>
                  <a:pt x="352761" y="277696"/>
                </a:lnTo>
                <a:lnTo>
                  <a:pt x="356436" y="277662"/>
                </a:lnTo>
                <a:lnTo>
                  <a:pt x="360110" y="277632"/>
                </a:lnTo>
                <a:lnTo>
                  <a:pt x="363785" y="277607"/>
                </a:lnTo>
                <a:lnTo>
                  <a:pt x="367459" y="277588"/>
                </a:lnTo>
                <a:lnTo>
                  <a:pt x="371134" y="277574"/>
                </a:lnTo>
                <a:lnTo>
                  <a:pt x="374809" y="277563"/>
                </a:lnTo>
                <a:lnTo>
                  <a:pt x="378483" y="277556"/>
                </a:lnTo>
                <a:lnTo>
                  <a:pt x="382158" y="277549"/>
                </a:lnTo>
                <a:lnTo>
                  <a:pt x="385832" y="277544"/>
                </a:lnTo>
                <a:lnTo>
                  <a:pt x="389507" y="277538"/>
                </a:lnTo>
                <a:lnTo>
                  <a:pt x="393182" y="277533"/>
                </a:lnTo>
                <a:lnTo>
                  <a:pt x="396856" y="277528"/>
                </a:lnTo>
                <a:lnTo>
                  <a:pt x="400531" y="277523"/>
                </a:lnTo>
                <a:lnTo>
                  <a:pt x="404205" y="277518"/>
                </a:lnTo>
                <a:lnTo>
                  <a:pt x="407880" y="277515"/>
                </a:lnTo>
                <a:lnTo>
                  <a:pt x="411555" y="277512"/>
                </a:lnTo>
                <a:lnTo>
                  <a:pt x="415229" y="277511"/>
                </a:lnTo>
                <a:lnTo>
                  <a:pt x="418904" y="277509"/>
                </a:lnTo>
                <a:lnTo>
                  <a:pt x="422578" y="277509"/>
                </a:lnTo>
                <a:lnTo>
                  <a:pt x="426253" y="277508"/>
                </a:lnTo>
                <a:lnTo>
                  <a:pt x="429928" y="277508"/>
                </a:lnTo>
                <a:lnTo>
                  <a:pt x="433602" y="277507"/>
                </a:lnTo>
                <a:lnTo>
                  <a:pt x="437277" y="277506"/>
                </a:lnTo>
                <a:lnTo>
                  <a:pt x="440951" y="277504"/>
                </a:lnTo>
                <a:lnTo>
                  <a:pt x="444626" y="277500"/>
                </a:lnTo>
                <a:lnTo>
                  <a:pt x="448301" y="277492"/>
                </a:lnTo>
                <a:lnTo>
                  <a:pt x="451975" y="277480"/>
                </a:lnTo>
                <a:lnTo>
                  <a:pt x="455650" y="277460"/>
                </a:lnTo>
                <a:lnTo>
                  <a:pt x="459324" y="277435"/>
                </a:lnTo>
                <a:lnTo>
                  <a:pt x="462999" y="277402"/>
                </a:lnTo>
                <a:lnTo>
                  <a:pt x="466674" y="277363"/>
                </a:lnTo>
                <a:lnTo>
                  <a:pt x="470348" y="277319"/>
                </a:lnTo>
                <a:lnTo>
                  <a:pt x="474023" y="277272"/>
                </a:lnTo>
                <a:lnTo>
                  <a:pt x="477697" y="277224"/>
                </a:lnTo>
                <a:lnTo>
                  <a:pt x="481372" y="277177"/>
                </a:lnTo>
                <a:lnTo>
                  <a:pt x="485047" y="277133"/>
                </a:lnTo>
                <a:lnTo>
                  <a:pt x="488721" y="277093"/>
                </a:lnTo>
                <a:lnTo>
                  <a:pt x="492396" y="277057"/>
                </a:lnTo>
                <a:lnTo>
                  <a:pt x="496070" y="277024"/>
                </a:lnTo>
                <a:lnTo>
                  <a:pt x="499745" y="276991"/>
                </a:lnTo>
                <a:lnTo>
                  <a:pt x="503420" y="276952"/>
                </a:lnTo>
                <a:lnTo>
                  <a:pt x="507094" y="276901"/>
                </a:lnTo>
                <a:lnTo>
                  <a:pt x="510769" y="276832"/>
                </a:lnTo>
                <a:lnTo>
                  <a:pt x="514443" y="276737"/>
                </a:lnTo>
                <a:lnTo>
                  <a:pt x="518118" y="276612"/>
                </a:lnTo>
                <a:lnTo>
                  <a:pt x="521793" y="276452"/>
                </a:lnTo>
                <a:lnTo>
                  <a:pt x="525467" y="276256"/>
                </a:lnTo>
                <a:lnTo>
                  <a:pt x="529142" y="276025"/>
                </a:lnTo>
                <a:lnTo>
                  <a:pt x="532816" y="275761"/>
                </a:lnTo>
                <a:lnTo>
                  <a:pt x="536491" y="275471"/>
                </a:lnTo>
                <a:lnTo>
                  <a:pt x="540166" y="275160"/>
                </a:lnTo>
                <a:lnTo>
                  <a:pt x="543840" y="274834"/>
                </a:lnTo>
                <a:lnTo>
                  <a:pt x="547515" y="274501"/>
                </a:lnTo>
                <a:lnTo>
                  <a:pt x="551189" y="274165"/>
                </a:lnTo>
                <a:lnTo>
                  <a:pt x="554864" y="273826"/>
                </a:lnTo>
                <a:lnTo>
                  <a:pt x="558539" y="273485"/>
                </a:lnTo>
                <a:lnTo>
                  <a:pt x="562213" y="273139"/>
                </a:lnTo>
                <a:lnTo>
                  <a:pt x="565888" y="272786"/>
                </a:lnTo>
                <a:lnTo>
                  <a:pt x="569562" y="272421"/>
                </a:lnTo>
                <a:lnTo>
                  <a:pt x="573237" y="272039"/>
                </a:lnTo>
                <a:lnTo>
                  <a:pt x="576912" y="271638"/>
                </a:lnTo>
                <a:lnTo>
                  <a:pt x="580586" y="271214"/>
                </a:lnTo>
                <a:lnTo>
                  <a:pt x="584261" y="270766"/>
                </a:lnTo>
                <a:lnTo>
                  <a:pt x="587935" y="270291"/>
                </a:lnTo>
                <a:lnTo>
                  <a:pt x="591610" y="269796"/>
                </a:lnTo>
                <a:lnTo>
                  <a:pt x="595285" y="269286"/>
                </a:lnTo>
                <a:lnTo>
                  <a:pt x="598959" y="268772"/>
                </a:lnTo>
                <a:lnTo>
                  <a:pt x="602634" y="268265"/>
                </a:lnTo>
                <a:lnTo>
                  <a:pt x="606308" y="267775"/>
                </a:lnTo>
                <a:lnTo>
                  <a:pt x="609983" y="267315"/>
                </a:lnTo>
                <a:lnTo>
                  <a:pt x="613658" y="266893"/>
                </a:lnTo>
                <a:lnTo>
                  <a:pt x="617332" y="266512"/>
                </a:lnTo>
                <a:lnTo>
                  <a:pt x="621007" y="266173"/>
                </a:lnTo>
                <a:lnTo>
                  <a:pt x="624681" y="265864"/>
                </a:lnTo>
                <a:lnTo>
                  <a:pt x="628356" y="265569"/>
                </a:lnTo>
                <a:lnTo>
                  <a:pt x="632031" y="265262"/>
                </a:lnTo>
                <a:lnTo>
                  <a:pt x="635705" y="264912"/>
                </a:lnTo>
                <a:lnTo>
                  <a:pt x="639380" y="264490"/>
                </a:lnTo>
                <a:lnTo>
                  <a:pt x="643054" y="263972"/>
                </a:lnTo>
                <a:lnTo>
                  <a:pt x="646729" y="263336"/>
                </a:lnTo>
                <a:lnTo>
                  <a:pt x="650404" y="262573"/>
                </a:lnTo>
                <a:lnTo>
                  <a:pt x="654078" y="261681"/>
                </a:lnTo>
                <a:lnTo>
                  <a:pt x="657753" y="260667"/>
                </a:lnTo>
                <a:lnTo>
                  <a:pt x="661427" y="259552"/>
                </a:lnTo>
                <a:lnTo>
                  <a:pt x="665102" y="258361"/>
                </a:lnTo>
                <a:lnTo>
                  <a:pt x="668777" y="257127"/>
                </a:lnTo>
                <a:lnTo>
                  <a:pt x="672451" y="255887"/>
                </a:lnTo>
                <a:lnTo>
                  <a:pt x="676126" y="254680"/>
                </a:lnTo>
                <a:lnTo>
                  <a:pt x="679800" y="253540"/>
                </a:lnTo>
                <a:lnTo>
                  <a:pt x="683475" y="252484"/>
                </a:lnTo>
                <a:lnTo>
                  <a:pt x="687150" y="251522"/>
                </a:lnTo>
                <a:lnTo>
                  <a:pt x="690824" y="250652"/>
                </a:lnTo>
                <a:lnTo>
                  <a:pt x="694499" y="249860"/>
                </a:lnTo>
                <a:lnTo>
                  <a:pt x="698173" y="249124"/>
                </a:lnTo>
                <a:lnTo>
                  <a:pt x="701848" y="248414"/>
                </a:lnTo>
                <a:lnTo>
                  <a:pt x="705523" y="247695"/>
                </a:lnTo>
                <a:lnTo>
                  <a:pt x="709197" y="246935"/>
                </a:lnTo>
                <a:lnTo>
                  <a:pt x="712872" y="246100"/>
                </a:lnTo>
                <a:lnTo>
                  <a:pt x="716546" y="245165"/>
                </a:lnTo>
                <a:lnTo>
                  <a:pt x="720221" y="244099"/>
                </a:lnTo>
                <a:lnTo>
                  <a:pt x="723896" y="242895"/>
                </a:lnTo>
                <a:lnTo>
                  <a:pt x="727570" y="241549"/>
                </a:lnTo>
                <a:lnTo>
                  <a:pt x="731245" y="240057"/>
                </a:lnTo>
                <a:lnTo>
                  <a:pt x="734919" y="238416"/>
                </a:lnTo>
                <a:lnTo>
                  <a:pt x="738594" y="236622"/>
                </a:lnTo>
                <a:lnTo>
                  <a:pt x="742269" y="234673"/>
                </a:lnTo>
                <a:lnTo>
                  <a:pt x="745943" y="232567"/>
                </a:lnTo>
                <a:lnTo>
                  <a:pt x="749618" y="230303"/>
                </a:lnTo>
                <a:lnTo>
                  <a:pt x="753292" y="227889"/>
                </a:lnTo>
                <a:lnTo>
                  <a:pt x="756967" y="225335"/>
                </a:lnTo>
                <a:lnTo>
                  <a:pt x="760642" y="222662"/>
                </a:lnTo>
                <a:lnTo>
                  <a:pt x="764316" y="219896"/>
                </a:lnTo>
                <a:lnTo>
                  <a:pt x="767991" y="217080"/>
                </a:lnTo>
                <a:lnTo>
                  <a:pt x="771665" y="214256"/>
                </a:lnTo>
                <a:lnTo>
                  <a:pt x="775340" y="211456"/>
                </a:lnTo>
                <a:lnTo>
                  <a:pt x="779015" y="208709"/>
                </a:lnTo>
                <a:lnTo>
                  <a:pt x="782689" y="206029"/>
                </a:lnTo>
                <a:lnTo>
                  <a:pt x="786364" y="203418"/>
                </a:lnTo>
                <a:lnTo>
                  <a:pt x="790038" y="200862"/>
                </a:lnTo>
                <a:lnTo>
                  <a:pt x="793713" y="198334"/>
                </a:lnTo>
                <a:lnTo>
                  <a:pt x="797388" y="195799"/>
                </a:lnTo>
                <a:lnTo>
                  <a:pt x="801062" y="193214"/>
                </a:lnTo>
                <a:lnTo>
                  <a:pt x="804737" y="190537"/>
                </a:lnTo>
                <a:lnTo>
                  <a:pt x="808411" y="187719"/>
                </a:lnTo>
                <a:lnTo>
                  <a:pt x="812086" y="184740"/>
                </a:lnTo>
                <a:lnTo>
                  <a:pt x="815761" y="181599"/>
                </a:lnTo>
                <a:lnTo>
                  <a:pt x="819435" y="178305"/>
                </a:lnTo>
                <a:lnTo>
                  <a:pt x="823110" y="174882"/>
                </a:lnTo>
                <a:lnTo>
                  <a:pt x="826784" y="171361"/>
                </a:lnTo>
                <a:lnTo>
                  <a:pt x="830459" y="167775"/>
                </a:lnTo>
                <a:lnTo>
                  <a:pt x="834134" y="164155"/>
                </a:lnTo>
                <a:lnTo>
                  <a:pt x="837808" y="160519"/>
                </a:lnTo>
                <a:lnTo>
                  <a:pt x="841483" y="156874"/>
                </a:lnTo>
                <a:lnTo>
                  <a:pt x="845157" y="153209"/>
                </a:lnTo>
                <a:lnTo>
                  <a:pt x="848832" y="149499"/>
                </a:lnTo>
                <a:lnTo>
                  <a:pt x="852507" y="145702"/>
                </a:lnTo>
                <a:lnTo>
                  <a:pt x="856181" y="141772"/>
                </a:lnTo>
                <a:lnTo>
                  <a:pt x="859856" y="137675"/>
                </a:lnTo>
                <a:lnTo>
                  <a:pt x="863530" y="133384"/>
                </a:lnTo>
                <a:lnTo>
                  <a:pt x="867205" y="128888"/>
                </a:lnTo>
                <a:lnTo>
                  <a:pt x="870880" y="124193"/>
                </a:lnTo>
                <a:lnTo>
                  <a:pt x="874554" y="119321"/>
                </a:lnTo>
                <a:lnTo>
                  <a:pt x="878229" y="114313"/>
                </a:lnTo>
                <a:lnTo>
                  <a:pt x="881903" y="109220"/>
                </a:lnTo>
                <a:lnTo>
                  <a:pt x="885578" y="104101"/>
                </a:lnTo>
                <a:lnTo>
                  <a:pt x="889253" y="99018"/>
                </a:lnTo>
                <a:lnTo>
                  <a:pt x="892927" y="94024"/>
                </a:lnTo>
                <a:lnTo>
                  <a:pt x="896602" y="89176"/>
                </a:lnTo>
                <a:lnTo>
                  <a:pt x="900276" y="84505"/>
                </a:lnTo>
                <a:lnTo>
                  <a:pt x="903951" y="80014"/>
                </a:lnTo>
                <a:lnTo>
                  <a:pt x="907626" y="75700"/>
                </a:lnTo>
                <a:lnTo>
                  <a:pt x="911300" y="71550"/>
                </a:lnTo>
                <a:lnTo>
                  <a:pt x="914975" y="67551"/>
                </a:lnTo>
                <a:lnTo>
                  <a:pt x="918649" y="63690"/>
                </a:lnTo>
                <a:lnTo>
                  <a:pt x="922324" y="59967"/>
                </a:lnTo>
                <a:lnTo>
                  <a:pt x="925999" y="56391"/>
                </a:lnTo>
                <a:lnTo>
                  <a:pt x="929673" y="52984"/>
                </a:lnTo>
                <a:lnTo>
                  <a:pt x="933348" y="49777"/>
                </a:lnTo>
                <a:lnTo>
                  <a:pt x="937022" y="46804"/>
                </a:lnTo>
                <a:lnTo>
                  <a:pt x="940697" y="44106"/>
                </a:lnTo>
                <a:lnTo>
                  <a:pt x="944372" y="41698"/>
                </a:lnTo>
                <a:lnTo>
                  <a:pt x="948046" y="39556"/>
                </a:lnTo>
                <a:lnTo>
                  <a:pt x="951721" y="37650"/>
                </a:lnTo>
                <a:lnTo>
                  <a:pt x="955395" y="35934"/>
                </a:lnTo>
                <a:lnTo>
                  <a:pt x="959070" y="34354"/>
                </a:lnTo>
                <a:lnTo>
                  <a:pt x="962745" y="32856"/>
                </a:lnTo>
                <a:lnTo>
                  <a:pt x="966419" y="31396"/>
                </a:lnTo>
                <a:lnTo>
                  <a:pt x="970094" y="29940"/>
                </a:lnTo>
                <a:lnTo>
                  <a:pt x="973768" y="28475"/>
                </a:lnTo>
                <a:lnTo>
                  <a:pt x="977443" y="27001"/>
                </a:lnTo>
                <a:lnTo>
                  <a:pt x="981118" y="25532"/>
                </a:lnTo>
                <a:lnTo>
                  <a:pt x="984792" y="24091"/>
                </a:lnTo>
                <a:lnTo>
                  <a:pt x="988467" y="22698"/>
                </a:lnTo>
                <a:lnTo>
                  <a:pt x="992141" y="21360"/>
                </a:lnTo>
                <a:lnTo>
                  <a:pt x="995816" y="20071"/>
                </a:lnTo>
                <a:lnTo>
                  <a:pt x="999491" y="18816"/>
                </a:lnTo>
                <a:lnTo>
                  <a:pt x="1003165" y="17572"/>
                </a:lnTo>
                <a:lnTo>
                  <a:pt x="1006840" y="16308"/>
                </a:lnTo>
                <a:lnTo>
                  <a:pt x="1010514" y="14997"/>
                </a:lnTo>
                <a:lnTo>
                  <a:pt x="1014189" y="13612"/>
                </a:lnTo>
                <a:lnTo>
                  <a:pt x="1017864" y="12136"/>
                </a:lnTo>
                <a:lnTo>
                  <a:pt x="1021538" y="10564"/>
                </a:lnTo>
                <a:lnTo>
                  <a:pt x="1025213" y="8904"/>
                </a:lnTo>
                <a:lnTo>
                  <a:pt x="1028887" y="7180"/>
                </a:lnTo>
                <a:lnTo>
                  <a:pt x="1032562" y="5449"/>
                </a:lnTo>
                <a:lnTo>
                  <a:pt x="1036237" y="3788"/>
                </a:lnTo>
                <a:lnTo>
                  <a:pt x="1039911" y="2293"/>
                </a:lnTo>
                <a:lnTo>
                  <a:pt x="1043586" y="1078"/>
                </a:lnTo>
                <a:lnTo>
                  <a:pt x="1047260" y="270"/>
                </a:lnTo>
                <a:lnTo>
                  <a:pt x="1050935" y="0"/>
                </a:lnTo>
                <a:lnTo>
                  <a:pt x="1054610" y="389"/>
                </a:lnTo>
                <a:lnTo>
                  <a:pt x="1058284" y="1542"/>
                </a:lnTo>
                <a:lnTo>
                  <a:pt x="1061959" y="3525"/>
                </a:lnTo>
                <a:lnTo>
                  <a:pt x="1065633" y="6365"/>
                </a:lnTo>
                <a:lnTo>
                  <a:pt x="1069308" y="10038"/>
                </a:lnTo>
                <a:lnTo>
                  <a:pt x="1072983" y="14488"/>
                </a:lnTo>
                <a:lnTo>
                  <a:pt x="1076657" y="19597"/>
                </a:lnTo>
                <a:lnTo>
                  <a:pt x="1080332" y="25155"/>
                </a:lnTo>
                <a:lnTo>
                  <a:pt x="1084006" y="30996"/>
                </a:lnTo>
                <a:lnTo>
                  <a:pt x="1087681" y="36967"/>
                </a:lnTo>
                <a:lnTo>
                  <a:pt x="1091356" y="42935"/>
                </a:lnTo>
                <a:lnTo>
                  <a:pt x="1095030" y="48805"/>
                </a:lnTo>
                <a:lnTo>
                  <a:pt x="1098705" y="54522"/>
                </a:lnTo>
                <a:lnTo>
                  <a:pt x="1102379" y="60066"/>
                </a:lnTo>
                <a:lnTo>
                  <a:pt x="1106054" y="65451"/>
                </a:lnTo>
                <a:lnTo>
                  <a:pt x="1109729" y="70710"/>
                </a:lnTo>
                <a:lnTo>
                  <a:pt x="1113403" y="75885"/>
                </a:lnTo>
                <a:lnTo>
                  <a:pt x="1117078" y="81013"/>
                </a:lnTo>
                <a:lnTo>
                  <a:pt x="1120752" y="86122"/>
                </a:lnTo>
                <a:lnTo>
                  <a:pt x="1124427" y="91221"/>
                </a:lnTo>
                <a:lnTo>
                  <a:pt x="1128102" y="96304"/>
                </a:lnTo>
                <a:lnTo>
                  <a:pt x="1131776" y="101359"/>
                </a:lnTo>
                <a:lnTo>
                  <a:pt x="1135451" y="106372"/>
                </a:lnTo>
                <a:lnTo>
                  <a:pt x="1139125" y="111336"/>
                </a:lnTo>
                <a:lnTo>
                  <a:pt x="1142800" y="116256"/>
                </a:lnTo>
                <a:lnTo>
                  <a:pt x="1146475" y="121143"/>
                </a:lnTo>
                <a:lnTo>
                  <a:pt x="1150149" y="126018"/>
                </a:lnTo>
                <a:lnTo>
                  <a:pt x="1153824" y="130908"/>
                </a:lnTo>
                <a:lnTo>
                  <a:pt x="1157498" y="135837"/>
                </a:lnTo>
                <a:lnTo>
                  <a:pt x="1161173" y="140827"/>
                </a:lnTo>
                <a:lnTo>
                  <a:pt x="1164848" y="145895"/>
                </a:lnTo>
                <a:lnTo>
                  <a:pt x="1168522" y="151032"/>
                </a:lnTo>
                <a:lnTo>
                  <a:pt x="1172197" y="156231"/>
                </a:lnTo>
                <a:lnTo>
                  <a:pt x="1175871" y="161473"/>
                </a:lnTo>
                <a:lnTo>
                  <a:pt x="1179546" y="166738"/>
                </a:lnTo>
                <a:lnTo>
                  <a:pt x="1183221" y="172004"/>
                </a:lnTo>
                <a:lnTo>
                  <a:pt x="1186895" y="177247"/>
                </a:lnTo>
                <a:lnTo>
                  <a:pt x="1190570" y="182446"/>
                </a:lnTo>
                <a:lnTo>
                  <a:pt x="1194244" y="187580"/>
                </a:lnTo>
                <a:lnTo>
                  <a:pt x="1197919" y="192629"/>
                </a:lnTo>
                <a:lnTo>
                  <a:pt x="1201594" y="197576"/>
                </a:lnTo>
                <a:lnTo>
                  <a:pt x="1205268" y="202405"/>
                </a:lnTo>
                <a:lnTo>
                  <a:pt x="1208943" y="207092"/>
                </a:lnTo>
                <a:lnTo>
                  <a:pt x="1212617" y="211641"/>
                </a:lnTo>
                <a:lnTo>
                  <a:pt x="1216292" y="216046"/>
                </a:lnTo>
                <a:lnTo>
                  <a:pt x="1219967" y="220304"/>
                </a:lnTo>
                <a:lnTo>
                  <a:pt x="1223641" y="224413"/>
                </a:lnTo>
                <a:lnTo>
                  <a:pt x="1227316" y="228373"/>
                </a:lnTo>
                <a:lnTo>
                  <a:pt x="1230990" y="232183"/>
                </a:lnTo>
                <a:lnTo>
                  <a:pt x="1234665" y="235839"/>
                </a:lnTo>
                <a:lnTo>
                  <a:pt x="1238340" y="239337"/>
                </a:lnTo>
                <a:lnTo>
                  <a:pt x="1242014" y="242670"/>
                </a:lnTo>
                <a:lnTo>
                  <a:pt x="1245689" y="245827"/>
                </a:lnTo>
                <a:lnTo>
                  <a:pt x="1249363" y="248798"/>
                </a:lnTo>
                <a:lnTo>
                  <a:pt x="1253038" y="251550"/>
                </a:lnTo>
                <a:lnTo>
                  <a:pt x="1256713" y="254090"/>
                </a:lnTo>
                <a:lnTo>
                  <a:pt x="1260387" y="256405"/>
                </a:lnTo>
                <a:lnTo>
                  <a:pt x="1264062" y="258489"/>
                </a:lnTo>
                <a:lnTo>
                  <a:pt x="1267736" y="260335"/>
                </a:lnTo>
                <a:lnTo>
                  <a:pt x="1271411" y="261943"/>
                </a:lnTo>
                <a:lnTo>
                  <a:pt x="1275086" y="263320"/>
                </a:lnTo>
                <a:lnTo>
                  <a:pt x="1278760" y="264478"/>
                </a:lnTo>
                <a:lnTo>
                  <a:pt x="1282435" y="265435"/>
                </a:lnTo>
                <a:lnTo>
                  <a:pt x="1286109" y="266218"/>
                </a:lnTo>
                <a:lnTo>
                  <a:pt x="1289784" y="266859"/>
                </a:lnTo>
                <a:lnTo>
                  <a:pt x="1293459" y="267391"/>
                </a:lnTo>
                <a:lnTo>
                  <a:pt x="1297133" y="267850"/>
                </a:lnTo>
                <a:lnTo>
                  <a:pt x="1300808" y="268281"/>
                </a:lnTo>
                <a:lnTo>
                  <a:pt x="1304482" y="268714"/>
                </a:lnTo>
                <a:lnTo>
                  <a:pt x="1308157" y="269172"/>
                </a:lnTo>
                <a:lnTo>
                  <a:pt x="1311832" y="269671"/>
                </a:lnTo>
                <a:lnTo>
                  <a:pt x="1315506" y="270218"/>
                </a:lnTo>
                <a:lnTo>
                  <a:pt x="1319181" y="270812"/>
                </a:lnTo>
                <a:lnTo>
                  <a:pt x="1322855" y="271448"/>
                </a:lnTo>
                <a:lnTo>
                  <a:pt x="1326530" y="272113"/>
                </a:lnTo>
                <a:lnTo>
                  <a:pt x="1330205" y="272791"/>
                </a:lnTo>
                <a:lnTo>
                  <a:pt x="1333879" y="273467"/>
                </a:lnTo>
                <a:lnTo>
                  <a:pt x="1337554" y="274123"/>
                </a:lnTo>
                <a:lnTo>
                  <a:pt x="1341228" y="274739"/>
                </a:lnTo>
                <a:lnTo>
                  <a:pt x="1344903" y="275306"/>
                </a:lnTo>
                <a:lnTo>
                  <a:pt x="1348577" y="275816"/>
                </a:lnTo>
                <a:lnTo>
                  <a:pt x="1352252" y="276263"/>
                </a:lnTo>
                <a:lnTo>
                  <a:pt x="1355927" y="276647"/>
                </a:lnTo>
                <a:lnTo>
                  <a:pt x="1359601" y="276968"/>
                </a:lnTo>
                <a:lnTo>
                  <a:pt x="1363276" y="277231"/>
                </a:lnTo>
                <a:lnTo>
                  <a:pt x="1366950" y="277440"/>
                </a:lnTo>
                <a:lnTo>
                  <a:pt x="1370625" y="277603"/>
                </a:lnTo>
                <a:lnTo>
                  <a:pt x="1374300" y="277726"/>
                </a:lnTo>
                <a:lnTo>
                  <a:pt x="1377974" y="277817"/>
                </a:lnTo>
                <a:lnTo>
                  <a:pt x="1381649" y="277882"/>
                </a:lnTo>
                <a:lnTo>
                  <a:pt x="1385323" y="277926"/>
                </a:lnTo>
                <a:lnTo>
                  <a:pt x="1388998" y="277956"/>
                </a:lnTo>
                <a:lnTo>
                  <a:pt x="1392673" y="277976"/>
                </a:lnTo>
                <a:lnTo>
                  <a:pt x="1396347" y="277989"/>
                </a:lnTo>
                <a:lnTo>
                  <a:pt x="1400022" y="277998"/>
                </a:lnTo>
                <a:lnTo>
                  <a:pt x="1403696" y="278003"/>
                </a:lnTo>
                <a:lnTo>
                  <a:pt x="1407371" y="278006"/>
                </a:lnTo>
                <a:lnTo>
                  <a:pt x="1411046" y="278007"/>
                </a:lnTo>
                <a:lnTo>
                  <a:pt x="1414720" y="278008"/>
                </a:lnTo>
                <a:lnTo>
                  <a:pt x="1418395" y="278009"/>
                </a:lnTo>
                <a:lnTo>
                  <a:pt x="1422069" y="278009"/>
                </a:lnTo>
                <a:lnTo>
                  <a:pt x="1425744" y="278009"/>
                </a:lnTo>
                <a:lnTo>
                  <a:pt x="1429419" y="278009"/>
                </a:lnTo>
                <a:lnTo>
                  <a:pt x="1433093" y="278009"/>
                </a:lnTo>
                <a:lnTo>
                  <a:pt x="1436768" y="278009"/>
                </a:lnTo>
                <a:lnTo>
                  <a:pt x="1440442" y="278009"/>
                </a:lnTo>
                <a:lnTo>
                  <a:pt x="1444117" y="278009"/>
                </a:lnTo>
                <a:lnTo>
                  <a:pt x="1447792" y="278009"/>
                </a:lnTo>
                <a:lnTo>
                  <a:pt x="1451466" y="278009"/>
                </a:lnTo>
                <a:lnTo>
                  <a:pt x="1455141" y="278009"/>
                </a:lnTo>
                <a:lnTo>
                  <a:pt x="1458815" y="278009"/>
                </a:lnTo>
                <a:lnTo>
                  <a:pt x="1462490" y="278009"/>
                </a:lnTo>
                <a:lnTo>
                  <a:pt x="1466165" y="278009"/>
                </a:lnTo>
                <a:lnTo>
                  <a:pt x="1469839" y="278009"/>
                </a:lnTo>
                <a:lnTo>
                  <a:pt x="1473514" y="278009"/>
                </a:lnTo>
                <a:lnTo>
                  <a:pt x="1477188" y="278009"/>
                </a:lnTo>
                <a:lnTo>
                  <a:pt x="1480863" y="278009"/>
                </a:lnTo>
                <a:lnTo>
                  <a:pt x="1484538" y="278009"/>
                </a:lnTo>
                <a:lnTo>
                  <a:pt x="1488212" y="278009"/>
                </a:lnTo>
                <a:lnTo>
                  <a:pt x="1491887" y="278009"/>
                </a:lnTo>
                <a:lnTo>
                  <a:pt x="1495561" y="278009"/>
                </a:lnTo>
                <a:lnTo>
                  <a:pt x="1499236" y="278009"/>
                </a:lnTo>
                <a:lnTo>
                  <a:pt x="1502911" y="278009"/>
                </a:lnTo>
                <a:lnTo>
                  <a:pt x="1506585" y="278009"/>
                </a:lnTo>
                <a:lnTo>
                  <a:pt x="1510260" y="278009"/>
                </a:lnTo>
                <a:lnTo>
                  <a:pt x="1513934" y="278009"/>
                </a:lnTo>
                <a:lnTo>
                  <a:pt x="1517609" y="278009"/>
                </a:lnTo>
                <a:lnTo>
                  <a:pt x="1521284" y="278009"/>
                </a:lnTo>
                <a:lnTo>
                  <a:pt x="1524958" y="278009"/>
                </a:lnTo>
                <a:lnTo>
                  <a:pt x="1528633" y="278009"/>
                </a:lnTo>
                <a:lnTo>
                  <a:pt x="1532307" y="278009"/>
                </a:lnTo>
                <a:lnTo>
                  <a:pt x="1535982" y="278009"/>
                </a:lnTo>
                <a:lnTo>
                  <a:pt x="1539657" y="278009"/>
                </a:lnTo>
                <a:lnTo>
                  <a:pt x="1543331" y="278009"/>
                </a:lnTo>
                <a:lnTo>
                  <a:pt x="1547006" y="278009"/>
                </a:lnTo>
                <a:lnTo>
                  <a:pt x="1550680" y="278009"/>
                </a:lnTo>
                <a:lnTo>
                  <a:pt x="1554355" y="278009"/>
                </a:lnTo>
                <a:lnTo>
                  <a:pt x="1558030" y="278009"/>
                </a:lnTo>
                <a:lnTo>
                  <a:pt x="1561704" y="278009"/>
                </a:lnTo>
                <a:lnTo>
                  <a:pt x="1565379" y="278009"/>
                </a:lnTo>
                <a:lnTo>
                  <a:pt x="1569053" y="278009"/>
                </a:lnTo>
                <a:lnTo>
                  <a:pt x="1572728" y="278009"/>
                </a:lnTo>
                <a:lnTo>
                  <a:pt x="1576403" y="278009"/>
                </a:lnTo>
                <a:lnTo>
                  <a:pt x="1580077" y="278009"/>
                </a:lnTo>
                <a:lnTo>
                  <a:pt x="1583752" y="278009"/>
                </a:lnTo>
                <a:lnTo>
                  <a:pt x="1587426" y="278009"/>
                </a:lnTo>
                <a:lnTo>
                  <a:pt x="1591101" y="278009"/>
                </a:lnTo>
                <a:lnTo>
                  <a:pt x="1594776" y="278009"/>
                </a:lnTo>
                <a:lnTo>
                  <a:pt x="1598450" y="278009"/>
                </a:lnTo>
                <a:lnTo>
                  <a:pt x="1602125" y="278009"/>
                </a:lnTo>
                <a:lnTo>
                  <a:pt x="1605799" y="278009"/>
                </a:lnTo>
                <a:lnTo>
                  <a:pt x="1609474" y="278009"/>
                </a:lnTo>
                <a:lnTo>
                  <a:pt x="1613149" y="278009"/>
                </a:lnTo>
                <a:lnTo>
                  <a:pt x="1616823" y="278009"/>
                </a:lnTo>
                <a:lnTo>
                  <a:pt x="1620498" y="278009"/>
                </a:lnTo>
                <a:lnTo>
                  <a:pt x="1624172" y="278009"/>
                </a:lnTo>
                <a:lnTo>
                  <a:pt x="1627847" y="278009"/>
                </a:lnTo>
                <a:lnTo>
                  <a:pt x="1631522" y="278009"/>
                </a:lnTo>
                <a:lnTo>
                  <a:pt x="1635196" y="278009"/>
                </a:lnTo>
                <a:lnTo>
                  <a:pt x="1638871" y="278009"/>
                </a:lnTo>
                <a:lnTo>
                  <a:pt x="1642545" y="278009"/>
                </a:lnTo>
                <a:lnTo>
                  <a:pt x="1646220" y="278009"/>
                </a:lnTo>
                <a:lnTo>
                  <a:pt x="1649895" y="278009"/>
                </a:lnTo>
                <a:lnTo>
                  <a:pt x="1653569" y="278009"/>
                </a:lnTo>
                <a:lnTo>
                  <a:pt x="1657244" y="278009"/>
                </a:lnTo>
                <a:lnTo>
                  <a:pt x="1660918" y="278009"/>
                </a:lnTo>
                <a:lnTo>
                  <a:pt x="1664593" y="278009"/>
                </a:lnTo>
                <a:lnTo>
                  <a:pt x="1668268" y="278009"/>
                </a:lnTo>
                <a:lnTo>
                  <a:pt x="1671942" y="278009"/>
                </a:lnTo>
                <a:lnTo>
                  <a:pt x="1675617" y="278009"/>
                </a:lnTo>
                <a:lnTo>
                  <a:pt x="1679291" y="278009"/>
                </a:lnTo>
                <a:lnTo>
                  <a:pt x="1682966" y="278009"/>
                </a:lnTo>
                <a:lnTo>
                  <a:pt x="1686641" y="278009"/>
                </a:lnTo>
                <a:lnTo>
                  <a:pt x="1690315" y="278009"/>
                </a:lnTo>
                <a:lnTo>
                  <a:pt x="1693990" y="278009"/>
                </a:lnTo>
                <a:lnTo>
                  <a:pt x="1697664" y="278009"/>
                </a:lnTo>
                <a:lnTo>
                  <a:pt x="1701339" y="278009"/>
                </a:lnTo>
                <a:lnTo>
                  <a:pt x="1705014" y="278009"/>
                </a:lnTo>
                <a:lnTo>
                  <a:pt x="1708688" y="278009"/>
                </a:lnTo>
                <a:lnTo>
                  <a:pt x="1712363" y="278009"/>
                </a:lnTo>
                <a:lnTo>
                  <a:pt x="1716037" y="278009"/>
                </a:lnTo>
                <a:lnTo>
                  <a:pt x="1719712" y="278009"/>
                </a:lnTo>
                <a:lnTo>
                  <a:pt x="1723387" y="278009"/>
                </a:lnTo>
                <a:lnTo>
                  <a:pt x="1727061" y="278009"/>
                </a:lnTo>
                <a:lnTo>
                  <a:pt x="1730736" y="278009"/>
                </a:lnTo>
                <a:lnTo>
                  <a:pt x="1734410" y="278009"/>
                </a:lnTo>
                <a:lnTo>
                  <a:pt x="1738085" y="278009"/>
                </a:lnTo>
                <a:lnTo>
                  <a:pt x="1741760" y="278009"/>
                </a:lnTo>
                <a:lnTo>
                  <a:pt x="1745434" y="278009"/>
                </a:lnTo>
                <a:lnTo>
                  <a:pt x="1749109" y="278009"/>
                </a:lnTo>
                <a:lnTo>
                  <a:pt x="1752783" y="278009"/>
                </a:lnTo>
                <a:lnTo>
                  <a:pt x="1756458" y="278009"/>
                </a:lnTo>
                <a:lnTo>
                  <a:pt x="1760133" y="278009"/>
                </a:lnTo>
                <a:lnTo>
                  <a:pt x="1763807" y="278009"/>
                </a:lnTo>
                <a:lnTo>
                  <a:pt x="1767482" y="278009"/>
                </a:lnTo>
                <a:lnTo>
                  <a:pt x="1771156" y="278009"/>
                </a:lnTo>
                <a:lnTo>
                  <a:pt x="1774831" y="278009"/>
                </a:lnTo>
                <a:lnTo>
                  <a:pt x="1778506" y="278009"/>
                </a:lnTo>
                <a:lnTo>
                  <a:pt x="1782180" y="278009"/>
                </a:lnTo>
                <a:lnTo>
                  <a:pt x="1785855" y="278009"/>
                </a:lnTo>
                <a:lnTo>
                  <a:pt x="1789529" y="278009"/>
                </a:lnTo>
                <a:lnTo>
                  <a:pt x="1793204" y="278009"/>
                </a:lnTo>
                <a:lnTo>
                  <a:pt x="1796879" y="278009"/>
                </a:lnTo>
                <a:lnTo>
                  <a:pt x="1800553" y="278009"/>
                </a:lnTo>
                <a:lnTo>
                  <a:pt x="1804228" y="278009"/>
                </a:lnTo>
                <a:lnTo>
                  <a:pt x="1807902" y="278009"/>
                </a:lnTo>
                <a:lnTo>
                  <a:pt x="1811577" y="278009"/>
                </a:lnTo>
                <a:lnTo>
                  <a:pt x="1815252" y="278009"/>
                </a:lnTo>
                <a:lnTo>
                  <a:pt x="1818926" y="278009"/>
                </a:lnTo>
                <a:lnTo>
                  <a:pt x="1822601" y="278009"/>
                </a:lnTo>
                <a:lnTo>
                  <a:pt x="1826275" y="278009"/>
                </a:lnTo>
                <a:lnTo>
                  <a:pt x="1829950" y="278009"/>
                </a:lnTo>
                <a:lnTo>
                  <a:pt x="1833625" y="278009"/>
                </a:lnTo>
                <a:lnTo>
                  <a:pt x="1837299" y="278009"/>
                </a:lnTo>
                <a:lnTo>
                  <a:pt x="1840974" y="278009"/>
                </a:lnTo>
                <a:lnTo>
                  <a:pt x="1844648" y="278009"/>
                </a:lnTo>
                <a:lnTo>
                  <a:pt x="1848323" y="278009"/>
                </a:lnTo>
                <a:lnTo>
                  <a:pt x="1851998" y="278009"/>
                </a:lnTo>
                <a:lnTo>
                  <a:pt x="1855672" y="278009"/>
                </a:lnTo>
                <a:lnTo>
                  <a:pt x="1859347" y="278009"/>
                </a:lnTo>
                <a:lnTo>
                  <a:pt x="1863021" y="278009"/>
                </a:lnTo>
                <a:lnTo>
                  <a:pt x="1866696" y="278009"/>
                </a:lnTo>
                <a:lnTo>
                  <a:pt x="1870371" y="278009"/>
                </a:lnTo>
                <a:lnTo>
                  <a:pt x="1874045" y="278009"/>
                </a:lnTo>
                <a:lnTo>
                  <a:pt x="1877720" y="278009"/>
                </a:lnTo>
              </a:path>
            </a:pathLst>
          </a:custGeom>
          <a:ln w="27101" cap="flat">
            <a:solidFill>
              <a:srgbClr val="7CAE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2" name="pg182"/>
          <p:cNvSpPr/>
          <p:nvPr/>
        </p:nvSpPr>
        <p:spPr>
          <a:xfrm>
            <a:off x="8856642" y="2553469"/>
            <a:ext cx="1877720" cy="186224"/>
          </a:xfrm>
          <a:custGeom>
            <a:avLst/>
            <a:gdLst/>
            <a:ahLst/>
            <a:cxnLst/>
            <a:rect l="0" t="0" r="0" b="0"/>
            <a:pathLst>
              <a:path w="1877720" h="186224">
                <a:moveTo>
                  <a:pt x="0" y="186123"/>
                </a:moveTo>
                <a:lnTo>
                  <a:pt x="3674" y="186108"/>
                </a:lnTo>
                <a:lnTo>
                  <a:pt x="7349" y="186092"/>
                </a:lnTo>
                <a:lnTo>
                  <a:pt x="11023" y="186077"/>
                </a:lnTo>
                <a:lnTo>
                  <a:pt x="14698" y="186061"/>
                </a:lnTo>
                <a:lnTo>
                  <a:pt x="18372" y="186047"/>
                </a:lnTo>
                <a:lnTo>
                  <a:pt x="22047" y="186034"/>
                </a:lnTo>
                <a:lnTo>
                  <a:pt x="25722" y="186022"/>
                </a:lnTo>
                <a:lnTo>
                  <a:pt x="29396" y="186013"/>
                </a:lnTo>
                <a:lnTo>
                  <a:pt x="33071" y="186006"/>
                </a:lnTo>
                <a:lnTo>
                  <a:pt x="36745" y="186001"/>
                </a:lnTo>
                <a:lnTo>
                  <a:pt x="40420" y="186000"/>
                </a:lnTo>
                <a:lnTo>
                  <a:pt x="44095" y="186001"/>
                </a:lnTo>
                <a:lnTo>
                  <a:pt x="47769" y="186006"/>
                </a:lnTo>
                <a:lnTo>
                  <a:pt x="51444" y="186013"/>
                </a:lnTo>
                <a:lnTo>
                  <a:pt x="55118" y="186023"/>
                </a:lnTo>
                <a:lnTo>
                  <a:pt x="58793" y="186034"/>
                </a:lnTo>
                <a:lnTo>
                  <a:pt x="62468" y="186047"/>
                </a:lnTo>
                <a:lnTo>
                  <a:pt x="66142" y="186060"/>
                </a:lnTo>
                <a:lnTo>
                  <a:pt x="69817" y="186074"/>
                </a:lnTo>
                <a:lnTo>
                  <a:pt x="73491" y="186088"/>
                </a:lnTo>
                <a:lnTo>
                  <a:pt x="77166" y="186101"/>
                </a:lnTo>
                <a:lnTo>
                  <a:pt x="80841" y="186113"/>
                </a:lnTo>
                <a:lnTo>
                  <a:pt x="84515" y="186123"/>
                </a:lnTo>
                <a:lnTo>
                  <a:pt x="88190" y="186131"/>
                </a:lnTo>
                <a:lnTo>
                  <a:pt x="91864" y="186137"/>
                </a:lnTo>
                <a:lnTo>
                  <a:pt x="95539" y="186140"/>
                </a:lnTo>
                <a:lnTo>
                  <a:pt x="99214" y="186139"/>
                </a:lnTo>
                <a:lnTo>
                  <a:pt x="102888" y="186136"/>
                </a:lnTo>
                <a:lnTo>
                  <a:pt x="106563" y="186129"/>
                </a:lnTo>
                <a:lnTo>
                  <a:pt x="110237" y="186118"/>
                </a:lnTo>
                <a:lnTo>
                  <a:pt x="113912" y="186103"/>
                </a:lnTo>
                <a:lnTo>
                  <a:pt x="117587" y="186084"/>
                </a:lnTo>
                <a:lnTo>
                  <a:pt x="121261" y="186062"/>
                </a:lnTo>
                <a:lnTo>
                  <a:pt x="124936" y="186037"/>
                </a:lnTo>
                <a:lnTo>
                  <a:pt x="128610" y="186009"/>
                </a:lnTo>
                <a:lnTo>
                  <a:pt x="132285" y="185977"/>
                </a:lnTo>
                <a:lnTo>
                  <a:pt x="135960" y="185943"/>
                </a:lnTo>
                <a:lnTo>
                  <a:pt x="139634" y="185907"/>
                </a:lnTo>
                <a:lnTo>
                  <a:pt x="143309" y="185870"/>
                </a:lnTo>
                <a:lnTo>
                  <a:pt x="146983" y="185831"/>
                </a:lnTo>
                <a:lnTo>
                  <a:pt x="150658" y="185793"/>
                </a:lnTo>
                <a:lnTo>
                  <a:pt x="154333" y="185755"/>
                </a:lnTo>
                <a:lnTo>
                  <a:pt x="158007" y="185717"/>
                </a:lnTo>
                <a:lnTo>
                  <a:pt x="161682" y="185682"/>
                </a:lnTo>
                <a:lnTo>
                  <a:pt x="165356" y="185649"/>
                </a:lnTo>
                <a:lnTo>
                  <a:pt x="169031" y="185618"/>
                </a:lnTo>
                <a:lnTo>
                  <a:pt x="172706" y="185590"/>
                </a:lnTo>
                <a:lnTo>
                  <a:pt x="176380" y="185565"/>
                </a:lnTo>
                <a:lnTo>
                  <a:pt x="180055" y="185543"/>
                </a:lnTo>
                <a:lnTo>
                  <a:pt x="183729" y="185523"/>
                </a:lnTo>
                <a:lnTo>
                  <a:pt x="187404" y="185506"/>
                </a:lnTo>
                <a:lnTo>
                  <a:pt x="191079" y="185489"/>
                </a:lnTo>
                <a:lnTo>
                  <a:pt x="194753" y="185474"/>
                </a:lnTo>
                <a:lnTo>
                  <a:pt x="198428" y="185458"/>
                </a:lnTo>
                <a:lnTo>
                  <a:pt x="202102" y="185441"/>
                </a:lnTo>
                <a:lnTo>
                  <a:pt x="205777" y="185421"/>
                </a:lnTo>
                <a:lnTo>
                  <a:pt x="209452" y="185398"/>
                </a:lnTo>
                <a:lnTo>
                  <a:pt x="213126" y="185370"/>
                </a:lnTo>
                <a:lnTo>
                  <a:pt x="216801" y="185337"/>
                </a:lnTo>
                <a:lnTo>
                  <a:pt x="220475" y="185297"/>
                </a:lnTo>
                <a:lnTo>
                  <a:pt x="224150" y="185250"/>
                </a:lnTo>
                <a:lnTo>
                  <a:pt x="227825" y="185195"/>
                </a:lnTo>
                <a:lnTo>
                  <a:pt x="231499" y="185132"/>
                </a:lnTo>
                <a:lnTo>
                  <a:pt x="235174" y="185060"/>
                </a:lnTo>
                <a:lnTo>
                  <a:pt x="238848" y="184979"/>
                </a:lnTo>
                <a:lnTo>
                  <a:pt x="242523" y="184889"/>
                </a:lnTo>
                <a:lnTo>
                  <a:pt x="246198" y="184792"/>
                </a:lnTo>
                <a:lnTo>
                  <a:pt x="249872" y="184687"/>
                </a:lnTo>
                <a:lnTo>
                  <a:pt x="253547" y="184574"/>
                </a:lnTo>
                <a:lnTo>
                  <a:pt x="257221" y="184456"/>
                </a:lnTo>
                <a:lnTo>
                  <a:pt x="260896" y="184330"/>
                </a:lnTo>
                <a:lnTo>
                  <a:pt x="264571" y="184199"/>
                </a:lnTo>
                <a:lnTo>
                  <a:pt x="268245" y="184063"/>
                </a:lnTo>
                <a:lnTo>
                  <a:pt x="271920" y="183923"/>
                </a:lnTo>
                <a:lnTo>
                  <a:pt x="275594" y="183779"/>
                </a:lnTo>
                <a:lnTo>
                  <a:pt x="279269" y="183632"/>
                </a:lnTo>
                <a:lnTo>
                  <a:pt x="282944" y="183482"/>
                </a:lnTo>
                <a:lnTo>
                  <a:pt x="286618" y="183329"/>
                </a:lnTo>
                <a:lnTo>
                  <a:pt x="290293" y="183173"/>
                </a:lnTo>
                <a:lnTo>
                  <a:pt x="293967" y="183014"/>
                </a:lnTo>
                <a:lnTo>
                  <a:pt x="297642" y="182852"/>
                </a:lnTo>
                <a:lnTo>
                  <a:pt x="301317" y="182686"/>
                </a:lnTo>
                <a:lnTo>
                  <a:pt x="304991" y="182517"/>
                </a:lnTo>
                <a:lnTo>
                  <a:pt x="308666" y="182344"/>
                </a:lnTo>
                <a:lnTo>
                  <a:pt x="312340" y="182165"/>
                </a:lnTo>
                <a:lnTo>
                  <a:pt x="316015" y="181982"/>
                </a:lnTo>
                <a:lnTo>
                  <a:pt x="319690" y="181792"/>
                </a:lnTo>
                <a:lnTo>
                  <a:pt x="323364" y="181595"/>
                </a:lnTo>
                <a:lnTo>
                  <a:pt x="327039" y="181389"/>
                </a:lnTo>
                <a:lnTo>
                  <a:pt x="330713" y="181175"/>
                </a:lnTo>
                <a:lnTo>
                  <a:pt x="334388" y="180952"/>
                </a:lnTo>
                <a:lnTo>
                  <a:pt x="338063" y="180721"/>
                </a:lnTo>
                <a:lnTo>
                  <a:pt x="341737" y="180479"/>
                </a:lnTo>
                <a:lnTo>
                  <a:pt x="345412" y="180229"/>
                </a:lnTo>
                <a:lnTo>
                  <a:pt x="349086" y="179969"/>
                </a:lnTo>
                <a:lnTo>
                  <a:pt x="352761" y="179701"/>
                </a:lnTo>
                <a:lnTo>
                  <a:pt x="356436" y="179425"/>
                </a:lnTo>
                <a:lnTo>
                  <a:pt x="360110" y="179140"/>
                </a:lnTo>
                <a:lnTo>
                  <a:pt x="363785" y="178850"/>
                </a:lnTo>
                <a:lnTo>
                  <a:pt x="367459" y="178555"/>
                </a:lnTo>
                <a:lnTo>
                  <a:pt x="371134" y="178257"/>
                </a:lnTo>
                <a:lnTo>
                  <a:pt x="374809" y="177957"/>
                </a:lnTo>
                <a:lnTo>
                  <a:pt x="378483" y="177658"/>
                </a:lnTo>
                <a:lnTo>
                  <a:pt x="382158" y="177359"/>
                </a:lnTo>
                <a:lnTo>
                  <a:pt x="385832" y="177065"/>
                </a:lnTo>
                <a:lnTo>
                  <a:pt x="389507" y="176777"/>
                </a:lnTo>
                <a:lnTo>
                  <a:pt x="393182" y="176497"/>
                </a:lnTo>
                <a:lnTo>
                  <a:pt x="396856" y="176226"/>
                </a:lnTo>
                <a:lnTo>
                  <a:pt x="400531" y="175966"/>
                </a:lnTo>
                <a:lnTo>
                  <a:pt x="404205" y="175718"/>
                </a:lnTo>
                <a:lnTo>
                  <a:pt x="407880" y="175482"/>
                </a:lnTo>
                <a:lnTo>
                  <a:pt x="411555" y="175257"/>
                </a:lnTo>
                <a:lnTo>
                  <a:pt x="415229" y="175043"/>
                </a:lnTo>
                <a:lnTo>
                  <a:pt x="418904" y="174840"/>
                </a:lnTo>
                <a:lnTo>
                  <a:pt x="422578" y="174642"/>
                </a:lnTo>
                <a:lnTo>
                  <a:pt x="426253" y="174448"/>
                </a:lnTo>
                <a:lnTo>
                  <a:pt x="429928" y="174252"/>
                </a:lnTo>
                <a:lnTo>
                  <a:pt x="433602" y="174052"/>
                </a:lnTo>
                <a:lnTo>
                  <a:pt x="437277" y="173843"/>
                </a:lnTo>
                <a:lnTo>
                  <a:pt x="440951" y="173620"/>
                </a:lnTo>
                <a:lnTo>
                  <a:pt x="444626" y="173380"/>
                </a:lnTo>
                <a:lnTo>
                  <a:pt x="448301" y="173117"/>
                </a:lnTo>
                <a:lnTo>
                  <a:pt x="451975" y="172828"/>
                </a:lnTo>
                <a:lnTo>
                  <a:pt x="455650" y="172513"/>
                </a:lnTo>
                <a:lnTo>
                  <a:pt x="459324" y="172170"/>
                </a:lnTo>
                <a:lnTo>
                  <a:pt x="462999" y="171800"/>
                </a:lnTo>
                <a:lnTo>
                  <a:pt x="466674" y="171401"/>
                </a:lnTo>
                <a:lnTo>
                  <a:pt x="470348" y="170977"/>
                </a:lnTo>
                <a:lnTo>
                  <a:pt x="474023" y="170527"/>
                </a:lnTo>
                <a:lnTo>
                  <a:pt x="477697" y="170054"/>
                </a:lnTo>
                <a:lnTo>
                  <a:pt x="481372" y="169557"/>
                </a:lnTo>
                <a:lnTo>
                  <a:pt x="485047" y="169043"/>
                </a:lnTo>
                <a:lnTo>
                  <a:pt x="488721" y="168513"/>
                </a:lnTo>
                <a:lnTo>
                  <a:pt x="492396" y="167968"/>
                </a:lnTo>
                <a:lnTo>
                  <a:pt x="496070" y="167411"/>
                </a:lnTo>
                <a:lnTo>
                  <a:pt x="499745" y="166841"/>
                </a:lnTo>
                <a:lnTo>
                  <a:pt x="503420" y="166259"/>
                </a:lnTo>
                <a:lnTo>
                  <a:pt x="507094" y="165665"/>
                </a:lnTo>
                <a:lnTo>
                  <a:pt x="510769" y="165057"/>
                </a:lnTo>
                <a:lnTo>
                  <a:pt x="514443" y="164433"/>
                </a:lnTo>
                <a:lnTo>
                  <a:pt x="518118" y="163792"/>
                </a:lnTo>
                <a:lnTo>
                  <a:pt x="521793" y="163132"/>
                </a:lnTo>
                <a:lnTo>
                  <a:pt x="525467" y="162449"/>
                </a:lnTo>
                <a:lnTo>
                  <a:pt x="529142" y="161742"/>
                </a:lnTo>
                <a:lnTo>
                  <a:pt x="532816" y="161006"/>
                </a:lnTo>
                <a:lnTo>
                  <a:pt x="536491" y="160240"/>
                </a:lnTo>
                <a:lnTo>
                  <a:pt x="540166" y="159437"/>
                </a:lnTo>
                <a:lnTo>
                  <a:pt x="543840" y="158594"/>
                </a:lnTo>
                <a:lnTo>
                  <a:pt x="547515" y="157712"/>
                </a:lnTo>
                <a:lnTo>
                  <a:pt x="551189" y="156791"/>
                </a:lnTo>
                <a:lnTo>
                  <a:pt x="554864" y="155829"/>
                </a:lnTo>
                <a:lnTo>
                  <a:pt x="558539" y="154828"/>
                </a:lnTo>
                <a:lnTo>
                  <a:pt x="562213" y="153789"/>
                </a:lnTo>
                <a:lnTo>
                  <a:pt x="565888" y="152716"/>
                </a:lnTo>
                <a:lnTo>
                  <a:pt x="569562" y="151612"/>
                </a:lnTo>
                <a:lnTo>
                  <a:pt x="573237" y="150481"/>
                </a:lnTo>
                <a:lnTo>
                  <a:pt x="576912" y="149332"/>
                </a:lnTo>
                <a:lnTo>
                  <a:pt x="580586" y="148174"/>
                </a:lnTo>
                <a:lnTo>
                  <a:pt x="584261" y="147012"/>
                </a:lnTo>
                <a:lnTo>
                  <a:pt x="587935" y="145855"/>
                </a:lnTo>
                <a:lnTo>
                  <a:pt x="591610" y="144708"/>
                </a:lnTo>
                <a:lnTo>
                  <a:pt x="595285" y="143576"/>
                </a:lnTo>
                <a:lnTo>
                  <a:pt x="598959" y="142464"/>
                </a:lnTo>
                <a:lnTo>
                  <a:pt x="602634" y="141376"/>
                </a:lnTo>
                <a:lnTo>
                  <a:pt x="606308" y="140311"/>
                </a:lnTo>
                <a:lnTo>
                  <a:pt x="609983" y="139264"/>
                </a:lnTo>
                <a:lnTo>
                  <a:pt x="613658" y="138231"/>
                </a:lnTo>
                <a:lnTo>
                  <a:pt x="617332" y="137206"/>
                </a:lnTo>
                <a:lnTo>
                  <a:pt x="621007" y="136182"/>
                </a:lnTo>
                <a:lnTo>
                  <a:pt x="624681" y="135148"/>
                </a:lnTo>
                <a:lnTo>
                  <a:pt x="628356" y="134098"/>
                </a:lnTo>
                <a:lnTo>
                  <a:pt x="632031" y="133021"/>
                </a:lnTo>
                <a:lnTo>
                  <a:pt x="635705" y="131904"/>
                </a:lnTo>
                <a:lnTo>
                  <a:pt x="639380" y="130744"/>
                </a:lnTo>
                <a:lnTo>
                  <a:pt x="643054" y="129538"/>
                </a:lnTo>
                <a:lnTo>
                  <a:pt x="646729" y="128281"/>
                </a:lnTo>
                <a:lnTo>
                  <a:pt x="650404" y="126974"/>
                </a:lnTo>
                <a:lnTo>
                  <a:pt x="654078" y="125615"/>
                </a:lnTo>
                <a:lnTo>
                  <a:pt x="657753" y="124207"/>
                </a:lnTo>
                <a:lnTo>
                  <a:pt x="661427" y="122752"/>
                </a:lnTo>
                <a:lnTo>
                  <a:pt x="665102" y="121248"/>
                </a:lnTo>
                <a:lnTo>
                  <a:pt x="668777" y="119707"/>
                </a:lnTo>
                <a:lnTo>
                  <a:pt x="672451" y="118133"/>
                </a:lnTo>
                <a:lnTo>
                  <a:pt x="676126" y="116530"/>
                </a:lnTo>
                <a:lnTo>
                  <a:pt x="679800" y="114902"/>
                </a:lnTo>
                <a:lnTo>
                  <a:pt x="683475" y="113255"/>
                </a:lnTo>
                <a:lnTo>
                  <a:pt x="687150" y="111591"/>
                </a:lnTo>
                <a:lnTo>
                  <a:pt x="690824" y="109915"/>
                </a:lnTo>
                <a:lnTo>
                  <a:pt x="694499" y="108230"/>
                </a:lnTo>
                <a:lnTo>
                  <a:pt x="698173" y="106543"/>
                </a:lnTo>
                <a:lnTo>
                  <a:pt x="701848" y="104857"/>
                </a:lnTo>
                <a:lnTo>
                  <a:pt x="705523" y="103177"/>
                </a:lnTo>
                <a:lnTo>
                  <a:pt x="709197" y="101509"/>
                </a:lnTo>
                <a:lnTo>
                  <a:pt x="712872" y="99856"/>
                </a:lnTo>
                <a:lnTo>
                  <a:pt x="716546" y="98222"/>
                </a:lnTo>
                <a:lnTo>
                  <a:pt x="720221" y="96613"/>
                </a:lnTo>
                <a:lnTo>
                  <a:pt x="723896" y="95032"/>
                </a:lnTo>
                <a:lnTo>
                  <a:pt x="727570" y="93485"/>
                </a:lnTo>
                <a:lnTo>
                  <a:pt x="731245" y="91970"/>
                </a:lnTo>
                <a:lnTo>
                  <a:pt x="734919" y="90488"/>
                </a:lnTo>
                <a:lnTo>
                  <a:pt x="738594" y="89036"/>
                </a:lnTo>
                <a:lnTo>
                  <a:pt x="742269" y="87614"/>
                </a:lnTo>
                <a:lnTo>
                  <a:pt x="745943" y="86218"/>
                </a:lnTo>
                <a:lnTo>
                  <a:pt x="749618" y="84843"/>
                </a:lnTo>
                <a:lnTo>
                  <a:pt x="753292" y="83486"/>
                </a:lnTo>
                <a:lnTo>
                  <a:pt x="756967" y="82141"/>
                </a:lnTo>
                <a:lnTo>
                  <a:pt x="760642" y="80801"/>
                </a:lnTo>
                <a:lnTo>
                  <a:pt x="764316" y="79458"/>
                </a:lnTo>
                <a:lnTo>
                  <a:pt x="767991" y="78108"/>
                </a:lnTo>
                <a:lnTo>
                  <a:pt x="771665" y="76744"/>
                </a:lnTo>
                <a:lnTo>
                  <a:pt x="775340" y="75362"/>
                </a:lnTo>
                <a:lnTo>
                  <a:pt x="779015" y="73958"/>
                </a:lnTo>
                <a:lnTo>
                  <a:pt x="782689" y="72526"/>
                </a:lnTo>
                <a:lnTo>
                  <a:pt x="786364" y="71062"/>
                </a:lnTo>
                <a:lnTo>
                  <a:pt x="790038" y="69561"/>
                </a:lnTo>
                <a:lnTo>
                  <a:pt x="793713" y="68023"/>
                </a:lnTo>
                <a:lnTo>
                  <a:pt x="797388" y="66447"/>
                </a:lnTo>
                <a:lnTo>
                  <a:pt x="801062" y="64831"/>
                </a:lnTo>
                <a:lnTo>
                  <a:pt x="804737" y="63175"/>
                </a:lnTo>
                <a:lnTo>
                  <a:pt x="808411" y="61478"/>
                </a:lnTo>
                <a:lnTo>
                  <a:pt x="812086" y="59740"/>
                </a:lnTo>
                <a:lnTo>
                  <a:pt x="815761" y="57962"/>
                </a:lnTo>
                <a:lnTo>
                  <a:pt x="819435" y="56138"/>
                </a:lnTo>
                <a:lnTo>
                  <a:pt x="823110" y="54278"/>
                </a:lnTo>
                <a:lnTo>
                  <a:pt x="826784" y="52383"/>
                </a:lnTo>
                <a:lnTo>
                  <a:pt x="830459" y="50455"/>
                </a:lnTo>
                <a:lnTo>
                  <a:pt x="834134" y="48499"/>
                </a:lnTo>
                <a:lnTo>
                  <a:pt x="837808" y="46516"/>
                </a:lnTo>
                <a:lnTo>
                  <a:pt x="841483" y="44512"/>
                </a:lnTo>
                <a:lnTo>
                  <a:pt x="845157" y="42490"/>
                </a:lnTo>
                <a:lnTo>
                  <a:pt x="848832" y="40455"/>
                </a:lnTo>
                <a:lnTo>
                  <a:pt x="852507" y="38412"/>
                </a:lnTo>
                <a:lnTo>
                  <a:pt x="856181" y="36368"/>
                </a:lnTo>
                <a:lnTo>
                  <a:pt x="859856" y="34329"/>
                </a:lnTo>
                <a:lnTo>
                  <a:pt x="863530" y="32301"/>
                </a:lnTo>
                <a:lnTo>
                  <a:pt x="867205" y="30289"/>
                </a:lnTo>
                <a:lnTo>
                  <a:pt x="870880" y="28300"/>
                </a:lnTo>
                <a:lnTo>
                  <a:pt x="874554" y="26341"/>
                </a:lnTo>
                <a:lnTo>
                  <a:pt x="878229" y="24422"/>
                </a:lnTo>
                <a:lnTo>
                  <a:pt x="881903" y="22555"/>
                </a:lnTo>
                <a:lnTo>
                  <a:pt x="885578" y="20743"/>
                </a:lnTo>
                <a:lnTo>
                  <a:pt x="889253" y="18997"/>
                </a:lnTo>
                <a:lnTo>
                  <a:pt x="892927" y="17323"/>
                </a:lnTo>
                <a:lnTo>
                  <a:pt x="896602" y="15730"/>
                </a:lnTo>
                <a:lnTo>
                  <a:pt x="900276" y="14226"/>
                </a:lnTo>
                <a:lnTo>
                  <a:pt x="903951" y="12819"/>
                </a:lnTo>
                <a:lnTo>
                  <a:pt x="907626" y="11514"/>
                </a:lnTo>
                <a:lnTo>
                  <a:pt x="911300" y="10333"/>
                </a:lnTo>
                <a:lnTo>
                  <a:pt x="914975" y="9267"/>
                </a:lnTo>
                <a:lnTo>
                  <a:pt x="918649" y="8314"/>
                </a:lnTo>
                <a:lnTo>
                  <a:pt x="922324" y="7474"/>
                </a:lnTo>
                <a:lnTo>
                  <a:pt x="925999" y="6743"/>
                </a:lnTo>
                <a:lnTo>
                  <a:pt x="929673" y="6116"/>
                </a:lnTo>
                <a:lnTo>
                  <a:pt x="933348" y="5584"/>
                </a:lnTo>
                <a:lnTo>
                  <a:pt x="937022" y="5138"/>
                </a:lnTo>
                <a:lnTo>
                  <a:pt x="940697" y="4771"/>
                </a:lnTo>
                <a:lnTo>
                  <a:pt x="944372" y="4465"/>
                </a:lnTo>
                <a:lnTo>
                  <a:pt x="948046" y="4202"/>
                </a:lnTo>
                <a:lnTo>
                  <a:pt x="951721" y="3967"/>
                </a:lnTo>
                <a:lnTo>
                  <a:pt x="955395" y="3745"/>
                </a:lnTo>
                <a:lnTo>
                  <a:pt x="959070" y="3526"/>
                </a:lnTo>
                <a:lnTo>
                  <a:pt x="962745" y="3298"/>
                </a:lnTo>
                <a:lnTo>
                  <a:pt x="966419" y="3052"/>
                </a:lnTo>
                <a:lnTo>
                  <a:pt x="970094" y="2783"/>
                </a:lnTo>
                <a:lnTo>
                  <a:pt x="973768" y="2485"/>
                </a:lnTo>
                <a:lnTo>
                  <a:pt x="977443" y="2164"/>
                </a:lnTo>
                <a:lnTo>
                  <a:pt x="981118" y="1824"/>
                </a:lnTo>
                <a:lnTo>
                  <a:pt x="984792" y="1476"/>
                </a:lnTo>
                <a:lnTo>
                  <a:pt x="988467" y="1130"/>
                </a:lnTo>
                <a:lnTo>
                  <a:pt x="992141" y="799"/>
                </a:lnTo>
                <a:lnTo>
                  <a:pt x="995816" y="501"/>
                </a:lnTo>
                <a:lnTo>
                  <a:pt x="999491" y="251"/>
                </a:lnTo>
                <a:lnTo>
                  <a:pt x="1003165" y="78"/>
                </a:lnTo>
                <a:lnTo>
                  <a:pt x="1006840" y="0"/>
                </a:lnTo>
                <a:lnTo>
                  <a:pt x="1010514" y="29"/>
                </a:lnTo>
                <a:lnTo>
                  <a:pt x="1014189" y="181"/>
                </a:lnTo>
                <a:lnTo>
                  <a:pt x="1017864" y="471"/>
                </a:lnTo>
                <a:lnTo>
                  <a:pt x="1021538" y="911"/>
                </a:lnTo>
                <a:lnTo>
                  <a:pt x="1025213" y="1507"/>
                </a:lnTo>
                <a:lnTo>
                  <a:pt x="1028887" y="2269"/>
                </a:lnTo>
                <a:lnTo>
                  <a:pt x="1032562" y="3207"/>
                </a:lnTo>
                <a:lnTo>
                  <a:pt x="1036237" y="4328"/>
                </a:lnTo>
                <a:lnTo>
                  <a:pt x="1039911" y="5610"/>
                </a:lnTo>
                <a:lnTo>
                  <a:pt x="1043586" y="7047"/>
                </a:lnTo>
                <a:lnTo>
                  <a:pt x="1047260" y="8626"/>
                </a:lnTo>
                <a:lnTo>
                  <a:pt x="1050935" y="10337"/>
                </a:lnTo>
                <a:lnTo>
                  <a:pt x="1054610" y="12165"/>
                </a:lnTo>
                <a:lnTo>
                  <a:pt x="1058284" y="14094"/>
                </a:lnTo>
                <a:lnTo>
                  <a:pt x="1061959" y="16109"/>
                </a:lnTo>
                <a:lnTo>
                  <a:pt x="1065633" y="18203"/>
                </a:lnTo>
                <a:lnTo>
                  <a:pt x="1069308" y="20346"/>
                </a:lnTo>
                <a:lnTo>
                  <a:pt x="1072983" y="22528"/>
                </a:lnTo>
                <a:lnTo>
                  <a:pt x="1076657" y="24737"/>
                </a:lnTo>
                <a:lnTo>
                  <a:pt x="1080332" y="26967"/>
                </a:lnTo>
                <a:lnTo>
                  <a:pt x="1084006" y="29212"/>
                </a:lnTo>
                <a:lnTo>
                  <a:pt x="1087681" y="31471"/>
                </a:lnTo>
                <a:lnTo>
                  <a:pt x="1091356" y="33744"/>
                </a:lnTo>
                <a:lnTo>
                  <a:pt x="1095030" y="36037"/>
                </a:lnTo>
                <a:lnTo>
                  <a:pt x="1098705" y="38356"/>
                </a:lnTo>
                <a:lnTo>
                  <a:pt x="1102379" y="40707"/>
                </a:lnTo>
                <a:lnTo>
                  <a:pt x="1106054" y="43096"/>
                </a:lnTo>
                <a:lnTo>
                  <a:pt x="1109729" y="45528"/>
                </a:lnTo>
                <a:lnTo>
                  <a:pt x="1113403" y="48009"/>
                </a:lnTo>
                <a:lnTo>
                  <a:pt x="1117078" y="50542"/>
                </a:lnTo>
                <a:lnTo>
                  <a:pt x="1120752" y="53127"/>
                </a:lnTo>
                <a:lnTo>
                  <a:pt x="1124427" y="55763"/>
                </a:lnTo>
                <a:lnTo>
                  <a:pt x="1128102" y="58449"/>
                </a:lnTo>
                <a:lnTo>
                  <a:pt x="1131776" y="61170"/>
                </a:lnTo>
                <a:lnTo>
                  <a:pt x="1135451" y="63918"/>
                </a:lnTo>
                <a:lnTo>
                  <a:pt x="1139125" y="66682"/>
                </a:lnTo>
                <a:lnTo>
                  <a:pt x="1142800" y="69452"/>
                </a:lnTo>
                <a:lnTo>
                  <a:pt x="1146475" y="72216"/>
                </a:lnTo>
                <a:lnTo>
                  <a:pt x="1150149" y="74965"/>
                </a:lnTo>
                <a:lnTo>
                  <a:pt x="1153824" y="77691"/>
                </a:lnTo>
                <a:lnTo>
                  <a:pt x="1157498" y="80382"/>
                </a:lnTo>
                <a:lnTo>
                  <a:pt x="1161173" y="83035"/>
                </a:lnTo>
                <a:lnTo>
                  <a:pt x="1164848" y="85648"/>
                </a:lnTo>
                <a:lnTo>
                  <a:pt x="1168522" y="88221"/>
                </a:lnTo>
                <a:lnTo>
                  <a:pt x="1172197" y="90752"/>
                </a:lnTo>
                <a:lnTo>
                  <a:pt x="1175871" y="93242"/>
                </a:lnTo>
                <a:lnTo>
                  <a:pt x="1179546" y="95692"/>
                </a:lnTo>
                <a:lnTo>
                  <a:pt x="1183221" y="98101"/>
                </a:lnTo>
                <a:lnTo>
                  <a:pt x="1186895" y="100468"/>
                </a:lnTo>
                <a:lnTo>
                  <a:pt x="1190570" y="102792"/>
                </a:lnTo>
                <a:lnTo>
                  <a:pt x="1194244" y="105074"/>
                </a:lnTo>
                <a:lnTo>
                  <a:pt x="1197919" y="107314"/>
                </a:lnTo>
                <a:lnTo>
                  <a:pt x="1201594" y="109510"/>
                </a:lnTo>
                <a:lnTo>
                  <a:pt x="1205268" y="111662"/>
                </a:lnTo>
                <a:lnTo>
                  <a:pt x="1208943" y="113770"/>
                </a:lnTo>
                <a:lnTo>
                  <a:pt x="1212617" y="115834"/>
                </a:lnTo>
                <a:lnTo>
                  <a:pt x="1216292" y="117855"/>
                </a:lnTo>
                <a:lnTo>
                  <a:pt x="1219967" y="119834"/>
                </a:lnTo>
                <a:lnTo>
                  <a:pt x="1223641" y="121778"/>
                </a:lnTo>
                <a:lnTo>
                  <a:pt x="1227316" y="123695"/>
                </a:lnTo>
                <a:lnTo>
                  <a:pt x="1230990" y="125589"/>
                </a:lnTo>
                <a:lnTo>
                  <a:pt x="1234665" y="127464"/>
                </a:lnTo>
                <a:lnTo>
                  <a:pt x="1238340" y="129324"/>
                </a:lnTo>
                <a:lnTo>
                  <a:pt x="1242014" y="131174"/>
                </a:lnTo>
                <a:lnTo>
                  <a:pt x="1245689" y="133015"/>
                </a:lnTo>
                <a:lnTo>
                  <a:pt x="1249363" y="134847"/>
                </a:lnTo>
                <a:lnTo>
                  <a:pt x="1253038" y="136668"/>
                </a:lnTo>
                <a:lnTo>
                  <a:pt x="1256713" y="138477"/>
                </a:lnTo>
                <a:lnTo>
                  <a:pt x="1260387" y="140269"/>
                </a:lnTo>
                <a:lnTo>
                  <a:pt x="1264062" y="142042"/>
                </a:lnTo>
                <a:lnTo>
                  <a:pt x="1267736" y="143789"/>
                </a:lnTo>
                <a:lnTo>
                  <a:pt x="1271411" y="145509"/>
                </a:lnTo>
                <a:lnTo>
                  <a:pt x="1275086" y="147197"/>
                </a:lnTo>
                <a:lnTo>
                  <a:pt x="1278760" y="148849"/>
                </a:lnTo>
                <a:lnTo>
                  <a:pt x="1282435" y="150463"/>
                </a:lnTo>
                <a:lnTo>
                  <a:pt x="1286109" y="152042"/>
                </a:lnTo>
                <a:lnTo>
                  <a:pt x="1289784" y="153587"/>
                </a:lnTo>
                <a:lnTo>
                  <a:pt x="1293459" y="155100"/>
                </a:lnTo>
                <a:lnTo>
                  <a:pt x="1297133" y="156583"/>
                </a:lnTo>
                <a:lnTo>
                  <a:pt x="1300808" y="158037"/>
                </a:lnTo>
                <a:lnTo>
                  <a:pt x="1304482" y="159464"/>
                </a:lnTo>
                <a:lnTo>
                  <a:pt x="1308157" y="160864"/>
                </a:lnTo>
                <a:lnTo>
                  <a:pt x="1311832" y="162234"/>
                </a:lnTo>
                <a:lnTo>
                  <a:pt x="1315506" y="163574"/>
                </a:lnTo>
                <a:lnTo>
                  <a:pt x="1319181" y="164885"/>
                </a:lnTo>
                <a:lnTo>
                  <a:pt x="1322855" y="166161"/>
                </a:lnTo>
                <a:lnTo>
                  <a:pt x="1326530" y="167401"/>
                </a:lnTo>
                <a:lnTo>
                  <a:pt x="1330205" y="168600"/>
                </a:lnTo>
                <a:lnTo>
                  <a:pt x="1333879" y="169755"/>
                </a:lnTo>
                <a:lnTo>
                  <a:pt x="1337554" y="170862"/>
                </a:lnTo>
                <a:lnTo>
                  <a:pt x="1341228" y="171913"/>
                </a:lnTo>
                <a:lnTo>
                  <a:pt x="1344903" y="172908"/>
                </a:lnTo>
                <a:lnTo>
                  <a:pt x="1348577" y="173849"/>
                </a:lnTo>
                <a:lnTo>
                  <a:pt x="1352252" y="174736"/>
                </a:lnTo>
                <a:lnTo>
                  <a:pt x="1355927" y="175570"/>
                </a:lnTo>
                <a:lnTo>
                  <a:pt x="1359601" y="176352"/>
                </a:lnTo>
                <a:lnTo>
                  <a:pt x="1363276" y="177085"/>
                </a:lnTo>
                <a:lnTo>
                  <a:pt x="1366950" y="177771"/>
                </a:lnTo>
                <a:lnTo>
                  <a:pt x="1370625" y="178412"/>
                </a:lnTo>
                <a:lnTo>
                  <a:pt x="1374300" y="179007"/>
                </a:lnTo>
                <a:lnTo>
                  <a:pt x="1377974" y="179565"/>
                </a:lnTo>
                <a:lnTo>
                  <a:pt x="1381649" y="180088"/>
                </a:lnTo>
                <a:lnTo>
                  <a:pt x="1385323" y="180579"/>
                </a:lnTo>
                <a:lnTo>
                  <a:pt x="1388998" y="181038"/>
                </a:lnTo>
                <a:lnTo>
                  <a:pt x="1392673" y="181468"/>
                </a:lnTo>
                <a:lnTo>
                  <a:pt x="1396347" y="181868"/>
                </a:lnTo>
                <a:lnTo>
                  <a:pt x="1400022" y="182241"/>
                </a:lnTo>
                <a:lnTo>
                  <a:pt x="1403696" y="182581"/>
                </a:lnTo>
                <a:lnTo>
                  <a:pt x="1407371" y="182892"/>
                </a:lnTo>
                <a:lnTo>
                  <a:pt x="1411046" y="183175"/>
                </a:lnTo>
                <a:lnTo>
                  <a:pt x="1414720" y="183430"/>
                </a:lnTo>
                <a:lnTo>
                  <a:pt x="1418395" y="183657"/>
                </a:lnTo>
                <a:lnTo>
                  <a:pt x="1422069" y="183856"/>
                </a:lnTo>
                <a:lnTo>
                  <a:pt x="1425744" y="184029"/>
                </a:lnTo>
                <a:lnTo>
                  <a:pt x="1429419" y="184175"/>
                </a:lnTo>
                <a:lnTo>
                  <a:pt x="1433093" y="184296"/>
                </a:lnTo>
                <a:lnTo>
                  <a:pt x="1436768" y="184393"/>
                </a:lnTo>
                <a:lnTo>
                  <a:pt x="1440442" y="184471"/>
                </a:lnTo>
                <a:lnTo>
                  <a:pt x="1444117" y="184531"/>
                </a:lnTo>
                <a:lnTo>
                  <a:pt x="1447792" y="184578"/>
                </a:lnTo>
                <a:lnTo>
                  <a:pt x="1451466" y="184612"/>
                </a:lnTo>
                <a:lnTo>
                  <a:pt x="1455141" y="184639"/>
                </a:lnTo>
                <a:lnTo>
                  <a:pt x="1458815" y="184659"/>
                </a:lnTo>
                <a:lnTo>
                  <a:pt x="1462490" y="184677"/>
                </a:lnTo>
                <a:lnTo>
                  <a:pt x="1466165" y="184695"/>
                </a:lnTo>
                <a:lnTo>
                  <a:pt x="1469839" y="184715"/>
                </a:lnTo>
                <a:lnTo>
                  <a:pt x="1473514" y="184739"/>
                </a:lnTo>
                <a:lnTo>
                  <a:pt x="1477188" y="184769"/>
                </a:lnTo>
                <a:lnTo>
                  <a:pt x="1480863" y="184806"/>
                </a:lnTo>
                <a:lnTo>
                  <a:pt x="1484538" y="184850"/>
                </a:lnTo>
                <a:lnTo>
                  <a:pt x="1488212" y="184901"/>
                </a:lnTo>
                <a:lnTo>
                  <a:pt x="1491887" y="184959"/>
                </a:lnTo>
                <a:lnTo>
                  <a:pt x="1495561" y="185025"/>
                </a:lnTo>
                <a:lnTo>
                  <a:pt x="1499236" y="185096"/>
                </a:lnTo>
                <a:lnTo>
                  <a:pt x="1502911" y="185172"/>
                </a:lnTo>
                <a:lnTo>
                  <a:pt x="1506585" y="185252"/>
                </a:lnTo>
                <a:lnTo>
                  <a:pt x="1510260" y="185333"/>
                </a:lnTo>
                <a:lnTo>
                  <a:pt x="1513934" y="185415"/>
                </a:lnTo>
                <a:lnTo>
                  <a:pt x="1517609" y="185496"/>
                </a:lnTo>
                <a:lnTo>
                  <a:pt x="1521284" y="185576"/>
                </a:lnTo>
                <a:lnTo>
                  <a:pt x="1524958" y="185653"/>
                </a:lnTo>
                <a:lnTo>
                  <a:pt x="1528633" y="185725"/>
                </a:lnTo>
                <a:lnTo>
                  <a:pt x="1532307" y="185793"/>
                </a:lnTo>
                <a:lnTo>
                  <a:pt x="1535982" y="185855"/>
                </a:lnTo>
                <a:lnTo>
                  <a:pt x="1539657" y="185912"/>
                </a:lnTo>
                <a:lnTo>
                  <a:pt x="1543331" y="185962"/>
                </a:lnTo>
                <a:lnTo>
                  <a:pt x="1547006" y="186008"/>
                </a:lnTo>
                <a:lnTo>
                  <a:pt x="1550680" y="186047"/>
                </a:lnTo>
                <a:lnTo>
                  <a:pt x="1554355" y="186081"/>
                </a:lnTo>
                <a:lnTo>
                  <a:pt x="1558030" y="186109"/>
                </a:lnTo>
                <a:lnTo>
                  <a:pt x="1561704" y="186133"/>
                </a:lnTo>
                <a:lnTo>
                  <a:pt x="1565379" y="186153"/>
                </a:lnTo>
                <a:lnTo>
                  <a:pt x="1569053" y="186169"/>
                </a:lnTo>
                <a:lnTo>
                  <a:pt x="1572728" y="186182"/>
                </a:lnTo>
                <a:lnTo>
                  <a:pt x="1576403" y="186192"/>
                </a:lnTo>
                <a:lnTo>
                  <a:pt x="1580077" y="186200"/>
                </a:lnTo>
                <a:lnTo>
                  <a:pt x="1583752" y="186207"/>
                </a:lnTo>
                <a:lnTo>
                  <a:pt x="1587426" y="186211"/>
                </a:lnTo>
                <a:lnTo>
                  <a:pt x="1591101" y="186215"/>
                </a:lnTo>
                <a:lnTo>
                  <a:pt x="1594776" y="186217"/>
                </a:lnTo>
                <a:lnTo>
                  <a:pt x="1598450" y="186219"/>
                </a:lnTo>
                <a:lnTo>
                  <a:pt x="1602125" y="186221"/>
                </a:lnTo>
                <a:lnTo>
                  <a:pt x="1605799" y="186222"/>
                </a:lnTo>
                <a:lnTo>
                  <a:pt x="1609474" y="186222"/>
                </a:lnTo>
                <a:lnTo>
                  <a:pt x="1613149" y="186223"/>
                </a:lnTo>
                <a:lnTo>
                  <a:pt x="1616823" y="186223"/>
                </a:lnTo>
                <a:lnTo>
                  <a:pt x="1620498" y="186224"/>
                </a:lnTo>
                <a:lnTo>
                  <a:pt x="1624172" y="186224"/>
                </a:lnTo>
                <a:lnTo>
                  <a:pt x="1627847" y="186224"/>
                </a:lnTo>
                <a:lnTo>
                  <a:pt x="1631522" y="186224"/>
                </a:lnTo>
                <a:lnTo>
                  <a:pt x="1635196" y="186224"/>
                </a:lnTo>
                <a:lnTo>
                  <a:pt x="1638871" y="186224"/>
                </a:lnTo>
                <a:lnTo>
                  <a:pt x="1642545" y="186224"/>
                </a:lnTo>
                <a:lnTo>
                  <a:pt x="1646220" y="186224"/>
                </a:lnTo>
                <a:lnTo>
                  <a:pt x="1649895" y="186224"/>
                </a:lnTo>
                <a:lnTo>
                  <a:pt x="1653569" y="186224"/>
                </a:lnTo>
                <a:lnTo>
                  <a:pt x="1657244" y="186224"/>
                </a:lnTo>
                <a:lnTo>
                  <a:pt x="1660918" y="186224"/>
                </a:lnTo>
                <a:lnTo>
                  <a:pt x="1664593" y="186224"/>
                </a:lnTo>
                <a:lnTo>
                  <a:pt x="1668268" y="186224"/>
                </a:lnTo>
                <a:lnTo>
                  <a:pt x="1671942" y="186224"/>
                </a:lnTo>
                <a:lnTo>
                  <a:pt x="1675617" y="186224"/>
                </a:lnTo>
                <a:lnTo>
                  <a:pt x="1679291" y="186224"/>
                </a:lnTo>
                <a:lnTo>
                  <a:pt x="1682966" y="186224"/>
                </a:lnTo>
                <a:lnTo>
                  <a:pt x="1686641" y="186224"/>
                </a:lnTo>
                <a:lnTo>
                  <a:pt x="1690315" y="186224"/>
                </a:lnTo>
                <a:lnTo>
                  <a:pt x="1693990" y="186224"/>
                </a:lnTo>
                <a:lnTo>
                  <a:pt x="1697664" y="186224"/>
                </a:lnTo>
                <a:lnTo>
                  <a:pt x="1701339" y="186224"/>
                </a:lnTo>
                <a:lnTo>
                  <a:pt x="1705014" y="186224"/>
                </a:lnTo>
                <a:lnTo>
                  <a:pt x="1708688" y="186224"/>
                </a:lnTo>
                <a:lnTo>
                  <a:pt x="1712363" y="186224"/>
                </a:lnTo>
                <a:lnTo>
                  <a:pt x="1716037" y="186224"/>
                </a:lnTo>
                <a:lnTo>
                  <a:pt x="1719712" y="186224"/>
                </a:lnTo>
                <a:lnTo>
                  <a:pt x="1723387" y="186224"/>
                </a:lnTo>
                <a:lnTo>
                  <a:pt x="1727061" y="186224"/>
                </a:lnTo>
                <a:lnTo>
                  <a:pt x="1730736" y="186224"/>
                </a:lnTo>
                <a:lnTo>
                  <a:pt x="1734410" y="186224"/>
                </a:lnTo>
                <a:lnTo>
                  <a:pt x="1738085" y="186224"/>
                </a:lnTo>
                <a:lnTo>
                  <a:pt x="1741760" y="186224"/>
                </a:lnTo>
                <a:lnTo>
                  <a:pt x="1745434" y="186224"/>
                </a:lnTo>
                <a:lnTo>
                  <a:pt x="1749109" y="186224"/>
                </a:lnTo>
                <a:lnTo>
                  <a:pt x="1752783" y="186224"/>
                </a:lnTo>
                <a:lnTo>
                  <a:pt x="1756458" y="186224"/>
                </a:lnTo>
                <a:lnTo>
                  <a:pt x="1760133" y="186224"/>
                </a:lnTo>
                <a:lnTo>
                  <a:pt x="1763807" y="186224"/>
                </a:lnTo>
                <a:lnTo>
                  <a:pt x="1767482" y="186224"/>
                </a:lnTo>
                <a:lnTo>
                  <a:pt x="1771156" y="186224"/>
                </a:lnTo>
                <a:lnTo>
                  <a:pt x="1774831" y="186224"/>
                </a:lnTo>
                <a:lnTo>
                  <a:pt x="1778506" y="186224"/>
                </a:lnTo>
                <a:lnTo>
                  <a:pt x="1782180" y="186224"/>
                </a:lnTo>
                <a:lnTo>
                  <a:pt x="1785855" y="186224"/>
                </a:lnTo>
                <a:lnTo>
                  <a:pt x="1789529" y="186224"/>
                </a:lnTo>
                <a:lnTo>
                  <a:pt x="1793204" y="186224"/>
                </a:lnTo>
                <a:lnTo>
                  <a:pt x="1796879" y="186224"/>
                </a:lnTo>
                <a:lnTo>
                  <a:pt x="1800553" y="186224"/>
                </a:lnTo>
                <a:lnTo>
                  <a:pt x="1804228" y="186224"/>
                </a:lnTo>
                <a:lnTo>
                  <a:pt x="1807902" y="186224"/>
                </a:lnTo>
                <a:lnTo>
                  <a:pt x="1811577" y="186224"/>
                </a:lnTo>
                <a:lnTo>
                  <a:pt x="1815252" y="186224"/>
                </a:lnTo>
                <a:lnTo>
                  <a:pt x="1818926" y="186224"/>
                </a:lnTo>
                <a:lnTo>
                  <a:pt x="1822601" y="186224"/>
                </a:lnTo>
                <a:lnTo>
                  <a:pt x="1826275" y="186224"/>
                </a:lnTo>
                <a:lnTo>
                  <a:pt x="1829950" y="186224"/>
                </a:lnTo>
                <a:lnTo>
                  <a:pt x="1833625" y="186224"/>
                </a:lnTo>
                <a:lnTo>
                  <a:pt x="1837299" y="186224"/>
                </a:lnTo>
                <a:lnTo>
                  <a:pt x="1840974" y="186224"/>
                </a:lnTo>
                <a:lnTo>
                  <a:pt x="1844648" y="186224"/>
                </a:lnTo>
                <a:lnTo>
                  <a:pt x="1848323" y="186224"/>
                </a:lnTo>
                <a:lnTo>
                  <a:pt x="1851998" y="186224"/>
                </a:lnTo>
                <a:lnTo>
                  <a:pt x="1855672" y="186224"/>
                </a:lnTo>
                <a:lnTo>
                  <a:pt x="1859347" y="186224"/>
                </a:lnTo>
                <a:lnTo>
                  <a:pt x="1863021" y="186224"/>
                </a:lnTo>
                <a:lnTo>
                  <a:pt x="1866696" y="186224"/>
                </a:lnTo>
                <a:lnTo>
                  <a:pt x="1870371" y="186224"/>
                </a:lnTo>
                <a:lnTo>
                  <a:pt x="1874045" y="186224"/>
                </a:lnTo>
                <a:lnTo>
                  <a:pt x="1877720" y="186224"/>
                </a:lnTo>
                <a:lnTo>
                  <a:pt x="1874045" y="186224"/>
                </a:lnTo>
                <a:lnTo>
                  <a:pt x="1870371" y="186224"/>
                </a:lnTo>
                <a:lnTo>
                  <a:pt x="1866696" y="186224"/>
                </a:lnTo>
                <a:lnTo>
                  <a:pt x="1863021" y="186224"/>
                </a:lnTo>
                <a:lnTo>
                  <a:pt x="1859347" y="186224"/>
                </a:lnTo>
                <a:lnTo>
                  <a:pt x="1855672" y="186224"/>
                </a:lnTo>
                <a:lnTo>
                  <a:pt x="1851998" y="186224"/>
                </a:lnTo>
                <a:lnTo>
                  <a:pt x="1848323" y="186224"/>
                </a:lnTo>
                <a:lnTo>
                  <a:pt x="1844648" y="186224"/>
                </a:lnTo>
                <a:lnTo>
                  <a:pt x="1840974" y="186224"/>
                </a:lnTo>
                <a:lnTo>
                  <a:pt x="1837299" y="186224"/>
                </a:lnTo>
                <a:lnTo>
                  <a:pt x="1833625" y="186224"/>
                </a:lnTo>
                <a:lnTo>
                  <a:pt x="1829950" y="186224"/>
                </a:lnTo>
                <a:lnTo>
                  <a:pt x="1826275" y="186224"/>
                </a:lnTo>
                <a:lnTo>
                  <a:pt x="1822601" y="186224"/>
                </a:lnTo>
                <a:lnTo>
                  <a:pt x="1818926" y="186224"/>
                </a:lnTo>
                <a:lnTo>
                  <a:pt x="1815252" y="186224"/>
                </a:lnTo>
                <a:lnTo>
                  <a:pt x="1811577" y="186224"/>
                </a:lnTo>
                <a:lnTo>
                  <a:pt x="1807902" y="186224"/>
                </a:lnTo>
                <a:lnTo>
                  <a:pt x="1804228" y="186224"/>
                </a:lnTo>
                <a:lnTo>
                  <a:pt x="1800553" y="186224"/>
                </a:lnTo>
                <a:lnTo>
                  <a:pt x="1796879" y="186224"/>
                </a:lnTo>
                <a:lnTo>
                  <a:pt x="1793204" y="186224"/>
                </a:lnTo>
                <a:lnTo>
                  <a:pt x="1789529" y="186224"/>
                </a:lnTo>
                <a:lnTo>
                  <a:pt x="1785855" y="186224"/>
                </a:lnTo>
                <a:lnTo>
                  <a:pt x="1782180" y="186224"/>
                </a:lnTo>
                <a:lnTo>
                  <a:pt x="1778506" y="186224"/>
                </a:lnTo>
                <a:lnTo>
                  <a:pt x="1774831" y="186224"/>
                </a:lnTo>
                <a:lnTo>
                  <a:pt x="1771156" y="186224"/>
                </a:lnTo>
                <a:lnTo>
                  <a:pt x="1767482" y="186224"/>
                </a:lnTo>
                <a:lnTo>
                  <a:pt x="1763807" y="186224"/>
                </a:lnTo>
                <a:lnTo>
                  <a:pt x="1760133" y="186224"/>
                </a:lnTo>
                <a:lnTo>
                  <a:pt x="1756458" y="186224"/>
                </a:lnTo>
                <a:lnTo>
                  <a:pt x="1752783" y="186224"/>
                </a:lnTo>
                <a:lnTo>
                  <a:pt x="1749109" y="186224"/>
                </a:lnTo>
                <a:lnTo>
                  <a:pt x="1745434" y="186224"/>
                </a:lnTo>
                <a:lnTo>
                  <a:pt x="1741760" y="186224"/>
                </a:lnTo>
                <a:lnTo>
                  <a:pt x="1738085" y="186224"/>
                </a:lnTo>
                <a:lnTo>
                  <a:pt x="1734410" y="186224"/>
                </a:lnTo>
                <a:lnTo>
                  <a:pt x="1730736" y="186224"/>
                </a:lnTo>
                <a:lnTo>
                  <a:pt x="1727061" y="186224"/>
                </a:lnTo>
                <a:lnTo>
                  <a:pt x="1723387" y="186224"/>
                </a:lnTo>
                <a:lnTo>
                  <a:pt x="1719712" y="186224"/>
                </a:lnTo>
                <a:lnTo>
                  <a:pt x="1716037" y="186224"/>
                </a:lnTo>
                <a:lnTo>
                  <a:pt x="1712363" y="186224"/>
                </a:lnTo>
                <a:lnTo>
                  <a:pt x="1708688" y="186224"/>
                </a:lnTo>
                <a:lnTo>
                  <a:pt x="1705014" y="186224"/>
                </a:lnTo>
                <a:lnTo>
                  <a:pt x="1701339" y="186224"/>
                </a:lnTo>
                <a:lnTo>
                  <a:pt x="1697664" y="186224"/>
                </a:lnTo>
                <a:lnTo>
                  <a:pt x="1693990" y="186224"/>
                </a:lnTo>
                <a:lnTo>
                  <a:pt x="1690315" y="186224"/>
                </a:lnTo>
                <a:lnTo>
                  <a:pt x="1686641" y="186224"/>
                </a:lnTo>
                <a:lnTo>
                  <a:pt x="1682966" y="186224"/>
                </a:lnTo>
                <a:lnTo>
                  <a:pt x="1679291" y="186224"/>
                </a:lnTo>
                <a:lnTo>
                  <a:pt x="1675617" y="186224"/>
                </a:lnTo>
                <a:lnTo>
                  <a:pt x="1671942" y="186224"/>
                </a:lnTo>
                <a:lnTo>
                  <a:pt x="1668268" y="186224"/>
                </a:lnTo>
                <a:lnTo>
                  <a:pt x="1664593" y="186224"/>
                </a:lnTo>
                <a:lnTo>
                  <a:pt x="1660918" y="186224"/>
                </a:lnTo>
                <a:lnTo>
                  <a:pt x="1657244" y="186224"/>
                </a:lnTo>
                <a:lnTo>
                  <a:pt x="1653569" y="186224"/>
                </a:lnTo>
                <a:lnTo>
                  <a:pt x="1649895" y="186224"/>
                </a:lnTo>
                <a:lnTo>
                  <a:pt x="1646220" y="186224"/>
                </a:lnTo>
                <a:lnTo>
                  <a:pt x="1642545" y="186224"/>
                </a:lnTo>
                <a:lnTo>
                  <a:pt x="1638871" y="186224"/>
                </a:lnTo>
                <a:lnTo>
                  <a:pt x="1635196" y="186224"/>
                </a:lnTo>
                <a:lnTo>
                  <a:pt x="1631522" y="186224"/>
                </a:lnTo>
                <a:lnTo>
                  <a:pt x="1627847" y="186224"/>
                </a:lnTo>
                <a:lnTo>
                  <a:pt x="1624172" y="186224"/>
                </a:lnTo>
                <a:lnTo>
                  <a:pt x="1620498" y="186224"/>
                </a:lnTo>
                <a:lnTo>
                  <a:pt x="1616823" y="186224"/>
                </a:lnTo>
                <a:lnTo>
                  <a:pt x="1613149" y="186224"/>
                </a:lnTo>
                <a:lnTo>
                  <a:pt x="1609474" y="186224"/>
                </a:lnTo>
                <a:lnTo>
                  <a:pt x="1605799" y="186224"/>
                </a:lnTo>
                <a:lnTo>
                  <a:pt x="1602125" y="186224"/>
                </a:lnTo>
                <a:lnTo>
                  <a:pt x="1598450" y="186224"/>
                </a:lnTo>
                <a:lnTo>
                  <a:pt x="1594776" y="186224"/>
                </a:lnTo>
                <a:lnTo>
                  <a:pt x="1591101" y="186224"/>
                </a:lnTo>
                <a:lnTo>
                  <a:pt x="1587426" y="186224"/>
                </a:lnTo>
                <a:lnTo>
                  <a:pt x="1583752" y="186224"/>
                </a:lnTo>
                <a:lnTo>
                  <a:pt x="1580077" y="186224"/>
                </a:lnTo>
                <a:lnTo>
                  <a:pt x="1576403" y="186224"/>
                </a:lnTo>
                <a:lnTo>
                  <a:pt x="1572728" y="186224"/>
                </a:lnTo>
                <a:lnTo>
                  <a:pt x="1569053" y="186224"/>
                </a:lnTo>
                <a:lnTo>
                  <a:pt x="1565379" y="186224"/>
                </a:lnTo>
                <a:lnTo>
                  <a:pt x="1561704" y="186224"/>
                </a:lnTo>
                <a:lnTo>
                  <a:pt x="1558030" y="186224"/>
                </a:lnTo>
                <a:lnTo>
                  <a:pt x="1554355" y="186224"/>
                </a:lnTo>
                <a:lnTo>
                  <a:pt x="1550680" y="186224"/>
                </a:lnTo>
                <a:lnTo>
                  <a:pt x="1547006" y="186224"/>
                </a:lnTo>
                <a:lnTo>
                  <a:pt x="1543331" y="186224"/>
                </a:lnTo>
                <a:lnTo>
                  <a:pt x="1539657" y="186224"/>
                </a:lnTo>
                <a:lnTo>
                  <a:pt x="1535982" y="186224"/>
                </a:lnTo>
                <a:lnTo>
                  <a:pt x="1532307" y="186224"/>
                </a:lnTo>
                <a:lnTo>
                  <a:pt x="1528633" y="186224"/>
                </a:lnTo>
                <a:lnTo>
                  <a:pt x="1524958" y="186224"/>
                </a:lnTo>
                <a:lnTo>
                  <a:pt x="1521284" y="186224"/>
                </a:lnTo>
                <a:lnTo>
                  <a:pt x="1517609" y="186224"/>
                </a:lnTo>
                <a:lnTo>
                  <a:pt x="1513934" y="186224"/>
                </a:lnTo>
                <a:lnTo>
                  <a:pt x="1510260" y="186224"/>
                </a:lnTo>
                <a:lnTo>
                  <a:pt x="1506585" y="186224"/>
                </a:lnTo>
                <a:lnTo>
                  <a:pt x="1502911" y="186224"/>
                </a:lnTo>
                <a:lnTo>
                  <a:pt x="1499236" y="186224"/>
                </a:lnTo>
                <a:lnTo>
                  <a:pt x="1495561" y="186224"/>
                </a:lnTo>
                <a:lnTo>
                  <a:pt x="1491887" y="186224"/>
                </a:lnTo>
                <a:lnTo>
                  <a:pt x="1488212" y="186224"/>
                </a:lnTo>
                <a:lnTo>
                  <a:pt x="1484538" y="186224"/>
                </a:lnTo>
                <a:lnTo>
                  <a:pt x="1480863" y="186224"/>
                </a:lnTo>
                <a:lnTo>
                  <a:pt x="1477188" y="186224"/>
                </a:lnTo>
                <a:lnTo>
                  <a:pt x="1473514" y="186224"/>
                </a:lnTo>
                <a:lnTo>
                  <a:pt x="1469839" y="186224"/>
                </a:lnTo>
                <a:lnTo>
                  <a:pt x="1466165" y="186224"/>
                </a:lnTo>
                <a:lnTo>
                  <a:pt x="1462490" y="186224"/>
                </a:lnTo>
                <a:lnTo>
                  <a:pt x="1458815" y="186224"/>
                </a:lnTo>
                <a:lnTo>
                  <a:pt x="1455141" y="186224"/>
                </a:lnTo>
                <a:lnTo>
                  <a:pt x="1451466" y="186224"/>
                </a:lnTo>
                <a:lnTo>
                  <a:pt x="1447792" y="186224"/>
                </a:lnTo>
                <a:lnTo>
                  <a:pt x="1444117" y="186224"/>
                </a:lnTo>
                <a:lnTo>
                  <a:pt x="1440442" y="186224"/>
                </a:lnTo>
                <a:lnTo>
                  <a:pt x="1436768" y="186224"/>
                </a:lnTo>
                <a:lnTo>
                  <a:pt x="1433093" y="186224"/>
                </a:lnTo>
                <a:lnTo>
                  <a:pt x="1429419" y="186224"/>
                </a:lnTo>
                <a:lnTo>
                  <a:pt x="1425744" y="186224"/>
                </a:lnTo>
                <a:lnTo>
                  <a:pt x="1422069" y="186224"/>
                </a:lnTo>
                <a:lnTo>
                  <a:pt x="1418395" y="186224"/>
                </a:lnTo>
                <a:lnTo>
                  <a:pt x="1414720" y="186224"/>
                </a:lnTo>
                <a:lnTo>
                  <a:pt x="1411046" y="186224"/>
                </a:lnTo>
                <a:lnTo>
                  <a:pt x="1407371" y="186224"/>
                </a:lnTo>
                <a:lnTo>
                  <a:pt x="1403696" y="186224"/>
                </a:lnTo>
                <a:lnTo>
                  <a:pt x="1400022" y="186224"/>
                </a:lnTo>
                <a:lnTo>
                  <a:pt x="1396347" y="186224"/>
                </a:lnTo>
                <a:lnTo>
                  <a:pt x="1392673" y="186224"/>
                </a:lnTo>
                <a:lnTo>
                  <a:pt x="1388998" y="186224"/>
                </a:lnTo>
                <a:lnTo>
                  <a:pt x="1385323" y="186224"/>
                </a:lnTo>
                <a:lnTo>
                  <a:pt x="1381649" y="186224"/>
                </a:lnTo>
                <a:lnTo>
                  <a:pt x="1377974" y="186224"/>
                </a:lnTo>
                <a:lnTo>
                  <a:pt x="1374300" y="186224"/>
                </a:lnTo>
                <a:lnTo>
                  <a:pt x="1370625" y="186224"/>
                </a:lnTo>
                <a:lnTo>
                  <a:pt x="1366950" y="186224"/>
                </a:lnTo>
                <a:lnTo>
                  <a:pt x="1363276" y="186224"/>
                </a:lnTo>
                <a:lnTo>
                  <a:pt x="1359601" y="186224"/>
                </a:lnTo>
                <a:lnTo>
                  <a:pt x="1355927" y="186224"/>
                </a:lnTo>
                <a:lnTo>
                  <a:pt x="1352252" y="186224"/>
                </a:lnTo>
                <a:lnTo>
                  <a:pt x="1348577" y="186224"/>
                </a:lnTo>
                <a:lnTo>
                  <a:pt x="1344903" y="186224"/>
                </a:lnTo>
                <a:lnTo>
                  <a:pt x="1341228" y="186224"/>
                </a:lnTo>
                <a:lnTo>
                  <a:pt x="1337554" y="186224"/>
                </a:lnTo>
                <a:lnTo>
                  <a:pt x="1333879" y="186224"/>
                </a:lnTo>
                <a:lnTo>
                  <a:pt x="1330205" y="186224"/>
                </a:lnTo>
                <a:lnTo>
                  <a:pt x="1326530" y="186224"/>
                </a:lnTo>
                <a:lnTo>
                  <a:pt x="1322855" y="186224"/>
                </a:lnTo>
                <a:lnTo>
                  <a:pt x="1319181" y="186224"/>
                </a:lnTo>
                <a:lnTo>
                  <a:pt x="1315506" y="186224"/>
                </a:lnTo>
                <a:lnTo>
                  <a:pt x="1311832" y="186224"/>
                </a:lnTo>
                <a:lnTo>
                  <a:pt x="1308157" y="186224"/>
                </a:lnTo>
                <a:lnTo>
                  <a:pt x="1304482" y="186224"/>
                </a:lnTo>
                <a:lnTo>
                  <a:pt x="1300808" y="186224"/>
                </a:lnTo>
                <a:lnTo>
                  <a:pt x="1297133" y="186224"/>
                </a:lnTo>
                <a:lnTo>
                  <a:pt x="1293459" y="186224"/>
                </a:lnTo>
                <a:lnTo>
                  <a:pt x="1289784" y="186224"/>
                </a:lnTo>
                <a:lnTo>
                  <a:pt x="1286109" y="186224"/>
                </a:lnTo>
                <a:lnTo>
                  <a:pt x="1282435" y="186224"/>
                </a:lnTo>
                <a:lnTo>
                  <a:pt x="1278760" y="186224"/>
                </a:lnTo>
                <a:lnTo>
                  <a:pt x="1275086" y="186224"/>
                </a:lnTo>
                <a:lnTo>
                  <a:pt x="1271411" y="186224"/>
                </a:lnTo>
                <a:lnTo>
                  <a:pt x="1267736" y="186224"/>
                </a:lnTo>
                <a:lnTo>
                  <a:pt x="1264062" y="186224"/>
                </a:lnTo>
                <a:lnTo>
                  <a:pt x="1260387" y="186224"/>
                </a:lnTo>
                <a:lnTo>
                  <a:pt x="1256713" y="186224"/>
                </a:lnTo>
                <a:lnTo>
                  <a:pt x="1253038" y="186224"/>
                </a:lnTo>
                <a:lnTo>
                  <a:pt x="1249363" y="186224"/>
                </a:lnTo>
                <a:lnTo>
                  <a:pt x="1245689" y="186224"/>
                </a:lnTo>
                <a:lnTo>
                  <a:pt x="1242014" y="186224"/>
                </a:lnTo>
                <a:lnTo>
                  <a:pt x="1238340" y="186224"/>
                </a:lnTo>
                <a:lnTo>
                  <a:pt x="1234665" y="186224"/>
                </a:lnTo>
                <a:lnTo>
                  <a:pt x="1230990" y="186224"/>
                </a:lnTo>
                <a:lnTo>
                  <a:pt x="1227316" y="186224"/>
                </a:lnTo>
                <a:lnTo>
                  <a:pt x="1223641" y="186224"/>
                </a:lnTo>
                <a:lnTo>
                  <a:pt x="1219967" y="186224"/>
                </a:lnTo>
                <a:lnTo>
                  <a:pt x="1216292" y="186224"/>
                </a:lnTo>
                <a:lnTo>
                  <a:pt x="1212617" y="186224"/>
                </a:lnTo>
                <a:lnTo>
                  <a:pt x="1208943" y="186224"/>
                </a:lnTo>
                <a:lnTo>
                  <a:pt x="1205268" y="186224"/>
                </a:lnTo>
                <a:lnTo>
                  <a:pt x="1201594" y="186224"/>
                </a:lnTo>
                <a:lnTo>
                  <a:pt x="1197919" y="186224"/>
                </a:lnTo>
                <a:lnTo>
                  <a:pt x="1194244" y="186224"/>
                </a:lnTo>
                <a:lnTo>
                  <a:pt x="1190570" y="186224"/>
                </a:lnTo>
                <a:lnTo>
                  <a:pt x="1186895" y="186224"/>
                </a:lnTo>
                <a:lnTo>
                  <a:pt x="1183221" y="186224"/>
                </a:lnTo>
                <a:lnTo>
                  <a:pt x="1179546" y="186224"/>
                </a:lnTo>
                <a:lnTo>
                  <a:pt x="1175871" y="186224"/>
                </a:lnTo>
                <a:lnTo>
                  <a:pt x="1172197" y="186224"/>
                </a:lnTo>
                <a:lnTo>
                  <a:pt x="1168522" y="186224"/>
                </a:lnTo>
                <a:lnTo>
                  <a:pt x="1164848" y="186224"/>
                </a:lnTo>
                <a:lnTo>
                  <a:pt x="1161173" y="186224"/>
                </a:lnTo>
                <a:lnTo>
                  <a:pt x="1157498" y="186224"/>
                </a:lnTo>
                <a:lnTo>
                  <a:pt x="1153824" y="186224"/>
                </a:lnTo>
                <a:lnTo>
                  <a:pt x="1150149" y="186224"/>
                </a:lnTo>
                <a:lnTo>
                  <a:pt x="1146475" y="186224"/>
                </a:lnTo>
                <a:lnTo>
                  <a:pt x="1142800" y="186224"/>
                </a:lnTo>
                <a:lnTo>
                  <a:pt x="1139125" y="186224"/>
                </a:lnTo>
                <a:lnTo>
                  <a:pt x="1135451" y="186224"/>
                </a:lnTo>
                <a:lnTo>
                  <a:pt x="1131776" y="186224"/>
                </a:lnTo>
                <a:lnTo>
                  <a:pt x="1128102" y="186224"/>
                </a:lnTo>
                <a:lnTo>
                  <a:pt x="1124427" y="186224"/>
                </a:lnTo>
                <a:lnTo>
                  <a:pt x="1120752" y="186224"/>
                </a:lnTo>
                <a:lnTo>
                  <a:pt x="1117078" y="186224"/>
                </a:lnTo>
                <a:lnTo>
                  <a:pt x="1113403" y="186224"/>
                </a:lnTo>
                <a:lnTo>
                  <a:pt x="1109729" y="186224"/>
                </a:lnTo>
                <a:lnTo>
                  <a:pt x="1106054" y="186224"/>
                </a:lnTo>
                <a:lnTo>
                  <a:pt x="1102379" y="186224"/>
                </a:lnTo>
                <a:lnTo>
                  <a:pt x="1098705" y="186224"/>
                </a:lnTo>
                <a:lnTo>
                  <a:pt x="1095030" y="186224"/>
                </a:lnTo>
                <a:lnTo>
                  <a:pt x="1091356" y="186224"/>
                </a:lnTo>
                <a:lnTo>
                  <a:pt x="1087681" y="186224"/>
                </a:lnTo>
                <a:lnTo>
                  <a:pt x="1084006" y="186224"/>
                </a:lnTo>
                <a:lnTo>
                  <a:pt x="1080332" y="186224"/>
                </a:lnTo>
                <a:lnTo>
                  <a:pt x="1076657" y="186224"/>
                </a:lnTo>
                <a:lnTo>
                  <a:pt x="1072983" y="186224"/>
                </a:lnTo>
                <a:lnTo>
                  <a:pt x="1069308" y="186224"/>
                </a:lnTo>
                <a:lnTo>
                  <a:pt x="1065633" y="186224"/>
                </a:lnTo>
                <a:lnTo>
                  <a:pt x="1061959" y="186224"/>
                </a:lnTo>
                <a:lnTo>
                  <a:pt x="1058284" y="186224"/>
                </a:lnTo>
                <a:lnTo>
                  <a:pt x="1054610" y="186224"/>
                </a:lnTo>
                <a:lnTo>
                  <a:pt x="1050935" y="186224"/>
                </a:lnTo>
                <a:lnTo>
                  <a:pt x="1047260" y="186224"/>
                </a:lnTo>
                <a:lnTo>
                  <a:pt x="1043586" y="186224"/>
                </a:lnTo>
                <a:lnTo>
                  <a:pt x="1039911" y="186224"/>
                </a:lnTo>
                <a:lnTo>
                  <a:pt x="1036237" y="186224"/>
                </a:lnTo>
                <a:lnTo>
                  <a:pt x="1032562" y="186224"/>
                </a:lnTo>
                <a:lnTo>
                  <a:pt x="1028887" y="186224"/>
                </a:lnTo>
                <a:lnTo>
                  <a:pt x="1025213" y="186224"/>
                </a:lnTo>
                <a:lnTo>
                  <a:pt x="1021538" y="186224"/>
                </a:lnTo>
                <a:lnTo>
                  <a:pt x="1017864" y="186224"/>
                </a:lnTo>
                <a:lnTo>
                  <a:pt x="1014189" y="186224"/>
                </a:lnTo>
                <a:lnTo>
                  <a:pt x="1010514" y="186224"/>
                </a:lnTo>
                <a:lnTo>
                  <a:pt x="1006840" y="186224"/>
                </a:lnTo>
                <a:lnTo>
                  <a:pt x="1003165" y="186224"/>
                </a:lnTo>
                <a:lnTo>
                  <a:pt x="999491" y="186224"/>
                </a:lnTo>
                <a:lnTo>
                  <a:pt x="995816" y="186224"/>
                </a:lnTo>
                <a:lnTo>
                  <a:pt x="992141" y="186224"/>
                </a:lnTo>
                <a:lnTo>
                  <a:pt x="988467" y="186224"/>
                </a:lnTo>
                <a:lnTo>
                  <a:pt x="984792" y="186224"/>
                </a:lnTo>
                <a:lnTo>
                  <a:pt x="981118" y="186224"/>
                </a:lnTo>
                <a:lnTo>
                  <a:pt x="977443" y="186224"/>
                </a:lnTo>
                <a:lnTo>
                  <a:pt x="973768" y="186224"/>
                </a:lnTo>
                <a:lnTo>
                  <a:pt x="970094" y="186224"/>
                </a:lnTo>
                <a:lnTo>
                  <a:pt x="966419" y="186224"/>
                </a:lnTo>
                <a:lnTo>
                  <a:pt x="962745" y="186224"/>
                </a:lnTo>
                <a:lnTo>
                  <a:pt x="959070" y="186224"/>
                </a:lnTo>
                <a:lnTo>
                  <a:pt x="955395" y="186224"/>
                </a:lnTo>
                <a:lnTo>
                  <a:pt x="951721" y="186224"/>
                </a:lnTo>
                <a:lnTo>
                  <a:pt x="948046" y="186224"/>
                </a:lnTo>
                <a:lnTo>
                  <a:pt x="944372" y="186224"/>
                </a:lnTo>
                <a:lnTo>
                  <a:pt x="940697" y="186224"/>
                </a:lnTo>
                <a:lnTo>
                  <a:pt x="937022" y="186224"/>
                </a:lnTo>
                <a:lnTo>
                  <a:pt x="933348" y="186224"/>
                </a:lnTo>
                <a:lnTo>
                  <a:pt x="929673" y="186224"/>
                </a:lnTo>
                <a:lnTo>
                  <a:pt x="925999" y="186224"/>
                </a:lnTo>
                <a:lnTo>
                  <a:pt x="922324" y="186224"/>
                </a:lnTo>
                <a:lnTo>
                  <a:pt x="918649" y="186224"/>
                </a:lnTo>
                <a:lnTo>
                  <a:pt x="914975" y="186224"/>
                </a:lnTo>
                <a:lnTo>
                  <a:pt x="911300" y="186224"/>
                </a:lnTo>
                <a:lnTo>
                  <a:pt x="907626" y="186224"/>
                </a:lnTo>
                <a:lnTo>
                  <a:pt x="903951" y="186224"/>
                </a:lnTo>
                <a:lnTo>
                  <a:pt x="900276" y="186224"/>
                </a:lnTo>
                <a:lnTo>
                  <a:pt x="896602" y="186224"/>
                </a:lnTo>
                <a:lnTo>
                  <a:pt x="892927" y="186224"/>
                </a:lnTo>
                <a:lnTo>
                  <a:pt x="889253" y="186224"/>
                </a:lnTo>
                <a:lnTo>
                  <a:pt x="885578" y="186224"/>
                </a:lnTo>
                <a:lnTo>
                  <a:pt x="881903" y="186224"/>
                </a:lnTo>
                <a:lnTo>
                  <a:pt x="878229" y="186224"/>
                </a:lnTo>
                <a:lnTo>
                  <a:pt x="874554" y="186224"/>
                </a:lnTo>
                <a:lnTo>
                  <a:pt x="870880" y="186224"/>
                </a:lnTo>
                <a:lnTo>
                  <a:pt x="867205" y="186224"/>
                </a:lnTo>
                <a:lnTo>
                  <a:pt x="863530" y="186224"/>
                </a:lnTo>
                <a:lnTo>
                  <a:pt x="859856" y="186224"/>
                </a:lnTo>
                <a:lnTo>
                  <a:pt x="856181" y="186224"/>
                </a:lnTo>
                <a:lnTo>
                  <a:pt x="852507" y="186224"/>
                </a:lnTo>
                <a:lnTo>
                  <a:pt x="848832" y="186224"/>
                </a:lnTo>
                <a:lnTo>
                  <a:pt x="845157" y="186224"/>
                </a:lnTo>
                <a:lnTo>
                  <a:pt x="841483" y="186224"/>
                </a:lnTo>
                <a:lnTo>
                  <a:pt x="837808" y="186224"/>
                </a:lnTo>
                <a:lnTo>
                  <a:pt x="834134" y="186224"/>
                </a:lnTo>
                <a:lnTo>
                  <a:pt x="830459" y="186224"/>
                </a:lnTo>
                <a:lnTo>
                  <a:pt x="826784" y="186224"/>
                </a:lnTo>
                <a:lnTo>
                  <a:pt x="823110" y="186224"/>
                </a:lnTo>
                <a:lnTo>
                  <a:pt x="819435" y="186224"/>
                </a:lnTo>
                <a:lnTo>
                  <a:pt x="815761" y="186224"/>
                </a:lnTo>
                <a:lnTo>
                  <a:pt x="812086" y="186224"/>
                </a:lnTo>
                <a:lnTo>
                  <a:pt x="808411" y="186224"/>
                </a:lnTo>
                <a:lnTo>
                  <a:pt x="804737" y="186224"/>
                </a:lnTo>
                <a:lnTo>
                  <a:pt x="801062" y="186224"/>
                </a:lnTo>
                <a:lnTo>
                  <a:pt x="797388" y="186224"/>
                </a:lnTo>
                <a:lnTo>
                  <a:pt x="793713" y="186224"/>
                </a:lnTo>
                <a:lnTo>
                  <a:pt x="790038" y="186224"/>
                </a:lnTo>
                <a:lnTo>
                  <a:pt x="786364" y="186224"/>
                </a:lnTo>
                <a:lnTo>
                  <a:pt x="782689" y="186224"/>
                </a:lnTo>
                <a:lnTo>
                  <a:pt x="779015" y="186224"/>
                </a:lnTo>
                <a:lnTo>
                  <a:pt x="775340" y="186224"/>
                </a:lnTo>
                <a:lnTo>
                  <a:pt x="771665" y="186224"/>
                </a:lnTo>
                <a:lnTo>
                  <a:pt x="767991" y="186224"/>
                </a:lnTo>
                <a:lnTo>
                  <a:pt x="764316" y="186224"/>
                </a:lnTo>
                <a:lnTo>
                  <a:pt x="760642" y="186224"/>
                </a:lnTo>
                <a:lnTo>
                  <a:pt x="756967" y="186224"/>
                </a:lnTo>
                <a:lnTo>
                  <a:pt x="753292" y="186224"/>
                </a:lnTo>
                <a:lnTo>
                  <a:pt x="749618" y="186224"/>
                </a:lnTo>
                <a:lnTo>
                  <a:pt x="745943" y="186224"/>
                </a:lnTo>
                <a:lnTo>
                  <a:pt x="742269" y="186224"/>
                </a:lnTo>
                <a:lnTo>
                  <a:pt x="738594" y="186224"/>
                </a:lnTo>
                <a:lnTo>
                  <a:pt x="734919" y="186224"/>
                </a:lnTo>
                <a:lnTo>
                  <a:pt x="731245" y="186224"/>
                </a:lnTo>
                <a:lnTo>
                  <a:pt x="727570" y="186224"/>
                </a:lnTo>
                <a:lnTo>
                  <a:pt x="723896" y="186224"/>
                </a:lnTo>
                <a:lnTo>
                  <a:pt x="720221" y="186224"/>
                </a:lnTo>
                <a:lnTo>
                  <a:pt x="716546" y="186224"/>
                </a:lnTo>
                <a:lnTo>
                  <a:pt x="712872" y="186224"/>
                </a:lnTo>
                <a:lnTo>
                  <a:pt x="709197" y="186224"/>
                </a:lnTo>
                <a:lnTo>
                  <a:pt x="705523" y="186224"/>
                </a:lnTo>
                <a:lnTo>
                  <a:pt x="701848" y="186224"/>
                </a:lnTo>
                <a:lnTo>
                  <a:pt x="698173" y="186224"/>
                </a:lnTo>
                <a:lnTo>
                  <a:pt x="694499" y="186224"/>
                </a:lnTo>
                <a:lnTo>
                  <a:pt x="690824" y="186224"/>
                </a:lnTo>
                <a:lnTo>
                  <a:pt x="687150" y="186224"/>
                </a:lnTo>
                <a:lnTo>
                  <a:pt x="683475" y="186224"/>
                </a:lnTo>
                <a:lnTo>
                  <a:pt x="679800" y="186224"/>
                </a:lnTo>
                <a:lnTo>
                  <a:pt x="676126" y="186224"/>
                </a:lnTo>
                <a:lnTo>
                  <a:pt x="672451" y="186224"/>
                </a:lnTo>
                <a:lnTo>
                  <a:pt x="668777" y="186224"/>
                </a:lnTo>
                <a:lnTo>
                  <a:pt x="665102" y="186224"/>
                </a:lnTo>
                <a:lnTo>
                  <a:pt x="661427" y="186224"/>
                </a:lnTo>
                <a:lnTo>
                  <a:pt x="657753" y="186224"/>
                </a:lnTo>
                <a:lnTo>
                  <a:pt x="654078" y="186224"/>
                </a:lnTo>
                <a:lnTo>
                  <a:pt x="650404" y="186224"/>
                </a:lnTo>
                <a:lnTo>
                  <a:pt x="646729" y="186224"/>
                </a:lnTo>
                <a:lnTo>
                  <a:pt x="643054" y="186224"/>
                </a:lnTo>
                <a:lnTo>
                  <a:pt x="639380" y="186224"/>
                </a:lnTo>
                <a:lnTo>
                  <a:pt x="635705" y="186224"/>
                </a:lnTo>
                <a:lnTo>
                  <a:pt x="632031" y="186224"/>
                </a:lnTo>
                <a:lnTo>
                  <a:pt x="628356" y="186224"/>
                </a:lnTo>
                <a:lnTo>
                  <a:pt x="624681" y="186224"/>
                </a:lnTo>
                <a:lnTo>
                  <a:pt x="621007" y="186224"/>
                </a:lnTo>
                <a:lnTo>
                  <a:pt x="617332" y="186224"/>
                </a:lnTo>
                <a:lnTo>
                  <a:pt x="613658" y="186224"/>
                </a:lnTo>
                <a:lnTo>
                  <a:pt x="609983" y="186224"/>
                </a:lnTo>
                <a:lnTo>
                  <a:pt x="606308" y="186224"/>
                </a:lnTo>
                <a:lnTo>
                  <a:pt x="602634" y="186224"/>
                </a:lnTo>
                <a:lnTo>
                  <a:pt x="598959" y="186224"/>
                </a:lnTo>
                <a:lnTo>
                  <a:pt x="595285" y="186224"/>
                </a:lnTo>
                <a:lnTo>
                  <a:pt x="591610" y="186224"/>
                </a:lnTo>
                <a:lnTo>
                  <a:pt x="587935" y="186224"/>
                </a:lnTo>
                <a:lnTo>
                  <a:pt x="584261" y="186224"/>
                </a:lnTo>
                <a:lnTo>
                  <a:pt x="580586" y="186224"/>
                </a:lnTo>
                <a:lnTo>
                  <a:pt x="576912" y="186224"/>
                </a:lnTo>
                <a:lnTo>
                  <a:pt x="573237" y="186224"/>
                </a:lnTo>
                <a:lnTo>
                  <a:pt x="569562" y="186224"/>
                </a:lnTo>
                <a:lnTo>
                  <a:pt x="565888" y="186224"/>
                </a:lnTo>
                <a:lnTo>
                  <a:pt x="562213" y="186224"/>
                </a:lnTo>
                <a:lnTo>
                  <a:pt x="558539" y="186224"/>
                </a:lnTo>
                <a:lnTo>
                  <a:pt x="554864" y="186224"/>
                </a:lnTo>
                <a:lnTo>
                  <a:pt x="551189" y="186224"/>
                </a:lnTo>
                <a:lnTo>
                  <a:pt x="547515" y="186224"/>
                </a:lnTo>
                <a:lnTo>
                  <a:pt x="543840" y="186224"/>
                </a:lnTo>
                <a:lnTo>
                  <a:pt x="540166" y="186224"/>
                </a:lnTo>
                <a:lnTo>
                  <a:pt x="536491" y="186224"/>
                </a:lnTo>
                <a:lnTo>
                  <a:pt x="532816" y="186224"/>
                </a:lnTo>
                <a:lnTo>
                  <a:pt x="529142" y="186224"/>
                </a:lnTo>
                <a:lnTo>
                  <a:pt x="525467" y="186224"/>
                </a:lnTo>
                <a:lnTo>
                  <a:pt x="521793" y="186224"/>
                </a:lnTo>
                <a:lnTo>
                  <a:pt x="518118" y="186224"/>
                </a:lnTo>
                <a:lnTo>
                  <a:pt x="514443" y="186224"/>
                </a:lnTo>
                <a:lnTo>
                  <a:pt x="510769" y="186224"/>
                </a:lnTo>
                <a:lnTo>
                  <a:pt x="507094" y="186224"/>
                </a:lnTo>
                <a:lnTo>
                  <a:pt x="503420" y="186224"/>
                </a:lnTo>
                <a:lnTo>
                  <a:pt x="499745" y="186224"/>
                </a:lnTo>
                <a:lnTo>
                  <a:pt x="496070" y="186224"/>
                </a:lnTo>
                <a:lnTo>
                  <a:pt x="492396" y="186224"/>
                </a:lnTo>
                <a:lnTo>
                  <a:pt x="488721" y="186224"/>
                </a:lnTo>
                <a:lnTo>
                  <a:pt x="485047" y="186224"/>
                </a:lnTo>
                <a:lnTo>
                  <a:pt x="481372" y="186224"/>
                </a:lnTo>
                <a:lnTo>
                  <a:pt x="477697" y="186224"/>
                </a:lnTo>
                <a:lnTo>
                  <a:pt x="474023" y="186224"/>
                </a:lnTo>
                <a:lnTo>
                  <a:pt x="470348" y="186224"/>
                </a:lnTo>
                <a:lnTo>
                  <a:pt x="466674" y="186224"/>
                </a:lnTo>
                <a:lnTo>
                  <a:pt x="462999" y="186224"/>
                </a:lnTo>
                <a:lnTo>
                  <a:pt x="459324" y="186224"/>
                </a:lnTo>
                <a:lnTo>
                  <a:pt x="455650" y="186224"/>
                </a:lnTo>
                <a:lnTo>
                  <a:pt x="451975" y="186224"/>
                </a:lnTo>
                <a:lnTo>
                  <a:pt x="448301" y="186224"/>
                </a:lnTo>
                <a:lnTo>
                  <a:pt x="444626" y="186224"/>
                </a:lnTo>
                <a:lnTo>
                  <a:pt x="440951" y="186224"/>
                </a:lnTo>
                <a:lnTo>
                  <a:pt x="437277" y="186224"/>
                </a:lnTo>
                <a:lnTo>
                  <a:pt x="433602" y="186224"/>
                </a:lnTo>
                <a:lnTo>
                  <a:pt x="429928" y="186224"/>
                </a:lnTo>
                <a:lnTo>
                  <a:pt x="426253" y="186224"/>
                </a:lnTo>
                <a:lnTo>
                  <a:pt x="422578" y="186224"/>
                </a:lnTo>
                <a:lnTo>
                  <a:pt x="418904" y="186224"/>
                </a:lnTo>
                <a:lnTo>
                  <a:pt x="415229" y="186224"/>
                </a:lnTo>
                <a:lnTo>
                  <a:pt x="411555" y="186224"/>
                </a:lnTo>
                <a:lnTo>
                  <a:pt x="407880" y="186224"/>
                </a:lnTo>
                <a:lnTo>
                  <a:pt x="404205" y="186224"/>
                </a:lnTo>
                <a:lnTo>
                  <a:pt x="400531" y="186224"/>
                </a:lnTo>
                <a:lnTo>
                  <a:pt x="396856" y="186224"/>
                </a:lnTo>
                <a:lnTo>
                  <a:pt x="393182" y="186224"/>
                </a:lnTo>
                <a:lnTo>
                  <a:pt x="389507" y="186224"/>
                </a:lnTo>
                <a:lnTo>
                  <a:pt x="385832" y="186224"/>
                </a:lnTo>
                <a:lnTo>
                  <a:pt x="382158" y="186224"/>
                </a:lnTo>
                <a:lnTo>
                  <a:pt x="378483" y="186224"/>
                </a:lnTo>
                <a:lnTo>
                  <a:pt x="374809" y="186224"/>
                </a:lnTo>
                <a:lnTo>
                  <a:pt x="371134" y="186224"/>
                </a:lnTo>
                <a:lnTo>
                  <a:pt x="367459" y="186224"/>
                </a:lnTo>
                <a:lnTo>
                  <a:pt x="363785" y="186224"/>
                </a:lnTo>
                <a:lnTo>
                  <a:pt x="360110" y="186224"/>
                </a:lnTo>
                <a:lnTo>
                  <a:pt x="356436" y="186224"/>
                </a:lnTo>
                <a:lnTo>
                  <a:pt x="352761" y="186224"/>
                </a:lnTo>
                <a:lnTo>
                  <a:pt x="349086" y="186224"/>
                </a:lnTo>
                <a:lnTo>
                  <a:pt x="345412" y="186224"/>
                </a:lnTo>
                <a:lnTo>
                  <a:pt x="341737" y="186224"/>
                </a:lnTo>
                <a:lnTo>
                  <a:pt x="338063" y="186224"/>
                </a:lnTo>
                <a:lnTo>
                  <a:pt x="334388" y="186224"/>
                </a:lnTo>
                <a:lnTo>
                  <a:pt x="330713" y="186224"/>
                </a:lnTo>
                <a:lnTo>
                  <a:pt x="327039" y="186224"/>
                </a:lnTo>
                <a:lnTo>
                  <a:pt x="323364" y="186224"/>
                </a:lnTo>
                <a:lnTo>
                  <a:pt x="319690" y="186224"/>
                </a:lnTo>
                <a:lnTo>
                  <a:pt x="316015" y="186224"/>
                </a:lnTo>
                <a:lnTo>
                  <a:pt x="312340" y="186224"/>
                </a:lnTo>
                <a:lnTo>
                  <a:pt x="308666" y="186224"/>
                </a:lnTo>
                <a:lnTo>
                  <a:pt x="304991" y="186224"/>
                </a:lnTo>
                <a:lnTo>
                  <a:pt x="301317" y="186224"/>
                </a:lnTo>
                <a:lnTo>
                  <a:pt x="297642" y="186224"/>
                </a:lnTo>
                <a:lnTo>
                  <a:pt x="293967" y="186224"/>
                </a:lnTo>
                <a:lnTo>
                  <a:pt x="290293" y="186224"/>
                </a:lnTo>
                <a:lnTo>
                  <a:pt x="286618" y="186224"/>
                </a:lnTo>
                <a:lnTo>
                  <a:pt x="282944" y="186224"/>
                </a:lnTo>
                <a:lnTo>
                  <a:pt x="279269" y="186224"/>
                </a:lnTo>
                <a:lnTo>
                  <a:pt x="275594" y="186224"/>
                </a:lnTo>
                <a:lnTo>
                  <a:pt x="271920" y="186224"/>
                </a:lnTo>
                <a:lnTo>
                  <a:pt x="268245" y="186224"/>
                </a:lnTo>
                <a:lnTo>
                  <a:pt x="264571" y="186224"/>
                </a:lnTo>
                <a:lnTo>
                  <a:pt x="260896" y="186224"/>
                </a:lnTo>
                <a:lnTo>
                  <a:pt x="257221" y="186224"/>
                </a:lnTo>
                <a:lnTo>
                  <a:pt x="253547" y="186224"/>
                </a:lnTo>
                <a:lnTo>
                  <a:pt x="249872" y="186224"/>
                </a:lnTo>
                <a:lnTo>
                  <a:pt x="246198" y="186224"/>
                </a:lnTo>
                <a:lnTo>
                  <a:pt x="242523" y="186224"/>
                </a:lnTo>
                <a:lnTo>
                  <a:pt x="238848" y="186224"/>
                </a:lnTo>
                <a:lnTo>
                  <a:pt x="235174" y="186224"/>
                </a:lnTo>
                <a:lnTo>
                  <a:pt x="231499" y="186224"/>
                </a:lnTo>
                <a:lnTo>
                  <a:pt x="227825" y="186224"/>
                </a:lnTo>
                <a:lnTo>
                  <a:pt x="224150" y="186224"/>
                </a:lnTo>
                <a:lnTo>
                  <a:pt x="220475" y="186224"/>
                </a:lnTo>
                <a:lnTo>
                  <a:pt x="216801" y="186224"/>
                </a:lnTo>
                <a:lnTo>
                  <a:pt x="213126" y="186224"/>
                </a:lnTo>
                <a:lnTo>
                  <a:pt x="209452" y="186224"/>
                </a:lnTo>
                <a:lnTo>
                  <a:pt x="205777" y="186224"/>
                </a:lnTo>
                <a:lnTo>
                  <a:pt x="202102" y="186224"/>
                </a:lnTo>
                <a:lnTo>
                  <a:pt x="198428" y="186224"/>
                </a:lnTo>
                <a:lnTo>
                  <a:pt x="194753" y="186224"/>
                </a:lnTo>
                <a:lnTo>
                  <a:pt x="191079" y="186224"/>
                </a:lnTo>
                <a:lnTo>
                  <a:pt x="187404" y="186224"/>
                </a:lnTo>
                <a:lnTo>
                  <a:pt x="183729" y="186224"/>
                </a:lnTo>
                <a:lnTo>
                  <a:pt x="180055" y="186224"/>
                </a:lnTo>
                <a:lnTo>
                  <a:pt x="176380" y="186224"/>
                </a:lnTo>
                <a:lnTo>
                  <a:pt x="172706" y="186224"/>
                </a:lnTo>
                <a:lnTo>
                  <a:pt x="169031" y="186224"/>
                </a:lnTo>
                <a:lnTo>
                  <a:pt x="165356" y="186224"/>
                </a:lnTo>
                <a:lnTo>
                  <a:pt x="161682" y="186224"/>
                </a:lnTo>
                <a:lnTo>
                  <a:pt x="158007" y="186224"/>
                </a:lnTo>
                <a:lnTo>
                  <a:pt x="154333" y="186224"/>
                </a:lnTo>
                <a:lnTo>
                  <a:pt x="150658" y="186224"/>
                </a:lnTo>
                <a:lnTo>
                  <a:pt x="146983" y="186224"/>
                </a:lnTo>
                <a:lnTo>
                  <a:pt x="143309" y="186224"/>
                </a:lnTo>
                <a:lnTo>
                  <a:pt x="139634" y="186224"/>
                </a:lnTo>
                <a:lnTo>
                  <a:pt x="135960" y="186224"/>
                </a:lnTo>
                <a:lnTo>
                  <a:pt x="132285" y="186224"/>
                </a:lnTo>
                <a:lnTo>
                  <a:pt x="128610" y="186224"/>
                </a:lnTo>
                <a:lnTo>
                  <a:pt x="124936" y="186224"/>
                </a:lnTo>
                <a:lnTo>
                  <a:pt x="121261" y="186224"/>
                </a:lnTo>
                <a:lnTo>
                  <a:pt x="117587" y="186224"/>
                </a:lnTo>
                <a:lnTo>
                  <a:pt x="113912" y="186224"/>
                </a:lnTo>
                <a:lnTo>
                  <a:pt x="110237" y="186224"/>
                </a:lnTo>
                <a:lnTo>
                  <a:pt x="106563" y="186224"/>
                </a:lnTo>
                <a:lnTo>
                  <a:pt x="102888" y="186224"/>
                </a:lnTo>
                <a:lnTo>
                  <a:pt x="99214" y="186224"/>
                </a:lnTo>
                <a:lnTo>
                  <a:pt x="95539" y="186224"/>
                </a:lnTo>
                <a:lnTo>
                  <a:pt x="91864" y="186224"/>
                </a:lnTo>
                <a:lnTo>
                  <a:pt x="88190" y="186224"/>
                </a:lnTo>
                <a:lnTo>
                  <a:pt x="84515" y="186224"/>
                </a:lnTo>
                <a:lnTo>
                  <a:pt x="80841" y="186224"/>
                </a:lnTo>
                <a:lnTo>
                  <a:pt x="77166" y="186224"/>
                </a:lnTo>
                <a:lnTo>
                  <a:pt x="73491" y="186224"/>
                </a:lnTo>
                <a:lnTo>
                  <a:pt x="69817" y="186224"/>
                </a:lnTo>
                <a:lnTo>
                  <a:pt x="66142" y="186224"/>
                </a:lnTo>
                <a:lnTo>
                  <a:pt x="62468" y="186224"/>
                </a:lnTo>
                <a:lnTo>
                  <a:pt x="58793" y="186224"/>
                </a:lnTo>
                <a:lnTo>
                  <a:pt x="55118" y="186224"/>
                </a:lnTo>
                <a:lnTo>
                  <a:pt x="51444" y="186224"/>
                </a:lnTo>
                <a:lnTo>
                  <a:pt x="47769" y="186224"/>
                </a:lnTo>
                <a:lnTo>
                  <a:pt x="44095" y="186224"/>
                </a:lnTo>
                <a:lnTo>
                  <a:pt x="40420" y="186224"/>
                </a:lnTo>
                <a:lnTo>
                  <a:pt x="36745" y="186224"/>
                </a:lnTo>
                <a:lnTo>
                  <a:pt x="33071" y="186224"/>
                </a:lnTo>
                <a:lnTo>
                  <a:pt x="29396" y="186224"/>
                </a:lnTo>
                <a:lnTo>
                  <a:pt x="25722" y="186224"/>
                </a:lnTo>
                <a:lnTo>
                  <a:pt x="22047" y="186224"/>
                </a:lnTo>
                <a:lnTo>
                  <a:pt x="18372" y="186224"/>
                </a:lnTo>
                <a:lnTo>
                  <a:pt x="14698" y="186224"/>
                </a:lnTo>
                <a:lnTo>
                  <a:pt x="11023" y="186224"/>
                </a:lnTo>
                <a:lnTo>
                  <a:pt x="7349" y="186224"/>
                </a:lnTo>
                <a:lnTo>
                  <a:pt x="3674" y="186224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83" name="pl183"/>
          <p:cNvSpPr/>
          <p:nvPr/>
        </p:nvSpPr>
        <p:spPr>
          <a:xfrm>
            <a:off x="8856642" y="2553469"/>
            <a:ext cx="1877720" cy="186224"/>
          </a:xfrm>
          <a:custGeom>
            <a:avLst/>
            <a:gdLst/>
            <a:ahLst/>
            <a:cxnLst/>
            <a:rect l="0" t="0" r="0" b="0"/>
            <a:pathLst>
              <a:path w="1877720" h="186224">
                <a:moveTo>
                  <a:pt x="0" y="186123"/>
                </a:moveTo>
                <a:lnTo>
                  <a:pt x="3674" y="186108"/>
                </a:lnTo>
                <a:lnTo>
                  <a:pt x="7349" y="186092"/>
                </a:lnTo>
                <a:lnTo>
                  <a:pt x="11023" y="186077"/>
                </a:lnTo>
                <a:lnTo>
                  <a:pt x="14698" y="186061"/>
                </a:lnTo>
                <a:lnTo>
                  <a:pt x="18372" y="186047"/>
                </a:lnTo>
                <a:lnTo>
                  <a:pt x="22047" y="186034"/>
                </a:lnTo>
                <a:lnTo>
                  <a:pt x="25722" y="186022"/>
                </a:lnTo>
                <a:lnTo>
                  <a:pt x="29396" y="186013"/>
                </a:lnTo>
                <a:lnTo>
                  <a:pt x="33071" y="186006"/>
                </a:lnTo>
                <a:lnTo>
                  <a:pt x="36745" y="186001"/>
                </a:lnTo>
                <a:lnTo>
                  <a:pt x="40420" y="186000"/>
                </a:lnTo>
                <a:lnTo>
                  <a:pt x="44095" y="186001"/>
                </a:lnTo>
                <a:lnTo>
                  <a:pt x="47769" y="186006"/>
                </a:lnTo>
                <a:lnTo>
                  <a:pt x="51444" y="186013"/>
                </a:lnTo>
                <a:lnTo>
                  <a:pt x="55118" y="186023"/>
                </a:lnTo>
                <a:lnTo>
                  <a:pt x="58793" y="186034"/>
                </a:lnTo>
                <a:lnTo>
                  <a:pt x="62468" y="186047"/>
                </a:lnTo>
                <a:lnTo>
                  <a:pt x="66142" y="186060"/>
                </a:lnTo>
                <a:lnTo>
                  <a:pt x="69817" y="186074"/>
                </a:lnTo>
                <a:lnTo>
                  <a:pt x="73491" y="186088"/>
                </a:lnTo>
                <a:lnTo>
                  <a:pt x="77166" y="186101"/>
                </a:lnTo>
                <a:lnTo>
                  <a:pt x="80841" y="186113"/>
                </a:lnTo>
                <a:lnTo>
                  <a:pt x="84515" y="186123"/>
                </a:lnTo>
                <a:lnTo>
                  <a:pt x="88190" y="186131"/>
                </a:lnTo>
                <a:lnTo>
                  <a:pt x="91864" y="186137"/>
                </a:lnTo>
                <a:lnTo>
                  <a:pt x="95539" y="186140"/>
                </a:lnTo>
                <a:lnTo>
                  <a:pt x="99214" y="186139"/>
                </a:lnTo>
                <a:lnTo>
                  <a:pt x="102888" y="186136"/>
                </a:lnTo>
                <a:lnTo>
                  <a:pt x="106563" y="186129"/>
                </a:lnTo>
                <a:lnTo>
                  <a:pt x="110237" y="186118"/>
                </a:lnTo>
                <a:lnTo>
                  <a:pt x="113912" y="186103"/>
                </a:lnTo>
                <a:lnTo>
                  <a:pt x="117587" y="186084"/>
                </a:lnTo>
                <a:lnTo>
                  <a:pt x="121261" y="186062"/>
                </a:lnTo>
                <a:lnTo>
                  <a:pt x="124936" y="186037"/>
                </a:lnTo>
                <a:lnTo>
                  <a:pt x="128610" y="186009"/>
                </a:lnTo>
                <a:lnTo>
                  <a:pt x="132285" y="185977"/>
                </a:lnTo>
                <a:lnTo>
                  <a:pt x="135960" y="185943"/>
                </a:lnTo>
                <a:lnTo>
                  <a:pt x="139634" y="185907"/>
                </a:lnTo>
                <a:lnTo>
                  <a:pt x="143309" y="185870"/>
                </a:lnTo>
                <a:lnTo>
                  <a:pt x="146983" y="185831"/>
                </a:lnTo>
                <a:lnTo>
                  <a:pt x="150658" y="185793"/>
                </a:lnTo>
                <a:lnTo>
                  <a:pt x="154333" y="185755"/>
                </a:lnTo>
                <a:lnTo>
                  <a:pt x="158007" y="185717"/>
                </a:lnTo>
                <a:lnTo>
                  <a:pt x="161682" y="185682"/>
                </a:lnTo>
                <a:lnTo>
                  <a:pt x="165356" y="185649"/>
                </a:lnTo>
                <a:lnTo>
                  <a:pt x="169031" y="185618"/>
                </a:lnTo>
                <a:lnTo>
                  <a:pt x="172706" y="185590"/>
                </a:lnTo>
                <a:lnTo>
                  <a:pt x="176380" y="185565"/>
                </a:lnTo>
                <a:lnTo>
                  <a:pt x="180055" y="185543"/>
                </a:lnTo>
                <a:lnTo>
                  <a:pt x="183729" y="185523"/>
                </a:lnTo>
                <a:lnTo>
                  <a:pt x="187404" y="185506"/>
                </a:lnTo>
                <a:lnTo>
                  <a:pt x="191079" y="185489"/>
                </a:lnTo>
                <a:lnTo>
                  <a:pt x="194753" y="185474"/>
                </a:lnTo>
                <a:lnTo>
                  <a:pt x="198428" y="185458"/>
                </a:lnTo>
                <a:lnTo>
                  <a:pt x="202102" y="185441"/>
                </a:lnTo>
                <a:lnTo>
                  <a:pt x="205777" y="185421"/>
                </a:lnTo>
                <a:lnTo>
                  <a:pt x="209452" y="185398"/>
                </a:lnTo>
                <a:lnTo>
                  <a:pt x="213126" y="185370"/>
                </a:lnTo>
                <a:lnTo>
                  <a:pt x="216801" y="185337"/>
                </a:lnTo>
                <a:lnTo>
                  <a:pt x="220475" y="185297"/>
                </a:lnTo>
                <a:lnTo>
                  <a:pt x="224150" y="185250"/>
                </a:lnTo>
                <a:lnTo>
                  <a:pt x="227825" y="185195"/>
                </a:lnTo>
                <a:lnTo>
                  <a:pt x="231499" y="185132"/>
                </a:lnTo>
                <a:lnTo>
                  <a:pt x="235174" y="185060"/>
                </a:lnTo>
                <a:lnTo>
                  <a:pt x="238848" y="184979"/>
                </a:lnTo>
                <a:lnTo>
                  <a:pt x="242523" y="184889"/>
                </a:lnTo>
                <a:lnTo>
                  <a:pt x="246198" y="184792"/>
                </a:lnTo>
                <a:lnTo>
                  <a:pt x="249872" y="184687"/>
                </a:lnTo>
                <a:lnTo>
                  <a:pt x="253547" y="184574"/>
                </a:lnTo>
                <a:lnTo>
                  <a:pt x="257221" y="184456"/>
                </a:lnTo>
                <a:lnTo>
                  <a:pt x="260896" y="184330"/>
                </a:lnTo>
                <a:lnTo>
                  <a:pt x="264571" y="184199"/>
                </a:lnTo>
                <a:lnTo>
                  <a:pt x="268245" y="184063"/>
                </a:lnTo>
                <a:lnTo>
                  <a:pt x="271920" y="183923"/>
                </a:lnTo>
                <a:lnTo>
                  <a:pt x="275594" y="183779"/>
                </a:lnTo>
                <a:lnTo>
                  <a:pt x="279269" y="183632"/>
                </a:lnTo>
                <a:lnTo>
                  <a:pt x="282944" y="183482"/>
                </a:lnTo>
                <a:lnTo>
                  <a:pt x="286618" y="183329"/>
                </a:lnTo>
                <a:lnTo>
                  <a:pt x="290293" y="183173"/>
                </a:lnTo>
                <a:lnTo>
                  <a:pt x="293967" y="183014"/>
                </a:lnTo>
                <a:lnTo>
                  <a:pt x="297642" y="182852"/>
                </a:lnTo>
                <a:lnTo>
                  <a:pt x="301317" y="182686"/>
                </a:lnTo>
                <a:lnTo>
                  <a:pt x="304991" y="182517"/>
                </a:lnTo>
                <a:lnTo>
                  <a:pt x="308666" y="182344"/>
                </a:lnTo>
                <a:lnTo>
                  <a:pt x="312340" y="182165"/>
                </a:lnTo>
                <a:lnTo>
                  <a:pt x="316015" y="181982"/>
                </a:lnTo>
                <a:lnTo>
                  <a:pt x="319690" y="181792"/>
                </a:lnTo>
                <a:lnTo>
                  <a:pt x="323364" y="181595"/>
                </a:lnTo>
                <a:lnTo>
                  <a:pt x="327039" y="181389"/>
                </a:lnTo>
                <a:lnTo>
                  <a:pt x="330713" y="181175"/>
                </a:lnTo>
                <a:lnTo>
                  <a:pt x="334388" y="180952"/>
                </a:lnTo>
                <a:lnTo>
                  <a:pt x="338063" y="180721"/>
                </a:lnTo>
                <a:lnTo>
                  <a:pt x="341737" y="180479"/>
                </a:lnTo>
                <a:lnTo>
                  <a:pt x="345412" y="180229"/>
                </a:lnTo>
                <a:lnTo>
                  <a:pt x="349086" y="179969"/>
                </a:lnTo>
                <a:lnTo>
                  <a:pt x="352761" y="179701"/>
                </a:lnTo>
                <a:lnTo>
                  <a:pt x="356436" y="179425"/>
                </a:lnTo>
                <a:lnTo>
                  <a:pt x="360110" y="179140"/>
                </a:lnTo>
                <a:lnTo>
                  <a:pt x="363785" y="178850"/>
                </a:lnTo>
                <a:lnTo>
                  <a:pt x="367459" y="178555"/>
                </a:lnTo>
                <a:lnTo>
                  <a:pt x="371134" y="178257"/>
                </a:lnTo>
                <a:lnTo>
                  <a:pt x="374809" y="177957"/>
                </a:lnTo>
                <a:lnTo>
                  <a:pt x="378483" y="177658"/>
                </a:lnTo>
                <a:lnTo>
                  <a:pt x="382158" y="177359"/>
                </a:lnTo>
                <a:lnTo>
                  <a:pt x="385832" y="177065"/>
                </a:lnTo>
                <a:lnTo>
                  <a:pt x="389507" y="176777"/>
                </a:lnTo>
                <a:lnTo>
                  <a:pt x="393182" y="176497"/>
                </a:lnTo>
                <a:lnTo>
                  <a:pt x="396856" y="176226"/>
                </a:lnTo>
                <a:lnTo>
                  <a:pt x="400531" y="175966"/>
                </a:lnTo>
                <a:lnTo>
                  <a:pt x="404205" y="175718"/>
                </a:lnTo>
                <a:lnTo>
                  <a:pt x="407880" y="175482"/>
                </a:lnTo>
                <a:lnTo>
                  <a:pt x="411555" y="175257"/>
                </a:lnTo>
                <a:lnTo>
                  <a:pt x="415229" y="175043"/>
                </a:lnTo>
                <a:lnTo>
                  <a:pt x="418904" y="174840"/>
                </a:lnTo>
                <a:lnTo>
                  <a:pt x="422578" y="174642"/>
                </a:lnTo>
                <a:lnTo>
                  <a:pt x="426253" y="174448"/>
                </a:lnTo>
                <a:lnTo>
                  <a:pt x="429928" y="174252"/>
                </a:lnTo>
                <a:lnTo>
                  <a:pt x="433602" y="174052"/>
                </a:lnTo>
                <a:lnTo>
                  <a:pt x="437277" y="173843"/>
                </a:lnTo>
                <a:lnTo>
                  <a:pt x="440951" y="173620"/>
                </a:lnTo>
                <a:lnTo>
                  <a:pt x="444626" y="173380"/>
                </a:lnTo>
                <a:lnTo>
                  <a:pt x="448301" y="173117"/>
                </a:lnTo>
                <a:lnTo>
                  <a:pt x="451975" y="172828"/>
                </a:lnTo>
                <a:lnTo>
                  <a:pt x="455650" y="172513"/>
                </a:lnTo>
                <a:lnTo>
                  <a:pt x="459324" y="172170"/>
                </a:lnTo>
                <a:lnTo>
                  <a:pt x="462999" y="171800"/>
                </a:lnTo>
                <a:lnTo>
                  <a:pt x="466674" y="171401"/>
                </a:lnTo>
                <a:lnTo>
                  <a:pt x="470348" y="170977"/>
                </a:lnTo>
                <a:lnTo>
                  <a:pt x="474023" y="170527"/>
                </a:lnTo>
                <a:lnTo>
                  <a:pt x="477697" y="170054"/>
                </a:lnTo>
                <a:lnTo>
                  <a:pt x="481372" y="169557"/>
                </a:lnTo>
                <a:lnTo>
                  <a:pt x="485047" y="169043"/>
                </a:lnTo>
                <a:lnTo>
                  <a:pt x="488721" y="168513"/>
                </a:lnTo>
                <a:lnTo>
                  <a:pt x="492396" y="167968"/>
                </a:lnTo>
                <a:lnTo>
                  <a:pt x="496070" y="167411"/>
                </a:lnTo>
                <a:lnTo>
                  <a:pt x="499745" y="166841"/>
                </a:lnTo>
                <a:lnTo>
                  <a:pt x="503420" y="166259"/>
                </a:lnTo>
                <a:lnTo>
                  <a:pt x="507094" y="165665"/>
                </a:lnTo>
                <a:lnTo>
                  <a:pt x="510769" y="165057"/>
                </a:lnTo>
                <a:lnTo>
                  <a:pt x="514443" y="164433"/>
                </a:lnTo>
                <a:lnTo>
                  <a:pt x="518118" y="163792"/>
                </a:lnTo>
                <a:lnTo>
                  <a:pt x="521793" y="163132"/>
                </a:lnTo>
                <a:lnTo>
                  <a:pt x="525467" y="162449"/>
                </a:lnTo>
                <a:lnTo>
                  <a:pt x="529142" y="161742"/>
                </a:lnTo>
                <a:lnTo>
                  <a:pt x="532816" y="161006"/>
                </a:lnTo>
                <a:lnTo>
                  <a:pt x="536491" y="160240"/>
                </a:lnTo>
                <a:lnTo>
                  <a:pt x="540166" y="159437"/>
                </a:lnTo>
                <a:lnTo>
                  <a:pt x="543840" y="158594"/>
                </a:lnTo>
                <a:lnTo>
                  <a:pt x="547515" y="157712"/>
                </a:lnTo>
                <a:lnTo>
                  <a:pt x="551189" y="156791"/>
                </a:lnTo>
                <a:lnTo>
                  <a:pt x="554864" y="155829"/>
                </a:lnTo>
                <a:lnTo>
                  <a:pt x="558539" y="154828"/>
                </a:lnTo>
                <a:lnTo>
                  <a:pt x="562213" y="153789"/>
                </a:lnTo>
                <a:lnTo>
                  <a:pt x="565888" y="152716"/>
                </a:lnTo>
                <a:lnTo>
                  <a:pt x="569562" y="151612"/>
                </a:lnTo>
                <a:lnTo>
                  <a:pt x="573237" y="150481"/>
                </a:lnTo>
                <a:lnTo>
                  <a:pt x="576912" y="149332"/>
                </a:lnTo>
                <a:lnTo>
                  <a:pt x="580586" y="148174"/>
                </a:lnTo>
                <a:lnTo>
                  <a:pt x="584261" y="147012"/>
                </a:lnTo>
                <a:lnTo>
                  <a:pt x="587935" y="145855"/>
                </a:lnTo>
                <a:lnTo>
                  <a:pt x="591610" y="144708"/>
                </a:lnTo>
                <a:lnTo>
                  <a:pt x="595285" y="143576"/>
                </a:lnTo>
                <a:lnTo>
                  <a:pt x="598959" y="142464"/>
                </a:lnTo>
                <a:lnTo>
                  <a:pt x="602634" y="141376"/>
                </a:lnTo>
                <a:lnTo>
                  <a:pt x="606308" y="140311"/>
                </a:lnTo>
                <a:lnTo>
                  <a:pt x="609983" y="139264"/>
                </a:lnTo>
                <a:lnTo>
                  <a:pt x="613658" y="138231"/>
                </a:lnTo>
                <a:lnTo>
                  <a:pt x="617332" y="137206"/>
                </a:lnTo>
                <a:lnTo>
                  <a:pt x="621007" y="136182"/>
                </a:lnTo>
                <a:lnTo>
                  <a:pt x="624681" y="135148"/>
                </a:lnTo>
                <a:lnTo>
                  <a:pt x="628356" y="134098"/>
                </a:lnTo>
                <a:lnTo>
                  <a:pt x="632031" y="133021"/>
                </a:lnTo>
                <a:lnTo>
                  <a:pt x="635705" y="131904"/>
                </a:lnTo>
                <a:lnTo>
                  <a:pt x="639380" y="130744"/>
                </a:lnTo>
                <a:lnTo>
                  <a:pt x="643054" y="129538"/>
                </a:lnTo>
                <a:lnTo>
                  <a:pt x="646729" y="128281"/>
                </a:lnTo>
                <a:lnTo>
                  <a:pt x="650404" y="126974"/>
                </a:lnTo>
                <a:lnTo>
                  <a:pt x="654078" y="125615"/>
                </a:lnTo>
                <a:lnTo>
                  <a:pt x="657753" y="124207"/>
                </a:lnTo>
                <a:lnTo>
                  <a:pt x="661427" y="122752"/>
                </a:lnTo>
                <a:lnTo>
                  <a:pt x="665102" y="121248"/>
                </a:lnTo>
                <a:lnTo>
                  <a:pt x="668777" y="119707"/>
                </a:lnTo>
                <a:lnTo>
                  <a:pt x="672451" y="118133"/>
                </a:lnTo>
                <a:lnTo>
                  <a:pt x="676126" y="116530"/>
                </a:lnTo>
                <a:lnTo>
                  <a:pt x="679800" y="114902"/>
                </a:lnTo>
                <a:lnTo>
                  <a:pt x="683475" y="113255"/>
                </a:lnTo>
                <a:lnTo>
                  <a:pt x="687150" y="111591"/>
                </a:lnTo>
                <a:lnTo>
                  <a:pt x="690824" y="109915"/>
                </a:lnTo>
                <a:lnTo>
                  <a:pt x="694499" y="108230"/>
                </a:lnTo>
                <a:lnTo>
                  <a:pt x="698173" y="106543"/>
                </a:lnTo>
                <a:lnTo>
                  <a:pt x="701848" y="104857"/>
                </a:lnTo>
                <a:lnTo>
                  <a:pt x="705523" y="103177"/>
                </a:lnTo>
                <a:lnTo>
                  <a:pt x="709197" y="101509"/>
                </a:lnTo>
                <a:lnTo>
                  <a:pt x="712872" y="99856"/>
                </a:lnTo>
                <a:lnTo>
                  <a:pt x="716546" y="98222"/>
                </a:lnTo>
                <a:lnTo>
                  <a:pt x="720221" y="96613"/>
                </a:lnTo>
                <a:lnTo>
                  <a:pt x="723896" y="95032"/>
                </a:lnTo>
                <a:lnTo>
                  <a:pt x="727570" y="93485"/>
                </a:lnTo>
                <a:lnTo>
                  <a:pt x="731245" y="91970"/>
                </a:lnTo>
                <a:lnTo>
                  <a:pt x="734919" y="90488"/>
                </a:lnTo>
                <a:lnTo>
                  <a:pt x="738594" y="89036"/>
                </a:lnTo>
                <a:lnTo>
                  <a:pt x="742269" y="87614"/>
                </a:lnTo>
                <a:lnTo>
                  <a:pt x="745943" y="86218"/>
                </a:lnTo>
                <a:lnTo>
                  <a:pt x="749618" y="84843"/>
                </a:lnTo>
                <a:lnTo>
                  <a:pt x="753292" y="83486"/>
                </a:lnTo>
                <a:lnTo>
                  <a:pt x="756967" y="82141"/>
                </a:lnTo>
                <a:lnTo>
                  <a:pt x="760642" y="80801"/>
                </a:lnTo>
                <a:lnTo>
                  <a:pt x="764316" y="79458"/>
                </a:lnTo>
                <a:lnTo>
                  <a:pt x="767991" y="78108"/>
                </a:lnTo>
                <a:lnTo>
                  <a:pt x="771665" y="76744"/>
                </a:lnTo>
                <a:lnTo>
                  <a:pt x="775340" y="75362"/>
                </a:lnTo>
                <a:lnTo>
                  <a:pt x="779015" y="73958"/>
                </a:lnTo>
                <a:lnTo>
                  <a:pt x="782689" y="72526"/>
                </a:lnTo>
                <a:lnTo>
                  <a:pt x="786364" y="71062"/>
                </a:lnTo>
                <a:lnTo>
                  <a:pt x="790038" y="69561"/>
                </a:lnTo>
                <a:lnTo>
                  <a:pt x="793713" y="68023"/>
                </a:lnTo>
                <a:lnTo>
                  <a:pt x="797388" y="66447"/>
                </a:lnTo>
                <a:lnTo>
                  <a:pt x="801062" y="64831"/>
                </a:lnTo>
                <a:lnTo>
                  <a:pt x="804737" y="63175"/>
                </a:lnTo>
                <a:lnTo>
                  <a:pt x="808411" y="61478"/>
                </a:lnTo>
                <a:lnTo>
                  <a:pt x="812086" y="59740"/>
                </a:lnTo>
                <a:lnTo>
                  <a:pt x="815761" y="57962"/>
                </a:lnTo>
                <a:lnTo>
                  <a:pt x="819435" y="56138"/>
                </a:lnTo>
                <a:lnTo>
                  <a:pt x="823110" y="54278"/>
                </a:lnTo>
                <a:lnTo>
                  <a:pt x="826784" y="52383"/>
                </a:lnTo>
                <a:lnTo>
                  <a:pt x="830459" y="50455"/>
                </a:lnTo>
                <a:lnTo>
                  <a:pt x="834134" y="48499"/>
                </a:lnTo>
                <a:lnTo>
                  <a:pt x="837808" y="46516"/>
                </a:lnTo>
                <a:lnTo>
                  <a:pt x="841483" y="44512"/>
                </a:lnTo>
                <a:lnTo>
                  <a:pt x="845157" y="42490"/>
                </a:lnTo>
                <a:lnTo>
                  <a:pt x="848832" y="40455"/>
                </a:lnTo>
                <a:lnTo>
                  <a:pt x="852507" y="38412"/>
                </a:lnTo>
                <a:lnTo>
                  <a:pt x="856181" y="36368"/>
                </a:lnTo>
                <a:lnTo>
                  <a:pt x="859856" y="34329"/>
                </a:lnTo>
                <a:lnTo>
                  <a:pt x="863530" y="32301"/>
                </a:lnTo>
                <a:lnTo>
                  <a:pt x="867205" y="30289"/>
                </a:lnTo>
                <a:lnTo>
                  <a:pt x="870880" y="28300"/>
                </a:lnTo>
                <a:lnTo>
                  <a:pt x="874554" y="26341"/>
                </a:lnTo>
                <a:lnTo>
                  <a:pt x="878229" y="24422"/>
                </a:lnTo>
                <a:lnTo>
                  <a:pt x="881903" y="22555"/>
                </a:lnTo>
                <a:lnTo>
                  <a:pt x="885578" y="20743"/>
                </a:lnTo>
                <a:lnTo>
                  <a:pt x="889253" y="18997"/>
                </a:lnTo>
                <a:lnTo>
                  <a:pt x="892927" y="17323"/>
                </a:lnTo>
                <a:lnTo>
                  <a:pt x="896602" y="15730"/>
                </a:lnTo>
                <a:lnTo>
                  <a:pt x="900276" y="14226"/>
                </a:lnTo>
                <a:lnTo>
                  <a:pt x="903951" y="12819"/>
                </a:lnTo>
                <a:lnTo>
                  <a:pt x="907626" y="11514"/>
                </a:lnTo>
                <a:lnTo>
                  <a:pt x="911300" y="10333"/>
                </a:lnTo>
                <a:lnTo>
                  <a:pt x="914975" y="9267"/>
                </a:lnTo>
                <a:lnTo>
                  <a:pt x="918649" y="8314"/>
                </a:lnTo>
                <a:lnTo>
                  <a:pt x="922324" y="7474"/>
                </a:lnTo>
                <a:lnTo>
                  <a:pt x="925999" y="6743"/>
                </a:lnTo>
                <a:lnTo>
                  <a:pt x="929673" y="6116"/>
                </a:lnTo>
                <a:lnTo>
                  <a:pt x="933348" y="5584"/>
                </a:lnTo>
                <a:lnTo>
                  <a:pt x="937022" y="5138"/>
                </a:lnTo>
                <a:lnTo>
                  <a:pt x="940697" y="4771"/>
                </a:lnTo>
                <a:lnTo>
                  <a:pt x="944372" y="4465"/>
                </a:lnTo>
                <a:lnTo>
                  <a:pt x="948046" y="4202"/>
                </a:lnTo>
                <a:lnTo>
                  <a:pt x="951721" y="3967"/>
                </a:lnTo>
                <a:lnTo>
                  <a:pt x="955395" y="3745"/>
                </a:lnTo>
                <a:lnTo>
                  <a:pt x="959070" y="3526"/>
                </a:lnTo>
                <a:lnTo>
                  <a:pt x="962745" y="3298"/>
                </a:lnTo>
                <a:lnTo>
                  <a:pt x="966419" y="3052"/>
                </a:lnTo>
                <a:lnTo>
                  <a:pt x="970094" y="2783"/>
                </a:lnTo>
                <a:lnTo>
                  <a:pt x="973768" y="2485"/>
                </a:lnTo>
                <a:lnTo>
                  <a:pt x="977443" y="2164"/>
                </a:lnTo>
                <a:lnTo>
                  <a:pt x="981118" y="1824"/>
                </a:lnTo>
                <a:lnTo>
                  <a:pt x="984792" y="1476"/>
                </a:lnTo>
                <a:lnTo>
                  <a:pt x="988467" y="1130"/>
                </a:lnTo>
                <a:lnTo>
                  <a:pt x="992141" y="799"/>
                </a:lnTo>
                <a:lnTo>
                  <a:pt x="995816" y="501"/>
                </a:lnTo>
                <a:lnTo>
                  <a:pt x="999491" y="251"/>
                </a:lnTo>
                <a:lnTo>
                  <a:pt x="1003165" y="78"/>
                </a:lnTo>
                <a:lnTo>
                  <a:pt x="1006840" y="0"/>
                </a:lnTo>
                <a:lnTo>
                  <a:pt x="1010514" y="29"/>
                </a:lnTo>
                <a:lnTo>
                  <a:pt x="1014189" y="181"/>
                </a:lnTo>
                <a:lnTo>
                  <a:pt x="1017864" y="471"/>
                </a:lnTo>
                <a:lnTo>
                  <a:pt x="1021538" y="911"/>
                </a:lnTo>
                <a:lnTo>
                  <a:pt x="1025213" y="1507"/>
                </a:lnTo>
                <a:lnTo>
                  <a:pt x="1028887" y="2269"/>
                </a:lnTo>
                <a:lnTo>
                  <a:pt x="1032562" y="3207"/>
                </a:lnTo>
                <a:lnTo>
                  <a:pt x="1036237" y="4328"/>
                </a:lnTo>
                <a:lnTo>
                  <a:pt x="1039911" y="5610"/>
                </a:lnTo>
                <a:lnTo>
                  <a:pt x="1043586" y="7047"/>
                </a:lnTo>
                <a:lnTo>
                  <a:pt x="1047260" y="8626"/>
                </a:lnTo>
                <a:lnTo>
                  <a:pt x="1050935" y="10337"/>
                </a:lnTo>
                <a:lnTo>
                  <a:pt x="1054610" y="12165"/>
                </a:lnTo>
                <a:lnTo>
                  <a:pt x="1058284" y="14094"/>
                </a:lnTo>
                <a:lnTo>
                  <a:pt x="1061959" y="16109"/>
                </a:lnTo>
                <a:lnTo>
                  <a:pt x="1065633" y="18203"/>
                </a:lnTo>
                <a:lnTo>
                  <a:pt x="1069308" y="20346"/>
                </a:lnTo>
                <a:lnTo>
                  <a:pt x="1072983" y="22528"/>
                </a:lnTo>
                <a:lnTo>
                  <a:pt x="1076657" y="24737"/>
                </a:lnTo>
                <a:lnTo>
                  <a:pt x="1080332" y="26967"/>
                </a:lnTo>
                <a:lnTo>
                  <a:pt x="1084006" y="29212"/>
                </a:lnTo>
                <a:lnTo>
                  <a:pt x="1087681" y="31471"/>
                </a:lnTo>
                <a:lnTo>
                  <a:pt x="1091356" y="33744"/>
                </a:lnTo>
                <a:lnTo>
                  <a:pt x="1095030" y="36037"/>
                </a:lnTo>
                <a:lnTo>
                  <a:pt x="1098705" y="38356"/>
                </a:lnTo>
                <a:lnTo>
                  <a:pt x="1102379" y="40707"/>
                </a:lnTo>
                <a:lnTo>
                  <a:pt x="1106054" y="43096"/>
                </a:lnTo>
                <a:lnTo>
                  <a:pt x="1109729" y="45528"/>
                </a:lnTo>
                <a:lnTo>
                  <a:pt x="1113403" y="48009"/>
                </a:lnTo>
                <a:lnTo>
                  <a:pt x="1117078" y="50542"/>
                </a:lnTo>
                <a:lnTo>
                  <a:pt x="1120752" y="53127"/>
                </a:lnTo>
                <a:lnTo>
                  <a:pt x="1124427" y="55763"/>
                </a:lnTo>
                <a:lnTo>
                  <a:pt x="1128102" y="58449"/>
                </a:lnTo>
                <a:lnTo>
                  <a:pt x="1131776" y="61170"/>
                </a:lnTo>
                <a:lnTo>
                  <a:pt x="1135451" y="63918"/>
                </a:lnTo>
                <a:lnTo>
                  <a:pt x="1139125" y="66682"/>
                </a:lnTo>
                <a:lnTo>
                  <a:pt x="1142800" y="69452"/>
                </a:lnTo>
                <a:lnTo>
                  <a:pt x="1146475" y="72216"/>
                </a:lnTo>
                <a:lnTo>
                  <a:pt x="1150149" y="74965"/>
                </a:lnTo>
                <a:lnTo>
                  <a:pt x="1153824" y="77691"/>
                </a:lnTo>
                <a:lnTo>
                  <a:pt x="1157498" y="80382"/>
                </a:lnTo>
                <a:lnTo>
                  <a:pt x="1161173" y="83035"/>
                </a:lnTo>
                <a:lnTo>
                  <a:pt x="1164848" y="85648"/>
                </a:lnTo>
                <a:lnTo>
                  <a:pt x="1168522" y="88221"/>
                </a:lnTo>
                <a:lnTo>
                  <a:pt x="1172197" y="90752"/>
                </a:lnTo>
                <a:lnTo>
                  <a:pt x="1175871" y="93242"/>
                </a:lnTo>
                <a:lnTo>
                  <a:pt x="1179546" y="95692"/>
                </a:lnTo>
                <a:lnTo>
                  <a:pt x="1183221" y="98101"/>
                </a:lnTo>
                <a:lnTo>
                  <a:pt x="1186895" y="100468"/>
                </a:lnTo>
                <a:lnTo>
                  <a:pt x="1190570" y="102792"/>
                </a:lnTo>
                <a:lnTo>
                  <a:pt x="1194244" y="105074"/>
                </a:lnTo>
                <a:lnTo>
                  <a:pt x="1197919" y="107314"/>
                </a:lnTo>
                <a:lnTo>
                  <a:pt x="1201594" y="109510"/>
                </a:lnTo>
                <a:lnTo>
                  <a:pt x="1205268" y="111662"/>
                </a:lnTo>
                <a:lnTo>
                  <a:pt x="1208943" y="113770"/>
                </a:lnTo>
                <a:lnTo>
                  <a:pt x="1212617" y="115834"/>
                </a:lnTo>
                <a:lnTo>
                  <a:pt x="1216292" y="117855"/>
                </a:lnTo>
                <a:lnTo>
                  <a:pt x="1219967" y="119834"/>
                </a:lnTo>
                <a:lnTo>
                  <a:pt x="1223641" y="121778"/>
                </a:lnTo>
                <a:lnTo>
                  <a:pt x="1227316" y="123695"/>
                </a:lnTo>
                <a:lnTo>
                  <a:pt x="1230990" y="125589"/>
                </a:lnTo>
                <a:lnTo>
                  <a:pt x="1234665" y="127464"/>
                </a:lnTo>
                <a:lnTo>
                  <a:pt x="1238340" y="129324"/>
                </a:lnTo>
                <a:lnTo>
                  <a:pt x="1242014" y="131174"/>
                </a:lnTo>
                <a:lnTo>
                  <a:pt x="1245689" y="133015"/>
                </a:lnTo>
                <a:lnTo>
                  <a:pt x="1249363" y="134847"/>
                </a:lnTo>
                <a:lnTo>
                  <a:pt x="1253038" y="136668"/>
                </a:lnTo>
                <a:lnTo>
                  <a:pt x="1256713" y="138477"/>
                </a:lnTo>
                <a:lnTo>
                  <a:pt x="1260387" y="140269"/>
                </a:lnTo>
                <a:lnTo>
                  <a:pt x="1264062" y="142042"/>
                </a:lnTo>
                <a:lnTo>
                  <a:pt x="1267736" y="143789"/>
                </a:lnTo>
                <a:lnTo>
                  <a:pt x="1271411" y="145509"/>
                </a:lnTo>
                <a:lnTo>
                  <a:pt x="1275086" y="147197"/>
                </a:lnTo>
                <a:lnTo>
                  <a:pt x="1278760" y="148849"/>
                </a:lnTo>
                <a:lnTo>
                  <a:pt x="1282435" y="150463"/>
                </a:lnTo>
                <a:lnTo>
                  <a:pt x="1286109" y="152042"/>
                </a:lnTo>
                <a:lnTo>
                  <a:pt x="1289784" y="153587"/>
                </a:lnTo>
                <a:lnTo>
                  <a:pt x="1293459" y="155100"/>
                </a:lnTo>
                <a:lnTo>
                  <a:pt x="1297133" y="156583"/>
                </a:lnTo>
                <a:lnTo>
                  <a:pt x="1300808" y="158037"/>
                </a:lnTo>
                <a:lnTo>
                  <a:pt x="1304482" y="159464"/>
                </a:lnTo>
                <a:lnTo>
                  <a:pt x="1308157" y="160864"/>
                </a:lnTo>
                <a:lnTo>
                  <a:pt x="1311832" y="162234"/>
                </a:lnTo>
                <a:lnTo>
                  <a:pt x="1315506" y="163574"/>
                </a:lnTo>
                <a:lnTo>
                  <a:pt x="1319181" y="164885"/>
                </a:lnTo>
                <a:lnTo>
                  <a:pt x="1322855" y="166161"/>
                </a:lnTo>
                <a:lnTo>
                  <a:pt x="1326530" y="167401"/>
                </a:lnTo>
                <a:lnTo>
                  <a:pt x="1330205" y="168600"/>
                </a:lnTo>
                <a:lnTo>
                  <a:pt x="1333879" y="169755"/>
                </a:lnTo>
                <a:lnTo>
                  <a:pt x="1337554" y="170862"/>
                </a:lnTo>
                <a:lnTo>
                  <a:pt x="1341228" y="171913"/>
                </a:lnTo>
                <a:lnTo>
                  <a:pt x="1344903" y="172908"/>
                </a:lnTo>
                <a:lnTo>
                  <a:pt x="1348577" y="173849"/>
                </a:lnTo>
                <a:lnTo>
                  <a:pt x="1352252" y="174736"/>
                </a:lnTo>
                <a:lnTo>
                  <a:pt x="1355927" y="175570"/>
                </a:lnTo>
                <a:lnTo>
                  <a:pt x="1359601" y="176352"/>
                </a:lnTo>
                <a:lnTo>
                  <a:pt x="1363276" y="177085"/>
                </a:lnTo>
                <a:lnTo>
                  <a:pt x="1366950" y="177771"/>
                </a:lnTo>
                <a:lnTo>
                  <a:pt x="1370625" y="178412"/>
                </a:lnTo>
                <a:lnTo>
                  <a:pt x="1374300" y="179007"/>
                </a:lnTo>
                <a:lnTo>
                  <a:pt x="1377974" y="179565"/>
                </a:lnTo>
                <a:lnTo>
                  <a:pt x="1381649" y="180088"/>
                </a:lnTo>
                <a:lnTo>
                  <a:pt x="1385323" y="180579"/>
                </a:lnTo>
                <a:lnTo>
                  <a:pt x="1388998" y="181038"/>
                </a:lnTo>
                <a:lnTo>
                  <a:pt x="1392673" y="181468"/>
                </a:lnTo>
                <a:lnTo>
                  <a:pt x="1396347" y="181868"/>
                </a:lnTo>
                <a:lnTo>
                  <a:pt x="1400022" y="182241"/>
                </a:lnTo>
                <a:lnTo>
                  <a:pt x="1403696" y="182581"/>
                </a:lnTo>
                <a:lnTo>
                  <a:pt x="1407371" y="182892"/>
                </a:lnTo>
                <a:lnTo>
                  <a:pt x="1411046" y="183175"/>
                </a:lnTo>
                <a:lnTo>
                  <a:pt x="1414720" y="183430"/>
                </a:lnTo>
                <a:lnTo>
                  <a:pt x="1418395" y="183657"/>
                </a:lnTo>
                <a:lnTo>
                  <a:pt x="1422069" y="183856"/>
                </a:lnTo>
                <a:lnTo>
                  <a:pt x="1425744" y="184029"/>
                </a:lnTo>
                <a:lnTo>
                  <a:pt x="1429419" y="184175"/>
                </a:lnTo>
                <a:lnTo>
                  <a:pt x="1433093" y="184296"/>
                </a:lnTo>
                <a:lnTo>
                  <a:pt x="1436768" y="184393"/>
                </a:lnTo>
                <a:lnTo>
                  <a:pt x="1440442" y="184471"/>
                </a:lnTo>
                <a:lnTo>
                  <a:pt x="1444117" y="184531"/>
                </a:lnTo>
                <a:lnTo>
                  <a:pt x="1447792" y="184578"/>
                </a:lnTo>
                <a:lnTo>
                  <a:pt x="1451466" y="184612"/>
                </a:lnTo>
                <a:lnTo>
                  <a:pt x="1455141" y="184639"/>
                </a:lnTo>
                <a:lnTo>
                  <a:pt x="1458815" y="184659"/>
                </a:lnTo>
                <a:lnTo>
                  <a:pt x="1462490" y="184677"/>
                </a:lnTo>
                <a:lnTo>
                  <a:pt x="1466165" y="184695"/>
                </a:lnTo>
                <a:lnTo>
                  <a:pt x="1469839" y="184715"/>
                </a:lnTo>
                <a:lnTo>
                  <a:pt x="1473514" y="184739"/>
                </a:lnTo>
                <a:lnTo>
                  <a:pt x="1477188" y="184769"/>
                </a:lnTo>
                <a:lnTo>
                  <a:pt x="1480863" y="184806"/>
                </a:lnTo>
                <a:lnTo>
                  <a:pt x="1484538" y="184850"/>
                </a:lnTo>
                <a:lnTo>
                  <a:pt x="1488212" y="184901"/>
                </a:lnTo>
                <a:lnTo>
                  <a:pt x="1491887" y="184959"/>
                </a:lnTo>
                <a:lnTo>
                  <a:pt x="1495561" y="185025"/>
                </a:lnTo>
                <a:lnTo>
                  <a:pt x="1499236" y="185096"/>
                </a:lnTo>
                <a:lnTo>
                  <a:pt x="1502911" y="185172"/>
                </a:lnTo>
                <a:lnTo>
                  <a:pt x="1506585" y="185252"/>
                </a:lnTo>
                <a:lnTo>
                  <a:pt x="1510260" y="185333"/>
                </a:lnTo>
                <a:lnTo>
                  <a:pt x="1513934" y="185415"/>
                </a:lnTo>
                <a:lnTo>
                  <a:pt x="1517609" y="185496"/>
                </a:lnTo>
                <a:lnTo>
                  <a:pt x="1521284" y="185576"/>
                </a:lnTo>
                <a:lnTo>
                  <a:pt x="1524958" y="185653"/>
                </a:lnTo>
                <a:lnTo>
                  <a:pt x="1528633" y="185725"/>
                </a:lnTo>
                <a:lnTo>
                  <a:pt x="1532307" y="185793"/>
                </a:lnTo>
                <a:lnTo>
                  <a:pt x="1535982" y="185855"/>
                </a:lnTo>
                <a:lnTo>
                  <a:pt x="1539657" y="185912"/>
                </a:lnTo>
                <a:lnTo>
                  <a:pt x="1543331" y="185962"/>
                </a:lnTo>
                <a:lnTo>
                  <a:pt x="1547006" y="186008"/>
                </a:lnTo>
                <a:lnTo>
                  <a:pt x="1550680" y="186047"/>
                </a:lnTo>
                <a:lnTo>
                  <a:pt x="1554355" y="186081"/>
                </a:lnTo>
                <a:lnTo>
                  <a:pt x="1558030" y="186109"/>
                </a:lnTo>
                <a:lnTo>
                  <a:pt x="1561704" y="186133"/>
                </a:lnTo>
                <a:lnTo>
                  <a:pt x="1565379" y="186153"/>
                </a:lnTo>
                <a:lnTo>
                  <a:pt x="1569053" y="186169"/>
                </a:lnTo>
                <a:lnTo>
                  <a:pt x="1572728" y="186182"/>
                </a:lnTo>
                <a:lnTo>
                  <a:pt x="1576403" y="186192"/>
                </a:lnTo>
                <a:lnTo>
                  <a:pt x="1580077" y="186200"/>
                </a:lnTo>
                <a:lnTo>
                  <a:pt x="1583752" y="186207"/>
                </a:lnTo>
                <a:lnTo>
                  <a:pt x="1587426" y="186211"/>
                </a:lnTo>
                <a:lnTo>
                  <a:pt x="1591101" y="186215"/>
                </a:lnTo>
                <a:lnTo>
                  <a:pt x="1594776" y="186217"/>
                </a:lnTo>
                <a:lnTo>
                  <a:pt x="1598450" y="186219"/>
                </a:lnTo>
                <a:lnTo>
                  <a:pt x="1602125" y="186221"/>
                </a:lnTo>
                <a:lnTo>
                  <a:pt x="1605799" y="186222"/>
                </a:lnTo>
                <a:lnTo>
                  <a:pt x="1609474" y="186222"/>
                </a:lnTo>
                <a:lnTo>
                  <a:pt x="1613149" y="186223"/>
                </a:lnTo>
                <a:lnTo>
                  <a:pt x="1616823" y="186223"/>
                </a:lnTo>
                <a:lnTo>
                  <a:pt x="1620498" y="186224"/>
                </a:lnTo>
                <a:lnTo>
                  <a:pt x="1624172" y="186224"/>
                </a:lnTo>
                <a:lnTo>
                  <a:pt x="1627847" y="186224"/>
                </a:lnTo>
                <a:lnTo>
                  <a:pt x="1631522" y="186224"/>
                </a:lnTo>
                <a:lnTo>
                  <a:pt x="1635196" y="186224"/>
                </a:lnTo>
                <a:lnTo>
                  <a:pt x="1638871" y="186224"/>
                </a:lnTo>
                <a:lnTo>
                  <a:pt x="1642545" y="186224"/>
                </a:lnTo>
                <a:lnTo>
                  <a:pt x="1646220" y="186224"/>
                </a:lnTo>
                <a:lnTo>
                  <a:pt x="1649895" y="186224"/>
                </a:lnTo>
                <a:lnTo>
                  <a:pt x="1653569" y="186224"/>
                </a:lnTo>
                <a:lnTo>
                  <a:pt x="1657244" y="186224"/>
                </a:lnTo>
                <a:lnTo>
                  <a:pt x="1660918" y="186224"/>
                </a:lnTo>
                <a:lnTo>
                  <a:pt x="1664593" y="186224"/>
                </a:lnTo>
                <a:lnTo>
                  <a:pt x="1668268" y="186224"/>
                </a:lnTo>
                <a:lnTo>
                  <a:pt x="1671942" y="186224"/>
                </a:lnTo>
                <a:lnTo>
                  <a:pt x="1675617" y="186224"/>
                </a:lnTo>
                <a:lnTo>
                  <a:pt x="1679291" y="186224"/>
                </a:lnTo>
                <a:lnTo>
                  <a:pt x="1682966" y="186224"/>
                </a:lnTo>
                <a:lnTo>
                  <a:pt x="1686641" y="186224"/>
                </a:lnTo>
                <a:lnTo>
                  <a:pt x="1690315" y="186224"/>
                </a:lnTo>
                <a:lnTo>
                  <a:pt x="1693990" y="186224"/>
                </a:lnTo>
                <a:lnTo>
                  <a:pt x="1697664" y="186224"/>
                </a:lnTo>
                <a:lnTo>
                  <a:pt x="1701339" y="186224"/>
                </a:lnTo>
                <a:lnTo>
                  <a:pt x="1705014" y="186224"/>
                </a:lnTo>
                <a:lnTo>
                  <a:pt x="1708688" y="186224"/>
                </a:lnTo>
                <a:lnTo>
                  <a:pt x="1712363" y="186224"/>
                </a:lnTo>
                <a:lnTo>
                  <a:pt x="1716037" y="186224"/>
                </a:lnTo>
                <a:lnTo>
                  <a:pt x="1719712" y="186224"/>
                </a:lnTo>
                <a:lnTo>
                  <a:pt x="1723387" y="186224"/>
                </a:lnTo>
                <a:lnTo>
                  <a:pt x="1727061" y="186224"/>
                </a:lnTo>
                <a:lnTo>
                  <a:pt x="1730736" y="186224"/>
                </a:lnTo>
                <a:lnTo>
                  <a:pt x="1734410" y="186224"/>
                </a:lnTo>
                <a:lnTo>
                  <a:pt x="1738085" y="186224"/>
                </a:lnTo>
                <a:lnTo>
                  <a:pt x="1741760" y="186224"/>
                </a:lnTo>
                <a:lnTo>
                  <a:pt x="1745434" y="186224"/>
                </a:lnTo>
                <a:lnTo>
                  <a:pt x="1749109" y="186224"/>
                </a:lnTo>
                <a:lnTo>
                  <a:pt x="1752783" y="186224"/>
                </a:lnTo>
                <a:lnTo>
                  <a:pt x="1756458" y="186224"/>
                </a:lnTo>
                <a:lnTo>
                  <a:pt x="1760133" y="186224"/>
                </a:lnTo>
                <a:lnTo>
                  <a:pt x="1763807" y="186224"/>
                </a:lnTo>
                <a:lnTo>
                  <a:pt x="1767482" y="186224"/>
                </a:lnTo>
                <a:lnTo>
                  <a:pt x="1771156" y="186224"/>
                </a:lnTo>
                <a:lnTo>
                  <a:pt x="1774831" y="186224"/>
                </a:lnTo>
                <a:lnTo>
                  <a:pt x="1778506" y="186224"/>
                </a:lnTo>
                <a:lnTo>
                  <a:pt x="1782180" y="186224"/>
                </a:lnTo>
                <a:lnTo>
                  <a:pt x="1785855" y="186224"/>
                </a:lnTo>
                <a:lnTo>
                  <a:pt x="1789529" y="186224"/>
                </a:lnTo>
                <a:lnTo>
                  <a:pt x="1793204" y="186224"/>
                </a:lnTo>
                <a:lnTo>
                  <a:pt x="1796879" y="186224"/>
                </a:lnTo>
                <a:lnTo>
                  <a:pt x="1800553" y="186224"/>
                </a:lnTo>
                <a:lnTo>
                  <a:pt x="1804228" y="186224"/>
                </a:lnTo>
                <a:lnTo>
                  <a:pt x="1807902" y="186224"/>
                </a:lnTo>
                <a:lnTo>
                  <a:pt x="1811577" y="186224"/>
                </a:lnTo>
                <a:lnTo>
                  <a:pt x="1815252" y="186224"/>
                </a:lnTo>
                <a:lnTo>
                  <a:pt x="1818926" y="186224"/>
                </a:lnTo>
                <a:lnTo>
                  <a:pt x="1822601" y="186224"/>
                </a:lnTo>
                <a:lnTo>
                  <a:pt x="1826275" y="186224"/>
                </a:lnTo>
                <a:lnTo>
                  <a:pt x="1829950" y="186224"/>
                </a:lnTo>
                <a:lnTo>
                  <a:pt x="1833625" y="186224"/>
                </a:lnTo>
                <a:lnTo>
                  <a:pt x="1837299" y="186224"/>
                </a:lnTo>
                <a:lnTo>
                  <a:pt x="1840974" y="186224"/>
                </a:lnTo>
                <a:lnTo>
                  <a:pt x="1844648" y="186224"/>
                </a:lnTo>
                <a:lnTo>
                  <a:pt x="1848323" y="186224"/>
                </a:lnTo>
                <a:lnTo>
                  <a:pt x="1851998" y="186224"/>
                </a:lnTo>
                <a:lnTo>
                  <a:pt x="1855672" y="186224"/>
                </a:lnTo>
                <a:lnTo>
                  <a:pt x="1859347" y="186224"/>
                </a:lnTo>
                <a:lnTo>
                  <a:pt x="1863021" y="186224"/>
                </a:lnTo>
                <a:lnTo>
                  <a:pt x="1866696" y="186224"/>
                </a:lnTo>
                <a:lnTo>
                  <a:pt x="1870371" y="186224"/>
                </a:lnTo>
                <a:lnTo>
                  <a:pt x="1874045" y="186224"/>
                </a:lnTo>
                <a:lnTo>
                  <a:pt x="1877720" y="186224"/>
                </a:lnTo>
              </a:path>
            </a:pathLst>
          </a:custGeom>
          <a:ln w="27101" cap="flat">
            <a:solidFill>
              <a:srgbClr val="00BFC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4" name="pg184"/>
          <p:cNvSpPr/>
          <p:nvPr/>
        </p:nvSpPr>
        <p:spPr>
          <a:xfrm>
            <a:off x="8856642" y="2602390"/>
            <a:ext cx="1877720" cy="137303"/>
          </a:xfrm>
          <a:custGeom>
            <a:avLst/>
            <a:gdLst/>
            <a:ahLst/>
            <a:cxnLst/>
            <a:rect l="0" t="0" r="0" b="0"/>
            <a:pathLst>
              <a:path w="1877720" h="137303">
                <a:moveTo>
                  <a:pt x="0" y="135900"/>
                </a:moveTo>
                <a:lnTo>
                  <a:pt x="3674" y="135779"/>
                </a:lnTo>
                <a:lnTo>
                  <a:pt x="7349" y="135656"/>
                </a:lnTo>
                <a:lnTo>
                  <a:pt x="11023" y="135531"/>
                </a:lnTo>
                <a:lnTo>
                  <a:pt x="14698" y="135405"/>
                </a:lnTo>
                <a:lnTo>
                  <a:pt x="18372" y="135278"/>
                </a:lnTo>
                <a:lnTo>
                  <a:pt x="22047" y="135151"/>
                </a:lnTo>
                <a:lnTo>
                  <a:pt x="25722" y="135025"/>
                </a:lnTo>
                <a:lnTo>
                  <a:pt x="29396" y="134899"/>
                </a:lnTo>
                <a:lnTo>
                  <a:pt x="33071" y="134776"/>
                </a:lnTo>
                <a:lnTo>
                  <a:pt x="36745" y="134654"/>
                </a:lnTo>
                <a:lnTo>
                  <a:pt x="40420" y="134533"/>
                </a:lnTo>
                <a:lnTo>
                  <a:pt x="44095" y="134414"/>
                </a:lnTo>
                <a:lnTo>
                  <a:pt x="47769" y="134297"/>
                </a:lnTo>
                <a:lnTo>
                  <a:pt x="51444" y="134182"/>
                </a:lnTo>
                <a:lnTo>
                  <a:pt x="55118" y="134067"/>
                </a:lnTo>
                <a:lnTo>
                  <a:pt x="58793" y="133952"/>
                </a:lnTo>
                <a:lnTo>
                  <a:pt x="62468" y="133838"/>
                </a:lnTo>
                <a:lnTo>
                  <a:pt x="66142" y="133723"/>
                </a:lnTo>
                <a:lnTo>
                  <a:pt x="69817" y="133607"/>
                </a:lnTo>
                <a:lnTo>
                  <a:pt x="73491" y="133489"/>
                </a:lnTo>
                <a:lnTo>
                  <a:pt x="77166" y="133368"/>
                </a:lnTo>
                <a:lnTo>
                  <a:pt x="80841" y="133244"/>
                </a:lnTo>
                <a:lnTo>
                  <a:pt x="84515" y="133117"/>
                </a:lnTo>
                <a:lnTo>
                  <a:pt x="88190" y="132986"/>
                </a:lnTo>
                <a:lnTo>
                  <a:pt x="91864" y="132850"/>
                </a:lnTo>
                <a:lnTo>
                  <a:pt x="95539" y="132711"/>
                </a:lnTo>
                <a:lnTo>
                  <a:pt x="99214" y="132566"/>
                </a:lnTo>
                <a:lnTo>
                  <a:pt x="102888" y="132417"/>
                </a:lnTo>
                <a:lnTo>
                  <a:pt x="106563" y="132264"/>
                </a:lnTo>
                <a:lnTo>
                  <a:pt x="110237" y="132107"/>
                </a:lnTo>
                <a:lnTo>
                  <a:pt x="113912" y="131946"/>
                </a:lnTo>
                <a:lnTo>
                  <a:pt x="117587" y="131783"/>
                </a:lnTo>
                <a:lnTo>
                  <a:pt x="121261" y="131617"/>
                </a:lnTo>
                <a:lnTo>
                  <a:pt x="124936" y="131449"/>
                </a:lnTo>
                <a:lnTo>
                  <a:pt x="128610" y="131280"/>
                </a:lnTo>
                <a:lnTo>
                  <a:pt x="132285" y="131110"/>
                </a:lnTo>
                <a:lnTo>
                  <a:pt x="135960" y="130941"/>
                </a:lnTo>
                <a:lnTo>
                  <a:pt x="139634" y="130772"/>
                </a:lnTo>
                <a:lnTo>
                  <a:pt x="143309" y="130604"/>
                </a:lnTo>
                <a:lnTo>
                  <a:pt x="146983" y="130438"/>
                </a:lnTo>
                <a:lnTo>
                  <a:pt x="150658" y="130273"/>
                </a:lnTo>
                <a:lnTo>
                  <a:pt x="154333" y="130110"/>
                </a:lnTo>
                <a:lnTo>
                  <a:pt x="158007" y="129948"/>
                </a:lnTo>
                <a:lnTo>
                  <a:pt x="161682" y="129787"/>
                </a:lnTo>
                <a:lnTo>
                  <a:pt x="165356" y="129627"/>
                </a:lnTo>
                <a:lnTo>
                  <a:pt x="169031" y="129467"/>
                </a:lnTo>
                <a:lnTo>
                  <a:pt x="172706" y="129307"/>
                </a:lnTo>
                <a:lnTo>
                  <a:pt x="176380" y="129145"/>
                </a:lnTo>
                <a:lnTo>
                  <a:pt x="180055" y="128981"/>
                </a:lnTo>
                <a:lnTo>
                  <a:pt x="183729" y="128814"/>
                </a:lnTo>
                <a:lnTo>
                  <a:pt x="187404" y="128643"/>
                </a:lnTo>
                <a:lnTo>
                  <a:pt x="191079" y="128468"/>
                </a:lnTo>
                <a:lnTo>
                  <a:pt x="194753" y="128286"/>
                </a:lnTo>
                <a:lnTo>
                  <a:pt x="198428" y="128097"/>
                </a:lnTo>
                <a:lnTo>
                  <a:pt x="202102" y="127901"/>
                </a:lnTo>
                <a:lnTo>
                  <a:pt x="205777" y="127698"/>
                </a:lnTo>
                <a:lnTo>
                  <a:pt x="209452" y="127487"/>
                </a:lnTo>
                <a:lnTo>
                  <a:pt x="213126" y="127267"/>
                </a:lnTo>
                <a:lnTo>
                  <a:pt x="216801" y="127039"/>
                </a:lnTo>
                <a:lnTo>
                  <a:pt x="220475" y="126802"/>
                </a:lnTo>
                <a:lnTo>
                  <a:pt x="224150" y="126555"/>
                </a:lnTo>
                <a:lnTo>
                  <a:pt x="227825" y="126300"/>
                </a:lnTo>
                <a:lnTo>
                  <a:pt x="231499" y="126037"/>
                </a:lnTo>
                <a:lnTo>
                  <a:pt x="235174" y="125766"/>
                </a:lnTo>
                <a:lnTo>
                  <a:pt x="238848" y="125488"/>
                </a:lnTo>
                <a:lnTo>
                  <a:pt x="242523" y="125201"/>
                </a:lnTo>
                <a:lnTo>
                  <a:pt x="246198" y="124907"/>
                </a:lnTo>
                <a:lnTo>
                  <a:pt x="249872" y="124606"/>
                </a:lnTo>
                <a:lnTo>
                  <a:pt x="253547" y="124298"/>
                </a:lnTo>
                <a:lnTo>
                  <a:pt x="257221" y="123985"/>
                </a:lnTo>
                <a:lnTo>
                  <a:pt x="260896" y="123666"/>
                </a:lnTo>
                <a:lnTo>
                  <a:pt x="264571" y="123341"/>
                </a:lnTo>
                <a:lnTo>
                  <a:pt x="268245" y="123011"/>
                </a:lnTo>
                <a:lnTo>
                  <a:pt x="271920" y="122676"/>
                </a:lnTo>
                <a:lnTo>
                  <a:pt x="275594" y="122338"/>
                </a:lnTo>
                <a:lnTo>
                  <a:pt x="279269" y="121995"/>
                </a:lnTo>
                <a:lnTo>
                  <a:pt x="282944" y="121650"/>
                </a:lnTo>
                <a:lnTo>
                  <a:pt x="286618" y="121302"/>
                </a:lnTo>
                <a:lnTo>
                  <a:pt x="290293" y="120951"/>
                </a:lnTo>
                <a:lnTo>
                  <a:pt x="293967" y="120598"/>
                </a:lnTo>
                <a:lnTo>
                  <a:pt x="297642" y="120244"/>
                </a:lnTo>
                <a:lnTo>
                  <a:pt x="301317" y="119889"/>
                </a:lnTo>
                <a:lnTo>
                  <a:pt x="304991" y="119532"/>
                </a:lnTo>
                <a:lnTo>
                  <a:pt x="308666" y="119175"/>
                </a:lnTo>
                <a:lnTo>
                  <a:pt x="312340" y="118817"/>
                </a:lnTo>
                <a:lnTo>
                  <a:pt x="316015" y="118458"/>
                </a:lnTo>
                <a:lnTo>
                  <a:pt x="319690" y="118097"/>
                </a:lnTo>
                <a:lnTo>
                  <a:pt x="323364" y="117735"/>
                </a:lnTo>
                <a:lnTo>
                  <a:pt x="327039" y="117369"/>
                </a:lnTo>
                <a:lnTo>
                  <a:pt x="330713" y="117000"/>
                </a:lnTo>
                <a:lnTo>
                  <a:pt x="334388" y="116627"/>
                </a:lnTo>
                <a:lnTo>
                  <a:pt x="338063" y="116248"/>
                </a:lnTo>
                <a:lnTo>
                  <a:pt x="341737" y="115860"/>
                </a:lnTo>
                <a:lnTo>
                  <a:pt x="345412" y="115463"/>
                </a:lnTo>
                <a:lnTo>
                  <a:pt x="349086" y="115054"/>
                </a:lnTo>
                <a:lnTo>
                  <a:pt x="352761" y="114633"/>
                </a:lnTo>
                <a:lnTo>
                  <a:pt x="356436" y="114198"/>
                </a:lnTo>
                <a:lnTo>
                  <a:pt x="360110" y="113746"/>
                </a:lnTo>
                <a:lnTo>
                  <a:pt x="363785" y="113274"/>
                </a:lnTo>
                <a:lnTo>
                  <a:pt x="367459" y="112780"/>
                </a:lnTo>
                <a:lnTo>
                  <a:pt x="371134" y="112264"/>
                </a:lnTo>
                <a:lnTo>
                  <a:pt x="374809" y="111725"/>
                </a:lnTo>
                <a:lnTo>
                  <a:pt x="378483" y="111162"/>
                </a:lnTo>
                <a:lnTo>
                  <a:pt x="382158" y="110573"/>
                </a:lnTo>
                <a:lnTo>
                  <a:pt x="385832" y="109958"/>
                </a:lnTo>
                <a:lnTo>
                  <a:pt x="389507" y="109312"/>
                </a:lnTo>
                <a:lnTo>
                  <a:pt x="393182" y="108640"/>
                </a:lnTo>
                <a:lnTo>
                  <a:pt x="396856" y="107943"/>
                </a:lnTo>
                <a:lnTo>
                  <a:pt x="400531" y="107221"/>
                </a:lnTo>
                <a:lnTo>
                  <a:pt x="404205" y="106476"/>
                </a:lnTo>
                <a:lnTo>
                  <a:pt x="407880" y="105709"/>
                </a:lnTo>
                <a:lnTo>
                  <a:pt x="411555" y="104920"/>
                </a:lnTo>
                <a:lnTo>
                  <a:pt x="415229" y="104111"/>
                </a:lnTo>
                <a:lnTo>
                  <a:pt x="418904" y="103288"/>
                </a:lnTo>
                <a:lnTo>
                  <a:pt x="422578" y="102452"/>
                </a:lnTo>
                <a:lnTo>
                  <a:pt x="426253" y="101605"/>
                </a:lnTo>
                <a:lnTo>
                  <a:pt x="429928" y="100750"/>
                </a:lnTo>
                <a:lnTo>
                  <a:pt x="433602" y="99888"/>
                </a:lnTo>
                <a:lnTo>
                  <a:pt x="437277" y="99021"/>
                </a:lnTo>
                <a:lnTo>
                  <a:pt x="440951" y="98152"/>
                </a:lnTo>
                <a:lnTo>
                  <a:pt x="444626" y="97282"/>
                </a:lnTo>
                <a:lnTo>
                  <a:pt x="448301" y="96411"/>
                </a:lnTo>
                <a:lnTo>
                  <a:pt x="451975" y="95540"/>
                </a:lnTo>
                <a:lnTo>
                  <a:pt x="455650" y="94668"/>
                </a:lnTo>
                <a:lnTo>
                  <a:pt x="459324" y="93796"/>
                </a:lnTo>
                <a:lnTo>
                  <a:pt x="462999" y="92922"/>
                </a:lnTo>
                <a:lnTo>
                  <a:pt x="466674" y="92045"/>
                </a:lnTo>
                <a:lnTo>
                  <a:pt x="470348" y="91164"/>
                </a:lnTo>
                <a:lnTo>
                  <a:pt x="474023" y="90279"/>
                </a:lnTo>
                <a:lnTo>
                  <a:pt x="477697" y="89387"/>
                </a:lnTo>
                <a:lnTo>
                  <a:pt x="481372" y="88489"/>
                </a:lnTo>
                <a:lnTo>
                  <a:pt x="485047" y="87581"/>
                </a:lnTo>
                <a:lnTo>
                  <a:pt x="488721" y="86664"/>
                </a:lnTo>
                <a:lnTo>
                  <a:pt x="492396" y="85739"/>
                </a:lnTo>
                <a:lnTo>
                  <a:pt x="496070" y="84807"/>
                </a:lnTo>
                <a:lnTo>
                  <a:pt x="499745" y="83869"/>
                </a:lnTo>
                <a:lnTo>
                  <a:pt x="503420" y="82925"/>
                </a:lnTo>
                <a:lnTo>
                  <a:pt x="507094" y="81979"/>
                </a:lnTo>
                <a:lnTo>
                  <a:pt x="510769" y="81033"/>
                </a:lnTo>
                <a:lnTo>
                  <a:pt x="514443" y="80090"/>
                </a:lnTo>
                <a:lnTo>
                  <a:pt x="518118" y="79154"/>
                </a:lnTo>
                <a:lnTo>
                  <a:pt x="521793" y="78228"/>
                </a:lnTo>
                <a:lnTo>
                  <a:pt x="525467" y="77314"/>
                </a:lnTo>
                <a:lnTo>
                  <a:pt x="529142" y="76415"/>
                </a:lnTo>
                <a:lnTo>
                  <a:pt x="532816" y="75537"/>
                </a:lnTo>
                <a:lnTo>
                  <a:pt x="536491" y="74682"/>
                </a:lnTo>
                <a:lnTo>
                  <a:pt x="540166" y="73850"/>
                </a:lnTo>
                <a:lnTo>
                  <a:pt x="543840" y="73042"/>
                </a:lnTo>
                <a:lnTo>
                  <a:pt x="547515" y="72258"/>
                </a:lnTo>
                <a:lnTo>
                  <a:pt x="551189" y="71498"/>
                </a:lnTo>
                <a:lnTo>
                  <a:pt x="554864" y="70764"/>
                </a:lnTo>
                <a:lnTo>
                  <a:pt x="558539" y="70057"/>
                </a:lnTo>
                <a:lnTo>
                  <a:pt x="562213" y="69370"/>
                </a:lnTo>
                <a:lnTo>
                  <a:pt x="565888" y="68703"/>
                </a:lnTo>
                <a:lnTo>
                  <a:pt x="569562" y="68052"/>
                </a:lnTo>
                <a:lnTo>
                  <a:pt x="573237" y="67416"/>
                </a:lnTo>
                <a:lnTo>
                  <a:pt x="576912" y="66792"/>
                </a:lnTo>
                <a:lnTo>
                  <a:pt x="580586" y="66178"/>
                </a:lnTo>
                <a:lnTo>
                  <a:pt x="584261" y="65570"/>
                </a:lnTo>
                <a:lnTo>
                  <a:pt x="587935" y="64966"/>
                </a:lnTo>
                <a:lnTo>
                  <a:pt x="591610" y="64363"/>
                </a:lnTo>
                <a:lnTo>
                  <a:pt x="595285" y="63759"/>
                </a:lnTo>
                <a:lnTo>
                  <a:pt x="598959" y="63154"/>
                </a:lnTo>
                <a:lnTo>
                  <a:pt x="602634" y="62544"/>
                </a:lnTo>
                <a:lnTo>
                  <a:pt x="606308" y="61928"/>
                </a:lnTo>
                <a:lnTo>
                  <a:pt x="609983" y="61305"/>
                </a:lnTo>
                <a:lnTo>
                  <a:pt x="613658" y="60676"/>
                </a:lnTo>
                <a:lnTo>
                  <a:pt x="617332" y="60038"/>
                </a:lnTo>
                <a:lnTo>
                  <a:pt x="621007" y="59392"/>
                </a:lnTo>
                <a:lnTo>
                  <a:pt x="624681" y="58737"/>
                </a:lnTo>
                <a:lnTo>
                  <a:pt x="628356" y="58072"/>
                </a:lnTo>
                <a:lnTo>
                  <a:pt x="632031" y="57396"/>
                </a:lnTo>
                <a:lnTo>
                  <a:pt x="635705" y="56709"/>
                </a:lnTo>
                <a:lnTo>
                  <a:pt x="639380" y="56012"/>
                </a:lnTo>
                <a:lnTo>
                  <a:pt x="643054" y="55302"/>
                </a:lnTo>
                <a:lnTo>
                  <a:pt x="646729" y="54580"/>
                </a:lnTo>
                <a:lnTo>
                  <a:pt x="650404" y="53844"/>
                </a:lnTo>
                <a:lnTo>
                  <a:pt x="654078" y="53090"/>
                </a:lnTo>
                <a:lnTo>
                  <a:pt x="657753" y="52319"/>
                </a:lnTo>
                <a:lnTo>
                  <a:pt x="661427" y="51531"/>
                </a:lnTo>
                <a:lnTo>
                  <a:pt x="665102" y="50724"/>
                </a:lnTo>
                <a:lnTo>
                  <a:pt x="668777" y="49896"/>
                </a:lnTo>
                <a:lnTo>
                  <a:pt x="672451" y="49047"/>
                </a:lnTo>
                <a:lnTo>
                  <a:pt x="676126" y="48173"/>
                </a:lnTo>
                <a:lnTo>
                  <a:pt x="679800" y="47273"/>
                </a:lnTo>
                <a:lnTo>
                  <a:pt x="683475" y="46349"/>
                </a:lnTo>
                <a:lnTo>
                  <a:pt x="687150" y="45399"/>
                </a:lnTo>
                <a:lnTo>
                  <a:pt x="690824" y="44426"/>
                </a:lnTo>
                <a:lnTo>
                  <a:pt x="694499" y="43427"/>
                </a:lnTo>
                <a:lnTo>
                  <a:pt x="698173" y="42406"/>
                </a:lnTo>
                <a:lnTo>
                  <a:pt x="701848" y="41357"/>
                </a:lnTo>
                <a:lnTo>
                  <a:pt x="705523" y="40288"/>
                </a:lnTo>
                <a:lnTo>
                  <a:pt x="709197" y="39201"/>
                </a:lnTo>
                <a:lnTo>
                  <a:pt x="712872" y="38096"/>
                </a:lnTo>
                <a:lnTo>
                  <a:pt x="716546" y="36978"/>
                </a:lnTo>
                <a:lnTo>
                  <a:pt x="720221" y="35847"/>
                </a:lnTo>
                <a:lnTo>
                  <a:pt x="723896" y="34707"/>
                </a:lnTo>
                <a:lnTo>
                  <a:pt x="727570" y="33560"/>
                </a:lnTo>
                <a:lnTo>
                  <a:pt x="731245" y="32409"/>
                </a:lnTo>
                <a:lnTo>
                  <a:pt x="734919" y="31258"/>
                </a:lnTo>
                <a:lnTo>
                  <a:pt x="738594" y="30108"/>
                </a:lnTo>
                <a:lnTo>
                  <a:pt x="742269" y="28961"/>
                </a:lnTo>
                <a:lnTo>
                  <a:pt x="745943" y="27820"/>
                </a:lnTo>
                <a:lnTo>
                  <a:pt x="749618" y="26688"/>
                </a:lnTo>
                <a:lnTo>
                  <a:pt x="753292" y="25566"/>
                </a:lnTo>
                <a:lnTo>
                  <a:pt x="756967" y="24456"/>
                </a:lnTo>
                <a:lnTo>
                  <a:pt x="760642" y="23359"/>
                </a:lnTo>
                <a:lnTo>
                  <a:pt x="764316" y="22278"/>
                </a:lnTo>
                <a:lnTo>
                  <a:pt x="767991" y="21214"/>
                </a:lnTo>
                <a:lnTo>
                  <a:pt x="771665" y="20170"/>
                </a:lnTo>
                <a:lnTo>
                  <a:pt x="775340" y="19151"/>
                </a:lnTo>
                <a:lnTo>
                  <a:pt x="779015" y="18156"/>
                </a:lnTo>
                <a:lnTo>
                  <a:pt x="782689" y="17187"/>
                </a:lnTo>
                <a:lnTo>
                  <a:pt x="786364" y="16247"/>
                </a:lnTo>
                <a:lnTo>
                  <a:pt x="790038" y="15338"/>
                </a:lnTo>
                <a:lnTo>
                  <a:pt x="793713" y="14462"/>
                </a:lnTo>
                <a:lnTo>
                  <a:pt x="797388" y="13626"/>
                </a:lnTo>
                <a:lnTo>
                  <a:pt x="801062" y="12830"/>
                </a:lnTo>
                <a:lnTo>
                  <a:pt x="804737" y="12073"/>
                </a:lnTo>
                <a:lnTo>
                  <a:pt x="808411" y="11355"/>
                </a:lnTo>
                <a:lnTo>
                  <a:pt x="812086" y="10676"/>
                </a:lnTo>
                <a:lnTo>
                  <a:pt x="815761" y="10036"/>
                </a:lnTo>
                <a:lnTo>
                  <a:pt x="819435" y="9436"/>
                </a:lnTo>
                <a:lnTo>
                  <a:pt x="823110" y="8878"/>
                </a:lnTo>
                <a:lnTo>
                  <a:pt x="826784" y="8354"/>
                </a:lnTo>
                <a:lnTo>
                  <a:pt x="830459" y="7860"/>
                </a:lnTo>
                <a:lnTo>
                  <a:pt x="834134" y="7394"/>
                </a:lnTo>
                <a:lnTo>
                  <a:pt x="837808" y="6951"/>
                </a:lnTo>
                <a:lnTo>
                  <a:pt x="841483" y="6529"/>
                </a:lnTo>
                <a:lnTo>
                  <a:pt x="845157" y="6125"/>
                </a:lnTo>
                <a:lnTo>
                  <a:pt x="848832" y="5733"/>
                </a:lnTo>
                <a:lnTo>
                  <a:pt x="852507" y="5349"/>
                </a:lnTo>
                <a:lnTo>
                  <a:pt x="856181" y="4971"/>
                </a:lnTo>
                <a:lnTo>
                  <a:pt x="859856" y="4597"/>
                </a:lnTo>
                <a:lnTo>
                  <a:pt x="863530" y="4224"/>
                </a:lnTo>
                <a:lnTo>
                  <a:pt x="867205" y="3853"/>
                </a:lnTo>
                <a:lnTo>
                  <a:pt x="870880" y="3483"/>
                </a:lnTo>
                <a:lnTo>
                  <a:pt x="874554" y="3116"/>
                </a:lnTo>
                <a:lnTo>
                  <a:pt x="878229" y="2753"/>
                </a:lnTo>
                <a:lnTo>
                  <a:pt x="881903" y="2398"/>
                </a:lnTo>
                <a:lnTo>
                  <a:pt x="885578" y="2052"/>
                </a:lnTo>
                <a:lnTo>
                  <a:pt x="889253" y="1720"/>
                </a:lnTo>
                <a:lnTo>
                  <a:pt x="892927" y="1408"/>
                </a:lnTo>
                <a:lnTo>
                  <a:pt x="896602" y="1120"/>
                </a:lnTo>
                <a:lnTo>
                  <a:pt x="900276" y="859"/>
                </a:lnTo>
                <a:lnTo>
                  <a:pt x="903951" y="627"/>
                </a:lnTo>
                <a:lnTo>
                  <a:pt x="907626" y="427"/>
                </a:lnTo>
                <a:lnTo>
                  <a:pt x="911300" y="262"/>
                </a:lnTo>
                <a:lnTo>
                  <a:pt x="914975" y="134"/>
                </a:lnTo>
                <a:lnTo>
                  <a:pt x="918649" y="51"/>
                </a:lnTo>
                <a:lnTo>
                  <a:pt x="922324" y="7"/>
                </a:lnTo>
                <a:lnTo>
                  <a:pt x="925999" y="0"/>
                </a:lnTo>
                <a:lnTo>
                  <a:pt x="929673" y="28"/>
                </a:lnTo>
                <a:lnTo>
                  <a:pt x="933348" y="91"/>
                </a:lnTo>
                <a:lnTo>
                  <a:pt x="937022" y="185"/>
                </a:lnTo>
                <a:lnTo>
                  <a:pt x="940697" y="313"/>
                </a:lnTo>
                <a:lnTo>
                  <a:pt x="944372" y="469"/>
                </a:lnTo>
                <a:lnTo>
                  <a:pt x="948046" y="648"/>
                </a:lnTo>
                <a:lnTo>
                  <a:pt x="951721" y="848"/>
                </a:lnTo>
                <a:lnTo>
                  <a:pt x="955395" y="1067"/>
                </a:lnTo>
                <a:lnTo>
                  <a:pt x="959070" y="1303"/>
                </a:lnTo>
                <a:lnTo>
                  <a:pt x="962745" y="1556"/>
                </a:lnTo>
                <a:lnTo>
                  <a:pt x="966419" y="1827"/>
                </a:lnTo>
                <a:lnTo>
                  <a:pt x="970094" y="2115"/>
                </a:lnTo>
                <a:lnTo>
                  <a:pt x="973768" y="2420"/>
                </a:lnTo>
                <a:lnTo>
                  <a:pt x="977443" y="2745"/>
                </a:lnTo>
                <a:lnTo>
                  <a:pt x="981118" y="3089"/>
                </a:lnTo>
                <a:lnTo>
                  <a:pt x="984792" y="3457"/>
                </a:lnTo>
                <a:lnTo>
                  <a:pt x="988467" y="3854"/>
                </a:lnTo>
                <a:lnTo>
                  <a:pt x="992141" y="4283"/>
                </a:lnTo>
                <a:lnTo>
                  <a:pt x="995816" y="4745"/>
                </a:lnTo>
                <a:lnTo>
                  <a:pt x="999491" y="5243"/>
                </a:lnTo>
                <a:lnTo>
                  <a:pt x="1003165" y="5777"/>
                </a:lnTo>
                <a:lnTo>
                  <a:pt x="1006840" y="6351"/>
                </a:lnTo>
                <a:lnTo>
                  <a:pt x="1010514" y="6965"/>
                </a:lnTo>
                <a:lnTo>
                  <a:pt x="1014189" y="7628"/>
                </a:lnTo>
                <a:lnTo>
                  <a:pt x="1017864" y="8334"/>
                </a:lnTo>
                <a:lnTo>
                  <a:pt x="1021538" y="9081"/>
                </a:lnTo>
                <a:lnTo>
                  <a:pt x="1025213" y="9867"/>
                </a:lnTo>
                <a:lnTo>
                  <a:pt x="1028887" y="10690"/>
                </a:lnTo>
                <a:lnTo>
                  <a:pt x="1032562" y="11549"/>
                </a:lnTo>
                <a:lnTo>
                  <a:pt x="1036237" y="12441"/>
                </a:lnTo>
                <a:lnTo>
                  <a:pt x="1039911" y="13366"/>
                </a:lnTo>
                <a:lnTo>
                  <a:pt x="1043586" y="14315"/>
                </a:lnTo>
                <a:lnTo>
                  <a:pt x="1047260" y="15284"/>
                </a:lnTo>
                <a:lnTo>
                  <a:pt x="1050935" y="16270"/>
                </a:lnTo>
                <a:lnTo>
                  <a:pt x="1054610" y="17269"/>
                </a:lnTo>
                <a:lnTo>
                  <a:pt x="1058284" y="18279"/>
                </a:lnTo>
                <a:lnTo>
                  <a:pt x="1061959" y="19298"/>
                </a:lnTo>
                <a:lnTo>
                  <a:pt x="1065633" y="20322"/>
                </a:lnTo>
                <a:lnTo>
                  <a:pt x="1069308" y="21349"/>
                </a:lnTo>
                <a:lnTo>
                  <a:pt x="1072983" y="22380"/>
                </a:lnTo>
                <a:lnTo>
                  <a:pt x="1076657" y="23413"/>
                </a:lnTo>
                <a:lnTo>
                  <a:pt x="1080332" y="24450"/>
                </a:lnTo>
                <a:lnTo>
                  <a:pt x="1084006" y="25491"/>
                </a:lnTo>
                <a:lnTo>
                  <a:pt x="1087681" y="26542"/>
                </a:lnTo>
                <a:lnTo>
                  <a:pt x="1091356" y="27603"/>
                </a:lnTo>
                <a:lnTo>
                  <a:pt x="1095030" y="28677"/>
                </a:lnTo>
                <a:lnTo>
                  <a:pt x="1098705" y="29769"/>
                </a:lnTo>
                <a:lnTo>
                  <a:pt x="1102379" y="30882"/>
                </a:lnTo>
                <a:lnTo>
                  <a:pt x="1106054" y="32019"/>
                </a:lnTo>
                <a:lnTo>
                  <a:pt x="1109729" y="33189"/>
                </a:lnTo>
                <a:lnTo>
                  <a:pt x="1113403" y="34395"/>
                </a:lnTo>
                <a:lnTo>
                  <a:pt x="1117078" y="35637"/>
                </a:lnTo>
                <a:lnTo>
                  <a:pt x="1120752" y="36919"/>
                </a:lnTo>
                <a:lnTo>
                  <a:pt x="1124427" y="38243"/>
                </a:lnTo>
                <a:lnTo>
                  <a:pt x="1128102" y="39609"/>
                </a:lnTo>
                <a:lnTo>
                  <a:pt x="1131776" y="41020"/>
                </a:lnTo>
                <a:lnTo>
                  <a:pt x="1135451" y="42483"/>
                </a:lnTo>
                <a:lnTo>
                  <a:pt x="1139125" y="43989"/>
                </a:lnTo>
                <a:lnTo>
                  <a:pt x="1142800" y="45535"/>
                </a:lnTo>
                <a:lnTo>
                  <a:pt x="1146475" y="47119"/>
                </a:lnTo>
                <a:lnTo>
                  <a:pt x="1150149" y="48738"/>
                </a:lnTo>
                <a:lnTo>
                  <a:pt x="1153824" y="50387"/>
                </a:lnTo>
                <a:lnTo>
                  <a:pt x="1157498" y="52066"/>
                </a:lnTo>
                <a:lnTo>
                  <a:pt x="1161173" y="53766"/>
                </a:lnTo>
                <a:lnTo>
                  <a:pt x="1164848" y="55479"/>
                </a:lnTo>
                <a:lnTo>
                  <a:pt x="1168522" y="57200"/>
                </a:lnTo>
                <a:lnTo>
                  <a:pt x="1172197" y="58924"/>
                </a:lnTo>
                <a:lnTo>
                  <a:pt x="1175871" y="60646"/>
                </a:lnTo>
                <a:lnTo>
                  <a:pt x="1179546" y="62361"/>
                </a:lnTo>
                <a:lnTo>
                  <a:pt x="1183221" y="64059"/>
                </a:lnTo>
                <a:lnTo>
                  <a:pt x="1186895" y="65740"/>
                </a:lnTo>
                <a:lnTo>
                  <a:pt x="1190570" y="67399"/>
                </a:lnTo>
                <a:lnTo>
                  <a:pt x="1194244" y="69035"/>
                </a:lnTo>
                <a:lnTo>
                  <a:pt x="1197919" y="70646"/>
                </a:lnTo>
                <a:lnTo>
                  <a:pt x="1201594" y="72230"/>
                </a:lnTo>
                <a:lnTo>
                  <a:pt x="1205268" y="73784"/>
                </a:lnTo>
                <a:lnTo>
                  <a:pt x="1208943" y="75309"/>
                </a:lnTo>
                <a:lnTo>
                  <a:pt x="1212617" y="76808"/>
                </a:lnTo>
                <a:lnTo>
                  <a:pt x="1216292" y="78284"/>
                </a:lnTo>
                <a:lnTo>
                  <a:pt x="1219967" y="79739"/>
                </a:lnTo>
                <a:lnTo>
                  <a:pt x="1223641" y="81175"/>
                </a:lnTo>
                <a:lnTo>
                  <a:pt x="1227316" y="82593"/>
                </a:lnTo>
                <a:lnTo>
                  <a:pt x="1230990" y="83996"/>
                </a:lnTo>
                <a:lnTo>
                  <a:pt x="1234665" y="85388"/>
                </a:lnTo>
                <a:lnTo>
                  <a:pt x="1238340" y="86772"/>
                </a:lnTo>
                <a:lnTo>
                  <a:pt x="1242014" y="88149"/>
                </a:lnTo>
                <a:lnTo>
                  <a:pt x="1245689" y="89522"/>
                </a:lnTo>
                <a:lnTo>
                  <a:pt x="1249363" y="90890"/>
                </a:lnTo>
                <a:lnTo>
                  <a:pt x="1253038" y="92255"/>
                </a:lnTo>
                <a:lnTo>
                  <a:pt x="1256713" y="93615"/>
                </a:lnTo>
                <a:lnTo>
                  <a:pt x="1260387" y="94971"/>
                </a:lnTo>
                <a:lnTo>
                  <a:pt x="1264062" y="96321"/>
                </a:lnTo>
                <a:lnTo>
                  <a:pt x="1267736" y="97663"/>
                </a:lnTo>
                <a:lnTo>
                  <a:pt x="1271411" y="98996"/>
                </a:lnTo>
                <a:lnTo>
                  <a:pt x="1275086" y="100317"/>
                </a:lnTo>
                <a:lnTo>
                  <a:pt x="1278760" y="101621"/>
                </a:lnTo>
                <a:lnTo>
                  <a:pt x="1282435" y="102905"/>
                </a:lnTo>
                <a:lnTo>
                  <a:pt x="1286109" y="104169"/>
                </a:lnTo>
                <a:lnTo>
                  <a:pt x="1289784" y="105409"/>
                </a:lnTo>
                <a:lnTo>
                  <a:pt x="1293459" y="106623"/>
                </a:lnTo>
                <a:lnTo>
                  <a:pt x="1297133" y="107809"/>
                </a:lnTo>
                <a:lnTo>
                  <a:pt x="1300808" y="108962"/>
                </a:lnTo>
                <a:lnTo>
                  <a:pt x="1304482" y="110078"/>
                </a:lnTo>
                <a:lnTo>
                  <a:pt x="1308157" y="111159"/>
                </a:lnTo>
                <a:lnTo>
                  <a:pt x="1311832" y="112205"/>
                </a:lnTo>
                <a:lnTo>
                  <a:pt x="1315506" y="113216"/>
                </a:lnTo>
                <a:lnTo>
                  <a:pt x="1319181" y="114190"/>
                </a:lnTo>
                <a:lnTo>
                  <a:pt x="1322855" y="115128"/>
                </a:lnTo>
                <a:lnTo>
                  <a:pt x="1326530" y="116023"/>
                </a:lnTo>
                <a:lnTo>
                  <a:pt x="1330205" y="116880"/>
                </a:lnTo>
                <a:lnTo>
                  <a:pt x="1333879" y="117703"/>
                </a:lnTo>
                <a:lnTo>
                  <a:pt x="1337554" y="118490"/>
                </a:lnTo>
                <a:lnTo>
                  <a:pt x="1341228" y="119243"/>
                </a:lnTo>
                <a:lnTo>
                  <a:pt x="1344903" y="119963"/>
                </a:lnTo>
                <a:lnTo>
                  <a:pt x="1348577" y="120649"/>
                </a:lnTo>
                <a:lnTo>
                  <a:pt x="1352252" y="121299"/>
                </a:lnTo>
                <a:lnTo>
                  <a:pt x="1355927" y="121918"/>
                </a:lnTo>
                <a:lnTo>
                  <a:pt x="1359601" y="122509"/>
                </a:lnTo>
                <a:lnTo>
                  <a:pt x="1363276" y="123073"/>
                </a:lnTo>
                <a:lnTo>
                  <a:pt x="1366950" y="123610"/>
                </a:lnTo>
                <a:lnTo>
                  <a:pt x="1370625" y="124121"/>
                </a:lnTo>
                <a:lnTo>
                  <a:pt x="1374300" y="124605"/>
                </a:lnTo>
                <a:lnTo>
                  <a:pt x="1377974" y="125066"/>
                </a:lnTo>
                <a:lnTo>
                  <a:pt x="1381649" y="125507"/>
                </a:lnTo>
                <a:lnTo>
                  <a:pt x="1385323" y="125929"/>
                </a:lnTo>
                <a:lnTo>
                  <a:pt x="1388998" y="126334"/>
                </a:lnTo>
                <a:lnTo>
                  <a:pt x="1392673" y="126723"/>
                </a:lnTo>
                <a:lnTo>
                  <a:pt x="1396347" y="127098"/>
                </a:lnTo>
                <a:lnTo>
                  <a:pt x="1400022" y="127459"/>
                </a:lnTo>
                <a:lnTo>
                  <a:pt x="1403696" y="127810"/>
                </a:lnTo>
                <a:lnTo>
                  <a:pt x="1407371" y="128152"/>
                </a:lnTo>
                <a:lnTo>
                  <a:pt x="1411046" y="128486"/>
                </a:lnTo>
                <a:lnTo>
                  <a:pt x="1414720" y="128814"/>
                </a:lnTo>
                <a:lnTo>
                  <a:pt x="1418395" y="129136"/>
                </a:lnTo>
                <a:lnTo>
                  <a:pt x="1422069" y="129453"/>
                </a:lnTo>
                <a:lnTo>
                  <a:pt x="1425744" y="129766"/>
                </a:lnTo>
                <a:lnTo>
                  <a:pt x="1429419" y="130074"/>
                </a:lnTo>
                <a:lnTo>
                  <a:pt x="1433093" y="130377"/>
                </a:lnTo>
                <a:lnTo>
                  <a:pt x="1436768" y="130676"/>
                </a:lnTo>
                <a:lnTo>
                  <a:pt x="1440442" y="130970"/>
                </a:lnTo>
                <a:lnTo>
                  <a:pt x="1444117" y="131258"/>
                </a:lnTo>
                <a:lnTo>
                  <a:pt x="1447792" y="131537"/>
                </a:lnTo>
                <a:lnTo>
                  <a:pt x="1451466" y="131808"/>
                </a:lnTo>
                <a:lnTo>
                  <a:pt x="1455141" y="132070"/>
                </a:lnTo>
                <a:lnTo>
                  <a:pt x="1458815" y="132321"/>
                </a:lnTo>
                <a:lnTo>
                  <a:pt x="1462490" y="132562"/>
                </a:lnTo>
                <a:lnTo>
                  <a:pt x="1466165" y="132791"/>
                </a:lnTo>
                <a:lnTo>
                  <a:pt x="1469839" y="133006"/>
                </a:lnTo>
                <a:lnTo>
                  <a:pt x="1473514" y="133206"/>
                </a:lnTo>
                <a:lnTo>
                  <a:pt x="1477188" y="133394"/>
                </a:lnTo>
                <a:lnTo>
                  <a:pt x="1480863" y="133568"/>
                </a:lnTo>
                <a:lnTo>
                  <a:pt x="1484538" y="133729"/>
                </a:lnTo>
                <a:lnTo>
                  <a:pt x="1488212" y="133877"/>
                </a:lnTo>
                <a:lnTo>
                  <a:pt x="1491887" y="134014"/>
                </a:lnTo>
                <a:lnTo>
                  <a:pt x="1495561" y="134138"/>
                </a:lnTo>
                <a:lnTo>
                  <a:pt x="1499236" y="134252"/>
                </a:lnTo>
                <a:lnTo>
                  <a:pt x="1502911" y="134358"/>
                </a:lnTo>
                <a:lnTo>
                  <a:pt x="1506585" y="134457"/>
                </a:lnTo>
                <a:lnTo>
                  <a:pt x="1510260" y="134550"/>
                </a:lnTo>
                <a:lnTo>
                  <a:pt x="1513934" y="134639"/>
                </a:lnTo>
                <a:lnTo>
                  <a:pt x="1517609" y="134724"/>
                </a:lnTo>
                <a:lnTo>
                  <a:pt x="1521284" y="134808"/>
                </a:lnTo>
                <a:lnTo>
                  <a:pt x="1524958" y="134891"/>
                </a:lnTo>
                <a:lnTo>
                  <a:pt x="1528633" y="134975"/>
                </a:lnTo>
                <a:lnTo>
                  <a:pt x="1532307" y="135060"/>
                </a:lnTo>
                <a:lnTo>
                  <a:pt x="1535982" y="135147"/>
                </a:lnTo>
                <a:lnTo>
                  <a:pt x="1539657" y="135236"/>
                </a:lnTo>
                <a:lnTo>
                  <a:pt x="1543331" y="135328"/>
                </a:lnTo>
                <a:lnTo>
                  <a:pt x="1547006" y="135423"/>
                </a:lnTo>
                <a:lnTo>
                  <a:pt x="1550680" y="135519"/>
                </a:lnTo>
                <a:lnTo>
                  <a:pt x="1554355" y="135617"/>
                </a:lnTo>
                <a:lnTo>
                  <a:pt x="1558030" y="135717"/>
                </a:lnTo>
                <a:lnTo>
                  <a:pt x="1561704" y="135817"/>
                </a:lnTo>
                <a:lnTo>
                  <a:pt x="1565379" y="135917"/>
                </a:lnTo>
                <a:lnTo>
                  <a:pt x="1569053" y="136016"/>
                </a:lnTo>
                <a:lnTo>
                  <a:pt x="1572728" y="136113"/>
                </a:lnTo>
                <a:lnTo>
                  <a:pt x="1576403" y="136207"/>
                </a:lnTo>
                <a:lnTo>
                  <a:pt x="1580077" y="136299"/>
                </a:lnTo>
                <a:lnTo>
                  <a:pt x="1583752" y="136386"/>
                </a:lnTo>
                <a:lnTo>
                  <a:pt x="1587426" y="136469"/>
                </a:lnTo>
                <a:lnTo>
                  <a:pt x="1591101" y="136546"/>
                </a:lnTo>
                <a:lnTo>
                  <a:pt x="1594776" y="136617"/>
                </a:lnTo>
                <a:lnTo>
                  <a:pt x="1598450" y="136682"/>
                </a:lnTo>
                <a:lnTo>
                  <a:pt x="1602125" y="136742"/>
                </a:lnTo>
                <a:lnTo>
                  <a:pt x="1605799" y="136796"/>
                </a:lnTo>
                <a:lnTo>
                  <a:pt x="1609474" y="136845"/>
                </a:lnTo>
                <a:lnTo>
                  <a:pt x="1613149" y="136887"/>
                </a:lnTo>
                <a:lnTo>
                  <a:pt x="1616823" y="136923"/>
                </a:lnTo>
                <a:lnTo>
                  <a:pt x="1620498" y="136955"/>
                </a:lnTo>
                <a:lnTo>
                  <a:pt x="1624172" y="136982"/>
                </a:lnTo>
                <a:lnTo>
                  <a:pt x="1627847" y="137006"/>
                </a:lnTo>
                <a:lnTo>
                  <a:pt x="1631522" y="137025"/>
                </a:lnTo>
                <a:lnTo>
                  <a:pt x="1635196" y="137042"/>
                </a:lnTo>
                <a:lnTo>
                  <a:pt x="1638871" y="137056"/>
                </a:lnTo>
                <a:lnTo>
                  <a:pt x="1642545" y="137068"/>
                </a:lnTo>
                <a:lnTo>
                  <a:pt x="1646220" y="137079"/>
                </a:lnTo>
                <a:lnTo>
                  <a:pt x="1649895" y="137088"/>
                </a:lnTo>
                <a:lnTo>
                  <a:pt x="1653569" y="137097"/>
                </a:lnTo>
                <a:lnTo>
                  <a:pt x="1657244" y="137105"/>
                </a:lnTo>
                <a:lnTo>
                  <a:pt x="1660918" y="137113"/>
                </a:lnTo>
                <a:lnTo>
                  <a:pt x="1664593" y="137121"/>
                </a:lnTo>
                <a:lnTo>
                  <a:pt x="1668268" y="137129"/>
                </a:lnTo>
                <a:lnTo>
                  <a:pt x="1671942" y="137137"/>
                </a:lnTo>
                <a:lnTo>
                  <a:pt x="1675617" y="137146"/>
                </a:lnTo>
                <a:lnTo>
                  <a:pt x="1679291" y="137155"/>
                </a:lnTo>
                <a:lnTo>
                  <a:pt x="1682966" y="137164"/>
                </a:lnTo>
                <a:lnTo>
                  <a:pt x="1686641" y="137173"/>
                </a:lnTo>
                <a:lnTo>
                  <a:pt x="1690315" y="137182"/>
                </a:lnTo>
                <a:lnTo>
                  <a:pt x="1693990" y="137192"/>
                </a:lnTo>
                <a:lnTo>
                  <a:pt x="1697664" y="137201"/>
                </a:lnTo>
                <a:lnTo>
                  <a:pt x="1701339" y="137210"/>
                </a:lnTo>
                <a:lnTo>
                  <a:pt x="1705014" y="137219"/>
                </a:lnTo>
                <a:lnTo>
                  <a:pt x="1708688" y="137228"/>
                </a:lnTo>
                <a:lnTo>
                  <a:pt x="1712363" y="137236"/>
                </a:lnTo>
                <a:lnTo>
                  <a:pt x="1716037" y="137244"/>
                </a:lnTo>
                <a:lnTo>
                  <a:pt x="1719712" y="137251"/>
                </a:lnTo>
                <a:lnTo>
                  <a:pt x="1723387" y="137258"/>
                </a:lnTo>
                <a:lnTo>
                  <a:pt x="1727061" y="137264"/>
                </a:lnTo>
                <a:lnTo>
                  <a:pt x="1730736" y="137269"/>
                </a:lnTo>
                <a:lnTo>
                  <a:pt x="1734410" y="137274"/>
                </a:lnTo>
                <a:lnTo>
                  <a:pt x="1738085" y="137279"/>
                </a:lnTo>
                <a:lnTo>
                  <a:pt x="1741760" y="137283"/>
                </a:lnTo>
                <a:lnTo>
                  <a:pt x="1745434" y="137286"/>
                </a:lnTo>
                <a:lnTo>
                  <a:pt x="1749109" y="137289"/>
                </a:lnTo>
                <a:lnTo>
                  <a:pt x="1752783" y="137291"/>
                </a:lnTo>
                <a:lnTo>
                  <a:pt x="1756458" y="137294"/>
                </a:lnTo>
                <a:lnTo>
                  <a:pt x="1760133" y="137295"/>
                </a:lnTo>
                <a:lnTo>
                  <a:pt x="1763807" y="137297"/>
                </a:lnTo>
                <a:lnTo>
                  <a:pt x="1767482" y="137298"/>
                </a:lnTo>
                <a:lnTo>
                  <a:pt x="1771156" y="137299"/>
                </a:lnTo>
                <a:lnTo>
                  <a:pt x="1774831" y="137300"/>
                </a:lnTo>
                <a:lnTo>
                  <a:pt x="1778506" y="137301"/>
                </a:lnTo>
                <a:lnTo>
                  <a:pt x="1782180" y="137301"/>
                </a:lnTo>
                <a:lnTo>
                  <a:pt x="1785855" y="137302"/>
                </a:lnTo>
                <a:lnTo>
                  <a:pt x="1789529" y="137302"/>
                </a:lnTo>
                <a:lnTo>
                  <a:pt x="1793204" y="137302"/>
                </a:lnTo>
                <a:lnTo>
                  <a:pt x="1796879" y="137302"/>
                </a:lnTo>
                <a:lnTo>
                  <a:pt x="1800553" y="137303"/>
                </a:lnTo>
                <a:lnTo>
                  <a:pt x="1804228" y="137303"/>
                </a:lnTo>
                <a:lnTo>
                  <a:pt x="1807902" y="137303"/>
                </a:lnTo>
                <a:lnTo>
                  <a:pt x="1811577" y="137303"/>
                </a:lnTo>
                <a:lnTo>
                  <a:pt x="1815252" y="137303"/>
                </a:lnTo>
                <a:lnTo>
                  <a:pt x="1818926" y="137303"/>
                </a:lnTo>
                <a:lnTo>
                  <a:pt x="1822601" y="137303"/>
                </a:lnTo>
                <a:lnTo>
                  <a:pt x="1826275" y="137303"/>
                </a:lnTo>
                <a:lnTo>
                  <a:pt x="1829950" y="137303"/>
                </a:lnTo>
                <a:lnTo>
                  <a:pt x="1833625" y="137303"/>
                </a:lnTo>
                <a:lnTo>
                  <a:pt x="1837299" y="137303"/>
                </a:lnTo>
                <a:lnTo>
                  <a:pt x="1840974" y="137303"/>
                </a:lnTo>
                <a:lnTo>
                  <a:pt x="1844648" y="137303"/>
                </a:lnTo>
                <a:lnTo>
                  <a:pt x="1848323" y="137303"/>
                </a:lnTo>
                <a:lnTo>
                  <a:pt x="1851998" y="137303"/>
                </a:lnTo>
                <a:lnTo>
                  <a:pt x="1855672" y="137303"/>
                </a:lnTo>
                <a:lnTo>
                  <a:pt x="1859347" y="137303"/>
                </a:lnTo>
                <a:lnTo>
                  <a:pt x="1863021" y="137303"/>
                </a:lnTo>
                <a:lnTo>
                  <a:pt x="1866696" y="137303"/>
                </a:lnTo>
                <a:lnTo>
                  <a:pt x="1870371" y="137303"/>
                </a:lnTo>
                <a:lnTo>
                  <a:pt x="1874045" y="137303"/>
                </a:lnTo>
                <a:lnTo>
                  <a:pt x="1877720" y="137303"/>
                </a:lnTo>
                <a:lnTo>
                  <a:pt x="1874045" y="137303"/>
                </a:lnTo>
                <a:lnTo>
                  <a:pt x="1870371" y="137303"/>
                </a:lnTo>
                <a:lnTo>
                  <a:pt x="1866696" y="137303"/>
                </a:lnTo>
                <a:lnTo>
                  <a:pt x="1863021" y="137303"/>
                </a:lnTo>
                <a:lnTo>
                  <a:pt x="1859347" y="137303"/>
                </a:lnTo>
                <a:lnTo>
                  <a:pt x="1855672" y="137303"/>
                </a:lnTo>
                <a:lnTo>
                  <a:pt x="1851998" y="137303"/>
                </a:lnTo>
                <a:lnTo>
                  <a:pt x="1848323" y="137303"/>
                </a:lnTo>
                <a:lnTo>
                  <a:pt x="1844648" y="137303"/>
                </a:lnTo>
                <a:lnTo>
                  <a:pt x="1840974" y="137303"/>
                </a:lnTo>
                <a:lnTo>
                  <a:pt x="1837299" y="137303"/>
                </a:lnTo>
                <a:lnTo>
                  <a:pt x="1833625" y="137303"/>
                </a:lnTo>
                <a:lnTo>
                  <a:pt x="1829950" y="137303"/>
                </a:lnTo>
                <a:lnTo>
                  <a:pt x="1826275" y="137303"/>
                </a:lnTo>
                <a:lnTo>
                  <a:pt x="1822601" y="137303"/>
                </a:lnTo>
                <a:lnTo>
                  <a:pt x="1818926" y="137303"/>
                </a:lnTo>
                <a:lnTo>
                  <a:pt x="1815252" y="137303"/>
                </a:lnTo>
                <a:lnTo>
                  <a:pt x="1811577" y="137303"/>
                </a:lnTo>
                <a:lnTo>
                  <a:pt x="1807902" y="137303"/>
                </a:lnTo>
                <a:lnTo>
                  <a:pt x="1804228" y="137303"/>
                </a:lnTo>
                <a:lnTo>
                  <a:pt x="1800553" y="137303"/>
                </a:lnTo>
                <a:lnTo>
                  <a:pt x="1796879" y="137303"/>
                </a:lnTo>
                <a:lnTo>
                  <a:pt x="1793204" y="137303"/>
                </a:lnTo>
                <a:lnTo>
                  <a:pt x="1789529" y="137303"/>
                </a:lnTo>
                <a:lnTo>
                  <a:pt x="1785855" y="137303"/>
                </a:lnTo>
                <a:lnTo>
                  <a:pt x="1782180" y="137303"/>
                </a:lnTo>
                <a:lnTo>
                  <a:pt x="1778506" y="137303"/>
                </a:lnTo>
                <a:lnTo>
                  <a:pt x="1774831" y="137303"/>
                </a:lnTo>
                <a:lnTo>
                  <a:pt x="1771156" y="137303"/>
                </a:lnTo>
                <a:lnTo>
                  <a:pt x="1767482" y="137303"/>
                </a:lnTo>
                <a:lnTo>
                  <a:pt x="1763807" y="137303"/>
                </a:lnTo>
                <a:lnTo>
                  <a:pt x="1760133" y="137303"/>
                </a:lnTo>
                <a:lnTo>
                  <a:pt x="1756458" y="137303"/>
                </a:lnTo>
                <a:lnTo>
                  <a:pt x="1752783" y="137303"/>
                </a:lnTo>
                <a:lnTo>
                  <a:pt x="1749109" y="137303"/>
                </a:lnTo>
                <a:lnTo>
                  <a:pt x="1745434" y="137303"/>
                </a:lnTo>
                <a:lnTo>
                  <a:pt x="1741760" y="137303"/>
                </a:lnTo>
                <a:lnTo>
                  <a:pt x="1738085" y="137303"/>
                </a:lnTo>
                <a:lnTo>
                  <a:pt x="1734410" y="137303"/>
                </a:lnTo>
                <a:lnTo>
                  <a:pt x="1730736" y="137303"/>
                </a:lnTo>
                <a:lnTo>
                  <a:pt x="1727061" y="137303"/>
                </a:lnTo>
                <a:lnTo>
                  <a:pt x="1723387" y="137303"/>
                </a:lnTo>
                <a:lnTo>
                  <a:pt x="1719712" y="137303"/>
                </a:lnTo>
                <a:lnTo>
                  <a:pt x="1716037" y="137303"/>
                </a:lnTo>
                <a:lnTo>
                  <a:pt x="1712363" y="137303"/>
                </a:lnTo>
                <a:lnTo>
                  <a:pt x="1708688" y="137303"/>
                </a:lnTo>
                <a:lnTo>
                  <a:pt x="1705014" y="137303"/>
                </a:lnTo>
                <a:lnTo>
                  <a:pt x="1701339" y="137303"/>
                </a:lnTo>
                <a:lnTo>
                  <a:pt x="1697664" y="137303"/>
                </a:lnTo>
                <a:lnTo>
                  <a:pt x="1693990" y="137303"/>
                </a:lnTo>
                <a:lnTo>
                  <a:pt x="1690315" y="137303"/>
                </a:lnTo>
                <a:lnTo>
                  <a:pt x="1686641" y="137303"/>
                </a:lnTo>
                <a:lnTo>
                  <a:pt x="1682966" y="137303"/>
                </a:lnTo>
                <a:lnTo>
                  <a:pt x="1679291" y="137303"/>
                </a:lnTo>
                <a:lnTo>
                  <a:pt x="1675617" y="137303"/>
                </a:lnTo>
                <a:lnTo>
                  <a:pt x="1671942" y="137303"/>
                </a:lnTo>
                <a:lnTo>
                  <a:pt x="1668268" y="137303"/>
                </a:lnTo>
                <a:lnTo>
                  <a:pt x="1664593" y="137303"/>
                </a:lnTo>
                <a:lnTo>
                  <a:pt x="1660918" y="137303"/>
                </a:lnTo>
                <a:lnTo>
                  <a:pt x="1657244" y="137303"/>
                </a:lnTo>
                <a:lnTo>
                  <a:pt x="1653569" y="137303"/>
                </a:lnTo>
                <a:lnTo>
                  <a:pt x="1649895" y="137303"/>
                </a:lnTo>
                <a:lnTo>
                  <a:pt x="1646220" y="137303"/>
                </a:lnTo>
                <a:lnTo>
                  <a:pt x="1642545" y="137303"/>
                </a:lnTo>
                <a:lnTo>
                  <a:pt x="1638871" y="137303"/>
                </a:lnTo>
                <a:lnTo>
                  <a:pt x="1635196" y="137303"/>
                </a:lnTo>
                <a:lnTo>
                  <a:pt x="1631522" y="137303"/>
                </a:lnTo>
                <a:lnTo>
                  <a:pt x="1627847" y="137303"/>
                </a:lnTo>
                <a:lnTo>
                  <a:pt x="1624172" y="137303"/>
                </a:lnTo>
                <a:lnTo>
                  <a:pt x="1620498" y="137303"/>
                </a:lnTo>
                <a:lnTo>
                  <a:pt x="1616823" y="137303"/>
                </a:lnTo>
                <a:lnTo>
                  <a:pt x="1613149" y="137303"/>
                </a:lnTo>
                <a:lnTo>
                  <a:pt x="1609474" y="137303"/>
                </a:lnTo>
                <a:lnTo>
                  <a:pt x="1605799" y="137303"/>
                </a:lnTo>
                <a:lnTo>
                  <a:pt x="1602125" y="137303"/>
                </a:lnTo>
                <a:lnTo>
                  <a:pt x="1598450" y="137303"/>
                </a:lnTo>
                <a:lnTo>
                  <a:pt x="1594776" y="137303"/>
                </a:lnTo>
                <a:lnTo>
                  <a:pt x="1591101" y="137303"/>
                </a:lnTo>
                <a:lnTo>
                  <a:pt x="1587426" y="137303"/>
                </a:lnTo>
                <a:lnTo>
                  <a:pt x="1583752" y="137303"/>
                </a:lnTo>
                <a:lnTo>
                  <a:pt x="1580077" y="137303"/>
                </a:lnTo>
                <a:lnTo>
                  <a:pt x="1576403" y="137303"/>
                </a:lnTo>
                <a:lnTo>
                  <a:pt x="1572728" y="137303"/>
                </a:lnTo>
                <a:lnTo>
                  <a:pt x="1569053" y="137303"/>
                </a:lnTo>
                <a:lnTo>
                  <a:pt x="1565379" y="137303"/>
                </a:lnTo>
                <a:lnTo>
                  <a:pt x="1561704" y="137303"/>
                </a:lnTo>
                <a:lnTo>
                  <a:pt x="1558030" y="137303"/>
                </a:lnTo>
                <a:lnTo>
                  <a:pt x="1554355" y="137303"/>
                </a:lnTo>
                <a:lnTo>
                  <a:pt x="1550680" y="137303"/>
                </a:lnTo>
                <a:lnTo>
                  <a:pt x="1547006" y="137303"/>
                </a:lnTo>
                <a:lnTo>
                  <a:pt x="1543331" y="137303"/>
                </a:lnTo>
                <a:lnTo>
                  <a:pt x="1539657" y="137303"/>
                </a:lnTo>
                <a:lnTo>
                  <a:pt x="1535982" y="137303"/>
                </a:lnTo>
                <a:lnTo>
                  <a:pt x="1532307" y="137303"/>
                </a:lnTo>
                <a:lnTo>
                  <a:pt x="1528633" y="137303"/>
                </a:lnTo>
                <a:lnTo>
                  <a:pt x="1524958" y="137303"/>
                </a:lnTo>
                <a:lnTo>
                  <a:pt x="1521284" y="137303"/>
                </a:lnTo>
                <a:lnTo>
                  <a:pt x="1517609" y="137303"/>
                </a:lnTo>
                <a:lnTo>
                  <a:pt x="1513934" y="137303"/>
                </a:lnTo>
                <a:lnTo>
                  <a:pt x="1510260" y="137303"/>
                </a:lnTo>
                <a:lnTo>
                  <a:pt x="1506585" y="137303"/>
                </a:lnTo>
                <a:lnTo>
                  <a:pt x="1502911" y="137303"/>
                </a:lnTo>
                <a:lnTo>
                  <a:pt x="1499236" y="137303"/>
                </a:lnTo>
                <a:lnTo>
                  <a:pt x="1495561" y="137303"/>
                </a:lnTo>
                <a:lnTo>
                  <a:pt x="1491887" y="137303"/>
                </a:lnTo>
                <a:lnTo>
                  <a:pt x="1488212" y="137303"/>
                </a:lnTo>
                <a:lnTo>
                  <a:pt x="1484538" y="137303"/>
                </a:lnTo>
                <a:lnTo>
                  <a:pt x="1480863" y="137303"/>
                </a:lnTo>
                <a:lnTo>
                  <a:pt x="1477188" y="137303"/>
                </a:lnTo>
                <a:lnTo>
                  <a:pt x="1473514" y="137303"/>
                </a:lnTo>
                <a:lnTo>
                  <a:pt x="1469839" y="137303"/>
                </a:lnTo>
                <a:lnTo>
                  <a:pt x="1466165" y="137303"/>
                </a:lnTo>
                <a:lnTo>
                  <a:pt x="1462490" y="137303"/>
                </a:lnTo>
                <a:lnTo>
                  <a:pt x="1458815" y="137303"/>
                </a:lnTo>
                <a:lnTo>
                  <a:pt x="1455141" y="137303"/>
                </a:lnTo>
                <a:lnTo>
                  <a:pt x="1451466" y="137303"/>
                </a:lnTo>
                <a:lnTo>
                  <a:pt x="1447792" y="137303"/>
                </a:lnTo>
                <a:lnTo>
                  <a:pt x="1444117" y="137303"/>
                </a:lnTo>
                <a:lnTo>
                  <a:pt x="1440442" y="137303"/>
                </a:lnTo>
                <a:lnTo>
                  <a:pt x="1436768" y="137303"/>
                </a:lnTo>
                <a:lnTo>
                  <a:pt x="1433093" y="137303"/>
                </a:lnTo>
                <a:lnTo>
                  <a:pt x="1429419" y="137303"/>
                </a:lnTo>
                <a:lnTo>
                  <a:pt x="1425744" y="137303"/>
                </a:lnTo>
                <a:lnTo>
                  <a:pt x="1422069" y="137303"/>
                </a:lnTo>
                <a:lnTo>
                  <a:pt x="1418395" y="137303"/>
                </a:lnTo>
                <a:lnTo>
                  <a:pt x="1414720" y="137303"/>
                </a:lnTo>
                <a:lnTo>
                  <a:pt x="1411046" y="137303"/>
                </a:lnTo>
                <a:lnTo>
                  <a:pt x="1407371" y="137303"/>
                </a:lnTo>
                <a:lnTo>
                  <a:pt x="1403696" y="137303"/>
                </a:lnTo>
                <a:lnTo>
                  <a:pt x="1400022" y="137303"/>
                </a:lnTo>
                <a:lnTo>
                  <a:pt x="1396347" y="137303"/>
                </a:lnTo>
                <a:lnTo>
                  <a:pt x="1392673" y="137303"/>
                </a:lnTo>
                <a:lnTo>
                  <a:pt x="1388998" y="137303"/>
                </a:lnTo>
                <a:lnTo>
                  <a:pt x="1385323" y="137303"/>
                </a:lnTo>
                <a:lnTo>
                  <a:pt x="1381649" y="137303"/>
                </a:lnTo>
                <a:lnTo>
                  <a:pt x="1377974" y="137303"/>
                </a:lnTo>
                <a:lnTo>
                  <a:pt x="1374300" y="137303"/>
                </a:lnTo>
                <a:lnTo>
                  <a:pt x="1370625" y="137303"/>
                </a:lnTo>
                <a:lnTo>
                  <a:pt x="1366950" y="137303"/>
                </a:lnTo>
                <a:lnTo>
                  <a:pt x="1363276" y="137303"/>
                </a:lnTo>
                <a:lnTo>
                  <a:pt x="1359601" y="137303"/>
                </a:lnTo>
                <a:lnTo>
                  <a:pt x="1355927" y="137303"/>
                </a:lnTo>
                <a:lnTo>
                  <a:pt x="1352252" y="137303"/>
                </a:lnTo>
                <a:lnTo>
                  <a:pt x="1348577" y="137303"/>
                </a:lnTo>
                <a:lnTo>
                  <a:pt x="1344903" y="137303"/>
                </a:lnTo>
                <a:lnTo>
                  <a:pt x="1341228" y="137303"/>
                </a:lnTo>
                <a:lnTo>
                  <a:pt x="1337554" y="137303"/>
                </a:lnTo>
                <a:lnTo>
                  <a:pt x="1333879" y="137303"/>
                </a:lnTo>
                <a:lnTo>
                  <a:pt x="1330205" y="137303"/>
                </a:lnTo>
                <a:lnTo>
                  <a:pt x="1326530" y="137303"/>
                </a:lnTo>
                <a:lnTo>
                  <a:pt x="1322855" y="137303"/>
                </a:lnTo>
                <a:lnTo>
                  <a:pt x="1319181" y="137303"/>
                </a:lnTo>
                <a:lnTo>
                  <a:pt x="1315506" y="137303"/>
                </a:lnTo>
                <a:lnTo>
                  <a:pt x="1311832" y="137303"/>
                </a:lnTo>
                <a:lnTo>
                  <a:pt x="1308157" y="137303"/>
                </a:lnTo>
                <a:lnTo>
                  <a:pt x="1304482" y="137303"/>
                </a:lnTo>
                <a:lnTo>
                  <a:pt x="1300808" y="137303"/>
                </a:lnTo>
                <a:lnTo>
                  <a:pt x="1297133" y="137303"/>
                </a:lnTo>
                <a:lnTo>
                  <a:pt x="1293459" y="137303"/>
                </a:lnTo>
                <a:lnTo>
                  <a:pt x="1289784" y="137303"/>
                </a:lnTo>
                <a:lnTo>
                  <a:pt x="1286109" y="137303"/>
                </a:lnTo>
                <a:lnTo>
                  <a:pt x="1282435" y="137303"/>
                </a:lnTo>
                <a:lnTo>
                  <a:pt x="1278760" y="137303"/>
                </a:lnTo>
                <a:lnTo>
                  <a:pt x="1275086" y="137303"/>
                </a:lnTo>
                <a:lnTo>
                  <a:pt x="1271411" y="137303"/>
                </a:lnTo>
                <a:lnTo>
                  <a:pt x="1267736" y="137303"/>
                </a:lnTo>
                <a:lnTo>
                  <a:pt x="1264062" y="137303"/>
                </a:lnTo>
                <a:lnTo>
                  <a:pt x="1260387" y="137303"/>
                </a:lnTo>
                <a:lnTo>
                  <a:pt x="1256713" y="137303"/>
                </a:lnTo>
                <a:lnTo>
                  <a:pt x="1253038" y="137303"/>
                </a:lnTo>
                <a:lnTo>
                  <a:pt x="1249363" y="137303"/>
                </a:lnTo>
                <a:lnTo>
                  <a:pt x="1245689" y="137303"/>
                </a:lnTo>
                <a:lnTo>
                  <a:pt x="1242014" y="137303"/>
                </a:lnTo>
                <a:lnTo>
                  <a:pt x="1238340" y="137303"/>
                </a:lnTo>
                <a:lnTo>
                  <a:pt x="1234665" y="137303"/>
                </a:lnTo>
                <a:lnTo>
                  <a:pt x="1230990" y="137303"/>
                </a:lnTo>
                <a:lnTo>
                  <a:pt x="1227316" y="137303"/>
                </a:lnTo>
                <a:lnTo>
                  <a:pt x="1223641" y="137303"/>
                </a:lnTo>
                <a:lnTo>
                  <a:pt x="1219967" y="137303"/>
                </a:lnTo>
                <a:lnTo>
                  <a:pt x="1216292" y="137303"/>
                </a:lnTo>
                <a:lnTo>
                  <a:pt x="1212617" y="137303"/>
                </a:lnTo>
                <a:lnTo>
                  <a:pt x="1208943" y="137303"/>
                </a:lnTo>
                <a:lnTo>
                  <a:pt x="1205268" y="137303"/>
                </a:lnTo>
                <a:lnTo>
                  <a:pt x="1201594" y="137303"/>
                </a:lnTo>
                <a:lnTo>
                  <a:pt x="1197919" y="137303"/>
                </a:lnTo>
                <a:lnTo>
                  <a:pt x="1194244" y="137303"/>
                </a:lnTo>
                <a:lnTo>
                  <a:pt x="1190570" y="137303"/>
                </a:lnTo>
                <a:lnTo>
                  <a:pt x="1186895" y="137303"/>
                </a:lnTo>
                <a:lnTo>
                  <a:pt x="1183221" y="137303"/>
                </a:lnTo>
                <a:lnTo>
                  <a:pt x="1179546" y="137303"/>
                </a:lnTo>
                <a:lnTo>
                  <a:pt x="1175871" y="137303"/>
                </a:lnTo>
                <a:lnTo>
                  <a:pt x="1172197" y="137303"/>
                </a:lnTo>
                <a:lnTo>
                  <a:pt x="1168522" y="137303"/>
                </a:lnTo>
                <a:lnTo>
                  <a:pt x="1164848" y="137303"/>
                </a:lnTo>
                <a:lnTo>
                  <a:pt x="1161173" y="137303"/>
                </a:lnTo>
                <a:lnTo>
                  <a:pt x="1157498" y="137303"/>
                </a:lnTo>
                <a:lnTo>
                  <a:pt x="1153824" y="137303"/>
                </a:lnTo>
                <a:lnTo>
                  <a:pt x="1150149" y="137303"/>
                </a:lnTo>
                <a:lnTo>
                  <a:pt x="1146475" y="137303"/>
                </a:lnTo>
                <a:lnTo>
                  <a:pt x="1142800" y="137303"/>
                </a:lnTo>
                <a:lnTo>
                  <a:pt x="1139125" y="137303"/>
                </a:lnTo>
                <a:lnTo>
                  <a:pt x="1135451" y="137303"/>
                </a:lnTo>
                <a:lnTo>
                  <a:pt x="1131776" y="137303"/>
                </a:lnTo>
                <a:lnTo>
                  <a:pt x="1128102" y="137303"/>
                </a:lnTo>
                <a:lnTo>
                  <a:pt x="1124427" y="137303"/>
                </a:lnTo>
                <a:lnTo>
                  <a:pt x="1120752" y="137303"/>
                </a:lnTo>
                <a:lnTo>
                  <a:pt x="1117078" y="137303"/>
                </a:lnTo>
                <a:lnTo>
                  <a:pt x="1113403" y="137303"/>
                </a:lnTo>
                <a:lnTo>
                  <a:pt x="1109729" y="137303"/>
                </a:lnTo>
                <a:lnTo>
                  <a:pt x="1106054" y="137303"/>
                </a:lnTo>
                <a:lnTo>
                  <a:pt x="1102379" y="137303"/>
                </a:lnTo>
                <a:lnTo>
                  <a:pt x="1098705" y="137303"/>
                </a:lnTo>
                <a:lnTo>
                  <a:pt x="1095030" y="137303"/>
                </a:lnTo>
                <a:lnTo>
                  <a:pt x="1091356" y="137303"/>
                </a:lnTo>
                <a:lnTo>
                  <a:pt x="1087681" y="137303"/>
                </a:lnTo>
                <a:lnTo>
                  <a:pt x="1084006" y="137303"/>
                </a:lnTo>
                <a:lnTo>
                  <a:pt x="1080332" y="137303"/>
                </a:lnTo>
                <a:lnTo>
                  <a:pt x="1076657" y="137303"/>
                </a:lnTo>
                <a:lnTo>
                  <a:pt x="1072983" y="137303"/>
                </a:lnTo>
                <a:lnTo>
                  <a:pt x="1069308" y="137303"/>
                </a:lnTo>
                <a:lnTo>
                  <a:pt x="1065633" y="137303"/>
                </a:lnTo>
                <a:lnTo>
                  <a:pt x="1061959" y="137303"/>
                </a:lnTo>
                <a:lnTo>
                  <a:pt x="1058284" y="137303"/>
                </a:lnTo>
                <a:lnTo>
                  <a:pt x="1054610" y="137303"/>
                </a:lnTo>
                <a:lnTo>
                  <a:pt x="1050935" y="137303"/>
                </a:lnTo>
                <a:lnTo>
                  <a:pt x="1047260" y="137303"/>
                </a:lnTo>
                <a:lnTo>
                  <a:pt x="1043586" y="137303"/>
                </a:lnTo>
                <a:lnTo>
                  <a:pt x="1039911" y="137303"/>
                </a:lnTo>
                <a:lnTo>
                  <a:pt x="1036237" y="137303"/>
                </a:lnTo>
                <a:lnTo>
                  <a:pt x="1032562" y="137303"/>
                </a:lnTo>
                <a:lnTo>
                  <a:pt x="1028887" y="137303"/>
                </a:lnTo>
                <a:lnTo>
                  <a:pt x="1025213" y="137303"/>
                </a:lnTo>
                <a:lnTo>
                  <a:pt x="1021538" y="137303"/>
                </a:lnTo>
                <a:lnTo>
                  <a:pt x="1017864" y="137303"/>
                </a:lnTo>
                <a:lnTo>
                  <a:pt x="1014189" y="137303"/>
                </a:lnTo>
                <a:lnTo>
                  <a:pt x="1010514" y="137303"/>
                </a:lnTo>
                <a:lnTo>
                  <a:pt x="1006840" y="137303"/>
                </a:lnTo>
                <a:lnTo>
                  <a:pt x="1003165" y="137303"/>
                </a:lnTo>
                <a:lnTo>
                  <a:pt x="999491" y="137303"/>
                </a:lnTo>
                <a:lnTo>
                  <a:pt x="995816" y="137303"/>
                </a:lnTo>
                <a:lnTo>
                  <a:pt x="992141" y="137303"/>
                </a:lnTo>
                <a:lnTo>
                  <a:pt x="988467" y="137303"/>
                </a:lnTo>
                <a:lnTo>
                  <a:pt x="984792" y="137303"/>
                </a:lnTo>
                <a:lnTo>
                  <a:pt x="981118" y="137303"/>
                </a:lnTo>
                <a:lnTo>
                  <a:pt x="977443" y="137303"/>
                </a:lnTo>
                <a:lnTo>
                  <a:pt x="973768" y="137303"/>
                </a:lnTo>
                <a:lnTo>
                  <a:pt x="970094" y="137303"/>
                </a:lnTo>
                <a:lnTo>
                  <a:pt x="966419" y="137303"/>
                </a:lnTo>
                <a:lnTo>
                  <a:pt x="962745" y="137303"/>
                </a:lnTo>
                <a:lnTo>
                  <a:pt x="959070" y="137303"/>
                </a:lnTo>
                <a:lnTo>
                  <a:pt x="955395" y="137303"/>
                </a:lnTo>
                <a:lnTo>
                  <a:pt x="951721" y="137303"/>
                </a:lnTo>
                <a:lnTo>
                  <a:pt x="948046" y="137303"/>
                </a:lnTo>
                <a:lnTo>
                  <a:pt x="944372" y="137303"/>
                </a:lnTo>
                <a:lnTo>
                  <a:pt x="940697" y="137303"/>
                </a:lnTo>
                <a:lnTo>
                  <a:pt x="937022" y="137303"/>
                </a:lnTo>
                <a:lnTo>
                  <a:pt x="933348" y="137303"/>
                </a:lnTo>
                <a:lnTo>
                  <a:pt x="929673" y="137303"/>
                </a:lnTo>
                <a:lnTo>
                  <a:pt x="925999" y="137303"/>
                </a:lnTo>
                <a:lnTo>
                  <a:pt x="922324" y="137303"/>
                </a:lnTo>
                <a:lnTo>
                  <a:pt x="918649" y="137303"/>
                </a:lnTo>
                <a:lnTo>
                  <a:pt x="914975" y="137303"/>
                </a:lnTo>
                <a:lnTo>
                  <a:pt x="911300" y="137303"/>
                </a:lnTo>
                <a:lnTo>
                  <a:pt x="907626" y="137303"/>
                </a:lnTo>
                <a:lnTo>
                  <a:pt x="903951" y="137303"/>
                </a:lnTo>
                <a:lnTo>
                  <a:pt x="900276" y="137303"/>
                </a:lnTo>
                <a:lnTo>
                  <a:pt x="896602" y="137303"/>
                </a:lnTo>
                <a:lnTo>
                  <a:pt x="892927" y="137303"/>
                </a:lnTo>
                <a:lnTo>
                  <a:pt x="889253" y="137303"/>
                </a:lnTo>
                <a:lnTo>
                  <a:pt x="885578" y="137303"/>
                </a:lnTo>
                <a:lnTo>
                  <a:pt x="881903" y="137303"/>
                </a:lnTo>
                <a:lnTo>
                  <a:pt x="878229" y="137303"/>
                </a:lnTo>
                <a:lnTo>
                  <a:pt x="874554" y="137303"/>
                </a:lnTo>
                <a:lnTo>
                  <a:pt x="870880" y="137303"/>
                </a:lnTo>
                <a:lnTo>
                  <a:pt x="867205" y="137303"/>
                </a:lnTo>
                <a:lnTo>
                  <a:pt x="863530" y="137303"/>
                </a:lnTo>
                <a:lnTo>
                  <a:pt x="859856" y="137303"/>
                </a:lnTo>
                <a:lnTo>
                  <a:pt x="856181" y="137303"/>
                </a:lnTo>
                <a:lnTo>
                  <a:pt x="852507" y="137303"/>
                </a:lnTo>
                <a:lnTo>
                  <a:pt x="848832" y="137303"/>
                </a:lnTo>
                <a:lnTo>
                  <a:pt x="845157" y="137303"/>
                </a:lnTo>
                <a:lnTo>
                  <a:pt x="841483" y="137303"/>
                </a:lnTo>
                <a:lnTo>
                  <a:pt x="837808" y="137303"/>
                </a:lnTo>
                <a:lnTo>
                  <a:pt x="834134" y="137303"/>
                </a:lnTo>
                <a:lnTo>
                  <a:pt x="830459" y="137303"/>
                </a:lnTo>
                <a:lnTo>
                  <a:pt x="826784" y="137303"/>
                </a:lnTo>
                <a:lnTo>
                  <a:pt x="823110" y="137303"/>
                </a:lnTo>
                <a:lnTo>
                  <a:pt x="819435" y="137303"/>
                </a:lnTo>
                <a:lnTo>
                  <a:pt x="815761" y="137303"/>
                </a:lnTo>
                <a:lnTo>
                  <a:pt x="812086" y="137303"/>
                </a:lnTo>
                <a:lnTo>
                  <a:pt x="808411" y="137303"/>
                </a:lnTo>
                <a:lnTo>
                  <a:pt x="804737" y="137303"/>
                </a:lnTo>
                <a:lnTo>
                  <a:pt x="801062" y="137303"/>
                </a:lnTo>
                <a:lnTo>
                  <a:pt x="797388" y="137303"/>
                </a:lnTo>
                <a:lnTo>
                  <a:pt x="793713" y="137303"/>
                </a:lnTo>
                <a:lnTo>
                  <a:pt x="790038" y="137303"/>
                </a:lnTo>
                <a:lnTo>
                  <a:pt x="786364" y="137303"/>
                </a:lnTo>
                <a:lnTo>
                  <a:pt x="782689" y="137303"/>
                </a:lnTo>
                <a:lnTo>
                  <a:pt x="779015" y="137303"/>
                </a:lnTo>
                <a:lnTo>
                  <a:pt x="775340" y="137303"/>
                </a:lnTo>
                <a:lnTo>
                  <a:pt x="771665" y="137303"/>
                </a:lnTo>
                <a:lnTo>
                  <a:pt x="767991" y="137303"/>
                </a:lnTo>
                <a:lnTo>
                  <a:pt x="764316" y="137303"/>
                </a:lnTo>
                <a:lnTo>
                  <a:pt x="760642" y="137303"/>
                </a:lnTo>
                <a:lnTo>
                  <a:pt x="756967" y="137303"/>
                </a:lnTo>
                <a:lnTo>
                  <a:pt x="753292" y="137303"/>
                </a:lnTo>
                <a:lnTo>
                  <a:pt x="749618" y="137303"/>
                </a:lnTo>
                <a:lnTo>
                  <a:pt x="745943" y="137303"/>
                </a:lnTo>
                <a:lnTo>
                  <a:pt x="742269" y="137303"/>
                </a:lnTo>
                <a:lnTo>
                  <a:pt x="738594" y="137303"/>
                </a:lnTo>
                <a:lnTo>
                  <a:pt x="734919" y="137303"/>
                </a:lnTo>
                <a:lnTo>
                  <a:pt x="731245" y="137303"/>
                </a:lnTo>
                <a:lnTo>
                  <a:pt x="727570" y="137303"/>
                </a:lnTo>
                <a:lnTo>
                  <a:pt x="723896" y="137303"/>
                </a:lnTo>
                <a:lnTo>
                  <a:pt x="720221" y="137303"/>
                </a:lnTo>
                <a:lnTo>
                  <a:pt x="716546" y="137303"/>
                </a:lnTo>
                <a:lnTo>
                  <a:pt x="712872" y="137303"/>
                </a:lnTo>
                <a:lnTo>
                  <a:pt x="709197" y="137303"/>
                </a:lnTo>
                <a:lnTo>
                  <a:pt x="705523" y="137303"/>
                </a:lnTo>
                <a:lnTo>
                  <a:pt x="701848" y="137303"/>
                </a:lnTo>
                <a:lnTo>
                  <a:pt x="698173" y="137303"/>
                </a:lnTo>
                <a:lnTo>
                  <a:pt x="694499" y="137303"/>
                </a:lnTo>
                <a:lnTo>
                  <a:pt x="690824" y="137303"/>
                </a:lnTo>
                <a:lnTo>
                  <a:pt x="687150" y="137303"/>
                </a:lnTo>
                <a:lnTo>
                  <a:pt x="683475" y="137303"/>
                </a:lnTo>
                <a:lnTo>
                  <a:pt x="679800" y="137303"/>
                </a:lnTo>
                <a:lnTo>
                  <a:pt x="676126" y="137303"/>
                </a:lnTo>
                <a:lnTo>
                  <a:pt x="672451" y="137303"/>
                </a:lnTo>
                <a:lnTo>
                  <a:pt x="668777" y="137303"/>
                </a:lnTo>
                <a:lnTo>
                  <a:pt x="665102" y="137303"/>
                </a:lnTo>
                <a:lnTo>
                  <a:pt x="661427" y="137303"/>
                </a:lnTo>
                <a:lnTo>
                  <a:pt x="657753" y="137303"/>
                </a:lnTo>
                <a:lnTo>
                  <a:pt x="654078" y="137303"/>
                </a:lnTo>
                <a:lnTo>
                  <a:pt x="650404" y="137303"/>
                </a:lnTo>
                <a:lnTo>
                  <a:pt x="646729" y="137303"/>
                </a:lnTo>
                <a:lnTo>
                  <a:pt x="643054" y="137303"/>
                </a:lnTo>
                <a:lnTo>
                  <a:pt x="639380" y="137303"/>
                </a:lnTo>
                <a:lnTo>
                  <a:pt x="635705" y="137303"/>
                </a:lnTo>
                <a:lnTo>
                  <a:pt x="632031" y="137303"/>
                </a:lnTo>
                <a:lnTo>
                  <a:pt x="628356" y="137303"/>
                </a:lnTo>
                <a:lnTo>
                  <a:pt x="624681" y="137303"/>
                </a:lnTo>
                <a:lnTo>
                  <a:pt x="621007" y="137303"/>
                </a:lnTo>
                <a:lnTo>
                  <a:pt x="617332" y="137303"/>
                </a:lnTo>
                <a:lnTo>
                  <a:pt x="613658" y="137303"/>
                </a:lnTo>
                <a:lnTo>
                  <a:pt x="609983" y="137303"/>
                </a:lnTo>
                <a:lnTo>
                  <a:pt x="606308" y="137303"/>
                </a:lnTo>
                <a:lnTo>
                  <a:pt x="602634" y="137303"/>
                </a:lnTo>
                <a:lnTo>
                  <a:pt x="598959" y="137303"/>
                </a:lnTo>
                <a:lnTo>
                  <a:pt x="595285" y="137303"/>
                </a:lnTo>
                <a:lnTo>
                  <a:pt x="591610" y="137303"/>
                </a:lnTo>
                <a:lnTo>
                  <a:pt x="587935" y="137303"/>
                </a:lnTo>
                <a:lnTo>
                  <a:pt x="584261" y="137303"/>
                </a:lnTo>
                <a:lnTo>
                  <a:pt x="580586" y="137303"/>
                </a:lnTo>
                <a:lnTo>
                  <a:pt x="576912" y="137303"/>
                </a:lnTo>
                <a:lnTo>
                  <a:pt x="573237" y="137303"/>
                </a:lnTo>
                <a:lnTo>
                  <a:pt x="569562" y="137303"/>
                </a:lnTo>
                <a:lnTo>
                  <a:pt x="565888" y="137303"/>
                </a:lnTo>
                <a:lnTo>
                  <a:pt x="562213" y="137303"/>
                </a:lnTo>
                <a:lnTo>
                  <a:pt x="558539" y="137303"/>
                </a:lnTo>
                <a:lnTo>
                  <a:pt x="554864" y="137303"/>
                </a:lnTo>
                <a:lnTo>
                  <a:pt x="551189" y="137303"/>
                </a:lnTo>
                <a:lnTo>
                  <a:pt x="547515" y="137303"/>
                </a:lnTo>
                <a:lnTo>
                  <a:pt x="543840" y="137303"/>
                </a:lnTo>
                <a:lnTo>
                  <a:pt x="540166" y="137303"/>
                </a:lnTo>
                <a:lnTo>
                  <a:pt x="536491" y="137303"/>
                </a:lnTo>
                <a:lnTo>
                  <a:pt x="532816" y="137303"/>
                </a:lnTo>
                <a:lnTo>
                  <a:pt x="529142" y="137303"/>
                </a:lnTo>
                <a:lnTo>
                  <a:pt x="525467" y="137303"/>
                </a:lnTo>
                <a:lnTo>
                  <a:pt x="521793" y="137303"/>
                </a:lnTo>
                <a:lnTo>
                  <a:pt x="518118" y="137303"/>
                </a:lnTo>
                <a:lnTo>
                  <a:pt x="514443" y="137303"/>
                </a:lnTo>
                <a:lnTo>
                  <a:pt x="510769" y="137303"/>
                </a:lnTo>
                <a:lnTo>
                  <a:pt x="507094" y="137303"/>
                </a:lnTo>
                <a:lnTo>
                  <a:pt x="503420" y="137303"/>
                </a:lnTo>
                <a:lnTo>
                  <a:pt x="499745" y="137303"/>
                </a:lnTo>
                <a:lnTo>
                  <a:pt x="496070" y="137303"/>
                </a:lnTo>
                <a:lnTo>
                  <a:pt x="492396" y="137303"/>
                </a:lnTo>
                <a:lnTo>
                  <a:pt x="488721" y="137303"/>
                </a:lnTo>
                <a:lnTo>
                  <a:pt x="485047" y="137303"/>
                </a:lnTo>
                <a:lnTo>
                  <a:pt x="481372" y="137303"/>
                </a:lnTo>
                <a:lnTo>
                  <a:pt x="477697" y="137303"/>
                </a:lnTo>
                <a:lnTo>
                  <a:pt x="474023" y="137303"/>
                </a:lnTo>
                <a:lnTo>
                  <a:pt x="470348" y="137303"/>
                </a:lnTo>
                <a:lnTo>
                  <a:pt x="466674" y="137303"/>
                </a:lnTo>
                <a:lnTo>
                  <a:pt x="462999" y="137303"/>
                </a:lnTo>
                <a:lnTo>
                  <a:pt x="459324" y="137303"/>
                </a:lnTo>
                <a:lnTo>
                  <a:pt x="455650" y="137303"/>
                </a:lnTo>
                <a:lnTo>
                  <a:pt x="451975" y="137303"/>
                </a:lnTo>
                <a:lnTo>
                  <a:pt x="448301" y="137303"/>
                </a:lnTo>
                <a:lnTo>
                  <a:pt x="444626" y="137303"/>
                </a:lnTo>
                <a:lnTo>
                  <a:pt x="440951" y="137303"/>
                </a:lnTo>
                <a:lnTo>
                  <a:pt x="437277" y="137303"/>
                </a:lnTo>
                <a:lnTo>
                  <a:pt x="433602" y="137303"/>
                </a:lnTo>
                <a:lnTo>
                  <a:pt x="429928" y="137303"/>
                </a:lnTo>
                <a:lnTo>
                  <a:pt x="426253" y="137303"/>
                </a:lnTo>
                <a:lnTo>
                  <a:pt x="422578" y="137303"/>
                </a:lnTo>
                <a:lnTo>
                  <a:pt x="418904" y="137303"/>
                </a:lnTo>
                <a:lnTo>
                  <a:pt x="415229" y="137303"/>
                </a:lnTo>
                <a:lnTo>
                  <a:pt x="411555" y="137303"/>
                </a:lnTo>
                <a:lnTo>
                  <a:pt x="407880" y="137303"/>
                </a:lnTo>
                <a:lnTo>
                  <a:pt x="404205" y="137303"/>
                </a:lnTo>
                <a:lnTo>
                  <a:pt x="400531" y="137303"/>
                </a:lnTo>
                <a:lnTo>
                  <a:pt x="396856" y="137303"/>
                </a:lnTo>
                <a:lnTo>
                  <a:pt x="393182" y="137303"/>
                </a:lnTo>
                <a:lnTo>
                  <a:pt x="389507" y="137303"/>
                </a:lnTo>
                <a:lnTo>
                  <a:pt x="385832" y="137303"/>
                </a:lnTo>
                <a:lnTo>
                  <a:pt x="382158" y="137303"/>
                </a:lnTo>
                <a:lnTo>
                  <a:pt x="378483" y="137303"/>
                </a:lnTo>
                <a:lnTo>
                  <a:pt x="374809" y="137303"/>
                </a:lnTo>
                <a:lnTo>
                  <a:pt x="371134" y="137303"/>
                </a:lnTo>
                <a:lnTo>
                  <a:pt x="367459" y="137303"/>
                </a:lnTo>
                <a:lnTo>
                  <a:pt x="363785" y="137303"/>
                </a:lnTo>
                <a:lnTo>
                  <a:pt x="360110" y="137303"/>
                </a:lnTo>
                <a:lnTo>
                  <a:pt x="356436" y="137303"/>
                </a:lnTo>
                <a:lnTo>
                  <a:pt x="352761" y="137303"/>
                </a:lnTo>
                <a:lnTo>
                  <a:pt x="349086" y="137303"/>
                </a:lnTo>
                <a:lnTo>
                  <a:pt x="345412" y="137303"/>
                </a:lnTo>
                <a:lnTo>
                  <a:pt x="341737" y="137303"/>
                </a:lnTo>
                <a:lnTo>
                  <a:pt x="338063" y="137303"/>
                </a:lnTo>
                <a:lnTo>
                  <a:pt x="334388" y="137303"/>
                </a:lnTo>
                <a:lnTo>
                  <a:pt x="330713" y="137303"/>
                </a:lnTo>
                <a:lnTo>
                  <a:pt x="327039" y="137303"/>
                </a:lnTo>
                <a:lnTo>
                  <a:pt x="323364" y="137303"/>
                </a:lnTo>
                <a:lnTo>
                  <a:pt x="319690" y="137303"/>
                </a:lnTo>
                <a:lnTo>
                  <a:pt x="316015" y="137303"/>
                </a:lnTo>
                <a:lnTo>
                  <a:pt x="312340" y="137303"/>
                </a:lnTo>
                <a:lnTo>
                  <a:pt x="308666" y="137303"/>
                </a:lnTo>
                <a:lnTo>
                  <a:pt x="304991" y="137303"/>
                </a:lnTo>
                <a:lnTo>
                  <a:pt x="301317" y="137303"/>
                </a:lnTo>
                <a:lnTo>
                  <a:pt x="297642" y="137303"/>
                </a:lnTo>
                <a:lnTo>
                  <a:pt x="293967" y="137303"/>
                </a:lnTo>
                <a:lnTo>
                  <a:pt x="290293" y="137303"/>
                </a:lnTo>
                <a:lnTo>
                  <a:pt x="286618" y="137303"/>
                </a:lnTo>
                <a:lnTo>
                  <a:pt x="282944" y="137303"/>
                </a:lnTo>
                <a:lnTo>
                  <a:pt x="279269" y="137303"/>
                </a:lnTo>
                <a:lnTo>
                  <a:pt x="275594" y="137303"/>
                </a:lnTo>
                <a:lnTo>
                  <a:pt x="271920" y="137303"/>
                </a:lnTo>
                <a:lnTo>
                  <a:pt x="268245" y="137303"/>
                </a:lnTo>
                <a:lnTo>
                  <a:pt x="264571" y="137303"/>
                </a:lnTo>
                <a:lnTo>
                  <a:pt x="260896" y="137303"/>
                </a:lnTo>
                <a:lnTo>
                  <a:pt x="257221" y="137303"/>
                </a:lnTo>
                <a:lnTo>
                  <a:pt x="253547" y="137303"/>
                </a:lnTo>
                <a:lnTo>
                  <a:pt x="249872" y="137303"/>
                </a:lnTo>
                <a:lnTo>
                  <a:pt x="246198" y="137303"/>
                </a:lnTo>
                <a:lnTo>
                  <a:pt x="242523" y="137303"/>
                </a:lnTo>
                <a:lnTo>
                  <a:pt x="238848" y="137303"/>
                </a:lnTo>
                <a:lnTo>
                  <a:pt x="235174" y="137303"/>
                </a:lnTo>
                <a:lnTo>
                  <a:pt x="231499" y="137303"/>
                </a:lnTo>
                <a:lnTo>
                  <a:pt x="227825" y="137303"/>
                </a:lnTo>
                <a:lnTo>
                  <a:pt x="224150" y="137303"/>
                </a:lnTo>
                <a:lnTo>
                  <a:pt x="220475" y="137303"/>
                </a:lnTo>
                <a:lnTo>
                  <a:pt x="216801" y="137303"/>
                </a:lnTo>
                <a:lnTo>
                  <a:pt x="213126" y="137303"/>
                </a:lnTo>
                <a:lnTo>
                  <a:pt x="209452" y="137303"/>
                </a:lnTo>
                <a:lnTo>
                  <a:pt x="205777" y="137303"/>
                </a:lnTo>
                <a:lnTo>
                  <a:pt x="202102" y="137303"/>
                </a:lnTo>
                <a:lnTo>
                  <a:pt x="198428" y="137303"/>
                </a:lnTo>
                <a:lnTo>
                  <a:pt x="194753" y="137303"/>
                </a:lnTo>
                <a:lnTo>
                  <a:pt x="191079" y="137303"/>
                </a:lnTo>
                <a:lnTo>
                  <a:pt x="187404" y="137303"/>
                </a:lnTo>
                <a:lnTo>
                  <a:pt x="183729" y="137303"/>
                </a:lnTo>
                <a:lnTo>
                  <a:pt x="180055" y="137303"/>
                </a:lnTo>
                <a:lnTo>
                  <a:pt x="176380" y="137303"/>
                </a:lnTo>
                <a:lnTo>
                  <a:pt x="172706" y="137303"/>
                </a:lnTo>
                <a:lnTo>
                  <a:pt x="169031" y="137303"/>
                </a:lnTo>
                <a:lnTo>
                  <a:pt x="165356" y="137303"/>
                </a:lnTo>
                <a:lnTo>
                  <a:pt x="161682" y="137303"/>
                </a:lnTo>
                <a:lnTo>
                  <a:pt x="158007" y="137303"/>
                </a:lnTo>
                <a:lnTo>
                  <a:pt x="154333" y="137303"/>
                </a:lnTo>
                <a:lnTo>
                  <a:pt x="150658" y="137303"/>
                </a:lnTo>
                <a:lnTo>
                  <a:pt x="146983" y="137303"/>
                </a:lnTo>
                <a:lnTo>
                  <a:pt x="143309" y="137303"/>
                </a:lnTo>
                <a:lnTo>
                  <a:pt x="139634" y="137303"/>
                </a:lnTo>
                <a:lnTo>
                  <a:pt x="135960" y="137303"/>
                </a:lnTo>
                <a:lnTo>
                  <a:pt x="132285" y="137303"/>
                </a:lnTo>
                <a:lnTo>
                  <a:pt x="128610" y="137303"/>
                </a:lnTo>
                <a:lnTo>
                  <a:pt x="124936" y="137303"/>
                </a:lnTo>
                <a:lnTo>
                  <a:pt x="121261" y="137303"/>
                </a:lnTo>
                <a:lnTo>
                  <a:pt x="117587" y="137303"/>
                </a:lnTo>
                <a:lnTo>
                  <a:pt x="113912" y="137303"/>
                </a:lnTo>
                <a:lnTo>
                  <a:pt x="110237" y="137303"/>
                </a:lnTo>
                <a:lnTo>
                  <a:pt x="106563" y="137303"/>
                </a:lnTo>
                <a:lnTo>
                  <a:pt x="102888" y="137303"/>
                </a:lnTo>
                <a:lnTo>
                  <a:pt x="99214" y="137303"/>
                </a:lnTo>
                <a:lnTo>
                  <a:pt x="95539" y="137303"/>
                </a:lnTo>
                <a:lnTo>
                  <a:pt x="91864" y="137303"/>
                </a:lnTo>
                <a:lnTo>
                  <a:pt x="88190" y="137303"/>
                </a:lnTo>
                <a:lnTo>
                  <a:pt x="84515" y="137303"/>
                </a:lnTo>
                <a:lnTo>
                  <a:pt x="80841" y="137303"/>
                </a:lnTo>
                <a:lnTo>
                  <a:pt x="77166" y="137303"/>
                </a:lnTo>
                <a:lnTo>
                  <a:pt x="73491" y="137303"/>
                </a:lnTo>
                <a:lnTo>
                  <a:pt x="69817" y="137303"/>
                </a:lnTo>
                <a:lnTo>
                  <a:pt x="66142" y="137303"/>
                </a:lnTo>
                <a:lnTo>
                  <a:pt x="62468" y="137303"/>
                </a:lnTo>
                <a:lnTo>
                  <a:pt x="58793" y="137303"/>
                </a:lnTo>
                <a:lnTo>
                  <a:pt x="55118" y="137303"/>
                </a:lnTo>
                <a:lnTo>
                  <a:pt x="51444" y="137303"/>
                </a:lnTo>
                <a:lnTo>
                  <a:pt x="47769" y="137303"/>
                </a:lnTo>
                <a:lnTo>
                  <a:pt x="44095" y="137303"/>
                </a:lnTo>
                <a:lnTo>
                  <a:pt x="40420" y="137303"/>
                </a:lnTo>
                <a:lnTo>
                  <a:pt x="36745" y="137303"/>
                </a:lnTo>
                <a:lnTo>
                  <a:pt x="33071" y="137303"/>
                </a:lnTo>
                <a:lnTo>
                  <a:pt x="29396" y="137303"/>
                </a:lnTo>
                <a:lnTo>
                  <a:pt x="25722" y="137303"/>
                </a:lnTo>
                <a:lnTo>
                  <a:pt x="22047" y="137303"/>
                </a:lnTo>
                <a:lnTo>
                  <a:pt x="18372" y="137303"/>
                </a:lnTo>
                <a:lnTo>
                  <a:pt x="14698" y="137303"/>
                </a:lnTo>
                <a:lnTo>
                  <a:pt x="11023" y="137303"/>
                </a:lnTo>
                <a:lnTo>
                  <a:pt x="7349" y="137303"/>
                </a:lnTo>
                <a:lnTo>
                  <a:pt x="3674" y="137303"/>
                </a:lnTo>
                <a:lnTo>
                  <a:pt x="0" y="137303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185" name="pl185"/>
          <p:cNvSpPr/>
          <p:nvPr/>
        </p:nvSpPr>
        <p:spPr>
          <a:xfrm>
            <a:off x="8856642" y="2602390"/>
            <a:ext cx="1877720" cy="137303"/>
          </a:xfrm>
          <a:custGeom>
            <a:avLst/>
            <a:gdLst/>
            <a:ahLst/>
            <a:cxnLst/>
            <a:rect l="0" t="0" r="0" b="0"/>
            <a:pathLst>
              <a:path w="1877720" h="137303">
                <a:moveTo>
                  <a:pt x="0" y="135900"/>
                </a:moveTo>
                <a:lnTo>
                  <a:pt x="3674" y="135779"/>
                </a:lnTo>
                <a:lnTo>
                  <a:pt x="7349" y="135656"/>
                </a:lnTo>
                <a:lnTo>
                  <a:pt x="11023" y="135531"/>
                </a:lnTo>
                <a:lnTo>
                  <a:pt x="14698" y="135405"/>
                </a:lnTo>
                <a:lnTo>
                  <a:pt x="18372" y="135278"/>
                </a:lnTo>
                <a:lnTo>
                  <a:pt x="22047" y="135151"/>
                </a:lnTo>
                <a:lnTo>
                  <a:pt x="25722" y="135025"/>
                </a:lnTo>
                <a:lnTo>
                  <a:pt x="29396" y="134899"/>
                </a:lnTo>
                <a:lnTo>
                  <a:pt x="33071" y="134776"/>
                </a:lnTo>
                <a:lnTo>
                  <a:pt x="36745" y="134654"/>
                </a:lnTo>
                <a:lnTo>
                  <a:pt x="40420" y="134533"/>
                </a:lnTo>
                <a:lnTo>
                  <a:pt x="44095" y="134414"/>
                </a:lnTo>
                <a:lnTo>
                  <a:pt x="47769" y="134297"/>
                </a:lnTo>
                <a:lnTo>
                  <a:pt x="51444" y="134182"/>
                </a:lnTo>
                <a:lnTo>
                  <a:pt x="55118" y="134067"/>
                </a:lnTo>
                <a:lnTo>
                  <a:pt x="58793" y="133952"/>
                </a:lnTo>
                <a:lnTo>
                  <a:pt x="62468" y="133838"/>
                </a:lnTo>
                <a:lnTo>
                  <a:pt x="66142" y="133723"/>
                </a:lnTo>
                <a:lnTo>
                  <a:pt x="69817" y="133607"/>
                </a:lnTo>
                <a:lnTo>
                  <a:pt x="73491" y="133489"/>
                </a:lnTo>
                <a:lnTo>
                  <a:pt x="77166" y="133368"/>
                </a:lnTo>
                <a:lnTo>
                  <a:pt x="80841" y="133244"/>
                </a:lnTo>
                <a:lnTo>
                  <a:pt x="84515" y="133117"/>
                </a:lnTo>
                <a:lnTo>
                  <a:pt x="88190" y="132986"/>
                </a:lnTo>
                <a:lnTo>
                  <a:pt x="91864" y="132850"/>
                </a:lnTo>
                <a:lnTo>
                  <a:pt x="95539" y="132711"/>
                </a:lnTo>
                <a:lnTo>
                  <a:pt x="99214" y="132566"/>
                </a:lnTo>
                <a:lnTo>
                  <a:pt x="102888" y="132417"/>
                </a:lnTo>
                <a:lnTo>
                  <a:pt x="106563" y="132264"/>
                </a:lnTo>
                <a:lnTo>
                  <a:pt x="110237" y="132107"/>
                </a:lnTo>
                <a:lnTo>
                  <a:pt x="113912" y="131946"/>
                </a:lnTo>
                <a:lnTo>
                  <a:pt x="117587" y="131783"/>
                </a:lnTo>
                <a:lnTo>
                  <a:pt x="121261" y="131617"/>
                </a:lnTo>
                <a:lnTo>
                  <a:pt x="124936" y="131449"/>
                </a:lnTo>
                <a:lnTo>
                  <a:pt x="128610" y="131280"/>
                </a:lnTo>
                <a:lnTo>
                  <a:pt x="132285" y="131110"/>
                </a:lnTo>
                <a:lnTo>
                  <a:pt x="135960" y="130941"/>
                </a:lnTo>
                <a:lnTo>
                  <a:pt x="139634" y="130772"/>
                </a:lnTo>
                <a:lnTo>
                  <a:pt x="143309" y="130604"/>
                </a:lnTo>
                <a:lnTo>
                  <a:pt x="146983" y="130438"/>
                </a:lnTo>
                <a:lnTo>
                  <a:pt x="150658" y="130273"/>
                </a:lnTo>
                <a:lnTo>
                  <a:pt x="154333" y="130110"/>
                </a:lnTo>
                <a:lnTo>
                  <a:pt x="158007" y="129948"/>
                </a:lnTo>
                <a:lnTo>
                  <a:pt x="161682" y="129787"/>
                </a:lnTo>
                <a:lnTo>
                  <a:pt x="165356" y="129627"/>
                </a:lnTo>
                <a:lnTo>
                  <a:pt x="169031" y="129467"/>
                </a:lnTo>
                <a:lnTo>
                  <a:pt x="172706" y="129307"/>
                </a:lnTo>
                <a:lnTo>
                  <a:pt x="176380" y="129145"/>
                </a:lnTo>
                <a:lnTo>
                  <a:pt x="180055" y="128981"/>
                </a:lnTo>
                <a:lnTo>
                  <a:pt x="183729" y="128814"/>
                </a:lnTo>
                <a:lnTo>
                  <a:pt x="187404" y="128643"/>
                </a:lnTo>
                <a:lnTo>
                  <a:pt x="191079" y="128468"/>
                </a:lnTo>
                <a:lnTo>
                  <a:pt x="194753" y="128286"/>
                </a:lnTo>
                <a:lnTo>
                  <a:pt x="198428" y="128097"/>
                </a:lnTo>
                <a:lnTo>
                  <a:pt x="202102" y="127901"/>
                </a:lnTo>
                <a:lnTo>
                  <a:pt x="205777" y="127698"/>
                </a:lnTo>
                <a:lnTo>
                  <a:pt x="209452" y="127487"/>
                </a:lnTo>
                <a:lnTo>
                  <a:pt x="213126" y="127267"/>
                </a:lnTo>
                <a:lnTo>
                  <a:pt x="216801" y="127039"/>
                </a:lnTo>
                <a:lnTo>
                  <a:pt x="220475" y="126802"/>
                </a:lnTo>
                <a:lnTo>
                  <a:pt x="224150" y="126555"/>
                </a:lnTo>
                <a:lnTo>
                  <a:pt x="227825" y="126300"/>
                </a:lnTo>
                <a:lnTo>
                  <a:pt x="231499" y="126037"/>
                </a:lnTo>
                <a:lnTo>
                  <a:pt x="235174" y="125766"/>
                </a:lnTo>
                <a:lnTo>
                  <a:pt x="238848" y="125488"/>
                </a:lnTo>
                <a:lnTo>
                  <a:pt x="242523" y="125201"/>
                </a:lnTo>
                <a:lnTo>
                  <a:pt x="246198" y="124907"/>
                </a:lnTo>
                <a:lnTo>
                  <a:pt x="249872" y="124606"/>
                </a:lnTo>
                <a:lnTo>
                  <a:pt x="253547" y="124298"/>
                </a:lnTo>
                <a:lnTo>
                  <a:pt x="257221" y="123985"/>
                </a:lnTo>
                <a:lnTo>
                  <a:pt x="260896" y="123666"/>
                </a:lnTo>
                <a:lnTo>
                  <a:pt x="264571" y="123341"/>
                </a:lnTo>
                <a:lnTo>
                  <a:pt x="268245" y="123011"/>
                </a:lnTo>
                <a:lnTo>
                  <a:pt x="271920" y="122676"/>
                </a:lnTo>
                <a:lnTo>
                  <a:pt x="275594" y="122338"/>
                </a:lnTo>
                <a:lnTo>
                  <a:pt x="279269" y="121995"/>
                </a:lnTo>
                <a:lnTo>
                  <a:pt x="282944" y="121650"/>
                </a:lnTo>
                <a:lnTo>
                  <a:pt x="286618" y="121302"/>
                </a:lnTo>
                <a:lnTo>
                  <a:pt x="290293" y="120951"/>
                </a:lnTo>
                <a:lnTo>
                  <a:pt x="293967" y="120598"/>
                </a:lnTo>
                <a:lnTo>
                  <a:pt x="297642" y="120244"/>
                </a:lnTo>
                <a:lnTo>
                  <a:pt x="301317" y="119889"/>
                </a:lnTo>
                <a:lnTo>
                  <a:pt x="304991" y="119532"/>
                </a:lnTo>
                <a:lnTo>
                  <a:pt x="308666" y="119175"/>
                </a:lnTo>
                <a:lnTo>
                  <a:pt x="312340" y="118817"/>
                </a:lnTo>
                <a:lnTo>
                  <a:pt x="316015" y="118458"/>
                </a:lnTo>
                <a:lnTo>
                  <a:pt x="319690" y="118097"/>
                </a:lnTo>
                <a:lnTo>
                  <a:pt x="323364" y="117735"/>
                </a:lnTo>
                <a:lnTo>
                  <a:pt x="327039" y="117369"/>
                </a:lnTo>
                <a:lnTo>
                  <a:pt x="330713" y="117000"/>
                </a:lnTo>
                <a:lnTo>
                  <a:pt x="334388" y="116627"/>
                </a:lnTo>
                <a:lnTo>
                  <a:pt x="338063" y="116248"/>
                </a:lnTo>
                <a:lnTo>
                  <a:pt x="341737" y="115860"/>
                </a:lnTo>
                <a:lnTo>
                  <a:pt x="345412" y="115463"/>
                </a:lnTo>
                <a:lnTo>
                  <a:pt x="349086" y="115054"/>
                </a:lnTo>
                <a:lnTo>
                  <a:pt x="352761" y="114633"/>
                </a:lnTo>
                <a:lnTo>
                  <a:pt x="356436" y="114198"/>
                </a:lnTo>
                <a:lnTo>
                  <a:pt x="360110" y="113746"/>
                </a:lnTo>
                <a:lnTo>
                  <a:pt x="363785" y="113274"/>
                </a:lnTo>
                <a:lnTo>
                  <a:pt x="367459" y="112780"/>
                </a:lnTo>
                <a:lnTo>
                  <a:pt x="371134" y="112264"/>
                </a:lnTo>
                <a:lnTo>
                  <a:pt x="374809" y="111725"/>
                </a:lnTo>
                <a:lnTo>
                  <a:pt x="378483" y="111162"/>
                </a:lnTo>
                <a:lnTo>
                  <a:pt x="382158" y="110573"/>
                </a:lnTo>
                <a:lnTo>
                  <a:pt x="385832" y="109958"/>
                </a:lnTo>
                <a:lnTo>
                  <a:pt x="389507" y="109312"/>
                </a:lnTo>
                <a:lnTo>
                  <a:pt x="393182" y="108640"/>
                </a:lnTo>
                <a:lnTo>
                  <a:pt x="396856" y="107943"/>
                </a:lnTo>
                <a:lnTo>
                  <a:pt x="400531" y="107221"/>
                </a:lnTo>
                <a:lnTo>
                  <a:pt x="404205" y="106476"/>
                </a:lnTo>
                <a:lnTo>
                  <a:pt x="407880" y="105709"/>
                </a:lnTo>
                <a:lnTo>
                  <a:pt x="411555" y="104920"/>
                </a:lnTo>
                <a:lnTo>
                  <a:pt x="415229" y="104111"/>
                </a:lnTo>
                <a:lnTo>
                  <a:pt x="418904" y="103288"/>
                </a:lnTo>
                <a:lnTo>
                  <a:pt x="422578" y="102452"/>
                </a:lnTo>
                <a:lnTo>
                  <a:pt x="426253" y="101605"/>
                </a:lnTo>
                <a:lnTo>
                  <a:pt x="429928" y="100750"/>
                </a:lnTo>
                <a:lnTo>
                  <a:pt x="433602" y="99888"/>
                </a:lnTo>
                <a:lnTo>
                  <a:pt x="437277" y="99021"/>
                </a:lnTo>
                <a:lnTo>
                  <a:pt x="440951" y="98152"/>
                </a:lnTo>
                <a:lnTo>
                  <a:pt x="444626" y="97282"/>
                </a:lnTo>
                <a:lnTo>
                  <a:pt x="448301" y="96411"/>
                </a:lnTo>
                <a:lnTo>
                  <a:pt x="451975" y="95540"/>
                </a:lnTo>
                <a:lnTo>
                  <a:pt x="455650" y="94668"/>
                </a:lnTo>
                <a:lnTo>
                  <a:pt x="459324" y="93796"/>
                </a:lnTo>
                <a:lnTo>
                  <a:pt x="462999" y="92922"/>
                </a:lnTo>
                <a:lnTo>
                  <a:pt x="466674" y="92045"/>
                </a:lnTo>
                <a:lnTo>
                  <a:pt x="470348" y="91164"/>
                </a:lnTo>
                <a:lnTo>
                  <a:pt x="474023" y="90279"/>
                </a:lnTo>
                <a:lnTo>
                  <a:pt x="477697" y="89387"/>
                </a:lnTo>
                <a:lnTo>
                  <a:pt x="481372" y="88489"/>
                </a:lnTo>
                <a:lnTo>
                  <a:pt x="485047" y="87581"/>
                </a:lnTo>
                <a:lnTo>
                  <a:pt x="488721" y="86664"/>
                </a:lnTo>
                <a:lnTo>
                  <a:pt x="492396" y="85739"/>
                </a:lnTo>
                <a:lnTo>
                  <a:pt x="496070" y="84807"/>
                </a:lnTo>
                <a:lnTo>
                  <a:pt x="499745" y="83869"/>
                </a:lnTo>
                <a:lnTo>
                  <a:pt x="503420" y="82925"/>
                </a:lnTo>
                <a:lnTo>
                  <a:pt x="507094" y="81979"/>
                </a:lnTo>
                <a:lnTo>
                  <a:pt x="510769" y="81033"/>
                </a:lnTo>
                <a:lnTo>
                  <a:pt x="514443" y="80090"/>
                </a:lnTo>
                <a:lnTo>
                  <a:pt x="518118" y="79154"/>
                </a:lnTo>
                <a:lnTo>
                  <a:pt x="521793" y="78228"/>
                </a:lnTo>
                <a:lnTo>
                  <a:pt x="525467" y="77314"/>
                </a:lnTo>
                <a:lnTo>
                  <a:pt x="529142" y="76415"/>
                </a:lnTo>
                <a:lnTo>
                  <a:pt x="532816" y="75537"/>
                </a:lnTo>
                <a:lnTo>
                  <a:pt x="536491" y="74682"/>
                </a:lnTo>
                <a:lnTo>
                  <a:pt x="540166" y="73850"/>
                </a:lnTo>
                <a:lnTo>
                  <a:pt x="543840" y="73042"/>
                </a:lnTo>
                <a:lnTo>
                  <a:pt x="547515" y="72258"/>
                </a:lnTo>
                <a:lnTo>
                  <a:pt x="551189" y="71498"/>
                </a:lnTo>
                <a:lnTo>
                  <a:pt x="554864" y="70764"/>
                </a:lnTo>
                <a:lnTo>
                  <a:pt x="558539" y="70057"/>
                </a:lnTo>
                <a:lnTo>
                  <a:pt x="562213" y="69370"/>
                </a:lnTo>
                <a:lnTo>
                  <a:pt x="565888" y="68703"/>
                </a:lnTo>
                <a:lnTo>
                  <a:pt x="569562" y="68052"/>
                </a:lnTo>
                <a:lnTo>
                  <a:pt x="573237" y="67416"/>
                </a:lnTo>
                <a:lnTo>
                  <a:pt x="576912" y="66792"/>
                </a:lnTo>
                <a:lnTo>
                  <a:pt x="580586" y="66178"/>
                </a:lnTo>
                <a:lnTo>
                  <a:pt x="584261" y="65570"/>
                </a:lnTo>
                <a:lnTo>
                  <a:pt x="587935" y="64966"/>
                </a:lnTo>
                <a:lnTo>
                  <a:pt x="591610" y="64363"/>
                </a:lnTo>
                <a:lnTo>
                  <a:pt x="595285" y="63759"/>
                </a:lnTo>
                <a:lnTo>
                  <a:pt x="598959" y="63154"/>
                </a:lnTo>
                <a:lnTo>
                  <a:pt x="602634" y="62544"/>
                </a:lnTo>
                <a:lnTo>
                  <a:pt x="606308" y="61928"/>
                </a:lnTo>
                <a:lnTo>
                  <a:pt x="609983" y="61305"/>
                </a:lnTo>
                <a:lnTo>
                  <a:pt x="613658" y="60676"/>
                </a:lnTo>
                <a:lnTo>
                  <a:pt x="617332" y="60038"/>
                </a:lnTo>
                <a:lnTo>
                  <a:pt x="621007" y="59392"/>
                </a:lnTo>
                <a:lnTo>
                  <a:pt x="624681" y="58737"/>
                </a:lnTo>
                <a:lnTo>
                  <a:pt x="628356" y="58072"/>
                </a:lnTo>
                <a:lnTo>
                  <a:pt x="632031" y="57396"/>
                </a:lnTo>
                <a:lnTo>
                  <a:pt x="635705" y="56709"/>
                </a:lnTo>
                <a:lnTo>
                  <a:pt x="639380" y="56012"/>
                </a:lnTo>
                <a:lnTo>
                  <a:pt x="643054" y="55302"/>
                </a:lnTo>
                <a:lnTo>
                  <a:pt x="646729" y="54580"/>
                </a:lnTo>
                <a:lnTo>
                  <a:pt x="650404" y="53844"/>
                </a:lnTo>
                <a:lnTo>
                  <a:pt x="654078" y="53090"/>
                </a:lnTo>
                <a:lnTo>
                  <a:pt x="657753" y="52319"/>
                </a:lnTo>
                <a:lnTo>
                  <a:pt x="661427" y="51531"/>
                </a:lnTo>
                <a:lnTo>
                  <a:pt x="665102" y="50724"/>
                </a:lnTo>
                <a:lnTo>
                  <a:pt x="668777" y="49896"/>
                </a:lnTo>
                <a:lnTo>
                  <a:pt x="672451" y="49047"/>
                </a:lnTo>
                <a:lnTo>
                  <a:pt x="676126" y="48173"/>
                </a:lnTo>
                <a:lnTo>
                  <a:pt x="679800" y="47273"/>
                </a:lnTo>
                <a:lnTo>
                  <a:pt x="683475" y="46349"/>
                </a:lnTo>
                <a:lnTo>
                  <a:pt x="687150" y="45399"/>
                </a:lnTo>
                <a:lnTo>
                  <a:pt x="690824" y="44426"/>
                </a:lnTo>
                <a:lnTo>
                  <a:pt x="694499" y="43427"/>
                </a:lnTo>
                <a:lnTo>
                  <a:pt x="698173" y="42406"/>
                </a:lnTo>
                <a:lnTo>
                  <a:pt x="701848" y="41357"/>
                </a:lnTo>
                <a:lnTo>
                  <a:pt x="705523" y="40288"/>
                </a:lnTo>
                <a:lnTo>
                  <a:pt x="709197" y="39201"/>
                </a:lnTo>
                <a:lnTo>
                  <a:pt x="712872" y="38096"/>
                </a:lnTo>
                <a:lnTo>
                  <a:pt x="716546" y="36978"/>
                </a:lnTo>
                <a:lnTo>
                  <a:pt x="720221" y="35847"/>
                </a:lnTo>
                <a:lnTo>
                  <a:pt x="723896" y="34707"/>
                </a:lnTo>
                <a:lnTo>
                  <a:pt x="727570" y="33560"/>
                </a:lnTo>
                <a:lnTo>
                  <a:pt x="731245" y="32409"/>
                </a:lnTo>
                <a:lnTo>
                  <a:pt x="734919" y="31258"/>
                </a:lnTo>
                <a:lnTo>
                  <a:pt x="738594" y="30108"/>
                </a:lnTo>
                <a:lnTo>
                  <a:pt x="742269" y="28961"/>
                </a:lnTo>
                <a:lnTo>
                  <a:pt x="745943" y="27820"/>
                </a:lnTo>
                <a:lnTo>
                  <a:pt x="749618" y="26688"/>
                </a:lnTo>
                <a:lnTo>
                  <a:pt x="753292" y="25566"/>
                </a:lnTo>
                <a:lnTo>
                  <a:pt x="756967" y="24456"/>
                </a:lnTo>
                <a:lnTo>
                  <a:pt x="760642" y="23359"/>
                </a:lnTo>
                <a:lnTo>
                  <a:pt x="764316" y="22278"/>
                </a:lnTo>
                <a:lnTo>
                  <a:pt x="767991" y="21214"/>
                </a:lnTo>
                <a:lnTo>
                  <a:pt x="771665" y="20170"/>
                </a:lnTo>
                <a:lnTo>
                  <a:pt x="775340" y="19151"/>
                </a:lnTo>
                <a:lnTo>
                  <a:pt x="779015" y="18156"/>
                </a:lnTo>
                <a:lnTo>
                  <a:pt x="782689" y="17187"/>
                </a:lnTo>
                <a:lnTo>
                  <a:pt x="786364" y="16247"/>
                </a:lnTo>
                <a:lnTo>
                  <a:pt x="790038" y="15338"/>
                </a:lnTo>
                <a:lnTo>
                  <a:pt x="793713" y="14462"/>
                </a:lnTo>
                <a:lnTo>
                  <a:pt x="797388" y="13626"/>
                </a:lnTo>
                <a:lnTo>
                  <a:pt x="801062" y="12830"/>
                </a:lnTo>
                <a:lnTo>
                  <a:pt x="804737" y="12073"/>
                </a:lnTo>
                <a:lnTo>
                  <a:pt x="808411" y="11355"/>
                </a:lnTo>
                <a:lnTo>
                  <a:pt x="812086" y="10676"/>
                </a:lnTo>
                <a:lnTo>
                  <a:pt x="815761" y="10036"/>
                </a:lnTo>
                <a:lnTo>
                  <a:pt x="819435" y="9436"/>
                </a:lnTo>
                <a:lnTo>
                  <a:pt x="823110" y="8878"/>
                </a:lnTo>
                <a:lnTo>
                  <a:pt x="826784" y="8354"/>
                </a:lnTo>
                <a:lnTo>
                  <a:pt x="830459" y="7860"/>
                </a:lnTo>
                <a:lnTo>
                  <a:pt x="834134" y="7394"/>
                </a:lnTo>
                <a:lnTo>
                  <a:pt x="837808" y="6951"/>
                </a:lnTo>
                <a:lnTo>
                  <a:pt x="841483" y="6529"/>
                </a:lnTo>
                <a:lnTo>
                  <a:pt x="845157" y="6125"/>
                </a:lnTo>
                <a:lnTo>
                  <a:pt x="848832" y="5733"/>
                </a:lnTo>
                <a:lnTo>
                  <a:pt x="852507" y="5349"/>
                </a:lnTo>
                <a:lnTo>
                  <a:pt x="856181" y="4971"/>
                </a:lnTo>
                <a:lnTo>
                  <a:pt x="859856" y="4597"/>
                </a:lnTo>
                <a:lnTo>
                  <a:pt x="863530" y="4224"/>
                </a:lnTo>
                <a:lnTo>
                  <a:pt x="867205" y="3853"/>
                </a:lnTo>
                <a:lnTo>
                  <a:pt x="870880" y="3483"/>
                </a:lnTo>
                <a:lnTo>
                  <a:pt x="874554" y="3116"/>
                </a:lnTo>
                <a:lnTo>
                  <a:pt x="878229" y="2753"/>
                </a:lnTo>
                <a:lnTo>
                  <a:pt x="881903" y="2398"/>
                </a:lnTo>
                <a:lnTo>
                  <a:pt x="885578" y="2052"/>
                </a:lnTo>
                <a:lnTo>
                  <a:pt x="889253" y="1720"/>
                </a:lnTo>
                <a:lnTo>
                  <a:pt x="892927" y="1408"/>
                </a:lnTo>
                <a:lnTo>
                  <a:pt x="896602" y="1120"/>
                </a:lnTo>
                <a:lnTo>
                  <a:pt x="900276" y="859"/>
                </a:lnTo>
                <a:lnTo>
                  <a:pt x="903951" y="627"/>
                </a:lnTo>
                <a:lnTo>
                  <a:pt x="907626" y="427"/>
                </a:lnTo>
                <a:lnTo>
                  <a:pt x="911300" y="262"/>
                </a:lnTo>
                <a:lnTo>
                  <a:pt x="914975" y="134"/>
                </a:lnTo>
                <a:lnTo>
                  <a:pt x="918649" y="51"/>
                </a:lnTo>
                <a:lnTo>
                  <a:pt x="922324" y="7"/>
                </a:lnTo>
                <a:lnTo>
                  <a:pt x="925999" y="0"/>
                </a:lnTo>
                <a:lnTo>
                  <a:pt x="929673" y="28"/>
                </a:lnTo>
                <a:lnTo>
                  <a:pt x="933348" y="91"/>
                </a:lnTo>
                <a:lnTo>
                  <a:pt x="937022" y="185"/>
                </a:lnTo>
                <a:lnTo>
                  <a:pt x="940697" y="313"/>
                </a:lnTo>
                <a:lnTo>
                  <a:pt x="944372" y="469"/>
                </a:lnTo>
                <a:lnTo>
                  <a:pt x="948046" y="648"/>
                </a:lnTo>
                <a:lnTo>
                  <a:pt x="951721" y="848"/>
                </a:lnTo>
                <a:lnTo>
                  <a:pt x="955395" y="1067"/>
                </a:lnTo>
                <a:lnTo>
                  <a:pt x="959070" y="1303"/>
                </a:lnTo>
                <a:lnTo>
                  <a:pt x="962745" y="1556"/>
                </a:lnTo>
                <a:lnTo>
                  <a:pt x="966419" y="1827"/>
                </a:lnTo>
                <a:lnTo>
                  <a:pt x="970094" y="2115"/>
                </a:lnTo>
                <a:lnTo>
                  <a:pt x="973768" y="2420"/>
                </a:lnTo>
                <a:lnTo>
                  <a:pt x="977443" y="2745"/>
                </a:lnTo>
                <a:lnTo>
                  <a:pt x="981118" y="3089"/>
                </a:lnTo>
                <a:lnTo>
                  <a:pt x="984792" y="3457"/>
                </a:lnTo>
                <a:lnTo>
                  <a:pt x="988467" y="3854"/>
                </a:lnTo>
                <a:lnTo>
                  <a:pt x="992141" y="4283"/>
                </a:lnTo>
                <a:lnTo>
                  <a:pt x="995816" y="4745"/>
                </a:lnTo>
                <a:lnTo>
                  <a:pt x="999491" y="5243"/>
                </a:lnTo>
                <a:lnTo>
                  <a:pt x="1003165" y="5777"/>
                </a:lnTo>
                <a:lnTo>
                  <a:pt x="1006840" y="6351"/>
                </a:lnTo>
                <a:lnTo>
                  <a:pt x="1010514" y="6965"/>
                </a:lnTo>
                <a:lnTo>
                  <a:pt x="1014189" y="7628"/>
                </a:lnTo>
                <a:lnTo>
                  <a:pt x="1017864" y="8334"/>
                </a:lnTo>
                <a:lnTo>
                  <a:pt x="1021538" y="9081"/>
                </a:lnTo>
                <a:lnTo>
                  <a:pt x="1025213" y="9867"/>
                </a:lnTo>
                <a:lnTo>
                  <a:pt x="1028887" y="10690"/>
                </a:lnTo>
                <a:lnTo>
                  <a:pt x="1032562" y="11549"/>
                </a:lnTo>
                <a:lnTo>
                  <a:pt x="1036237" y="12441"/>
                </a:lnTo>
                <a:lnTo>
                  <a:pt x="1039911" y="13366"/>
                </a:lnTo>
                <a:lnTo>
                  <a:pt x="1043586" y="14315"/>
                </a:lnTo>
                <a:lnTo>
                  <a:pt x="1047260" y="15284"/>
                </a:lnTo>
                <a:lnTo>
                  <a:pt x="1050935" y="16270"/>
                </a:lnTo>
                <a:lnTo>
                  <a:pt x="1054610" y="17269"/>
                </a:lnTo>
                <a:lnTo>
                  <a:pt x="1058284" y="18279"/>
                </a:lnTo>
                <a:lnTo>
                  <a:pt x="1061959" y="19298"/>
                </a:lnTo>
                <a:lnTo>
                  <a:pt x="1065633" y="20322"/>
                </a:lnTo>
                <a:lnTo>
                  <a:pt x="1069308" y="21349"/>
                </a:lnTo>
                <a:lnTo>
                  <a:pt x="1072983" y="22380"/>
                </a:lnTo>
                <a:lnTo>
                  <a:pt x="1076657" y="23413"/>
                </a:lnTo>
                <a:lnTo>
                  <a:pt x="1080332" y="24450"/>
                </a:lnTo>
                <a:lnTo>
                  <a:pt x="1084006" y="25491"/>
                </a:lnTo>
                <a:lnTo>
                  <a:pt x="1087681" y="26542"/>
                </a:lnTo>
                <a:lnTo>
                  <a:pt x="1091356" y="27603"/>
                </a:lnTo>
                <a:lnTo>
                  <a:pt x="1095030" y="28677"/>
                </a:lnTo>
                <a:lnTo>
                  <a:pt x="1098705" y="29769"/>
                </a:lnTo>
                <a:lnTo>
                  <a:pt x="1102379" y="30882"/>
                </a:lnTo>
                <a:lnTo>
                  <a:pt x="1106054" y="32019"/>
                </a:lnTo>
                <a:lnTo>
                  <a:pt x="1109729" y="33189"/>
                </a:lnTo>
                <a:lnTo>
                  <a:pt x="1113403" y="34395"/>
                </a:lnTo>
                <a:lnTo>
                  <a:pt x="1117078" y="35637"/>
                </a:lnTo>
                <a:lnTo>
                  <a:pt x="1120752" y="36919"/>
                </a:lnTo>
                <a:lnTo>
                  <a:pt x="1124427" y="38243"/>
                </a:lnTo>
                <a:lnTo>
                  <a:pt x="1128102" y="39609"/>
                </a:lnTo>
                <a:lnTo>
                  <a:pt x="1131776" y="41020"/>
                </a:lnTo>
                <a:lnTo>
                  <a:pt x="1135451" y="42483"/>
                </a:lnTo>
                <a:lnTo>
                  <a:pt x="1139125" y="43989"/>
                </a:lnTo>
                <a:lnTo>
                  <a:pt x="1142800" y="45535"/>
                </a:lnTo>
                <a:lnTo>
                  <a:pt x="1146475" y="47119"/>
                </a:lnTo>
                <a:lnTo>
                  <a:pt x="1150149" y="48738"/>
                </a:lnTo>
                <a:lnTo>
                  <a:pt x="1153824" y="50387"/>
                </a:lnTo>
                <a:lnTo>
                  <a:pt x="1157498" y="52066"/>
                </a:lnTo>
                <a:lnTo>
                  <a:pt x="1161173" y="53766"/>
                </a:lnTo>
                <a:lnTo>
                  <a:pt x="1164848" y="55479"/>
                </a:lnTo>
                <a:lnTo>
                  <a:pt x="1168522" y="57200"/>
                </a:lnTo>
                <a:lnTo>
                  <a:pt x="1172197" y="58924"/>
                </a:lnTo>
                <a:lnTo>
                  <a:pt x="1175871" y="60646"/>
                </a:lnTo>
                <a:lnTo>
                  <a:pt x="1179546" y="62361"/>
                </a:lnTo>
                <a:lnTo>
                  <a:pt x="1183221" y="64059"/>
                </a:lnTo>
                <a:lnTo>
                  <a:pt x="1186895" y="65740"/>
                </a:lnTo>
                <a:lnTo>
                  <a:pt x="1190570" y="67399"/>
                </a:lnTo>
                <a:lnTo>
                  <a:pt x="1194244" y="69035"/>
                </a:lnTo>
                <a:lnTo>
                  <a:pt x="1197919" y="70646"/>
                </a:lnTo>
                <a:lnTo>
                  <a:pt x="1201594" y="72230"/>
                </a:lnTo>
                <a:lnTo>
                  <a:pt x="1205268" y="73784"/>
                </a:lnTo>
                <a:lnTo>
                  <a:pt x="1208943" y="75309"/>
                </a:lnTo>
                <a:lnTo>
                  <a:pt x="1212617" y="76808"/>
                </a:lnTo>
                <a:lnTo>
                  <a:pt x="1216292" y="78284"/>
                </a:lnTo>
                <a:lnTo>
                  <a:pt x="1219967" y="79739"/>
                </a:lnTo>
                <a:lnTo>
                  <a:pt x="1223641" y="81175"/>
                </a:lnTo>
                <a:lnTo>
                  <a:pt x="1227316" y="82593"/>
                </a:lnTo>
                <a:lnTo>
                  <a:pt x="1230990" y="83996"/>
                </a:lnTo>
                <a:lnTo>
                  <a:pt x="1234665" y="85388"/>
                </a:lnTo>
                <a:lnTo>
                  <a:pt x="1238340" y="86772"/>
                </a:lnTo>
                <a:lnTo>
                  <a:pt x="1242014" y="88149"/>
                </a:lnTo>
                <a:lnTo>
                  <a:pt x="1245689" y="89522"/>
                </a:lnTo>
                <a:lnTo>
                  <a:pt x="1249363" y="90890"/>
                </a:lnTo>
                <a:lnTo>
                  <a:pt x="1253038" y="92255"/>
                </a:lnTo>
                <a:lnTo>
                  <a:pt x="1256713" y="93615"/>
                </a:lnTo>
                <a:lnTo>
                  <a:pt x="1260387" y="94971"/>
                </a:lnTo>
                <a:lnTo>
                  <a:pt x="1264062" y="96321"/>
                </a:lnTo>
                <a:lnTo>
                  <a:pt x="1267736" y="97663"/>
                </a:lnTo>
                <a:lnTo>
                  <a:pt x="1271411" y="98996"/>
                </a:lnTo>
                <a:lnTo>
                  <a:pt x="1275086" y="100317"/>
                </a:lnTo>
                <a:lnTo>
                  <a:pt x="1278760" y="101621"/>
                </a:lnTo>
                <a:lnTo>
                  <a:pt x="1282435" y="102905"/>
                </a:lnTo>
                <a:lnTo>
                  <a:pt x="1286109" y="104169"/>
                </a:lnTo>
                <a:lnTo>
                  <a:pt x="1289784" y="105409"/>
                </a:lnTo>
                <a:lnTo>
                  <a:pt x="1293459" y="106623"/>
                </a:lnTo>
                <a:lnTo>
                  <a:pt x="1297133" y="107809"/>
                </a:lnTo>
                <a:lnTo>
                  <a:pt x="1300808" y="108962"/>
                </a:lnTo>
                <a:lnTo>
                  <a:pt x="1304482" y="110078"/>
                </a:lnTo>
                <a:lnTo>
                  <a:pt x="1308157" y="111159"/>
                </a:lnTo>
                <a:lnTo>
                  <a:pt x="1311832" y="112205"/>
                </a:lnTo>
                <a:lnTo>
                  <a:pt x="1315506" y="113216"/>
                </a:lnTo>
                <a:lnTo>
                  <a:pt x="1319181" y="114190"/>
                </a:lnTo>
                <a:lnTo>
                  <a:pt x="1322855" y="115128"/>
                </a:lnTo>
                <a:lnTo>
                  <a:pt x="1326530" y="116023"/>
                </a:lnTo>
                <a:lnTo>
                  <a:pt x="1330205" y="116880"/>
                </a:lnTo>
                <a:lnTo>
                  <a:pt x="1333879" y="117703"/>
                </a:lnTo>
                <a:lnTo>
                  <a:pt x="1337554" y="118490"/>
                </a:lnTo>
                <a:lnTo>
                  <a:pt x="1341228" y="119243"/>
                </a:lnTo>
                <a:lnTo>
                  <a:pt x="1344903" y="119963"/>
                </a:lnTo>
                <a:lnTo>
                  <a:pt x="1348577" y="120649"/>
                </a:lnTo>
                <a:lnTo>
                  <a:pt x="1352252" y="121299"/>
                </a:lnTo>
                <a:lnTo>
                  <a:pt x="1355927" y="121918"/>
                </a:lnTo>
                <a:lnTo>
                  <a:pt x="1359601" y="122509"/>
                </a:lnTo>
                <a:lnTo>
                  <a:pt x="1363276" y="123073"/>
                </a:lnTo>
                <a:lnTo>
                  <a:pt x="1366950" y="123610"/>
                </a:lnTo>
                <a:lnTo>
                  <a:pt x="1370625" y="124121"/>
                </a:lnTo>
                <a:lnTo>
                  <a:pt x="1374300" y="124605"/>
                </a:lnTo>
                <a:lnTo>
                  <a:pt x="1377974" y="125066"/>
                </a:lnTo>
                <a:lnTo>
                  <a:pt x="1381649" y="125507"/>
                </a:lnTo>
                <a:lnTo>
                  <a:pt x="1385323" y="125929"/>
                </a:lnTo>
                <a:lnTo>
                  <a:pt x="1388998" y="126334"/>
                </a:lnTo>
                <a:lnTo>
                  <a:pt x="1392673" y="126723"/>
                </a:lnTo>
                <a:lnTo>
                  <a:pt x="1396347" y="127098"/>
                </a:lnTo>
                <a:lnTo>
                  <a:pt x="1400022" y="127459"/>
                </a:lnTo>
                <a:lnTo>
                  <a:pt x="1403696" y="127810"/>
                </a:lnTo>
                <a:lnTo>
                  <a:pt x="1407371" y="128152"/>
                </a:lnTo>
                <a:lnTo>
                  <a:pt x="1411046" y="128486"/>
                </a:lnTo>
                <a:lnTo>
                  <a:pt x="1414720" y="128814"/>
                </a:lnTo>
                <a:lnTo>
                  <a:pt x="1418395" y="129136"/>
                </a:lnTo>
                <a:lnTo>
                  <a:pt x="1422069" y="129453"/>
                </a:lnTo>
                <a:lnTo>
                  <a:pt x="1425744" y="129766"/>
                </a:lnTo>
                <a:lnTo>
                  <a:pt x="1429419" y="130074"/>
                </a:lnTo>
                <a:lnTo>
                  <a:pt x="1433093" y="130377"/>
                </a:lnTo>
                <a:lnTo>
                  <a:pt x="1436768" y="130676"/>
                </a:lnTo>
                <a:lnTo>
                  <a:pt x="1440442" y="130970"/>
                </a:lnTo>
                <a:lnTo>
                  <a:pt x="1444117" y="131258"/>
                </a:lnTo>
                <a:lnTo>
                  <a:pt x="1447792" y="131537"/>
                </a:lnTo>
                <a:lnTo>
                  <a:pt x="1451466" y="131808"/>
                </a:lnTo>
                <a:lnTo>
                  <a:pt x="1455141" y="132070"/>
                </a:lnTo>
                <a:lnTo>
                  <a:pt x="1458815" y="132321"/>
                </a:lnTo>
                <a:lnTo>
                  <a:pt x="1462490" y="132562"/>
                </a:lnTo>
                <a:lnTo>
                  <a:pt x="1466165" y="132791"/>
                </a:lnTo>
                <a:lnTo>
                  <a:pt x="1469839" y="133006"/>
                </a:lnTo>
                <a:lnTo>
                  <a:pt x="1473514" y="133206"/>
                </a:lnTo>
                <a:lnTo>
                  <a:pt x="1477188" y="133394"/>
                </a:lnTo>
                <a:lnTo>
                  <a:pt x="1480863" y="133568"/>
                </a:lnTo>
                <a:lnTo>
                  <a:pt x="1484538" y="133729"/>
                </a:lnTo>
                <a:lnTo>
                  <a:pt x="1488212" y="133877"/>
                </a:lnTo>
                <a:lnTo>
                  <a:pt x="1491887" y="134014"/>
                </a:lnTo>
                <a:lnTo>
                  <a:pt x="1495561" y="134138"/>
                </a:lnTo>
                <a:lnTo>
                  <a:pt x="1499236" y="134252"/>
                </a:lnTo>
                <a:lnTo>
                  <a:pt x="1502911" y="134358"/>
                </a:lnTo>
                <a:lnTo>
                  <a:pt x="1506585" y="134457"/>
                </a:lnTo>
                <a:lnTo>
                  <a:pt x="1510260" y="134550"/>
                </a:lnTo>
                <a:lnTo>
                  <a:pt x="1513934" y="134639"/>
                </a:lnTo>
                <a:lnTo>
                  <a:pt x="1517609" y="134724"/>
                </a:lnTo>
                <a:lnTo>
                  <a:pt x="1521284" y="134808"/>
                </a:lnTo>
                <a:lnTo>
                  <a:pt x="1524958" y="134891"/>
                </a:lnTo>
                <a:lnTo>
                  <a:pt x="1528633" y="134975"/>
                </a:lnTo>
                <a:lnTo>
                  <a:pt x="1532307" y="135060"/>
                </a:lnTo>
                <a:lnTo>
                  <a:pt x="1535982" y="135147"/>
                </a:lnTo>
                <a:lnTo>
                  <a:pt x="1539657" y="135236"/>
                </a:lnTo>
                <a:lnTo>
                  <a:pt x="1543331" y="135328"/>
                </a:lnTo>
                <a:lnTo>
                  <a:pt x="1547006" y="135423"/>
                </a:lnTo>
                <a:lnTo>
                  <a:pt x="1550680" y="135519"/>
                </a:lnTo>
                <a:lnTo>
                  <a:pt x="1554355" y="135617"/>
                </a:lnTo>
                <a:lnTo>
                  <a:pt x="1558030" y="135717"/>
                </a:lnTo>
                <a:lnTo>
                  <a:pt x="1561704" y="135817"/>
                </a:lnTo>
                <a:lnTo>
                  <a:pt x="1565379" y="135917"/>
                </a:lnTo>
                <a:lnTo>
                  <a:pt x="1569053" y="136016"/>
                </a:lnTo>
                <a:lnTo>
                  <a:pt x="1572728" y="136113"/>
                </a:lnTo>
                <a:lnTo>
                  <a:pt x="1576403" y="136207"/>
                </a:lnTo>
                <a:lnTo>
                  <a:pt x="1580077" y="136299"/>
                </a:lnTo>
                <a:lnTo>
                  <a:pt x="1583752" y="136386"/>
                </a:lnTo>
                <a:lnTo>
                  <a:pt x="1587426" y="136469"/>
                </a:lnTo>
                <a:lnTo>
                  <a:pt x="1591101" y="136546"/>
                </a:lnTo>
                <a:lnTo>
                  <a:pt x="1594776" y="136617"/>
                </a:lnTo>
                <a:lnTo>
                  <a:pt x="1598450" y="136682"/>
                </a:lnTo>
                <a:lnTo>
                  <a:pt x="1602125" y="136742"/>
                </a:lnTo>
                <a:lnTo>
                  <a:pt x="1605799" y="136796"/>
                </a:lnTo>
                <a:lnTo>
                  <a:pt x="1609474" y="136845"/>
                </a:lnTo>
                <a:lnTo>
                  <a:pt x="1613149" y="136887"/>
                </a:lnTo>
                <a:lnTo>
                  <a:pt x="1616823" y="136923"/>
                </a:lnTo>
                <a:lnTo>
                  <a:pt x="1620498" y="136955"/>
                </a:lnTo>
                <a:lnTo>
                  <a:pt x="1624172" y="136982"/>
                </a:lnTo>
                <a:lnTo>
                  <a:pt x="1627847" y="137006"/>
                </a:lnTo>
                <a:lnTo>
                  <a:pt x="1631522" y="137025"/>
                </a:lnTo>
                <a:lnTo>
                  <a:pt x="1635196" y="137042"/>
                </a:lnTo>
                <a:lnTo>
                  <a:pt x="1638871" y="137056"/>
                </a:lnTo>
                <a:lnTo>
                  <a:pt x="1642545" y="137068"/>
                </a:lnTo>
                <a:lnTo>
                  <a:pt x="1646220" y="137079"/>
                </a:lnTo>
                <a:lnTo>
                  <a:pt x="1649895" y="137088"/>
                </a:lnTo>
                <a:lnTo>
                  <a:pt x="1653569" y="137097"/>
                </a:lnTo>
                <a:lnTo>
                  <a:pt x="1657244" y="137105"/>
                </a:lnTo>
                <a:lnTo>
                  <a:pt x="1660918" y="137113"/>
                </a:lnTo>
                <a:lnTo>
                  <a:pt x="1664593" y="137121"/>
                </a:lnTo>
                <a:lnTo>
                  <a:pt x="1668268" y="137129"/>
                </a:lnTo>
                <a:lnTo>
                  <a:pt x="1671942" y="137137"/>
                </a:lnTo>
                <a:lnTo>
                  <a:pt x="1675617" y="137146"/>
                </a:lnTo>
                <a:lnTo>
                  <a:pt x="1679291" y="137155"/>
                </a:lnTo>
                <a:lnTo>
                  <a:pt x="1682966" y="137164"/>
                </a:lnTo>
                <a:lnTo>
                  <a:pt x="1686641" y="137173"/>
                </a:lnTo>
                <a:lnTo>
                  <a:pt x="1690315" y="137182"/>
                </a:lnTo>
                <a:lnTo>
                  <a:pt x="1693990" y="137192"/>
                </a:lnTo>
                <a:lnTo>
                  <a:pt x="1697664" y="137201"/>
                </a:lnTo>
                <a:lnTo>
                  <a:pt x="1701339" y="137210"/>
                </a:lnTo>
                <a:lnTo>
                  <a:pt x="1705014" y="137219"/>
                </a:lnTo>
                <a:lnTo>
                  <a:pt x="1708688" y="137228"/>
                </a:lnTo>
                <a:lnTo>
                  <a:pt x="1712363" y="137236"/>
                </a:lnTo>
                <a:lnTo>
                  <a:pt x="1716037" y="137244"/>
                </a:lnTo>
                <a:lnTo>
                  <a:pt x="1719712" y="137251"/>
                </a:lnTo>
                <a:lnTo>
                  <a:pt x="1723387" y="137258"/>
                </a:lnTo>
                <a:lnTo>
                  <a:pt x="1727061" y="137264"/>
                </a:lnTo>
                <a:lnTo>
                  <a:pt x="1730736" y="137269"/>
                </a:lnTo>
                <a:lnTo>
                  <a:pt x="1734410" y="137274"/>
                </a:lnTo>
                <a:lnTo>
                  <a:pt x="1738085" y="137279"/>
                </a:lnTo>
                <a:lnTo>
                  <a:pt x="1741760" y="137283"/>
                </a:lnTo>
                <a:lnTo>
                  <a:pt x="1745434" y="137286"/>
                </a:lnTo>
                <a:lnTo>
                  <a:pt x="1749109" y="137289"/>
                </a:lnTo>
                <a:lnTo>
                  <a:pt x="1752783" y="137291"/>
                </a:lnTo>
                <a:lnTo>
                  <a:pt x="1756458" y="137294"/>
                </a:lnTo>
                <a:lnTo>
                  <a:pt x="1760133" y="137295"/>
                </a:lnTo>
                <a:lnTo>
                  <a:pt x="1763807" y="137297"/>
                </a:lnTo>
                <a:lnTo>
                  <a:pt x="1767482" y="137298"/>
                </a:lnTo>
                <a:lnTo>
                  <a:pt x="1771156" y="137299"/>
                </a:lnTo>
                <a:lnTo>
                  <a:pt x="1774831" y="137300"/>
                </a:lnTo>
                <a:lnTo>
                  <a:pt x="1778506" y="137301"/>
                </a:lnTo>
                <a:lnTo>
                  <a:pt x="1782180" y="137301"/>
                </a:lnTo>
                <a:lnTo>
                  <a:pt x="1785855" y="137302"/>
                </a:lnTo>
                <a:lnTo>
                  <a:pt x="1789529" y="137302"/>
                </a:lnTo>
                <a:lnTo>
                  <a:pt x="1793204" y="137302"/>
                </a:lnTo>
                <a:lnTo>
                  <a:pt x="1796879" y="137302"/>
                </a:lnTo>
                <a:lnTo>
                  <a:pt x="1800553" y="137303"/>
                </a:lnTo>
                <a:lnTo>
                  <a:pt x="1804228" y="137303"/>
                </a:lnTo>
                <a:lnTo>
                  <a:pt x="1807902" y="137303"/>
                </a:lnTo>
                <a:lnTo>
                  <a:pt x="1811577" y="137303"/>
                </a:lnTo>
                <a:lnTo>
                  <a:pt x="1815252" y="137303"/>
                </a:lnTo>
                <a:lnTo>
                  <a:pt x="1818926" y="137303"/>
                </a:lnTo>
                <a:lnTo>
                  <a:pt x="1822601" y="137303"/>
                </a:lnTo>
                <a:lnTo>
                  <a:pt x="1826275" y="137303"/>
                </a:lnTo>
                <a:lnTo>
                  <a:pt x="1829950" y="137303"/>
                </a:lnTo>
                <a:lnTo>
                  <a:pt x="1833625" y="137303"/>
                </a:lnTo>
                <a:lnTo>
                  <a:pt x="1837299" y="137303"/>
                </a:lnTo>
                <a:lnTo>
                  <a:pt x="1840974" y="137303"/>
                </a:lnTo>
                <a:lnTo>
                  <a:pt x="1844648" y="137303"/>
                </a:lnTo>
                <a:lnTo>
                  <a:pt x="1848323" y="137303"/>
                </a:lnTo>
                <a:lnTo>
                  <a:pt x="1851998" y="137303"/>
                </a:lnTo>
                <a:lnTo>
                  <a:pt x="1855672" y="137303"/>
                </a:lnTo>
                <a:lnTo>
                  <a:pt x="1859347" y="137303"/>
                </a:lnTo>
                <a:lnTo>
                  <a:pt x="1863021" y="137303"/>
                </a:lnTo>
                <a:lnTo>
                  <a:pt x="1866696" y="137303"/>
                </a:lnTo>
                <a:lnTo>
                  <a:pt x="1870371" y="137303"/>
                </a:lnTo>
                <a:lnTo>
                  <a:pt x="1874045" y="137303"/>
                </a:lnTo>
                <a:lnTo>
                  <a:pt x="1877720" y="137303"/>
                </a:lnTo>
              </a:path>
            </a:pathLst>
          </a:custGeom>
          <a:ln w="27101" cap="flat">
            <a:solidFill>
              <a:srgbClr val="C77C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6" name="rc186"/>
          <p:cNvSpPr/>
          <p:nvPr/>
        </p:nvSpPr>
        <p:spPr>
          <a:xfrm>
            <a:off x="8762756" y="2115428"/>
            <a:ext cx="2065492" cy="653993"/>
          </a:xfrm>
          <a:prstGeom prst="rect">
            <a:avLst/>
          </a:prstGeom>
          <a:ln w="17246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7" name="rc187"/>
          <p:cNvSpPr/>
          <p:nvPr/>
        </p:nvSpPr>
        <p:spPr>
          <a:xfrm>
            <a:off x="8762756" y="2857989"/>
            <a:ext cx="2065492" cy="653993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8" name="pl188"/>
          <p:cNvSpPr/>
          <p:nvPr/>
        </p:nvSpPr>
        <p:spPr>
          <a:xfrm>
            <a:off x="8762756" y="3387009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9" name="pl189"/>
          <p:cNvSpPr/>
          <p:nvPr/>
        </p:nvSpPr>
        <p:spPr>
          <a:xfrm>
            <a:off x="8762756" y="3196518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0" name="pl190"/>
          <p:cNvSpPr/>
          <p:nvPr/>
        </p:nvSpPr>
        <p:spPr>
          <a:xfrm>
            <a:off x="8762756" y="3006026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1" name="pl191"/>
          <p:cNvSpPr/>
          <p:nvPr/>
        </p:nvSpPr>
        <p:spPr>
          <a:xfrm>
            <a:off x="9091357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2" name="pl192"/>
          <p:cNvSpPr/>
          <p:nvPr/>
        </p:nvSpPr>
        <p:spPr>
          <a:xfrm>
            <a:off x="9560787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3" name="pl193"/>
          <p:cNvSpPr/>
          <p:nvPr/>
        </p:nvSpPr>
        <p:spPr>
          <a:xfrm>
            <a:off x="10030217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4" name="pl194"/>
          <p:cNvSpPr/>
          <p:nvPr/>
        </p:nvSpPr>
        <p:spPr>
          <a:xfrm>
            <a:off x="10499647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5" name="pl195"/>
          <p:cNvSpPr/>
          <p:nvPr/>
        </p:nvSpPr>
        <p:spPr>
          <a:xfrm>
            <a:off x="8762756" y="3482255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6" name="pl196"/>
          <p:cNvSpPr/>
          <p:nvPr/>
        </p:nvSpPr>
        <p:spPr>
          <a:xfrm>
            <a:off x="8762756" y="3291764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7" name="pl197"/>
          <p:cNvSpPr/>
          <p:nvPr/>
        </p:nvSpPr>
        <p:spPr>
          <a:xfrm>
            <a:off x="8762756" y="3101272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8" name="pl198"/>
          <p:cNvSpPr/>
          <p:nvPr/>
        </p:nvSpPr>
        <p:spPr>
          <a:xfrm>
            <a:off x="8762756" y="2910781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9" name="pl199"/>
          <p:cNvSpPr/>
          <p:nvPr/>
        </p:nvSpPr>
        <p:spPr>
          <a:xfrm>
            <a:off x="8856642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0" name="pl200"/>
          <p:cNvSpPr/>
          <p:nvPr/>
        </p:nvSpPr>
        <p:spPr>
          <a:xfrm>
            <a:off x="9326072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1" name="pl201"/>
          <p:cNvSpPr/>
          <p:nvPr/>
        </p:nvSpPr>
        <p:spPr>
          <a:xfrm>
            <a:off x="9795502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2" name="pl202"/>
          <p:cNvSpPr/>
          <p:nvPr/>
        </p:nvSpPr>
        <p:spPr>
          <a:xfrm>
            <a:off x="10264932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3" name="pl203"/>
          <p:cNvSpPr/>
          <p:nvPr/>
        </p:nvSpPr>
        <p:spPr>
          <a:xfrm>
            <a:off x="10734362" y="2857989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4" name="pg204"/>
          <p:cNvSpPr/>
          <p:nvPr/>
        </p:nvSpPr>
        <p:spPr>
          <a:xfrm>
            <a:off x="8856642" y="3095279"/>
            <a:ext cx="1877720" cy="386975"/>
          </a:xfrm>
          <a:custGeom>
            <a:avLst/>
            <a:gdLst/>
            <a:ahLst/>
            <a:cxnLst/>
            <a:rect l="0" t="0" r="0" b="0"/>
            <a:pathLst>
              <a:path w="1877720" h="386975">
                <a:moveTo>
                  <a:pt x="0" y="386975"/>
                </a:moveTo>
                <a:lnTo>
                  <a:pt x="3674" y="386975"/>
                </a:lnTo>
                <a:lnTo>
                  <a:pt x="7349" y="386975"/>
                </a:lnTo>
                <a:lnTo>
                  <a:pt x="11023" y="386975"/>
                </a:lnTo>
                <a:lnTo>
                  <a:pt x="14698" y="386975"/>
                </a:lnTo>
                <a:lnTo>
                  <a:pt x="18372" y="386975"/>
                </a:lnTo>
                <a:lnTo>
                  <a:pt x="22047" y="386975"/>
                </a:lnTo>
                <a:lnTo>
                  <a:pt x="25722" y="386975"/>
                </a:lnTo>
                <a:lnTo>
                  <a:pt x="29396" y="386975"/>
                </a:lnTo>
                <a:lnTo>
                  <a:pt x="33071" y="386975"/>
                </a:lnTo>
                <a:lnTo>
                  <a:pt x="36745" y="386975"/>
                </a:lnTo>
                <a:lnTo>
                  <a:pt x="40420" y="386975"/>
                </a:lnTo>
                <a:lnTo>
                  <a:pt x="44095" y="386975"/>
                </a:lnTo>
                <a:lnTo>
                  <a:pt x="47769" y="386975"/>
                </a:lnTo>
                <a:lnTo>
                  <a:pt x="51444" y="386975"/>
                </a:lnTo>
                <a:lnTo>
                  <a:pt x="55118" y="386975"/>
                </a:lnTo>
                <a:lnTo>
                  <a:pt x="58793" y="386975"/>
                </a:lnTo>
                <a:lnTo>
                  <a:pt x="62468" y="386975"/>
                </a:lnTo>
                <a:lnTo>
                  <a:pt x="66142" y="386975"/>
                </a:lnTo>
                <a:lnTo>
                  <a:pt x="69817" y="386975"/>
                </a:lnTo>
                <a:lnTo>
                  <a:pt x="73491" y="386975"/>
                </a:lnTo>
                <a:lnTo>
                  <a:pt x="77166" y="386975"/>
                </a:lnTo>
                <a:lnTo>
                  <a:pt x="80841" y="386975"/>
                </a:lnTo>
                <a:lnTo>
                  <a:pt x="84515" y="386975"/>
                </a:lnTo>
                <a:lnTo>
                  <a:pt x="88190" y="386975"/>
                </a:lnTo>
                <a:lnTo>
                  <a:pt x="91864" y="386975"/>
                </a:lnTo>
                <a:lnTo>
                  <a:pt x="95539" y="386975"/>
                </a:lnTo>
                <a:lnTo>
                  <a:pt x="99214" y="386975"/>
                </a:lnTo>
                <a:lnTo>
                  <a:pt x="102888" y="386975"/>
                </a:lnTo>
                <a:lnTo>
                  <a:pt x="106563" y="386975"/>
                </a:lnTo>
                <a:lnTo>
                  <a:pt x="110237" y="386975"/>
                </a:lnTo>
                <a:lnTo>
                  <a:pt x="113912" y="386975"/>
                </a:lnTo>
                <a:lnTo>
                  <a:pt x="117587" y="386975"/>
                </a:lnTo>
                <a:lnTo>
                  <a:pt x="121261" y="386975"/>
                </a:lnTo>
                <a:lnTo>
                  <a:pt x="124936" y="386975"/>
                </a:lnTo>
                <a:lnTo>
                  <a:pt x="128610" y="386975"/>
                </a:lnTo>
                <a:lnTo>
                  <a:pt x="132285" y="386975"/>
                </a:lnTo>
                <a:lnTo>
                  <a:pt x="135960" y="386975"/>
                </a:lnTo>
                <a:lnTo>
                  <a:pt x="139634" y="386975"/>
                </a:lnTo>
                <a:lnTo>
                  <a:pt x="143309" y="386975"/>
                </a:lnTo>
                <a:lnTo>
                  <a:pt x="146983" y="386975"/>
                </a:lnTo>
                <a:lnTo>
                  <a:pt x="150658" y="386975"/>
                </a:lnTo>
                <a:lnTo>
                  <a:pt x="154333" y="386975"/>
                </a:lnTo>
                <a:lnTo>
                  <a:pt x="158007" y="386975"/>
                </a:lnTo>
                <a:lnTo>
                  <a:pt x="161682" y="386975"/>
                </a:lnTo>
                <a:lnTo>
                  <a:pt x="165356" y="386975"/>
                </a:lnTo>
                <a:lnTo>
                  <a:pt x="169031" y="386975"/>
                </a:lnTo>
                <a:lnTo>
                  <a:pt x="172706" y="386975"/>
                </a:lnTo>
                <a:lnTo>
                  <a:pt x="176380" y="386975"/>
                </a:lnTo>
                <a:lnTo>
                  <a:pt x="180055" y="386975"/>
                </a:lnTo>
                <a:lnTo>
                  <a:pt x="183729" y="386975"/>
                </a:lnTo>
                <a:lnTo>
                  <a:pt x="187404" y="386975"/>
                </a:lnTo>
                <a:lnTo>
                  <a:pt x="191079" y="386975"/>
                </a:lnTo>
                <a:lnTo>
                  <a:pt x="194753" y="386975"/>
                </a:lnTo>
                <a:lnTo>
                  <a:pt x="198428" y="386975"/>
                </a:lnTo>
                <a:lnTo>
                  <a:pt x="202102" y="386975"/>
                </a:lnTo>
                <a:lnTo>
                  <a:pt x="205777" y="386975"/>
                </a:lnTo>
                <a:lnTo>
                  <a:pt x="209452" y="386975"/>
                </a:lnTo>
                <a:lnTo>
                  <a:pt x="213126" y="386975"/>
                </a:lnTo>
                <a:lnTo>
                  <a:pt x="216801" y="386975"/>
                </a:lnTo>
                <a:lnTo>
                  <a:pt x="220475" y="386975"/>
                </a:lnTo>
                <a:lnTo>
                  <a:pt x="224150" y="386975"/>
                </a:lnTo>
                <a:lnTo>
                  <a:pt x="227825" y="386975"/>
                </a:lnTo>
                <a:lnTo>
                  <a:pt x="231499" y="386975"/>
                </a:lnTo>
                <a:lnTo>
                  <a:pt x="235174" y="386975"/>
                </a:lnTo>
                <a:lnTo>
                  <a:pt x="238848" y="386975"/>
                </a:lnTo>
                <a:lnTo>
                  <a:pt x="242523" y="386975"/>
                </a:lnTo>
                <a:lnTo>
                  <a:pt x="246198" y="386975"/>
                </a:lnTo>
                <a:lnTo>
                  <a:pt x="249872" y="386975"/>
                </a:lnTo>
                <a:lnTo>
                  <a:pt x="253547" y="386975"/>
                </a:lnTo>
                <a:lnTo>
                  <a:pt x="257221" y="386975"/>
                </a:lnTo>
                <a:lnTo>
                  <a:pt x="260896" y="386975"/>
                </a:lnTo>
                <a:lnTo>
                  <a:pt x="264571" y="386975"/>
                </a:lnTo>
                <a:lnTo>
                  <a:pt x="268245" y="386975"/>
                </a:lnTo>
                <a:lnTo>
                  <a:pt x="271920" y="386975"/>
                </a:lnTo>
                <a:lnTo>
                  <a:pt x="275594" y="386975"/>
                </a:lnTo>
                <a:lnTo>
                  <a:pt x="279269" y="386975"/>
                </a:lnTo>
                <a:lnTo>
                  <a:pt x="282944" y="386975"/>
                </a:lnTo>
                <a:lnTo>
                  <a:pt x="286618" y="386975"/>
                </a:lnTo>
                <a:lnTo>
                  <a:pt x="290293" y="386975"/>
                </a:lnTo>
                <a:lnTo>
                  <a:pt x="293967" y="386975"/>
                </a:lnTo>
                <a:lnTo>
                  <a:pt x="297642" y="386975"/>
                </a:lnTo>
                <a:lnTo>
                  <a:pt x="301317" y="386975"/>
                </a:lnTo>
                <a:lnTo>
                  <a:pt x="304991" y="386975"/>
                </a:lnTo>
                <a:lnTo>
                  <a:pt x="308666" y="386975"/>
                </a:lnTo>
                <a:lnTo>
                  <a:pt x="312340" y="386975"/>
                </a:lnTo>
                <a:lnTo>
                  <a:pt x="316015" y="386975"/>
                </a:lnTo>
                <a:lnTo>
                  <a:pt x="319690" y="386975"/>
                </a:lnTo>
                <a:lnTo>
                  <a:pt x="323364" y="386975"/>
                </a:lnTo>
                <a:lnTo>
                  <a:pt x="327039" y="386975"/>
                </a:lnTo>
                <a:lnTo>
                  <a:pt x="330713" y="386975"/>
                </a:lnTo>
                <a:lnTo>
                  <a:pt x="334388" y="386975"/>
                </a:lnTo>
                <a:lnTo>
                  <a:pt x="338063" y="386975"/>
                </a:lnTo>
                <a:lnTo>
                  <a:pt x="341737" y="386975"/>
                </a:lnTo>
                <a:lnTo>
                  <a:pt x="345412" y="386975"/>
                </a:lnTo>
                <a:lnTo>
                  <a:pt x="349086" y="386975"/>
                </a:lnTo>
                <a:lnTo>
                  <a:pt x="352761" y="386975"/>
                </a:lnTo>
                <a:lnTo>
                  <a:pt x="356436" y="386975"/>
                </a:lnTo>
                <a:lnTo>
                  <a:pt x="360110" y="386975"/>
                </a:lnTo>
                <a:lnTo>
                  <a:pt x="363785" y="386975"/>
                </a:lnTo>
                <a:lnTo>
                  <a:pt x="367459" y="386975"/>
                </a:lnTo>
                <a:lnTo>
                  <a:pt x="371134" y="386975"/>
                </a:lnTo>
                <a:lnTo>
                  <a:pt x="374809" y="386975"/>
                </a:lnTo>
                <a:lnTo>
                  <a:pt x="378483" y="386975"/>
                </a:lnTo>
                <a:lnTo>
                  <a:pt x="382158" y="386975"/>
                </a:lnTo>
                <a:lnTo>
                  <a:pt x="385832" y="386975"/>
                </a:lnTo>
                <a:lnTo>
                  <a:pt x="389507" y="386975"/>
                </a:lnTo>
                <a:lnTo>
                  <a:pt x="393182" y="386975"/>
                </a:lnTo>
                <a:lnTo>
                  <a:pt x="396856" y="386975"/>
                </a:lnTo>
                <a:lnTo>
                  <a:pt x="400531" y="386975"/>
                </a:lnTo>
                <a:lnTo>
                  <a:pt x="404205" y="386975"/>
                </a:lnTo>
                <a:lnTo>
                  <a:pt x="407880" y="386975"/>
                </a:lnTo>
                <a:lnTo>
                  <a:pt x="411555" y="386975"/>
                </a:lnTo>
                <a:lnTo>
                  <a:pt x="415229" y="386975"/>
                </a:lnTo>
                <a:lnTo>
                  <a:pt x="418904" y="386975"/>
                </a:lnTo>
                <a:lnTo>
                  <a:pt x="422578" y="386975"/>
                </a:lnTo>
                <a:lnTo>
                  <a:pt x="426253" y="386975"/>
                </a:lnTo>
                <a:lnTo>
                  <a:pt x="429928" y="386975"/>
                </a:lnTo>
                <a:lnTo>
                  <a:pt x="433602" y="386975"/>
                </a:lnTo>
                <a:lnTo>
                  <a:pt x="437277" y="386975"/>
                </a:lnTo>
                <a:lnTo>
                  <a:pt x="440951" y="386975"/>
                </a:lnTo>
                <a:lnTo>
                  <a:pt x="444626" y="386975"/>
                </a:lnTo>
                <a:lnTo>
                  <a:pt x="448301" y="386975"/>
                </a:lnTo>
                <a:lnTo>
                  <a:pt x="451975" y="386975"/>
                </a:lnTo>
                <a:lnTo>
                  <a:pt x="455650" y="386975"/>
                </a:lnTo>
                <a:lnTo>
                  <a:pt x="459324" y="386975"/>
                </a:lnTo>
                <a:lnTo>
                  <a:pt x="462999" y="386975"/>
                </a:lnTo>
                <a:lnTo>
                  <a:pt x="466674" y="386975"/>
                </a:lnTo>
                <a:lnTo>
                  <a:pt x="470348" y="386975"/>
                </a:lnTo>
                <a:lnTo>
                  <a:pt x="474023" y="386975"/>
                </a:lnTo>
                <a:lnTo>
                  <a:pt x="477697" y="386975"/>
                </a:lnTo>
                <a:lnTo>
                  <a:pt x="481372" y="386975"/>
                </a:lnTo>
                <a:lnTo>
                  <a:pt x="485047" y="386975"/>
                </a:lnTo>
                <a:lnTo>
                  <a:pt x="488721" y="386975"/>
                </a:lnTo>
                <a:lnTo>
                  <a:pt x="492396" y="386975"/>
                </a:lnTo>
                <a:lnTo>
                  <a:pt x="496070" y="386975"/>
                </a:lnTo>
                <a:lnTo>
                  <a:pt x="499745" y="386975"/>
                </a:lnTo>
                <a:lnTo>
                  <a:pt x="503420" y="386975"/>
                </a:lnTo>
                <a:lnTo>
                  <a:pt x="507094" y="386975"/>
                </a:lnTo>
                <a:lnTo>
                  <a:pt x="510769" y="386975"/>
                </a:lnTo>
                <a:lnTo>
                  <a:pt x="514443" y="386975"/>
                </a:lnTo>
                <a:lnTo>
                  <a:pt x="518118" y="386975"/>
                </a:lnTo>
                <a:lnTo>
                  <a:pt x="521793" y="386975"/>
                </a:lnTo>
                <a:lnTo>
                  <a:pt x="525467" y="386975"/>
                </a:lnTo>
                <a:lnTo>
                  <a:pt x="529142" y="386975"/>
                </a:lnTo>
                <a:lnTo>
                  <a:pt x="532816" y="386975"/>
                </a:lnTo>
                <a:lnTo>
                  <a:pt x="536491" y="386975"/>
                </a:lnTo>
                <a:lnTo>
                  <a:pt x="540166" y="386975"/>
                </a:lnTo>
                <a:lnTo>
                  <a:pt x="543840" y="386975"/>
                </a:lnTo>
                <a:lnTo>
                  <a:pt x="547515" y="386975"/>
                </a:lnTo>
                <a:lnTo>
                  <a:pt x="551189" y="386975"/>
                </a:lnTo>
                <a:lnTo>
                  <a:pt x="554864" y="386975"/>
                </a:lnTo>
                <a:lnTo>
                  <a:pt x="558539" y="386975"/>
                </a:lnTo>
                <a:lnTo>
                  <a:pt x="562213" y="386975"/>
                </a:lnTo>
                <a:lnTo>
                  <a:pt x="565888" y="386975"/>
                </a:lnTo>
                <a:lnTo>
                  <a:pt x="569562" y="386975"/>
                </a:lnTo>
                <a:lnTo>
                  <a:pt x="573237" y="386975"/>
                </a:lnTo>
                <a:lnTo>
                  <a:pt x="576912" y="386975"/>
                </a:lnTo>
                <a:lnTo>
                  <a:pt x="580586" y="386975"/>
                </a:lnTo>
                <a:lnTo>
                  <a:pt x="584261" y="386975"/>
                </a:lnTo>
                <a:lnTo>
                  <a:pt x="587935" y="386975"/>
                </a:lnTo>
                <a:lnTo>
                  <a:pt x="591610" y="386975"/>
                </a:lnTo>
                <a:lnTo>
                  <a:pt x="595285" y="386975"/>
                </a:lnTo>
                <a:lnTo>
                  <a:pt x="598959" y="386975"/>
                </a:lnTo>
                <a:lnTo>
                  <a:pt x="602634" y="386975"/>
                </a:lnTo>
                <a:lnTo>
                  <a:pt x="606308" y="386975"/>
                </a:lnTo>
                <a:lnTo>
                  <a:pt x="609983" y="386975"/>
                </a:lnTo>
                <a:lnTo>
                  <a:pt x="613658" y="386975"/>
                </a:lnTo>
                <a:lnTo>
                  <a:pt x="617332" y="386975"/>
                </a:lnTo>
                <a:lnTo>
                  <a:pt x="621007" y="386975"/>
                </a:lnTo>
                <a:lnTo>
                  <a:pt x="624681" y="386975"/>
                </a:lnTo>
                <a:lnTo>
                  <a:pt x="628356" y="386975"/>
                </a:lnTo>
                <a:lnTo>
                  <a:pt x="632031" y="386975"/>
                </a:lnTo>
                <a:lnTo>
                  <a:pt x="635705" y="386975"/>
                </a:lnTo>
                <a:lnTo>
                  <a:pt x="639380" y="386975"/>
                </a:lnTo>
                <a:lnTo>
                  <a:pt x="643054" y="386975"/>
                </a:lnTo>
                <a:lnTo>
                  <a:pt x="646729" y="386975"/>
                </a:lnTo>
                <a:lnTo>
                  <a:pt x="650404" y="386975"/>
                </a:lnTo>
                <a:lnTo>
                  <a:pt x="654078" y="386975"/>
                </a:lnTo>
                <a:lnTo>
                  <a:pt x="657753" y="386975"/>
                </a:lnTo>
                <a:lnTo>
                  <a:pt x="661427" y="386975"/>
                </a:lnTo>
                <a:lnTo>
                  <a:pt x="665102" y="386975"/>
                </a:lnTo>
                <a:lnTo>
                  <a:pt x="668777" y="386975"/>
                </a:lnTo>
                <a:lnTo>
                  <a:pt x="672451" y="386975"/>
                </a:lnTo>
                <a:lnTo>
                  <a:pt x="676126" y="386975"/>
                </a:lnTo>
                <a:lnTo>
                  <a:pt x="679800" y="386975"/>
                </a:lnTo>
                <a:lnTo>
                  <a:pt x="683475" y="386975"/>
                </a:lnTo>
                <a:lnTo>
                  <a:pt x="687150" y="386975"/>
                </a:lnTo>
                <a:lnTo>
                  <a:pt x="690824" y="386975"/>
                </a:lnTo>
                <a:lnTo>
                  <a:pt x="694499" y="386975"/>
                </a:lnTo>
                <a:lnTo>
                  <a:pt x="698173" y="386975"/>
                </a:lnTo>
                <a:lnTo>
                  <a:pt x="701848" y="386975"/>
                </a:lnTo>
                <a:lnTo>
                  <a:pt x="705523" y="386975"/>
                </a:lnTo>
                <a:lnTo>
                  <a:pt x="709197" y="386975"/>
                </a:lnTo>
                <a:lnTo>
                  <a:pt x="712872" y="386975"/>
                </a:lnTo>
                <a:lnTo>
                  <a:pt x="716546" y="386975"/>
                </a:lnTo>
                <a:lnTo>
                  <a:pt x="720221" y="386975"/>
                </a:lnTo>
                <a:lnTo>
                  <a:pt x="723896" y="386975"/>
                </a:lnTo>
                <a:lnTo>
                  <a:pt x="727570" y="386975"/>
                </a:lnTo>
                <a:lnTo>
                  <a:pt x="731245" y="386975"/>
                </a:lnTo>
                <a:lnTo>
                  <a:pt x="734919" y="386975"/>
                </a:lnTo>
                <a:lnTo>
                  <a:pt x="738594" y="386975"/>
                </a:lnTo>
                <a:lnTo>
                  <a:pt x="742269" y="386975"/>
                </a:lnTo>
                <a:lnTo>
                  <a:pt x="745943" y="386975"/>
                </a:lnTo>
                <a:lnTo>
                  <a:pt x="749618" y="386975"/>
                </a:lnTo>
                <a:lnTo>
                  <a:pt x="753292" y="386975"/>
                </a:lnTo>
                <a:lnTo>
                  <a:pt x="756967" y="386975"/>
                </a:lnTo>
                <a:lnTo>
                  <a:pt x="760642" y="386975"/>
                </a:lnTo>
                <a:lnTo>
                  <a:pt x="764316" y="386975"/>
                </a:lnTo>
                <a:lnTo>
                  <a:pt x="767991" y="386975"/>
                </a:lnTo>
                <a:lnTo>
                  <a:pt x="771665" y="386975"/>
                </a:lnTo>
                <a:lnTo>
                  <a:pt x="775340" y="386974"/>
                </a:lnTo>
                <a:lnTo>
                  <a:pt x="779015" y="386973"/>
                </a:lnTo>
                <a:lnTo>
                  <a:pt x="782689" y="386971"/>
                </a:lnTo>
                <a:lnTo>
                  <a:pt x="786364" y="386966"/>
                </a:lnTo>
                <a:lnTo>
                  <a:pt x="790038" y="386958"/>
                </a:lnTo>
                <a:lnTo>
                  <a:pt x="793713" y="386942"/>
                </a:lnTo>
                <a:lnTo>
                  <a:pt x="797388" y="386916"/>
                </a:lnTo>
                <a:lnTo>
                  <a:pt x="801062" y="386875"/>
                </a:lnTo>
                <a:lnTo>
                  <a:pt x="804737" y="386813"/>
                </a:lnTo>
                <a:lnTo>
                  <a:pt x="808411" y="386723"/>
                </a:lnTo>
                <a:lnTo>
                  <a:pt x="812086" y="386598"/>
                </a:lnTo>
                <a:lnTo>
                  <a:pt x="815761" y="386431"/>
                </a:lnTo>
                <a:lnTo>
                  <a:pt x="819435" y="386216"/>
                </a:lnTo>
                <a:lnTo>
                  <a:pt x="823110" y="385947"/>
                </a:lnTo>
                <a:lnTo>
                  <a:pt x="826784" y="385623"/>
                </a:lnTo>
                <a:lnTo>
                  <a:pt x="830459" y="385244"/>
                </a:lnTo>
                <a:lnTo>
                  <a:pt x="834134" y="384810"/>
                </a:lnTo>
                <a:lnTo>
                  <a:pt x="837808" y="384325"/>
                </a:lnTo>
                <a:lnTo>
                  <a:pt x="841483" y="383795"/>
                </a:lnTo>
                <a:lnTo>
                  <a:pt x="845157" y="383227"/>
                </a:lnTo>
                <a:lnTo>
                  <a:pt x="848832" y="382631"/>
                </a:lnTo>
                <a:lnTo>
                  <a:pt x="852507" y="382013"/>
                </a:lnTo>
                <a:lnTo>
                  <a:pt x="856181" y="381376"/>
                </a:lnTo>
                <a:lnTo>
                  <a:pt x="859856" y="380715"/>
                </a:lnTo>
                <a:lnTo>
                  <a:pt x="863530" y="380015"/>
                </a:lnTo>
                <a:lnTo>
                  <a:pt x="867205" y="379253"/>
                </a:lnTo>
                <a:lnTo>
                  <a:pt x="870880" y="378402"/>
                </a:lnTo>
                <a:lnTo>
                  <a:pt x="874554" y="377433"/>
                </a:lnTo>
                <a:lnTo>
                  <a:pt x="878229" y="376328"/>
                </a:lnTo>
                <a:lnTo>
                  <a:pt x="881903" y="375070"/>
                </a:lnTo>
                <a:lnTo>
                  <a:pt x="885578" y="373672"/>
                </a:lnTo>
                <a:lnTo>
                  <a:pt x="889253" y="372146"/>
                </a:lnTo>
                <a:lnTo>
                  <a:pt x="892927" y="370500"/>
                </a:lnTo>
                <a:lnTo>
                  <a:pt x="896602" y="368733"/>
                </a:lnTo>
                <a:lnTo>
                  <a:pt x="900276" y="366838"/>
                </a:lnTo>
                <a:lnTo>
                  <a:pt x="903951" y="364801"/>
                </a:lnTo>
                <a:lnTo>
                  <a:pt x="907626" y="362609"/>
                </a:lnTo>
                <a:lnTo>
                  <a:pt x="911300" y="360257"/>
                </a:lnTo>
                <a:lnTo>
                  <a:pt x="914975" y="357745"/>
                </a:lnTo>
                <a:lnTo>
                  <a:pt x="918649" y="355078"/>
                </a:lnTo>
                <a:lnTo>
                  <a:pt x="922324" y="352265"/>
                </a:lnTo>
                <a:lnTo>
                  <a:pt x="925999" y="349311"/>
                </a:lnTo>
                <a:lnTo>
                  <a:pt x="929673" y="346216"/>
                </a:lnTo>
                <a:lnTo>
                  <a:pt x="933348" y="342977"/>
                </a:lnTo>
                <a:lnTo>
                  <a:pt x="937022" y="339587"/>
                </a:lnTo>
                <a:lnTo>
                  <a:pt x="940697" y="336023"/>
                </a:lnTo>
                <a:lnTo>
                  <a:pt x="944372" y="332248"/>
                </a:lnTo>
                <a:lnTo>
                  <a:pt x="948046" y="328203"/>
                </a:lnTo>
                <a:lnTo>
                  <a:pt x="951721" y="323802"/>
                </a:lnTo>
                <a:lnTo>
                  <a:pt x="955395" y="318944"/>
                </a:lnTo>
                <a:lnTo>
                  <a:pt x="959070" y="313541"/>
                </a:lnTo>
                <a:lnTo>
                  <a:pt x="962745" y="307546"/>
                </a:lnTo>
                <a:lnTo>
                  <a:pt x="966419" y="300966"/>
                </a:lnTo>
                <a:lnTo>
                  <a:pt x="970094" y="293876"/>
                </a:lnTo>
                <a:lnTo>
                  <a:pt x="973768" y="286400"/>
                </a:lnTo>
                <a:lnTo>
                  <a:pt x="977443" y="278685"/>
                </a:lnTo>
                <a:lnTo>
                  <a:pt x="981118" y="270879"/>
                </a:lnTo>
                <a:lnTo>
                  <a:pt x="984792" y="263101"/>
                </a:lnTo>
                <a:lnTo>
                  <a:pt x="988467" y="255436"/>
                </a:lnTo>
                <a:lnTo>
                  <a:pt x="992141" y="247924"/>
                </a:lnTo>
                <a:lnTo>
                  <a:pt x="995816" y="240572"/>
                </a:lnTo>
                <a:lnTo>
                  <a:pt x="999491" y="233351"/>
                </a:lnTo>
                <a:lnTo>
                  <a:pt x="1003165" y="226197"/>
                </a:lnTo>
                <a:lnTo>
                  <a:pt x="1006840" y="219008"/>
                </a:lnTo>
                <a:lnTo>
                  <a:pt x="1010514" y="211684"/>
                </a:lnTo>
                <a:lnTo>
                  <a:pt x="1014189" y="204141"/>
                </a:lnTo>
                <a:lnTo>
                  <a:pt x="1017864" y="196337"/>
                </a:lnTo>
                <a:lnTo>
                  <a:pt x="1021538" y="188284"/>
                </a:lnTo>
                <a:lnTo>
                  <a:pt x="1025213" y="180044"/>
                </a:lnTo>
                <a:lnTo>
                  <a:pt x="1028887" y="171703"/>
                </a:lnTo>
                <a:lnTo>
                  <a:pt x="1032562" y="163347"/>
                </a:lnTo>
                <a:lnTo>
                  <a:pt x="1036237" y="155028"/>
                </a:lnTo>
                <a:lnTo>
                  <a:pt x="1039911" y="146751"/>
                </a:lnTo>
                <a:lnTo>
                  <a:pt x="1043586" y="138479"/>
                </a:lnTo>
                <a:lnTo>
                  <a:pt x="1047260" y="130149"/>
                </a:lnTo>
                <a:lnTo>
                  <a:pt x="1050935" y="121702"/>
                </a:lnTo>
                <a:lnTo>
                  <a:pt x="1054610" y="113112"/>
                </a:lnTo>
                <a:lnTo>
                  <a:pt x="1058284" y="104400"/>
                </a:lnTo>
                <a:lnTo>
                  <a:pt x="1061959" y="95648"/>
                </a:lnTo>
                <a:lnTo>
                  <a:pt x="1065633" y="86990"/>
                </a:lnTo>
                <a:lnTo>
                  <a:pt x="1069308" y="78567"/>
                </a:lnTo>
                <a:lnTo>
                  <a:pt x="1072983" y="70497"/>
                </a:lnTo>
                <a:lnTo>
                  <a:pt x="1076657" y="62863"/>
                </a:lnTo>
                <a:lnTo>
                  <a:pt x="1080332" y="55694"/>
                </a:lnTo>
                <a:lnTo>
                  <a:pt x="1084006" y="48971"/>
                </a:lnTo>
                <a:lnTo>
                  <a:pt x="1087681" y="42635"/>
                </a:lnTo>
                <a:lnTo>
                  <a:pt x="1091356" y="36610"/>
                </a:lnTo>
                <a:lnTo>
                  <a:pt x="1095030" y="30827"/>
                </a:lnTo>
                <a:lnTo>
                  <a:pt x="1098705" y="25249"/>
                </a:lnTo>
                <a:lnTo>
                  <a:pt x="1102379" y="19888"/>
                </a:lnTo>
                <a:lnTo>
                  <a:pt x="1106054" y="14823"/>
                </a:lnTo>
                <a:lnTo>
                  <a:pt x="1109729" y="10193"/>
                </a:lnTo>
                <a:lnTo>
                  <a:pt x="1113403" y="6190"/>
                </a:lnTo>
                <a:lnTo>
                  <a:pt x="1117078" y="3023"/>
                </a:lnTo>
                <a:lnTo>
                  <a:pt x="1120752" y="888"/>
                </a:lnTo>
                <a:lnTo>
                  <a:pt x="1124427" y="0"/>
                </a:lnTo>
                <a:lnTo>
                  <a:pt x="1128102" y="317"/>
                </a:lnTo>
                <a:lnTo>
                  <a:pt x="1131776" y="1788"/>
                </a:lnTo>
                <a:lnTo>
                  <a:pt x="1135451" y="4302"/>
                </a:lnTo>
                <a:lnTo>
                  <a:pt x="1139125" y="7727"/>
                </a:lnTo>
                <a:lnTo>
                  <a:pt x="1142800" y="11932"/>
                </a:lnTo>
                <a:lnTo>
                  <a:pt x="1146475" y="16798"/>
                </a:lnTo>
                <a:lnTo>
                  <a:pt x="1150149" y="22211"/>
                </a:lnTo>
                <a:lnTo>
                  <a:pt x="1153824" y="28048"/>
                </a:lnTo>
                <a:lnTo>
                  <a:pt x="1157498" y="34168"/>
                </a:lnTo>
                <a:lnTo>
                  <a:pt x="1161173" y="40420"/>
                </a:lnTo>
                <a:lnTo>
                  <a:pt x="1164848" y="46659"/>
                </a:lnTo>
                <a:lnTo>
                  <a:pt x="1168522" y="52775"/>
                </a:lnTo>
                <a:lnTo>
                  <a:pt x="1172197" y="58717"/>
                </a:lnTo>
                <a:lnTo>
                  <a:pt x="1175871" y="64504"/>
                </a:lnTo>
                <a:lnTo>
                  <a:pt x="1179546" y="70209"/>
                </a:lnTo>
                <a:lnTo>
                  <a:pt x="1183221" y="75947"/>
                </a:lnTo>
                <a:lnTo>
                  <a:pt x="1186895" y="81831"/>
                </a:lnTo>
                <a:lnTo>
                  <a:pt x="1190570" y="87930"/>
                </a:lnTo>
                <a:lnTo>
                  <a:pt x="1194244" y="94282"/>
                </a:lnTo>
                <a:lnTo>
                  <a:pt x="1197919" y="100908"/>
                </a:lnTo>
                <a:lnTo>
                  <a:pt x="1201594" y="107832"/>
                </a:lnTo>
                <a:lnTo>
                  <a:pt x="1205268" y="115088"/>
                </a:lnTo>
                <a:lnTo>
                  <a:pt x="1208943" y="122718"/>
                </a:lnTo>
                <a:lnTo>
                  <a:pt x="1212617" y="130748"/>
                </a:lnTo>
                <a:lnTo>
                  <a:pt x="1216292" y="139168"/>
                </a:lnTo>
                <a:lnTo>
                  <a:pt x="1219967" y="147909"/>
                </a:lnTo>
                <a:lnTo>
                  <a:pt x="1223641" y="156843"/>
                </a:lnTo>
                <a:lnTo>
                  <a:pt x="1227316" y="165803"/>
                </a:lnTo>
                <a:lnTo>
                  <a:pt x="1230990" y="174618"/>
                </a:lnTo>
                <a:lnTo>
                  <a:pt x="1234665" y="183156"/>
                </a:lnTo>
                <a:lnTo>
                  <a:pt x="1238340" y="191363"/>
                </a:lnTo>
                <a:lnTo>
                  <a:pt x="1242014" y="199279"/>
                </a:lnTo>
                <a:lnTo>
                  <a:pt x="1245689" y="207025"/>
                </a:lnTo>
                <a:lnTo>
                  <a:pt x="1249363" y="214782"/>
                </a:lnTo>
                <a:lnTo>
                  <a:pt x="1253038" y="222682"/>
                </a:lnTo>
                <a:lnTo>
                  <a:pt x="1256713" y="230778"/>
                </a:lnTo>
                <a:lnTo>
                  <a:pt x="1260387" y="239030"/>
                </a:lnTo>
                <a:lnTo>
                  <a:pt x="1264062" y="247315"/>
                </a:lnTo>
                <a:lnTo>
                  <a:pt x="1267736" y="255457"/>
                </a:lnTo>
                <a:lnTo>
                  <a:pt x="1271411" y="263279"/>
                </a:lnTo>
                <a:lnTo>
                  <a:pt x="1275086" y="270642"/>
                </a:lnTo>
                <a:lnTo>
                  <a:pt x="1278760" y="277473"/>
                </a:lnTo>
                <a:lnTo>
                  <a:pt x="1282435" y="283776"/>
                </a:lnTo>
                <a:lnTo>
                  <a:pt x="1286109" y="289624"/>
                </a:lnTo>
                <a:lnTo>
                  <a:pt x="1289784" y="295137"/>
                </a:lnTo>
                <a:lnTo>
                  <a:pt x="1293459" y="300455"/>
                </a:lnTo>
                <a:lnTo>
                  <a:pt x="1297133" y="305704"/>
                </a:lnTo>
                <a:lnTo>
                  <a:pt x="1300808" y="310976"/>
                </a:lnTo>
                <a:lnTo>
                  <a:pt x="1304482" y="316309"/>
                </a:lnTo>
                <a:lnTo>
                  <a:pt x="1308157" y="321675"/>
                </a:lnTo>
                <a:lnTo>
                  <a:pt x="1311832" y="327002"/>
                </a:lnTo>
                <a:lnTo>
                  <a:pt x="1315506" y="332193"/>
                </a:lnTo>
                <a:lnTo>
                  <a:pt x="1319181" y="337157"/>
                </a:lnTo>
                <a:lnTo>
                  <a:pt x="1322855" y="341814"/>
                </a:lnTo>
                <a:lnTo>
                  <a:pt x="1326530" y="346113"/>
                </a:lnTo>
                <a:lnTo>
                  <a:pt x="1330205" y="350031"/>
                </a:lnTo>
                <a:lnTo>
                  <a:pt x="1333879" y="353572"/>
                </a:lnTo>
                <a:lnTo>
                  <a:pt x="1337554" y="356756"/>
                </a:lnTo>
                <a:lnTo>
                  <a:pt x="1341228" y="359621"/>
                </a:lnTo>
                <a:lnTo>
                  <a:pt x="1344903" y="362209"/>
                </a:lnTo>
                <a:lnTo>
                  <a:pt x="1348577" y="364565"/>
                </a:lnTo>
                <a:lnTo>
                  <a:pt x="1352252" y="366732"/>
                </a:lnTo>
                <a:lnTo>
                  <a:pt x="1355927" y="368748"/>
                </a:lnTo>
                <a:lnTo>
                  <a:pt x="1359601" y="370641"/>
                </a:lnTo>
                <a:lnTo>
                  <a:pt x="1363276" y="372426"/>
                </a:lnTo>
                <a:lnTo>
                  <a:pt x="1366950" y="374097"/>
                </a:lnTo>
                <a:lnTo>
                  <a:pt x="1370625" y="375649"/>
                </a:lnTo>
                <a:lnTo>
                  <a:pt x="1374300" y="377061"/>
                </a:lnTo>
                <a:lnTo>
                  <a:pt x="1377974" y="378312"/>
                </a:lnTo>
                <a:lnTo>
                  <a:pt x="1381649" y="379387"/>
                </a:lnTo>
                <a:lnTo>
                  <a:pt x="1385323" y="380282"/>
                </a:lnTo>
                <a:lnTo>
                  <a:pt x="1388998" y="381005"/>
                </a:lnTo>
                <a:lnTo>
                  <a:pt x="1392673" y="381579"/>
                </a:lnTo>
                <a:lnTo>
                  <a:pt x="1396347" y="382036"/>
                </a:lnTo>
                <a:lnTo>
                  <a:pt x="1400022" y="382412"/>
                </a:lnTo>
                <a:lnTo>
                  <a:pt x="1403696" y="382739"/>
                </a:lnTo>
                <a:lnTo>
                  <a:pt x="1407371" y="383045"/>
                </a:lnTo>
                <a:lnTo>
                  <a:pt x="1411046" y="383349"/>
                </a:lnTo>
                <a:lnTo>
                  <a:pt x="1414720" y="383657"/>
                </a:lnTo>
                <a:lnTo>
                  <a:pt x="1418395" y="383966"/>
                </a:lnTo>
                <a:lnTo>
                  <a:pt x="1422069" y="384265"/>
                </a:lnTo>
                <a:lnTo>
                  <a:pt x="1425744" y="384539"/>
                </a:lnTo>
                <a:lnTo>
                  <a:pt x="1429419" y="384775"/>
                </a:lnTo>
                <a:lnTo>
                  <a:pt x="1433093" y="384969"/>
                </a:lnTo>
                <a:lnTo>
                  <a:pt x="1436768" y="385125"/>
                </a:lnTo>
                <a:lnTo>
                  <a:pt x="1440442" y="385251"/>
                </a:lnTo>
                <a:lnTo>
                  <a:pt x="1444117" y="385365"/>
                </a:lnTo>
                <a:lnTo>
                  <a:pt x="1447792" y="385480"/>
                </a:lnTo>
                <a:lnTo>
                  <a:pt x="1451466" y="385609"/>
                </a:lnTo>
                <a:lnTo>
                  <a:pt x="1455141" y="385756"/>
                </a:lnTo>
                <a:lnTo>
                  <a:pt x="1458815" y="385921"/>
                </a:lnTo>
                <a:lnTo>
                  <a:pt x="1462490" y="386096"/>
                </a:lnTo>
                <a:lnTo>
                  <a:pt x="1466165" y="386272"/>
                </a:lnTo>
                <a:lnTo>
                  <a:pt x="1469839" y="386436"/>
                </a:lnTo>
                <a:lnTo>
                  <a:pt x="1473514" y="386581"/>
                </a:lnTo>
                <a:lnTo>
                  <a:pt x="1477188" y="386701"/>
                </a:lnTo>
                <a:lnTo>
                  <a:pt x="1480863" y="386794"/>
                </a:lnTo>
                <a:lnTo>
                  <a:pt x="1484538" y="386861"/>
                </a:lnTo>
                <a:lnTo>
                  <a:pt x="1488212" y="386906"/>
                </a:lnTo>
                <a:lnTo>
                  <a:pt x="1491887" y="386936"/>
                </a:lnTo>
                <a:lnTo>
                  <a:pt x="1495561" y="386954"/>
                </a:lnTo>
                <a:lnTo>
                  <a:pt x="1499236" y="386964"/>
                </a:lnTo>
                <a:lnTo>
                  <a:pt x="1502911" y="386970"/>
                </a:lnTo>
                <a:lnTo>
                  <a:pt x="1506585" y="386973"/>
                </a:lnTo>
                <a:lnTo>
                  <a:pt x="1510260" y="386974"/>
                </a:lnTo>
                <a:lnTo>
                  <a:pt x="1513934" y="386975"/>
                </a:lnTo>
                <a:lnTo>
                  <a:pt x="1517609" y="386975"/>
                </a:lnTo>
                <a:lnTo>
                  <a:pt x="1521284" y="386975"/>
                </a:lnTo>
                <a:lnTo>
                  <a:pt x="1524958" y="386975"/>
                </a:lnTo>
                <a:lnTo>
                  <a:pt x="1528633" y="386975"/>
                </a:lnTo>
                <a:lnTo>
                  <a:pt x="1532307" y="386975"/>
                </a:lnTo>
                <a:lnTo>
                  <a:pt x="1535982" y="386975"/>
                </a:lnTo>
                <a:lnTo>
                  <a:pt x="1539657" y="386975"/>
                </a:lnTo>
                <a:lnTo>
                  <a:pt x="1543331" y="386975"/>
                </a:lnTo>
                <a:lnTo>
                  <a:pt x="1547006" y="386975"/>
                </a:lnTo>
                <a:lnTo>
                  <a:pt x="1550680" y="386975"/>
                </a:lnTo>
                <a:lnTo>
                  <a:pt x="1554355" y="386975"/>
                </a:lnTo>
                <a:lnTo>
                  <a:pt x="1558030" y="386975"/>
                </a:lnTo>
                <a:lnTo>
                  <a:pt x="1561704" y="386975"/>
                </a:lnTo>
                <a:lnTo>
                  <a:pt x="1565379" y="386975"/>
                </a:lnTo>
                <a:lnTo>
                  <a:pt x="1569053" y="386975"/>
                </a:lnTo>
                <a:lnTo>
                  <a:pt x="1572728" y="386975"/>
                </a:lnTo>
                <a:lnTo>
                  <a:pt x="1576403" y="386975"/>
                </a:lnTo>
                <a:lnTo>
                  <a:pt x="1580077" y="386975"/>
                </a:lnTo>
                <a:lnTo>
                  <a:pt x="1583752" y="386975"/>
                </a:lnTo>
                <a:lnTo>
                  <a:pt x="1587426" y="386975"/>
                </a:lnTo>
                <a:lnTo>
                  <a:pt x="1591101" y="386975"/>
                </a:lnTo>
                <a:lnTo>
                  <a:pt x="1594776" y="386975"/>
                </a:lnTo>
                <a:lnTo>
                  <a:pt x="1598450" y="386975"/>
                </a:lnTo>
                <a:lnTo>
                  <a:pt x="1602125" y="386975"/>
                </a:lnTo>
                <a:lnTo>
                  <a:pt x="1605799" y="386975"/>
                </a:lnTo>
                <a:lnTo>
                  <a:pt x="1609474" y="386975"/>
                </a:lnTo>
                <a:lnTo>
                  <a:pt x="1613149" y="386975"/>
                </a:lnTo>
                <a:lnTo>
                  <a:pt x="1616823" y="386975"/>
                </a:lnTo>
                <a:lnTo>
                  <a:pt x="1620498" y="386975"/>
                </a:lnTo>
                <a:lnTo>
                  <a:pt x="1624172" y="386975"/>
                </a:lnTo>
                <a:lnTo>
                  <a:pt x="1627847" y="386975"/>
                </a:lnTo>
                <a:lnTo>
                  <a:pt x="1631522" y="386975"/>
                </a:lnTo>
                <a:lnTo>
                  <a:pt x="1635196" y="386975"/>
                </a:lnTo>
                <a:lnTo>
                  <a:pt x="1638871" y="386975"/>
                </a:lnTo>
                <a:lnTo>
                  <a:pt x="1642545" y="386975"/>
                </a:lnTo>
                <a:lnTo>
                  <a:pt x="1646220" y="386975"/>
                </a:lnTo>
                <a:lnTo>
                  <a:pt x="1649895" y="386975"/>
                </a:lnTo>
                <a:lnTo>
                  <a:pt x="1653569" y="386975"/>
                </a:lnTo>
                <a:lnTo>
                  <a:pt x="1657244" y="386975"/>
                </a:lnTo>
                <a:lnTo>
                  <a:pt x="1660918" y="386975"/>
                </a:lnTo>
                <a:lnTo>
                  <a:pt x="1664593" y="386975"/>
                </a:lnTo>
                <a:lnTo>
                  <a:pt x="1668268" y="386975"/>
                </a:lnTo>
                <a:lnTo>
                  <a:pt x="1671942" y="386975"/>
                </a:lnTo>
                <a:lnTo>
                  <a:pt x="1675617" y="386975"/>
                </a:lnTo>
                <a:lnTo>
                  <a:pt x="1679291" y="386975"/>
                </a:lnTo>
                <a:lnTo>
                  <a:pt x="1682966" y="386975"/>
                </a:lnTo>
                <a:lnTo>
                  <a:pt x="1686641" y="386975"/>
                </a:lnTo>
                <a:lnTo>
                  <a:pt x="1690315" y="386975"/>
                </a:lnTo>
                <a:lnTo>
                  <a:pt x="1693990" y="386975"/>
                </a:lnTo>
                <a:lnTo>
                  <a:pt x="1697664" y="386975"/>
                </a:lnTo>
                <a:lnTo>
                  <a:pt x="1701339" y="386975"/>
                </a:lnTo>
                <a:lnTo>
                  <a:pt x="1705014" y="386975"/>
                </a:lnTo>
                <a:lnTo>
                  <a:pt x="1708688" y="386975"/>
                </a:lnTo>
                <a:lnTo>
                  <a:pt x="1712363" y="386975"/>
                </a:lnTo>
                <a:lnTo>
                  <a:pt x="1716037" y="386975"/>
                </a:lnTo>
                <a:lnTo>
                  <a:pt x="1719712" y="386975"/>
                </a:lnTo>
                <a:lnTo>
                  <a:pt x="1723387" y="386975"/>
                </a:lnTo>
                <a:lnTo>
                  <a:pt x="1727061" y="386975"/>
                </a:lnTo>
                <a:lnTo>
                  <a:pt x="1730736" y="386975"/>
                </a:lnTo>
                <a:lnTo>
                  <a:pt x="1734410" y="386975"/>
                </a:lnTo>
                <a:lnTo>
                  <a:pt x="1738085" y="386975"/>
                </a:lnTo>
                <a:lnTo>
                  <a:pt x="1741760" y="386975"/>
                </a:lnTo>
                <a:lnTo>
                  <a:pt x="1745434" y="386975"/>
                </a:lnTo>
                <a:lnTo>
                  <a:pt x="1749109" y="386975"/>
                </a:lnTo>
                <a:lnTo>
                  <a:pt x="1752783" y="386975"/>
                </a:lnTo>
                <a:lnTo>
                  <a:pt x="1756458" y="386975"/>
                </a:lnTo>
                <a:lnTo>
                  <a:pt x="1760133" y="386975"/>
                </a:lnTo>
                <a:lnTo>
                  <a:pt x="1763807" y="386975"/>
                </a:lnTo>
                <a:lnTo>
                  <a:pt x="1767482" y="386975"/>
                </a:lnTo>
                <a:lnTo>
                  <a:pt x="1771156" y="386975"/>
                </a:lnTo>
                <a:lnTo>
                  <a:pt x="1774831" y="386975"/>
                </a:lnTo>
                <a:lnTo>
                  <a:pt x="1778506" y="386975"/>
                </a:lnTo>
                <a:lnTo>
                  <a:pt x="1782180" y="386975"/>
                </a:lnTo>
                <a:lnTo>
                  <a:pt x="1785855" y="386975"/>
                </a:lnTo>
                <a:lnTo>
                  <a:pt x="1789529" y="386975"/>
                </a:lnTo>
                <a:lnTo>
                  <a:pt x="1793204" y="386975"/>
                </a:lnTo>
                <a:lnTo>
                  <a:pt x="1796879" y="386975"/>
                </a:lnTo>
                <a:lnTo>
                  <a:pt x="1800553" y="386975"/>
                </a:lnTo>
                <a:lnTo>
                  <a:pt x="1804228" y="386975"/>
                </a:lnTo>
                <a:lnTo>
                  <a:pt x="1807902" y="386975"/>
                </a:lnTo>
                <a:lnTo>
                  <a:pt x="1811577" y="386975"/>
                </a:lnTo>
                <a:lnTo>
                  <a:pt x="1815252" y="386975"/>
                </a:lnTo>
                <a:lnTo>
                  <a:pt x="1818926" y="386975"/>
                </a:lnTo>
                <a:lnTo>
                  <a:pt x="1822601" y="386975"/>
                </a:lnTo>
                <a:lnTo>
                  <a:pt x="1826275" y="386975"/>
                </a:lnTo>
                <a:lnTo>
                  <a:pt x="1829950" y="386975"/>
                </a:lnTo>
                <a:lnTo>
                  <a:pt x="1833625" y="386975"/>
                </a:lnTo>
                <a:lnTo>
                  <a:pt x="1837299" y="386975"/>
                </a:lnTo>
                <a:lnTo>
                  <a:pt x="1840974" y="386975"/>
                </a:lnTo>
                <a:lnTo>
                  <a:pt x="1844648" y="386975"/>
                </a:lnTo>
                <a:lnTo>
                  <a:pt x="1848323" y="386975"/>
                </a:lnTo>
                <a:lnTo>
                  <a:pt x="1851998" y="386975"/>
                </a:lnTo>
                <a:lnTo>
                  <a:pt x="1855672" y="386975"/>
                </a:lnTo>
                <a:lnTo>
                  <a:pt x="1859347" y="386975"/>
                </a:lnTo>
                <a:lnTo>
                  <a:pt x="1863021" y="386975"/>
                </a:lnTo>
                <a:lnTo>
                  <a:pt x="1866696" y="386975"/>
                </a:lnTo>
                <a:lnTo>
                  <a:pt x="1870371" y="386975"/>
                </a:lnTo>
                <a:lnTo>
                  <a:pt x="1874045" y="386975"/>
                </a:lnTo>
                <a:lnTo>
                  <a:pt x="1877720" y="386975"/>
                </a:lnTo>
                <a:lnTo>
                  <a:pt x="1874045" y="386975"/>
                </a:lnTo>
                <a:lnTo>
                  <a:pt x="1870371" y="386975"/>
                </a:lnTo>
                <a:lnTo>
                  <a:pt x="1866696" y="386975"/>
                </a:lnTo>
                <a:lnTo>
                  <a:pt x="1863021" y="386975"/>
                </a:lnTo>
                <a:lnTo>
                  <a:pt x="1859347" y="386975"/>
                </a:lnTo>
                <a:lnTo>
                  <a:pt x="1855672" y="386975"/>
                </a:lnTo>
                <a:lnTo>
                  <a:pt x="1851998" y="386975"/>
                </a:lnTo>
                <a:lnTo>
                  <a:pt x="1848323" y="386975"/>
                </a:lnTo>
                <a:lnTo>
                  <a:pt x="1844648" y="386975"/>
                </a:lnTo>
                <a:lnTo>
                  <a:pt x="1840974" y="386975"/>
                </a:lnTo>
                <a:lnTo>
                  <a:pt x="1837299" y="386975"/>
                </a:lnTo>
                <a:lnTo>
                  <a:pt x="1833625" y="386975"/>
                </a:lnTo>
                <a:lnTo>
                  <a:pt x="1829950" y="386975"/>
                </a:lnTo>
                <a:lnTo>
                  <a:pt x="1826275" y="386975"/>
                </a:lnTo>
                <a:lnTo>
                  <a:pt x="1822601" y="386975"/>
                </a:lnTo>
                <a:lnTo>
                  <a:pt x="1818926" y="386975"/>
                </a:lnTo>
                <a:lnTo>
                  <a:pt x="1815252" y="386975"/>
                </a:lnTo>
                <a:lnTo>
                  <a:pt x="1811577" y="386975"/>
                </a:lnTo>
                <a:lnTo>
                  <a:pt x="1807902" y="386975"/>
                </a:lnTo>
                <a:lnTo>
                  <a:pt x="1804228" y="386975"/>
                </a:lnTo>
                <a:lnTo>
                  <a:pt x="1800553" y="386975"/>
                </a:lnTo>
                <a:lnTo>
                  <a:pt x="1796879" y="386975"/>
                </a:lnTo>
                <a:lnTo>
                  <a:pt x="1793204" y="386975"/>
                </a:lnTo>
                <a:lnTo>
                  <a:pt x="1789529" y="386975"/>
                </a:lnTo>
                <a:lnTo>
                  <a:pt x="1785855" y="386975"/>
                </a:lnTo>
                <a:lnTo>
                  <a:pt x="1782180" y="386975"/>
                </a:lnTo>
                <a:lnTo>
                  <a:pt x="1778506" y="386975"/>
                </a:lnTo>
                <a:lnTo>
                  <a:pt x="1774831" y="386975"/>
                </a:lnTo>
                <a:lnTo>
                  <a:pt x="1771156" y="386975"/>
                </a:lnTo>
                <a:lnTo>
                  <a:pt x="1767482" y="386975"/>
                </a:lnTo>
                <a:lnTo>
                  <a:pt x="1763807" y="386975"/>
                </a:lnTo>
                <a:lnTo>
                  <a:pt x="1760133" y="386975"/>
                </a:lnTo>
                <a:lnTo>
                  <a:pt x="1756458" y="386975"/>
                </a:lnTo>
                <a:lnTo>
                  <a:pt x="1752783" y="386975"/>
                </a:lnTo>
                <a:lnTo>
                  <a:pt x="1749109" y="386975"/>
                </a:lnTo>
                <a:lnTo>
                  <a:pt x="1745434" y="386975"/>
                </a:lnTo>
                <a:lnTo>
                  <a:pt x="1741760" y="386975"/>
                </a:lnTo>
                <a:lnTo>
                  <a:pt x="1738085" y="386975"/>
                </a:lnTo>
                <a:lnTo>
                  <a:pt x="1734410" y="386975"/>
                </a:lnTo>
                <a:lnTo>
                  <a:pt x="1730736" y="386975"/>
                </a:lnTo>
                <a:lnTo>
                  <a:pt x="1727061" y="386975"/>
                </a:lnTo>
                <a:lnTo>
                  <a:pt x="1723387" y="386975"/>
                </a:lnTo>
                <a:lnTo>
                  <a:pt x="1719712" y="386975"/>
                </a:lnTo>
                <a:lnTo>
                  <a:pt x="1716037" y="386975"/>
                </a:lnTo>
                <a:lnTo>
                  <a:pt x="1712363" y="386975"/>
                </a:lnTo>
                <a:lnTo>
                  <a:pt x="1708688" y="386975"/>
                </a:lnTo>
                <a:lnTo>
                  <a:pt x="1705014" y="386975"/>
                </a:lnTo>
                <a:lnTo>
                  <a:pt x="1701339" y="386975"/>
                </a:lnTo>
                <a:lnTo>
                  <a:pt x="1697664" y="386975"/>
                </a:lnTo>
                <a:lnTo>
                  <a:pt x="1693990" y="386975"/>
                </a:lnTo>
                <a:lnTo>
                  <a:pt x="1690315" y="386975"/>
                </a:lnTo>
                <a:lnTo>
                  <a:pt x="1686641" y="386975"/>
                </a:lnTo>
                <a:lnTo>
                  <a:pt x="1682966" y="386975"/>
                </a:lnTo>
                <a:lnTo>
                  <a:pt x="1679291" y="386975"/>
                </a:lnTo>
                <a:lnTo>
                  <a:pt x="1675617" y="386975"/>
                </a:lnTo>
                <a:lnTo>
                  <a:pt x="1671942" y="386975"/>
                </a:lnTo>
                <a:lnTo>
                  <a:pt x="1668268" y="386975"/>
                </a:lnTo>
                <a:lnTo>
                  <a:pt x="1664593" y="386975"/>
                </a:lnTo>
                <a:lnTo>
                  <a:pt x="1660918" y="386975"/>
                </a:lnTo>
                <a:lnTo>
                  <a:pt x="1657244" y="386975"/>
                </a:lnTo>
                <a:lnTo>
                  <a:pt x="1653569" y="386975"/>
                </a:lnTo>
                <a:lnTo>
                  <a:pt x="1649895" y="386975"/>
                </a:lnTo>
                <a:lnTo>
                  <a:pt x="1646220" y="386975"/>
                </a:lnTo>
                <a:lnTo>
                  <a:pt x="1642545" y="386975"/>
                </a:lnTo>
                <a:lnTo>
                  <a:pt x="1638871" y="386975"/>
                </a:lnTo>
                <a:lnTo>
                  <a:pt x="1635196" y="386975"/>
                </a:lnTo>
                <a:lnTo>
                  <a:pt x="1631522" y="386975"/>
                </a:lnTo>
                <a:lnTo>
                  <a:pt x="1627847" y="386975"/>
                </a:lnTo>
                <a:lnTo>
                  <a:pt x="1624172" y="386975"/>
                </a:lnTo>
                <a:lnTo>
                  <a:pt x="1620498" y="386975"/>
                </a:lnTo>
                <a:lnTo>
                  <a:pt x="1616823" y="386975"/>
                </a:lnTo>
                <a:lnTo>
                  <a:pt x="1613149" y="386975"/>
                </a:lnTo>
                <a:lnTo>
                  <a:pt x="1609474" y="386975"/>
                </a:lnTo>
                <a:lnTo>
                  <a:pt x="1605799" y="386975"/>
                </a:lnTo>
                <a:lnTo>
                  <a:pt x="1602125" y="386975"/>
                </a:lnTo>
                <a:lnTo>
                  <a:pt x="1598450" y="386975"/>
                </a:lnTo>
                <a:lnTo>
                  <a:pt x="1594776" y="386975"/>
                </a:lnTo>
                <a:lnTo>
                  <a:pt x="1591101" y="386975"/>
                </a:lnTo>
                <a:lnTo>
                  <a:pt x="1587426" y="386975"/>
                </a:lnTo>
                <a:lnTo>
                  <a:pt x="1583752" y="386975"/>
                </a:lnTo>
                <a:lnTo>
                  <a:pt x="1580077" y="386975"/>
                </a:lnTo>
                <a:lnTo>
                  <a:pt x="1576403" y="386975"/>
                </a:lnTo>
                <a:lnTo>
                  <a:pt x="1572728" y="386975"/>
                </a:lnTo>
                <a:lnTo>
                  <a:pt x="1569053" y="386975"/>
                </a:lnTo>
                <a:lnTo>
                  <a:pt x="1565379" y="386975"/>
                </a:lnTo>
                <a:lnTo>
                  <a:pt x="1561704" y="386975"/>
                </a:lnTo>
                <a:lnTo>
                  <a:pt x="1558030" y="386975"/>
                </a:lnTo>
                <a:lnTo>
                  <a:pt x="1554355" y="386975"/>
                </a:lnTo>
                <a:lnTo>
                  <a:pt x="1550680" y="386975"/>
                </a:lnTo>
                <a:lnTo>
                  <a:pt x="1547006" y="386975"/>
                </a:lnTo>
                <a:lnTo>
                  <a:pt x="1543331" y="386975"/>
                </a:lnTo>
                <a:lnTo>
                  <a:pt x="1539657" y="386975"/>
                </a:lnTo>
                <a:lnTo>
                  <a:pt x="1535982" y="386975"/>
                </a:lnTo>
                <a:lnTo>
                  <a:pt x="1532307" y="386975"/>
                </a:lnTo>
                <a:lnTo>
                  <a:pt x="1528633" y="386975"/>
                </a:lnTo>
                <a:lnTo>
                  <a:pt x="1524958" y="386975"/>
                </a:lnTo>
                <a:lnTo>
                  <a:pt x="1521284" y="386975"/>
                </a:lnTo>
                <a:lnTo>
                  <a:pt x="1517609" y="386975"/>
                </a:lnTo>
                <a:lnTo>
                  <a:pt x="1513934" y="386975"/>
                </a:lnTo>
                <a:lnTo>
                  <a:pt x="1510260" y="386975"/>
                </a:lnTo>
                <a:lnTo>
                  <a:pt x="1506585" y="386975"/>
                </a:lnTo>
                <a:lnTo>
                  <a:pt x="1502911" y="386975"/>
                </a:lnTo>
                <a:lnTo>
                  <a:pt x="1499236" y="386975"/>
                </a:lnTo>
                <a:lnTo>
                  <a:pt x="1495561" y="386975"/>
                </a:lnTo>
                <a:lnTo>
                  <a:pt x="1491887" y="386975"/>
                </a:lnTo>
                <a:lnTo>
                  <a:pt x="1488212" y="386975"/>
                </a:lnTo>
                <a:lnTo>
                  <a:pt x="1484538" y="386975"/>
                </a:lnTo>
                <a:lnTo>
                  <a:pt x="1480863" y="386975"/>
                </a:lnTo>
                <a:lnTo>
                  <a:pt x="1477188" y="386975"/>
                </a:lnTo>
                <a:lnTo>
                  <a:pt x="1473514" y="386975"/>
                </a:lnTo>
                <a:lnTo>
                  <a:pt x="1469839" y="386975"/>
                </a:lnTo>
                <a:lnTo>
                  <a:pt x="1466165" y="386975"/>
                </a:lnTo>
                <a:lnTo>
                  <a:pt x="1462490" y="386975"/>
                </a:lnTo>
                <a:lnTo>
                  <a:pt x="1458815" y="386975"/>
                </a:lnTo>
                <a:lnTo>
                  <a:pt x="1455141" y="386975"/>
                </a:lnTo>
                <a:lnTo>
                  <a:pt x="1451466" y="386975"/>
                </a:lnTo>
                <a:lnTo>
                  <a:pt x="1447792" y="386975"/>
                </a:lnTo>
                <a:lnTo>
                  <a:pt x="1444117" y="386975"/>
                </a:lnTo>
                <a:lnTo>
                  <a:pt x="1440442" y="386975"/>
                </a:lnTo>
                <a:lnTo>
                  <a:pt x="1436768" y="386975"/>
                </a:lnTo>
                <a:lnTo>
                  <a:pt x="1433093" y="386975"/>
                </a:lnTo>
                <a:lnTo>
                  <a:pt x="1429419" y="386975"/>
                </a:lnTo>
                <a:lnTo>
                  <a:pt x="1425744" y="386975"/>
                </a:lnTo>
                <a:lnTo>
                  <a:pt x="1422069" y="386975"/>
                </a:lnTo>
                <a:lnTo>
                  <a:pt x="1418395" y="386975"/>
                </a:lnTo>
                <a:lnTo>
                  <a:pt x="1414720" y="386975"/>
                </a:lnTo>
                <a:lnTo>
                  <a:pt x="1411046" y="386975"/>
                </a:lnTo>
                <a:lnTo>
                  <a:pt x="1407371" y="386975"/>
                </a:lnTo>
                <a:lnTo>
                  <a:pt x="1403696" y="386975"/>
                </a:lnTo>
                <a:lnTo>
                  <a:pt x="1400022" y="386975"/>
                </a:lnTo>
                <a:lnTo>
                  <a:pt x="1396347" y="386975"/>
                </a:lnTo>
                <a:lnTo>
                  <a:pt x="1392673" y="386975"/>
                </a:lnTo>
                <a:lnTo>
                  <a:pt x="1388998" y="386975"/>
                </a:lnTo>
                <a:lnTo>
                  <a:pt x="1385323" y="386975"/>
                </a:lnTo>
                <a:lnTo>
                  <a:pt x="1381649" y="386975"/>
                </a:lnTo>
                <a:lnTo>
                  <a:pt x="1377974" y="386975"/>
                </a:lnTo>
                <a:lnTo>
                  <a:pt x="1374300" y="386975"/>
                </a:lnTo>
                <a:lnTo>
                  <a:pt x="1370625" y="386975"/>
                </a:lnTo>
                <a:lnTo>
                  <a:pt x="1366950" y="386975"/>
                </a:lnTo>
                <a:lnTo>
                  <a:pt x="1363276" y="386975"/>
                </a:lnTo>
                <a:lnTo>
                  <a:pt x="1359601" y="386975"/>
                </a:lnTo>
                <a:lnTo>
                  <a:pt x="1355927" y="386975"/>
                </a:lnTo>
                <a:lnTo>
                  <a:pt x="1352252" y="386975"/>
                </a:lnTo>
                <a:lnTo>
                  <a:pt x="1348577" y="386975"/>
                </a:lnTo>
                <a:lnTo>
                  <a:pt x="1344903" y="386975"/>
                </a:lnTo>
                <a:lnTo>
                  <a:pt x="1341228" y="386975"/>
                </a:lnTo>
                <a:lnTo>
                  <a:pt x="1337554" y="386975"/>
                </a:lnTo>
                <a:lnTo>
                  <a:pt x="1333879" y="386975"/>
                </a:lnTo>
                <a:lnTo>
                  <a:pt x="1330205" y="386975"/>
                </a:lnTo>
                <a:lnTo>
                  <a:pt x="1326530" y="386975"/>
                </a:lnTo>
                <a:lnTo>
                  <a:pt x="1322855" y="386975"/>
                </a:lnTo>
                <a:lnTo>
                  <a:pt x="1319181" y="386975"/>
                </a:lnTo>
                <a:lnTo>
                  <a:pt x="1315506" y="386975"/>
                </a:lnTo>
                <a:lnTo>
                  <a:pt x="1311832" y="386975"/>
                </a:lnTo>
                <a:lnTo>
                  <a:pt x="1308157" y="386975"/>
                </a:lnTo>
                <a:lnTo>
                  <a:pt x="1304482" y="386975"/>
                </a:lnTo>
                <a:lnTo>
                  <a:pt x="1300808" y="386975"/>
                </a:lnTo>
                <a:lnTo>
                  <a:pt x="1297133" y="386975"/>
                </a:lnTo>
                <a:lnTo>
                  <a:pt x="1293459" y="386975"/>
                </a:lnTo>
                <a:lnTo>
                  <a:pt x="1289784" y="386975"/>
                </a:lnTo>
                <a:lnTo>
                  <a:pt x="1286109" y="386975"/>
                </a:lnTo>
                <a:lnTo>
                  <a:pt x="1282435" y="386975"/>
                </a:lnTo>
                <a:lnTo>
                  <a:pt x="1278760" y="386975"/>
                </a:lnTo>
                <a:lnTo>
                  <a:pt x="1275086" y="386975"/>
                </a:lnTo>
                <a:lnTo>
                  <a:pt x="1271411" y="386975"/>
                </a:lnTo>
                <a:lnTo>
                  <a:pt x="1267736" y="386975"/>
                </a:lnTo>
                <a:lnTo>
                  <a:pt x="1264062" y="386975"/>
                </a:lnTo>
                <a:lnTo>
                  <a:pt x="1260387" y="386975"/>
                </a:lnTo>
                <a:lnTo>
                  <a:pt x="1256713" y="386975"/>
                </a:lnTo>
                <a:lnTo>
                  <a:pt x="1253038" y="386975"/>
                </a:lnTo>
                <a:lnTo>
                  <a:pt x="1249363" y="386975"/>
                </a:lnTo>
                <a:lnTo>
                  <a:pt x="1245689" y="386975"/>
                </a:lnTo>
                <a:lnTo>
                  <a:pt x="1242014" y="386975"/>
                </a:lnTo>
                <a:lnTo>
                  <a:pt x="1238340" y="386975"/>
                </a:lnTo>
                <a:lnTo>
                  <a:pt x="1234665" y="386975"/>
                </a:lnTo>
                <a:lnTo>
                  <a:pt x="1230990" y="386975"/>
                </a:lnTo>
                <a:lnTo>
                  <a:pt x="1227316" y="386975"/>
                </a:lnTo>
                <a:lnTo>
                  <a:pt x="1223641" y="386975"/>
                </a:lnTo>
                <a:lnTo>
                  <a:pt x="1219967" y="386975"/>
                </a:lnTo>
                <a:lnTo>
                  <a:pt x="1216292" y="386975"/>
                </a:lnTo>
                <a:lnTo>
                  <a:pt x="1212617" y="386975"/>
                </a:lnTo>
                <a:lnTo>
                  <a:pt x="1208943" y="386975"/>
                </a:lnTo>
                <a:lnTo>
                  <a:pt x="1205268" y="386975"/>
                </a:lnTo>
                <a:lnTo>
                  <a:pt x="1201594" y="386975"/>
                </a:lnTo>
                <a:lnTo>
                  <a:pt x="1197919" y="386975"/>
                </a:lnTo>
                <a:lnTo>
                  <a:pt x="1194244" y="386975"/>
                </a:lnTo>
                <a:lnTo>
                  <a:pt x="1190570" y="386975"/>
                </a:lnTo>
                <a:lnTo>
                  <a:pt x="1186895" y="386975"/>
                </a:lnTo>
                <a:lnTo>
                  <a:pt x="1183221" y="386975"/>
                </a:lnTo>
                <a:lnTo>
                  <a:pt x="1179546" y="386975"/>
                </a:lnTo>
                <a:lnTo>
                  <a:pt x="1175871" y="386975"/>
                </a:lnTo>
                <a:lnTo>
                  <a:pt x="1172197" y="386975"/>
                </a:lnTo>
                <a:lnTo>
                  <a:pt x="1168522" y="386975"/>
                </a:lnTo>
                <a:lnTo>
                  <a:pt x="1164848" y="386975"/>
                </a:lnTo>
                <a:lnTo>
                  <a:pt x="1161173" y="386975"/>
                </a:lnTo>
                <a:lnTo>
                  <a:pt x="1157498" y="386975"/>
                </a:lnTo>
                <a:lnTo>
                  <a:pt x="1153824" y="386975"/>
                </a:lnTo>
                <a:lnTo>
                  <a:pt x="1150149" y="386975"/>
                </a:lnTo>
                <a:lnTo>
                  <a:pt x="1146475" y="386975"/>
                </a:lnTo>
                <a:lnTo>
                  <a:pt x="1142800" y="386975"/>
                </a:lnTo>
                <a:lnTo>
                  <a:pt x="1139125" y="386975"/>
                </a:lnTo>
                <a:lnTo>
                  <a:pt x="1135451" y="386975"/>
                </a:lnTo>
                <a:lnTo>
                  <a:pt x="1131776" y="386975"/>
                </a:lnTo>
                <a:lnTo>
                  <a:pt x="1128102" y="386975"/>
                </a:lnTo>
                <a:lnTo>
                  <a:pt x="1124427" y="386975"/>
                </a:lnTo>
                <a:lnTo>
                  <a:pt x="1120752" y="386975"/>
                </a:lnTo>
                <a:lnTo>
                  <a:pt x="1117078" y="386975"/>
                </a:lnTo>
                <a:lnTo>
                  <a:pt x="1113403" y="386975"/>
                </a:lnTo>
                <a:lnTo>
                  <a:pt x="1109729" y="386975"/>
                </a:lnTo>
                <a:lnTo>
                  <a:pt x="1106054" y="386975"/>
                </a:lnTo>
                <a:lnTo>
                  <a:pt x="1102379" y="386975"/>
                </a:lnTo>
                <a:lnTo>
                  <a:pt x="1098705" y="386975"/>
                </a:lnTo>
                <a:lnTo>
                  <a:pt x="1095030" y="386975"/>
                </a:lnTo>
                <a:lnTo>
                  <a:pt x="1091356" y="386975"/>
                </a:lnTo>
                <a:lnTo>
                  <a:pt x="1087681" y="386975"/>
                </a:lnTo>
                <a:lnTo>
                  <a:pt x="1084006" y="386975"/>
                </a:lnTo>
                <a:lnTo>
                  <a:pt x="1080332" y="386975"/>
                </a:lnTo>
                <a:lnTo>
                  <a:pt x="1076657" y="386975"/>
                </a:lnTo>
                <a:lnTo>
                  <a:pt x="1072983" y="386975"/>
                </a:lnTo>
                <a:lnTo>
                  <a:pt x="1069308" y="386975"/>
                </a:lnTo>
                <a:lnTo>
                  <a:pt x="1065633" y="386975"/>
                </a:lnTo>
                <a:lnTo>
                  <a:pt x="1061959" y="386975"/>
                </a:lnTo>
                <a:lnTo>
                  <a:pt x="1058284" y="386975"/>
                </a:lnTo>
                <a:lnTo>
                  <a:pt x="1054610" y="386975"/>
                </a:lnTo>
                <a:lnTo>
                  <a:pt x="1050935" y="386975"/>
                </a:lnTo>
                <a:lnTo>
                  <a:pt x="1047260" y="386975"/>
                </a:lnTo>
                <a:lnTo>
                  <a:pt x="1043586" y="386975"/>
                </a:lnTo>
                <a:lnTo>
                  <a:pt x="1039911" y="386975"/>
                </a:lnTo>
                <a:lnTo>
                  <a:pt x="1036237" y="386975"/>
                </a:lnTo>
                <a:lnTo>
                  <a:pt x="1032562" y="386975"/>
                </a:lnTo>
                <a:lnTo>
                  <a:pt x="1028887" y="386975"/>
                </a:lnTo>
                <a:lnTo>
                  <a:pt x="1025213" y="386975"/>
                </a:lnTo>
                <a:lnTo>
                  <a:pt x="1021538" y="386975"/>
                </a:lnTo>
                <a:lnTo>
                  <a:pt x="1017864" y="386975"/>
                </a:lnTo>
                <a:lnTo>
                  <a:pt x="1014189" y="386975"/>
                </a:lnTo>
                <a:lnTo>
                  <a:pt x="1010514" y="386975"/>
                </a:lnTo>
                <a:lnTo>
                  <a:pt x="1006840" y="386975"/>
                </a:lnTo>
                <a:lnTo>
                  <a:pt x="1003165" y="386975"/>
                </a:lnTo>
                <a:lnTo>
                  <a:pt x="999491" y="386975"/>
                </a:lnTo>
                <a:lnTo>
                  <a:pt x="995816" y="386975"/>
                </a:lnTo>
                <a:lnTo>
                  <a:pt x="992141" y="386975"/>
                </a:lnTo>
                <a:lnTo>
                  <a:pt x="988467" y="386975"/>
                </a:lnTo>
                <a:lnTo>
                  <a:pt x="984792" y="386975"/>
                </a:lnTo>
                <a:lnTo>
                  <a:pt x="981118" y="386975"/>
                </a:lnTo>
                <a:lnTo>
                  <a:pt x="977443" y="386975"/>
                </a:lnTo>
                <a:lnTo>
                  <a:pt x="973768" y="386975"/>
                </a:lnTo>
                <a:lnTo>
                  <a:pt x="970094" y="386975"/>
                </a:lnTo>
                <a:lnTo>
                  <a:pt x="966419" y="386975"/>
                </a:lnTo>
                <a:lnTo>
                  <a:pt x="962745" y="386975"/>
                </a:lnTo>
                <a:lnTo>
                  <a:pt x="959070" y="386975"/>
                </a:lnTo>
                <a:lnTo>
                  <a:pt x="955395" y="386975"/>
                </a:lnTo>
                <a:lnTo>
                  <a:pt x="951721" y="386975"/>
                </a:lnTo>
                <a:lnTo>
                  <a:pt x="948046" y="386975"/>
                </a:lnTo>
                <a:lnTo>
                  <a:pt x="944372" y="386975"/>
                </a:lnTo>
                <a:lnTo>
                  <a:pt x="940697" y="386975"/>
                </a:lnTo>
                <a:lnTo>
                  <a:pt x="937022" y="386975"/>
                </a:lnTo>
                <a:lnTo>
                  <a:pt x="933348" y="386975"/>
                </a:lnTo>
                <a:lnTo>
                  <a:pt x="929673" y="386975"/>
                </a:lnTo>
                <a:lnTo>
                  <a:pt x="925999" y="386975"/>
                </a:lnTo>
                <a:lnTo>
                  <a:pt x="922324" y="386975"/>
                </a:lnTo>
                <a:lnTo>
                  <a:pt x="918649" y="386975"/>
                </a:lnTo>
                <a:lnTo>
                  <a:pt x="914975" y="386975"/>
                </a:lnTo>
                <a:lnTo>
                  <a:pt x="911300" y="386975"/>
                </a:lnTo>
                <a:lnTo>
                  <a:pt x="907626" y="386975"/>
                </a:lnTo>
                <a:lnTo>
                  <a:pt x="903951" y="386975"/>
                </a:lnTo>
                <a:lnTo>
                  <a:pt x="900276" y="386975"/>
                </a:lnTo>
                <a:lnTo>
                  <a:pt x="896602" y="386975"/>
                </a:lnTo>
                <a:lnTo>
                  <a:pt x="892927" y="386975"/>
                </a:lnTo>
                <a:lnTo>
                  <a:pt x="889253" y="386975"/>
                </a:lnTo>
                <a:lnTo>
                  <a:pt x="885578" y="386975"/>
                </a:lnTo>
                <a:lnTo>
                  <a:pt x="881903" y="386975"/>
                </a:lnTo>
                <a:lnTo>
                  <a:pt x="878229" y="386975"/>
                </a:lnTo>
                <a:lnTo>
                  <a:pt x="874554" y="386975"/>
                </a:lnTo>
                <a:lnTo>
                  <a:pt x="870880" y="386975"/>
                </a:lnTo>
                <a:lnTo>
                  <a:pt x="867205" y="386975"/>
                </a:lnTo>
                <a:lnTo>
                  <a:pt x="863530" y="386975"/>
                </a:lnTo>
                <a:lnTo>
                  <a:pt x="859856" y="386975"/>
                </a:lnTo>
                <a:lnTo>
                  <a:pt x="856181" y="386975"/>
                </a:lnTo>
                <a:lnTo>
                  <a:pt x="852507" y="386975"/>
                </a:lnTo>
                <a:lnTo>
                  <a:pt x="848832" y="386975"/>
                </a:lnTo>
                <a:lnTo>
                  <a:pt x="845157" y="386975"/>
                </a:lnTo>
                <a:lnTo>
                  <a:pt x="841483" y="386975"/>
                </a:lnTo>
                <a:lnTo>
                  <a:pt x="837808" y="386975"/>
                </a:lnTo>
                <a:lnTo>
                  <a:pt x="834134" y="386975"/>
                </a:lnTo>
                <a:lnTo>
                  <a:pt x="830459" y="386975"/>
                </a:lnTo>
                <a:lnTo>
                  <a:pt x="826784" y="386975"/>
                </a:lnTo>
                <a:lnTo>
                  <a:pt x="823110" y="386975"/>
                </a:lnTo>
                <a:lnTo>
                  <a:pt x="819435" y="386975"/>
                </a:lnTo>
                <a:lnTo>
                  <a:pt x="815761" y="386975"/>
                </a:lnTo>
                <a:lnTo>
                  <a:pt x="812086" y="386975"/>
                </a:lnTo>
                <a:lnTo>
                  <a:pt x="808411" y="386975"/>
                </a:lnTo>
                <a:lnTo>
                  <a:pt x="804737" y="386975"/>
                </a:lnTo>
                <a:lnTo>
                  <a:pt x="801062" y="386975"/>
                </a:lnTo>
                <a:lnTo>
                  <a:pt x="797388" y="386975"/>
                </a:lnTo>
                <a:lnTo>
                  <a:pt x="793713" y="386975"/>
                </a:lnTo>
                <a:lnTo>
                  <a:pt x="790038" y="386975"/>
                </a:lnTo>
                <a:lnTo>
                  <a:pt x="786364" y="386975"/>
                </a:lnTo>
                <a:lnTo>
                  <a:pt x="782689" y="386975"/>
                </a:lnTo>
                <a:lnTo>
                  <a:pt x="779015" y="386975"/>
                </a:lnTo>
                <a:lnTo>
                  <a:pt x="775340" y="386975"/>
                </a:lnTo>
                <a:lnTo>
                  <a:pt x="771665" y="386975"/>
                </a:lnTo>
                <a:lnTo>
                  <a:pt x="767991" y="386975"/>
                </a:lnTo>
                <a:lnTo>
                  <a:pt x="764316" y="386975"/>
                </a:lnTo>
                <a:lnTo>
                  <a:pt x="760642" y="386975"/>
                </a:lnTo>
                <a:lnTo>
                  <a:pt x="756967" y="386975"/>
                </a:lnTo>
                <a:lnTo>
                  <a:pt x="753292" y="386975"/>
                </a:lnTo>
                <a:lnTo>
                  <a:pt x="749618" y="386975"/>
                </a:lnTo>
                <a:lnTo>
                  <a:pt x="745943" y="386975"/>
                </a:lnTo>
                <a:lnTo>
                  <a:pt x="742269" y="386975"/>
                </a:lnTo>
                <a:lnTo>
                  <a:pt x="738594" y="386975"/>
                </a:lnTo>
                <a:lnTo>
                  <a:pt x="734919" y="386975"/>
                </a:lnTo>
                <a:lnTo>
                  <a:pt x="731245" y="386975"/>
                </a:lnTo>
                <a:lnTo>
                  <a:pt x="727570" y="386975"/>
                </a:lnTo>
                <a:lnTo>
                  <a:pt x="723896" y="386975"/>
                </a:lnTo>
                <a:lnTo>
                  <a:pt x="720221" y="386975"/>
                </a:lnTo>
                <a:lnTo>
                  <a:pt x="716546" y="386975"/>
                </a:lnTo>
                <a:lnTo>
                  <a:pt x="712872" y="386975"/>
                </a:lnTo>
                <a:lnTo>
                  <a:pt x="709197" y="386975"/>
                </a:lnTo>
                <a:lnTo>
                  <a:pt x="705523" y="386975"/>
                </a:lnTo>
                <a:lnTo>
                  <a:pt x="701848" y="386975"/>
                </a:lnTo>
                <a:lnTo>
                  <a:pt x="698173" y="386975"/>
                </a:lnTo>
                <a:lnTo>
                  <a:pt x="694499" y="386975"/>
                </a:lnTo>
                <a:lnTo>
                  <a:pt x="690824" y="386975"/>
                </a:lnTo>
                <a:lnTo>
                  <a:pt x="687150" y="386975"/>
                </a:lnTo>
                <a:lnTo>
                  <a:pt x="683475" y="386975"/>
                </a:lnTo>
                <a:lnTo>
                  <a:pt x="679800" y="386975"/>
                </a:lnTo>
                <a:lnTo>
                  <a:pt x="676126" y="386975"/>
                </a:lnTo>
                <a:lnTo>
                  <a:pt x="672451" y="386975"/>
                </a:lnTo>
                <a:lnTo>
                  <a:pt x="668777" y="386975"/>
                </a:lnTo>
                <a:lnTo>
                  <a:pt x="665102" y="386975"/>
                </a:lnTo>
                <a:lnTo>
                  <a:pt x="661427" y="386975"/>
                </a:lnTo>
                <a:lnTo>
                  <a:pt x="657753" y="386975"/>
                </a:lnTo>
                <a:lnTo>
                  <a:pt x="654078" y="386975"/>
                </a:lnTo>
                <a:lnTo>
                  <a:pt x="650404" y="386975"/>
                </a:lnTo>
                <a:lnTo>
                  <a:pt x="646729" y="386975"/>
                </a:lnTo>
                <a:lnTo>
                  <a:pt x="643054" y="386975"/>
                </a:lnTo>
                <a:lnTo>
                  <a:pt x="639380" y="386975"/>
                </a:lnTo>
                <a:lnTo>
                  <a:pt x="635705" y="386975"/>
                </a:lnTo>
                <a:lnTo>
                  <a:pt x="632031" y="386975"/>
                </a:lnTo>
                <a:lnTo>
                  <a:pt x="628356" y="386975"/>
                </a:lnTo>
                <a:lnTo>
                  <a:pt x="624681" y="386975"/>
                </a:lnTo>
                <a:lnTo>
                  <a:pt x="621007" y="386975"/>
                </a:lnTo>
                <a:lnTo>
                  <a:pt x="617332" y="386975"/>
                </a:lnTo>
                <a:lnTo>
                  <a:pt x="613658" y="386975"/>
                </a:lnTo>
                <a:lnTo>
                  <a:pt x="609983" y="386975"/>
                </a:lnTo>
                <a:lnTo>
                  <a:pt x="606308" y="386975"/>
                </a:lnTo>
                <a:lnTo>
                  <a:pt x="602634" y="386975"/>
                </a:lnTo>
                <a:lnTo>
                  <a:pt x="598959" y="386975"/>
                </a:lnTo>
                <a:lnTo>
                  <a:pt x="595285" y="386975"/>
                </a:lnTo>
                <a:lnTo>
                  <a:pt x="591610" y="386975"/>
                </a:lnTo>
                <a:lnTo>
                  <a:pt x="587935" y="386975"/>
                </a:lnTo>
                <a:lnTo>
                  <a:pt x="584261" y="386975"/>
                </a:lnTo>
                <a:lnTo>
                  <a:pt x="580586" y="386975"/>
                </a:lnTo>
                <a:lnTo>
                  <a:pt x="576912" y="386975"/>
                </a:lnTo>
                <a:lnTo>
                  <a:pt x="573237" y="386975"/>
                </a:lnTo>
                <a:lnTo>
                  <a:pt x="569562" y="386975"/>
                </a:lnTo>
                <a:lnTo>
                  <a:pt x="565888" y="386975"/>
                </a:lnTo>
                <a:lnTo>
                  <a:pt x="562213" y="386975"/>
                </a:lnTo>
                <a:lnTo>
                  <a:pt x="558539" y="386975"/>
                </a:lnTo>
                <a:lnTo>
                  <a:pt x="554864" y="386975"/>
                </a:lnTo>
                <a:lnTo>
                  <a:pt x="551189" y="386975"/>
                </a:lnTo>
                <a:lnTo>
                  <a:pt x="547515" y="386975"/>
                </a:lnTo>
                <a:lnTo>
                  <a:pt x="543840" y="386975"/>
                </a:lnTo>
                <a:lnTo>
                  <a:pt x="540166" y="386975"/>
                </a:lnTo>
                <a:lnTo>
                  <a:pt x="536491" y="386975"/>
                </a:lnTo>
                <a:lnTo>
                  <a:pt x="532816" y="386975"/>
                </a:lnTo>
                <a:lnTo>
                  <a:pt x="529142" y="386975"/>
                </a:lnTo>
                <a:lnTo>
                  <a:pt x="525467" y="386975"/>
                </a:lnTo>
                <a:lnTo>
                  <a:pt x="521793" y="386975"/>
                </a:lnTo>
                <a:lnTo>
                  <a:pt x="518118" y="386975"/>
                </a:lnTo>
                <a:lnTo>
                  <a:pt x="514443" y="386975"/>
                </a:lnTo>
                <a:lnTo>
                  <a:pt x="510769" y="386975"/>
                </a:lnTo>
                <a:lnTo>
                  <a:pt x="507094" y="386975"/>
                </a:lnTo>
                <a:lnTo>
                  <a:pt x="503420" y="386975"/>
                </a:lnTo>
                <a:lnTo>
                  <a:pt x="499745" y="386975"/>
                </a:lnTo>
                <a:lnTo>
                  <a:pt x="496070" y="386975"/>
                </a:lnTo>
                <a:lnTo>
                  <a:pt x="492396" y="386975"/>
                </a:lnTo>
                <a:lnTo>
                  <a:pt x="488721" y="386975"/>
                </a:lnTo>
                <a:lnTo>
                  <a:pt x="485047" y="386975"/>
                </a:lnTo>
                <a:lnTo>
                  <a:pt x="481372" y="386975"/>
                </a:lnTo>
                <a:lnTo>
                  <a:pt x="477697" y="386975"/>
                </a:lnTo>
                <a:lnTo>
                  <a:pt x="474023" y="386975"/>
                </a:lnTo>
                <a:lnTo>
                  <a:pt x="470348" y="386975"/>
                </a:lnTo>
                <a:lnTo>
                  <a:pt x="466674" y="386975"/>
                </a:lnTo>
                <a:lnTo>
                  <a:pt x="462999" y="386975"/>
                </a:lnTo>
                <a:lnTo>
                  <a:pt x="459324" y="386975"/>
                </a:lnTo>
                <a:lnTo>
                  <a:pt x="455650" y="386975"/>
                </a:lnTo>
                <a:lnTo>
                  <a:pt x="451975" y="386975"/>
                </a:lnTo>
                <a:lnTo>
                  <a:pt x="448301" y="386975"/>
                </a:lnTo>
                <a:lnTo>
                  <a:pt x="444626" y="386975"/>
                </a:lnTo>
                <a:lnTo>
                  <a:pt x="440951" y="386975"/>
                </a:lnTo>
                <a:lnTo>
                  <a:pt x="437277" y="386975"/>
                </a:lnTo>
                <a:lnTo>
                  <a:pt x="433602" y="386975"/>
                </a:lnTo>
                <a:lnTo>
                  <a:pt x="429928" y="386975"/>
                </a:lnTo>
                <a:lnTo>
                  <a:pt x="426253" y="386975"/>
                </a:lnTo>
                <a:lnTo>
                  <a:pt x="422578" y="386975"/>
                </a:lnTo>
                <a:lnTo>
                  <a:pt x="418904" y="386975"/>
                </a:lnTo>
                <a:lnTo>
                  <a:pt x="415229" y="386975"/>
                </a:lnTo>
                <a:lnTo>
                  <a:pt x="411555" y="386975"/>
                </a:lnTo>
                <a:lnTo>
                  <a:pt x="407880" y="386975"/>
                </a:lnTo>
                <a:lnTo>
                  <a:pt x="404205" y="386975"/>
                </a:lnTo>
                <a:lnTo>
                  <a:pt x="400531" y="386975"/>
                </a:lnTo>
                <a:lnTo>
                  <a:pt x="396856" y="386975"/>
                </a:lnTo>
                <a:lnTo>
                  <a:pt x="393182" y="386975"/>
                </a:lnTo>
                <a:lnTo>
                  <a:pt x="389507" y="386975"/>
                </a:lnTo>
                <a:lnTo>
                  <a:pt x="385832" y="386975"/>
                </a:lnTo>
                <a:lnTo>
                  <a:pt x="382158" y="386975"/>
                </a:lnTo>
                <a:lnTo>
                  <a:pt x="378483" y="386975"/>
                </a:lnTo>
                <a:lnTo>
                  <a:pt x="374809" y="386975"/>
                </a:lnTo>
                <a:lnTo>
                  <a:pt x="371134" y="386975"/>
                </a:lnTo>
                <a:lnTo>
                  <a:pt x="367459" y="386975"/>
                </a:lnTo>
                <a:lnTo>
                  <a:pt x="363785" y="386975"/>
                </a:lnTo>
                <a:lnTo>
                  <a:pt x="360110" y="386975"/>
                </a:lnTo>
                <a:lnTo>
                  <a:pt x="356436" y="386975"/>
                </a:lnTo>
                <a:lnTo>
                  <a:pt x="352761" y="386975"/>
                </a:lnTo>
                <a:lnTo>
                  <a:pt x="349086" y="386975"/>
                </a:lnTo>
                <a:lnTo>
                  <a:pt x="345412" y="386975"/>
                </a:lnTo>
                <a:lnTo>
                  <a:pt x="341737" y="386975"/>
                </a:lnTo>
                <a:lnTo>
                  <a:pt x="338063" y="386975"/>
                </a:lnTo>
                <a:lnTo>
                  <a:pt x="334388" y="386975"/>
                </a:lnTo>
                <a:lnTo>
                  <a:pt x="330713" y="386975"/>
                </a:lnTo>
                <a:lnTo>
                  <a:pt x="327039" y="386975"/>
                </a:lnTo>
                <a:lnTo>
                  <a:pt x="323364" y="386975"/>
                </a:lnTo>
                <a:lnTo>
                  <a:pt x="319690" y="386975"/>
                </a:lnTo>
                <a:lnTo>
                  <a:pt x="316015" y="386975"/>
                </a:lnTo>
                <a:lnTo>
                  <a:pt x="312340" y="386975"/>
                </a:lnTo>
                <a:lnTo>
                  <a:pt x="308666" y="386975"/>
                </a:lnTo>
                <a:lnTo>
                  <a:pt x="304991" y="386975"/>
                </a:lnTo>
                <a:lnTo>
                  <a:pt x="301317" y="386975"/>
                </a:lnTo>
                <a:lnTo>
                  <a:pt x="297642" y="386975"/>
                </a:lnTo>
                <a:lnTo>
                  <a:pt x="293967" y="386975"/>
                </a:lnTo>
                <a:lnTo>
                  <a:pt x="290293" y="386975"/>
                </a:lnTo>
                <a:lnTo>
                  <a:pt x="286618" y="386975"/>
                </a:lnTo>
                <a:lnTo>
                  <a:pt x="282944" y="386975"/>
                </a:lnTo>
                <a:lnTo>
                  <a:pt x="279269" y="386975"/>
                </a:lnTo>
                <a:lnTo>
                  <a:pt x="275594" y="386975"/>
                </a:lnTo>
                <a:lnTo>
                  <a:pt x="271920" y="386975"/>
                </a:lnTo>
                <a:lnTo>
                  <a:pt x="268245" y="386975"/>
                </a:lnTo>
                <a:lnTo>
                  <a:pt x="264571" y="386975"/>
                </a:lnTo>
                <a:lnTo>
                  <a:pt x="260896" y="386975"/>
                </a:lnTo>
                <a:lnTo>
                  <a:pt x="257221" y="386975"/>
                </a:lnTo>
                <a:lnTo>
                  <a:pt x="253547" y="386975"/>
                </a:lnTo>
                <a:lnTo>
                  <a:pt x="249872" y="386975"/>
                </a:lnTo>
                <a:lnTo>
                  <a:pt x="246198" y="386975"/>
                </a:lnTo>
                <a:lnTo>
                  <a:pt x="242523" y="386975"/>
                </a:lnTo>
                <a:lnTo>
                  <a:pt x="238848" y="386975"/>
                </a:lnTo>
                <a:lnTo>
                  <a:pt x="235174" y="386975"/>
                </a:lnTo>
                <a:lnTo>
                  <a:pt x="231499" y="386975"/>
                </a:lnTo>
                <a:lnTo>
                  <a:pt x="227825" y="386975"/>
                </a:lnTo>
                <a:lnTo>
                  <a:pt x="224150" y="386975"/>
                </a:lnTo>
                <a:lnTo>
                  <a:pt x="220475" y="386975"/>
                </a:lnTo>
                <a:lnTo>
                  <a:pt x="216801" y="386975"/>
                </a:lnTo>
                <a:lnTo>
                  <a:pt x="213126" y="386975"/>
                </a:lnTo>
                <a:lnTo>
                  <a:pt x="209452" y="386975"/>
                </a:lnTo>
                <a:lnTo>
                  <a:pt x="205777" y="386975"/>
                </a:lnTo>
                <a:lnTo>
                  <a:pt x="202102" y="386975"/>
                </a:lnTo>
                <a:lnTo>
                  <a:pt x="198428" y="386975"/>
                </a:lnTo>
                <a:lnTo>
                  <a:pt x="194753" y="386975"/>
                </a:lnTo>
                <a:lnTo>
                  <a:pt x="191079" y="386975"/>
                </a:lnTo>
                <a:lnTo>
                  <a:pt x="187404" y="386975"/>
                </a:lnTo>
                <a:lnTo>
                  <a:pt x="183729" y="386975"/>
                </a:lnTo>
                <a:lnTo>
                  <a:pt x="180055" y="386975"/>
                </a:lnTo>
                <a:lnTo>
                  <a:pt x="176380" y="386975"/>
                </a:lnTo>
                <a:lnTo>
                  <a:pt x="172706" y="386975"/>
                </a:lnTo>
                <a:lnTo>
                  <a:pt x="169031" y="386975"/>
                </a:lnTo>
                <a:lnTo>
                  <a:pt x="165356" y="386975"/>
                </a:lnTo>
                <a:lnTo>
                  <a:pt x="161682" y="386975"/>
                </a:lnTo>
                <a:lnTo>
                  <a:pt x="158007" y="386975"/>
                </a:lnTo>
                <a:lnTo>
                  <a:pt x="154333" y="386975"/>
                </a:lnTo>
                <a:lnTo>
                  <a:pt x="150658" y="386975"/>
                </a:lnTo>
                <a:lnTo>
                  <a:pt x="146983" y="386975"/>
                </a:lnTo>
                <a:lnTo>
                  <a:pt x="143309" y="386975"/>
                </a:lnTo>
                <a:lnTo>
                  <a:pt x="139634" y="386975"/>
                </a:lnTo>
                <a:lnTo>
                  <a:pt x="135960" y="386975"/>
                </a:lnTo>
                <a:lnTo>
                  <a:pt x="132285" y="386975"/>
                </a:lnTo>
                <a:lnTo>
                  <a:pt x="128610" y="386975"/>
                </a:lnTo>
                <a:lnTo>
                  <a:pt x="124936" y="386975"/>
                </a:lnTo>
                <a:lnTo>
                  <a:pt x="121261" y="386975"/>
                </a:lnTo>
                <a:lnTo>
                  <a:pt x="117587" y="386975"/>
                </a:lnTo>
                <a:lnTo>
                  <a:pt x="113912" y="386975"/>
                </a:lnTo>
                <a:lnTo>
                  <a:pt x="110237" y="386975"/>
                </a:lnTo>
                <a:lnTo>
                  <a:pt x="106563" y="386975"/>
                </a:lnTo>
                <a:lnTo>
                  <a:pt x="102888" y="386975"/>
                </a:lnTo>
                <a:lnTo>
                  <a:pt x="99214" y="386975"/>
                </a:lnTo>
                <a:lnTo>
                  <a:pt x="95539" y="386975"/>
                </a:lnTo>
                <a:lnTo>
                  <a:pt x="91864" y="386975"/>
                </a:lnTo>
                <a:lnTo>
                  <a:pt x="88190" y="386975"/>
                </a:lnTo>
                <a:lnTo>
                  <a:pt x="84515" y="386975"/>
                </a:lnTo>
                <a:lnTo>
                  <a:pt x="80841" y="386975"/>
                </a:lnTo>
                <a:lnTo>
                  <a:pt x="77166" y="386975"/>
                </a:lnTo>
                <a:lnTo>
                  <a:pt x="73491" y="386975"/>
                </a:lnTo>
                <a:lnTo>
                  <a:pt x="69817" y="386975"/>
                </a:lnTo>
                <a:lnTo>
                  <a:pt x="66142" y="386975"/>
                </a:lnTo>
                <a:lnTo>
                  <a:pt x="62468" y="386975"/>
                </a:lnTo>
                <a:lnTo>
                  <a:pt x="58793" y="386975"/>
                </a:lnTo>
                <a:lnTo>
                  <a:pt x="55118" y="386975"/>
                </a:lnTo>
                <a:lnTo>
                  <a:pt x="51444" y="386975"/>
                </a:lnTo>
                <a:lnTo>
                  <a:pt x="47769" y="386975"/>
                </a:lnTo>
                <a:lnTo>
                  <a:pt x="44095" y="386975"/>
                </a:lnTo>
                <a:lnTo>
                  <a:pt x="40420" y="386975"/>
                </a:lnTo>
                <a:lnTo>
                  <a:pt x="36745" y="386975"/>
                </a:lnTo>
                <a:lnTo>
                  <a:pt x="33071" y="386975"/>
                </a:lnTo>
                <a:lnTo>
                  <a:pt x="29396" y="386975"/>
                </a:lnTo>
                <a:lnTo>
                  <a:pt x="25722" y="386975"/>
                </a:lnTo>
                <a:lnTo>
                  <a:pt x="22047" y="386975"/>
                </a:lnTo>
                <a:lnTo>
                  <a:pt x="18372" y="386975"/>
                </a:lnTo>
                <a:lnTo>
                  <a:pt x="14698" y="386975"/>
                </a:lnTo>
                <a:lnTo>
                  <a:pt x="11023" y="386975"/>
                </a:lnTo>
                <a:lnTo>
                  <a:pt x="7349" y="386975"/>
                </a:lnTo>
                <a:lnTo>
                  <a:pt x="3674" y="386975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05" name="pl205"/>
          <p:cNvSpPr/>
          <p:nvPr/>
        </p:nvSpPr>
        <p:spPr>
          <a:xfrm>
            <a:off x="8856642" y="3095279"/>
            <a:ext cx="1877720" cy="386975"/>
          </a:xfrm>
          <a:custGeom>
            <a:avLst/>
            <a:gdLst/>
            <a:ahLst/>
            <a:cxnLst/>
            <a:rect l="0" t="0" r="0" b="0"/>
            <a:pathLst>
              <a:path w="1877720" h="386975">
                <a:moveTo>
                  <a:pt x="0" y="386975"/>
                </a:moveTo>
                <a:lnTo>
                  <a:pt x="3674" y="386975"/>
                </a:lnTo>
                <a:lnTo>
                  <a:pt x="7349" y="386975"/>
                </a:lnTo>
                <a:lnTo>
                  <a:pt x="11023" y="386975"/>
                </a:lnTo>
                <a:lnTo>
                  <a:pt x="14698" y="386975"/>
                </a:lnTo>
                <a:lnTo>
                  <a:pt x="18372" y="386975"/>
                </a:lnTo>
                <a:lnTo>
                  <a:pt x="22047" y="386975"/>
                </a:lnTo>
                <a:lnTo>
                  <a:pt x="25722" y="386975"/>
                </a:lnTo>
                <a:lnTo>
                  <a:pt x="29396" y="386975"/>
                </a:lnTo>
                <a:lnTo>
                  <a:pt x="33071" y="386975"/>
                </a:lnTo>
                <a:lnTo>
                  <a:pt x="36745" y="386975"/>
                </a:lnTo>
                <a:lnTo>
                  <a:pt x="40420" y="386975"/>
                </a:lnTo>
                <a:lnTo>
                  <a:pt x="44095" y="386975"/>
                </a:lnTo>
                <a:lnTo>
                  <a:pt x="47769" y="386975"/>
                </a:lnTo>
                <a:lnTo>
                  <a:pt x="51444" y="386975"/>
                </a:lnTo>
                <a:lnTo>
                  <a:pt x="55118" y="386975"/>
                </a:lnTo>
                <a:lnTo>
                  <a:pt x="58793" y="386975"/>
                </a:lnTo>
                <a:lnTo>
                  <a:pt x="62468" y="386975"/>
                </a:lnTo>
                <a:lnTo>
                  <a:pt x="66142" y="386975"/>
                </a:lnTo>
                <a:lnTo>
                  <a:pt x="69817" y="386975"/>
                </a:lnTo>
                <a:lnTo>
                  <a:pt x="73491" y="386975"/>
                </a:lnTo>
                <a:lnTo>
                  <a:pt x="77166" y="386975"/>
                </a:lnTo>
                <a:lnTo>
                  <a:pt x="80841" y="386975"/>
                </a:lnTo>
                <a:lnTo>
                  <a:pt x="84515" y="386975"/>
                </a:lnTo>
                <a:lnTo>
                  <a:pt x="88190" y="386975"/>
                </a:lnTo>
                <a:lnTo>
                  <a:pt x="91864" y="386975"/>
                </a:lnTo>
                <a:lnTo>
                  <a:pt x="95539" y="386975"/>
                </a:lnTo>
                <a:lnTo>
                  <a:pt x="99214" y="386975"/>
                </a:lnTo>
                <a:lnTo>
                  <a:pt x="102888" y="386975"/>
                </a:lnTo>
                <a:lnTo>
                  <a:pt x="106563" y="386975"/>
                </a:lnTo>
                <a:lnTo>
                  <a:pt x="110237" y="386975"/>
                </a:lnTo>
                <a:lnTo>
                  <a:pt x="113912" y="386975"/>
                </a:lnTo>
                <a:lnTo>
                  <a:pt x="117587" y="386975"/>
                </a:lnTo>
                <a:lnTo>
                  <a:pt x="121261" y="386975"/>
                </a:lnTo>
                <a:lnTo>
                  <a:pt x="124936" y="386975"/>
                </a:lnTo>
                <a:lnTo>
                  <a:pt x="128610" y="386975"/>
                </a:lnTo>
                <a:lnTo>
                  <a:pt x="132285" y="386975"/>
                </a:lnTo>
                <a:lnTo>
                  <a:pt x="135960" y="386975"/>
                </a:lnTo>
                <a:lnTo>
                  <a:pt x="139634" y="386975"/>
                </a:lnTo>
                <a:lnTo>
                  <a:pt x="143309" y="386975"/>
                </a:lnTo>
                <a:lnTo>
                  <a:pt x="146983" y="386975"/>
                </a:lnTo>
                <a:lnTo>
                  <a:pt x="150658" y="386975"/>
                </a:lnTo>
                <a:lnTo>
                  <a:pt x="154333" y="386975"/>
                </a:lnTo>
                <a:lnTo>
                  <a:pt x="158007" y="386975"/>
                </a:lnTo>
                <a:lnTo>
                  <a:pt x="161682" y="386975"/>
                </a:lnTo>
                <a:lnTo>
                  <a:pt x="165356" y="386975"/>
                </a:lnTo>
                <a:lnTo>
                  <a:pt x="169031" y="386975"/>
                </a:lnTo>
                <a:lnTo>
                  <a:pt x="172706" y="386975"/>
                </a:lnTo>
                <a:lnTo>
                  <a:pt x="176380" y="386975"/>
                </a:lnTo>
                <a:lnTo>
                  <a:pt x="180055" y="386975"/>
                </a:lnTo>
                <a:lnTo>
                  <a:pt x="183729" y="386975"/>
                </a:lnTo>
                <a:lnTo>
                  <a:pt x="187404" y="386975"/>
                </a:lnTo>
                <a:lnTo>
                  <a:pt x="191079" y="386975"/>
                </a:lnTo>
                <a:lnTo>
                  <a:pt x="194753" y="386975"/>
                </a:lnTo>
                <a:lnTo>
                  <a:pt x="198428" y="386975"/>
                </a:lnTo>
                <a:lnTo>
                  <a:pt x="202102" y="386975"/>
                </a:lnTo>
                <a:lnTo>
                  <a:pt x="205777" y="386975"/>
                </a:lnTo>
                <a:lnTo>
                  <a:pt x="209452" y="386975"/>
                </a:lnTo>
                <a:lnTo>
                  <a:pt x="213126" y="386975"/>
                </a:lnTo>
                <a:lnTo>
                  <a:pt x="216801" y="386975"/>
                </a:lnTo>
                <a:lnTo>
                  <a:pt x="220475" y="386975"/>
                </a:lnTo>
                <a:lnTo>
                  <a:pt x="224150" y="386975"/>
                </a:lnTo>
                <a:lnTo>
                  <a:pt x="227825" y="386975"/>
                </a:lnTo>
                <a:lnTo>
                  <a:pt x="231499" y="386975"/>
                </a:lnTo>
                <a:lnTo>
                  <a:pt x="235174" y="386975"/>
                </a:lnTo>
                <a:lnTo>
                  <a:pt x="238848" y="386975"/>
                </a:lnTo>
                <a:lnTo>
                  <a:pt x="242523" y="386975"/>
                </a:lnTo>
                <a:lnTo>
                  <a:pt x="246198" y="386975"/>
                </a:lnTo>
                <a:lnTo>
                  <a:pt x="249872" y="386975"/>
                </a:lnTo>
                <a:lnTo>
                  <a:pt x="253547" y="386975"/>
                </a:lnTo>
                <a:lnTo>
                  <a:pt x="257221" y="386975"/>
                </a:lnTo>
                <a:lnTo>
                  <a:pt x="260896" y="386975"/>
                </a:lnTo>
                <a:lnTo>
                  <a:pt x="264571" y="386975"/>
                </a:lnTo>
                <a:lnTo>
                  <a:pt x="268245" y="386975"/>
                </a:lnTo>
                <a:lnTo>
                  <a:pt x="271920" y="386975"/>
                </a:lnTo>
                <a:lnTo>
                  <a:pt x="275594" y="386975"/>
                </a:lnTo>
                <a:lnTo>
                  <a:pt x="279269" y="386975"/>
                </a:lnTo>
                <a:lnTo>
                  <a:pt x="282944" y="386975"/>
                </a:lnTo>
                <a:lnTo>
                  <a:pt x="286618" y="386975"/>
                </a:lnTo>
                <a:lnTo>
                  <a:pt x="290293" y="386975"/>
                </a:lnTo>
                <a:lnTo>
                  <a:pt x="293967" y="386975"/>
                </a:lnTo>
                <a:lnTo>
                  <a:pt x="297642" y="386975"/>
                </a:lnTo>
                <a:lnTo>
                  <a:pt x="301317" y="386975"/>
                </a:lnTo>
                <a:lnTo>
                  <a:pt x="304991" y="386975"/>
                </a:lnTo>
                <a:lnTo>
                  <a:pt x="308666" y="386975"/>
                </a:lnTo>
                <a:lnTo>
                  <a:pt x="312340" y="386975"/>
                </a:lnTo>
                <a:lnTo>
                  <a:pt x="316015" y="386975"/>
                </a:lnTo>
                <a:lnTo>
                  <a:pt x="319690" y="386975"/>
                </a:lnTo>
                <a:lnTo>
                  <a:pt x="323364" y="386975"/>
                </a:lnTo>
                <a:lnTo>
                  <a:pt x="327039" y="386975"/>
                </a:lnTo>
                <a:lnTo>
                  <a:pt x="330713" y="386975"/>
                </a:lnTo>
                <a:lnTo>
                  <a:pt x="334388" y="386975"/>
                </a:lnTo>
                <a:lnTo>
                  <a:pt x="338063" y="386975"/>
                </a:lnTo>
                <a:lnTo>
                  <a:pt x="341737" y="386975"/>
                </a:lnTo>
                <a:lnTo>
                  <a:pt x="345412" y="386975"/>
                </a:lnTo>
                <a:lnTo>
                  <a:pt x="349086" y="386975"/>
                </a:lnTo>
                <a:lnTo>
                  <a:pt x="352761" y="386975"/>
                </a:lnTo>
                <a:lnTo>
                  <a:pt x="356436" y="386975"/>
                </a:lnTo>
                <a:lnTo>
                  <a:pt x="360110" y="386975"/>
                </a:lnTo>
                <a:lnTo>
                  <a:pt x="363785" y="386975"/>
                </a:lnTo>
                <a:lnTo>
                  <a:pt x="367459" y="386975"/>
                </a:lnTo>
                <a:lnTo>
                  <a:pt x="371134" y="386975"/>
                </a:lnTo>
                <a:lnTo>
                  <a:pt x="374809" y="386975"/>
                </a:lnTo>
                <a:lnTo>
                  <a:pt x="378483" y="386975"/>
                </a:lnTo>
                <a:lnTo>
                  <a:pt x="382158" y="386975"/>
                </a:lnTo>
                <a:lnTo>
                  <a:pt x="385832" y="386975"/>
                </a:lnTo>
                <a:lnTo>
                  <a:pt x="389507" y="386975"/>
                </a:lnTo>
                <a:lnTo>
                  <a:pt x="393182" y="386975"/>
                </a:lnTo>
                <a:lnTo>
                  <a:pt x="396856" y="386975"/>
                </a:lnTo>
                <a:lnTo>
                  <a:pt x="400531" y="386975"/>
                </a:lnTo>
                <a:lnTo>
                  <a:pt x="404205" y="386975"/>
                </a:lnTo>
                <a:lnTo>
                  <a:pt x="407880" y="386975"/>
                </a:lnTo>
                <a:lnTo>
                  <a:pt x="411555" y="386975"/>
                </a:lnTo>
                <a:lnTo>
                  <a:pt x="415229" y="386975"/>
                </a:lnTo>
                <a:lnTo>
                  <a:pt x="418904" y="386975"/>
                </a:lnTo>
                <a:lnTo>
                  <a:pt x="422578" y="386975"/>
                </a:lnTo>
                <a:lnTo>
                  <a:pt x="426253" y="386975"/>
                </a:lnTo>
                <a:lnTo>
                  <a:pt x="429928" y="386975"/>
                </a:lnTo>
                <a:lnTo>
                  <a:pt x="433602" y="386975"/>
                </a:lnTo>
                <a:lnTo>
                  <a:pt x="437277" y="386975"/>
                </a:lnTo>
                <a:lnTo>
                  <a:pt x="440951" y="386975"/>
                </a:lnTo>
                <a:lnTo>
                  <a:pt x="444626" y="386975"/>
                </a:lnTo>
                <a:lnTo>
                  <a:pt x="448301" y="386975"/>
                </a:lnTo>
                <a:lnTo>
                  <a:pt x="451975" y="386975"/>
                </a:lnTo>
                <a:lnTo>
                  <a:pt x="455650" y="386975"/>
                </a:lnTo>
                <a:lnTo>
                  <a:pt x="459324" y="386975"/>
                </a:lnTo>
                <a:lnTo>
                  <a:pt x="462999" y="386975"/>
                </a:lnTo>
                <a:lnTo>
                  <a:pt x="466674" y="386975"/>
                </a:lnTo>
                <a:lnTo>
                  <a:pt x="470348" y="386975"/>
                </a:lnTo>
                <a:lnTo>
                  <a:pt x="474023" y="386975"/>
                </a:lnTo>
                <a:lnTo>
                  <a:pt x="477697" y="386975"/>
                </a:lnTo>
                <a:lnTo>
                  <a:pt x="481372" y="386975"/>
                </a:lnTo>
                <a:lnTo>
                  <a:pt x="485047" y="386975"/>
                </a:lnTo>
                <a:lnTo>
                  <a:pt x="488721" y="386975"/>
                </a:lnTo>
                <a:lnTo>
                  <a:pt x="492396" y="386975"/>
                </a:lnTo>
                <a:lnTo>
                  <a:pt x="496070" y="386975"/>
                </a:lnTo>
                <a:lnTo>
                  <a:pt x="499745" y="386975"/>
                </a:lnTo>
                <a:lnTo>
                  <a:pt x="503420" y="386975"/>
                </a:lnTo>
                <a:lnTo>
                  <a:pt x="507094" y="386975"/>
                </a:lnTo>
                <a:lnTo>
                  <a:pt x="510769" y="386975"/>
                </a:lnTo>
                <a:lnTo>
                  <a:pt x="514443" y="386975"/>
                </a:lnTo>
                <a:lnTo>
                  <a:pt x="518118" y="386975"/>
                </a:lnTo>
                <a:lnTo>
                  <a:pt x="521793" y="386975"/>
                </a:lnTo>
                <a:lnTo>
                  <a:pt x="525467" y="386975"/>
                </a:lnTo>
                <a:lnTo>
                  <a:pt x="529142" y="386975"/>
                </a:lnTo>
                <a:lnTo>
                  <a:pt x="532816" y="386975"/>
                </a:lnTo>
                <a:lnTo>
                  <a:pt x="536491" y="386975"/>
                </a:lnTo>
                <a:lnTo>
                  <a:pt x="540166" y="386975"/>
                </a:lnTo>
                <a:lnTo>
                  <a:pt x="543840" y="386975"/>
                </a:lnTo>
                <a:lnTo>
                  <a:pt x="547515" y="386975"/>
                </a:lnTo>
                <a:lnTo>
                  <a:pt x="551189" y="386975"/>
                </a:lnTo>
                <a:lnTo>
                  <a:pt x="554864" y="386975"/>
                </a:lnTo>
                <a:lnTo>
                  <a:pt x="558539" y="386975"/>
                </a:lnTo>
                <a:lnTo>
                  <a:pt x="562213" y="386975"/>
                </a:lnTo>
                <a:lnTo>
                  <a:pt x="565888" y="386975"/>
                </a:lnTo>
                <a:lnTo>
                  <a:pt x="569562" y="386975"/>
                </a:lnTo>
                <a:lnTo>
                  <a:pt x="573237" y="386975"/>
                </a:lnTo>
                <a:lnTo>
                  <a:pt x="576912" y="386975"/>
                </a:lnTo>
                <a:lnTo>
                  <a:pt x="580586" y="386975"/>
                </a:lnTo>
                <a:lnTo>
                  <a:pt x="584261" y="386975"/>
                </a:lnTo>
                <a:lnTo>
                  <a:pt x="587935" y="386975"/>
                </a:lnTo>
                <a:lnTo>
                  <a:pt x="591610" y="386975"/>
                </a:lnTo>
                <a:lnTo>
                  <a:pt x="595285" y="386975"/>
                </a:lnTo>
                <a:lnTo>
                  <a:pt x="598959" y="386975"/>
                </a:lnTo>
                <a:lnTo>
                  <a:pt x="602634" y="386975"/>
                </a:lnTo>
                <a:lnTo>
                  <a:pt x="606308" y="386975"/>
                </a:lnTo>
                <a:lnTo>
                  <a:pt x="609983" y="386975"/>
                </a:lnTo>
                <a:lnTo>
                  <a:pt x="613658" y="386975"/>
                </a:lnTo>
                <a:lnTo>
                  <a:pt x="617332" y="386975"/>
                </a:lnTo>
                <a:lnTo>
                  <a:pt x="621007" y="386975"/>
                </a:lnTo>
                <a:lnTo>
                  <a:pt x="624681" y="386975"/>
                </a:lnTo>
                <a:lnTo>
                  <a:pt x="628356" y="386975"/>
                </a:lnTo>
                <a:lnTo>
                  <a:pt x="632031" y="386975"/>
                </a:lnTo>
                <a:lnTo>
                  <a:pt x="635705" y="386975"/>
                </a:lnTo>
                <a:lnTo>
                  <a:pt x="639380" y="386975"/>
                </a:lnTo>
                <a:lnTo>
                  <a:pt x="643054" y="386975"/>
                </a:lnTo>
                <a:lnTo>
                  <a:pt x="646729" y="386975"/>
                </a:lnTo>
                <a:lnTo>
                  <a:pt x="650404" y="386975"/>
                </a:lnTo>
                <a:lnTo>
                  <a:pt x="654078" y="386975"/>
                </a:lnTo>
                <a:lnTo>
                  <a:pt x="657753" y="386975"/>
                </a:lnTo>
                <a:lnTo>
                  <a:pt x="661427" y="386975"/>
                </a:lnTo>
                <a:lnTo>
                  <a:pt x="665102" y="386975"/>
                </a:lnTo>
                <a:lnTo>
                  <a:pt x="668777" y="386975"/>
                </a:lnTo>
                <a:lnTo>
                  <a:pt x="672451" y="386975"/>
                </a:lnTo>
                <a:lnTo>
                  <a:pt x="676126" y="386975"/>
                </a:lnTo>
                <a:lnTo>
                  <a:pt x="679800" y="386975"/>
                </a:lnTo>
                <a:lnTo>
                  <a:pt x="683475" y="386975"/>
                </a:lnTo>
                <a:lnTo>
                  <a:pt x="687150" y="386975"/>
                </a:lnTo>
                <a:lnTo>
                  <a:pt x="690824" y="386975"/>
                </a:lnTo>
                <a:lnTo>
                  <a:pt x="694499" y="386975"/>
                </a:lnTo>
                <a:lnTo>
                  <a:pt x="698173" y="386975"/>
                </a:lnTo>
                <a:lnTo>
                  <a:pt x="701848" y="386975"/>
                </a:lnTo>
                <a:lnTo>
                  <a:pt x="705523" y="386975"/>
                </a:lnTo>
                <a:lnTo>
                  <a:pt x="709197" y="386975"/>
                </a:lnTo>
                <a:lnTo>
                  <a:pt x="712872" y="386975"/>
                </a:lnTo>
                <a:lnTo>
                  <a:pt x="716546" y="386975"/>
                </a:lnTo>
                <a:lnTo>
                  <a:pt x="720221" y="386975"/>
                </a:lnTo>
                <a:lnTo>
                  <a:pt x="723896" y="386975"/>
                </a:lnTo>
                <a:lnTo>
                  <a:pt x="727570" y="386975"/>
                </a:lnTo>
                <a:lnTo>
                  <a:pt x="731245" y="386975"/>
                </a:lnTo>
                <a:lnTo>
                  <a:pt x="734919" y="386975"/>
                </a:lnTo>
                <a:lnTo>
                  <a:pt x="738594" y="386975"/>
                </a:lnTo>
                <a:lnTo>
                  <a:pt x="742269" y="386975"/>
                </a:lnTo>
                <a:lnTo>
                  <a:pt x="745943" y="386975"/>
                </a:lnTo>
                <a:lnTo>
                  <a:pt x="749618" y="386975"/>
                </a:lnTo>
                <a:lnTo>
                  <a:pt x="753292" y="386975"/>
                </a:lnTo>
                <a:lnTo>
                  <a:pt x="756967" y="386975"/>
                </a:lnTo>
                <a:lnTo>
                  <a:pt x="760642" y="386975"/>
                </a:lnTo>
                <a:lnTo>
                  <a:pt x="764316" y="386975"/>
                </a:lnTo>
                <a:lnTo>
                  <a:pt x="767991" y="386975"/>
                </a:lnTo>
                <a:lnTo>
                  <a:pt x="771665" y="386975"/>
                </a:lnTo>
                <a:lnTo>
                  <a:pt x="775340" y="386974"/>
                </a:lnTo>
                <a:lnTo>
                  <a:pt x="779015" y="386973"/>
                </a:lnTo>
                <a:lnTo>
                  <a:pt x="782689" y="386971"/>
                </a:lnTo>
                <a:lnTo>
                  <a:pt x="786364" y="386966"/>
                </a:lnTo>
                <a:lnTo>
                  <a:pt x="790038" y="386958"/>
                </a:lnTo>
                <a:lnTo>
                  <a:pt x="793713" y="386942"/>
                </a:lnTo>
                <a:lnTo>
                  <a:pt x="797388" y="386916"/>
                </a:lnTo>
                <a:lnTo>
                  <a:pt x="801062" y="386875"/>
                </a:lnTo>
                <a:lnTo>
                  <a:pt x="804737" y="386813"/>
                </a:lnTo>
                <a:lnTo>
                  <a:pt x="808411" y="386723"/>
                </a:lnTo>
                <a:lnTo>
                  <a:pt x="812086" y="386598"/>
                </a:lnTo>
                <a:lnTo>
                  <a:pt x="815761" y="386431"/>
                </a:lnTo>
                <a:lnTo>
                  <a:pt x="819435" y="386216"/>
                </a:lnTo>
                <a:lnTo>
                  <a:pt x="823110" y="385947"/>
                </a:lnTo>
                <a:lnTo>
                  <a:pt x="826784" y="385623"/>
                </a:lnTo>
                <a:lnTo>
                  <a:pt x="830459" y="385244"/>
                </a:lnTo>
                <a:lnTo>
                  <a:pt x="834134" y="384810"/>
                </a:lnTo>
                <a:lnTo>
                  <a:pt x="837808" y="384325"/>
                </a:lnTo>
                <a:lnTo>
                  <a:pt x="841483" y="383795"/>
                </a:lnTo>
                <a:lnTo>
                  <a:pt x="845157" y="383227"/>
                </a:lnTo>
                <a:lnTo>
                  <a:pt x="848832" y="382631"/>
                </a:lnTo>
                <a:lnTo>
                  <a:pt x="852507" y="382013"/>
                </a:lnTo>
                <a:lnTo>
                  <a:pt x="856181" y="381376"/>
                </a:lnTo>
                <a:lnTo>
                  <a:pt x="859856" y="380715"/>
                </a:lnTo>
                <a:lnTo>
                  <a:pt x="863530" y="380015"/>
                </a:lnTo>
                <a:lnTo>
                  <a:pt x="867205" y="379253"/>
                </a:lnTo>
                <a:lnTo>
                  <a:pt x="870880" y="378402"/>
                </a:lnTo>
                <a:lnTo>
                  <a:pt x="874554" y="377433"/>
                </a:lnTo>
                <a:lnTo>
                  <a:pt x="878229" y="376328"/>
                </a:lnTo>
                <a:lnTo>
                  <a:pt x="881903" y="375070"/>
                </a:lnTo>
                <a:lnTo>
                  <a:pt x="885578" y="373672"/>
                </a:lnTo>
                <a:lnTo>
                  <a:pt x="889253" y="372146"/>
                </a:lnTo>
                <a:lnTo>
                  <a:pt x="892927" y="370500"/>
                </a:lnTo>
                <a:lnTo>
                  <a:pt x="896602" y="368733"/>
                </a:lnTo>
                <a:lnTo>
                  <a:pt x="900276" y="366838"/>
                </a:lnTo>
                <a:lnTo>
                  <a:pt x="903951" y="364801"/>
                </a:lnTo>
                <a:lnTo>
                  <a:pt x="907626" y="362609"/>
                </a:lnTo>
                <a:lnTo>
                  <a:pt x="911300" y="360257"/>
                </a:lnTo>
                <a:lnTo>
                  <a:pt x="914975" y="357745"/>
                </a:lnTo>
                <a:lnTo>
                  <a:pt x="918649" y="355078"/>
                </a:lnTo>
                <a:lnTo>
                  <a:pt x="922324" y="352265"/>
                </a:lnTo>
                <a:lnTo>
                  <a:pt x="925999" y="349311"/>
                </a:lnTo>
                <a:lnTo>
                  <a:pt x="929673" y="346216"/>
                </a:lnTo>
                <a:lnTo>
                  <a:pt x="933348" y="342977"/>
                </a:lnTo>
                <a:lnTo>
                  <a:pt x="937022" y="339587"/>
                </a:lnTo>
                <a:lnTo>
                  <a:pt x="940697" y="336023"/>
                </a:lnTo>
                <a:lnTo>
                  <a:pt x="944372" y="332248"/>
                </a:lnTo>
                <a:lnTo>
                  <a:pt x="948046" y="328203"/>
                </a:lnTo>
                <a:lnTo>
                  <a:pt x="951721" y="323802"/>
                </a:lnTo>
                <a:lnTo>
                  <a:pt x="955395" y="318944"/>
                </a:lnTo>
                <a:lnTo>
                  <a:pt x="959070" y="313541"/>
                </a:lnTo>
                <a:lnTo>
                  <a:pt x="962745" y="307546"/>
                </a:lnTo>
                <a:lnTo>
                  <a:pt x="966419" y="300966"/>
                </a:lnTo>
                <a:lnTo>
                  <a:pt x="970094" y="293876"/>
                </a:lnTo>
                <a:lnTo>
                  <a:pt x="973768" y="286400"/>
                </a:lnTo>
                <a:lnTo>
                  <a:pt x="977443" y="278685"/>
                </a:lnTo>
                <a:lnTo>
                  <a:pt x="981118" y="270879"/>
                </a:lnTo>
                <a:lnTo>
                  <a:pt x="984792" y="263101"/>
                </a:lnTo>
                <a:lnTo>
                  <a:pt x="988467" y="255436"/>
                </a:lnTo>
                <a:lnTo>
                  <a:pt x="992141" y="247924"/>
                </a:lnTo>
                <a:lnTo>
                  <a:pt x="995816" y="240572"/>
                </a:lnTo>
                <a:lnTo>
                  <a:pt x="999491" y="233351"/>
                </a:lnTo>
                <a:lnTo>
                  <a:pt x="1003165" y="226197"/>
                </a:lnTo>
                <a:lnTo>
                  <a:pt x="1006840" y="219008"/>
                </a:lnTo>
                <a:lnTo>
                  <a:pt x="1010514" y="211684"/>
                </a:lnTo>
                <a:lnTo>
                  <a:pt x="1014189" y="204141"/>
                </a:lnTo>
                <a:lnTo>
                  <a:pt x="1017864" y="196337"/>
                </a:lnTo>
                <a:lnTo>
                  <a:pt x="1021538" y="188284"/>
                </a:lnTo>
                <a:lnTo>
                  <a:pt x="1025213" y="180044"/>
                </a:lnTo>
                <a:lnTo>
                  <a:pt x="1028887" y="171703"/>
                </a:lnTo>
                <a:lnTo>
                  <a:pt x="1032562" y="163347"/>
                </a:lnTo>
                <a:lnTo>
                  <a:pt x="1036237" y="155028"/>
                </a:lnTo>
                <a:lnTo>
                  <a:pt x="1039911" y="146751"/>
                </a:lnTo>
                <a:lnTo>
                  <a:pt x="1043586" y="138479"/>
                </a:lnTo>
                <a:lnTo>
                  <a:pt x="1047260" y="130149"/>
                </a:lnTo>
                <a:lnTo>
                  <a:pt x="1050935" y="121702"/>
                </a:lnTo>
                <a:lnTo>
                  <a:pt x="1054610" y="113112"/>
                </a:lnTo>
                <a:lnTo>
                  <a:pt x="1058284" y="104400"/>
                </a:lnTo>
                <a:lnTo>
                  <a:pt x="1061959" y="95648"/>
                </a:lnTo>
                <a:lnTo>
                  <a:pt x="1065633" y="86990"/>
                </a:lnTo>
                <a:lnTo>
                  <a:pt x="1069308" y="78567"/>
                </a:lnTo>
                <a:lnTo>
                  <a:pt x="1072983" y="70497"/>
                </a:lnTo>
                <a:lnTo>
                  <a:pt x="1076657" y="62863"/>
                </a:lnTo>
                <a:lnTo>
                  <a:pt x="1080332" y="55694"/>
                </a:lnTo>
                <a:lnTo>
                  <a:pt x="1084006" y="48971"/>
                </a:lnTo>
                <a:lnTo>
                  <a:pt x="1087681" y="42635"/>
                </a:lnTo>
                <a:lnTo>
                  <a:pt x="1091356" y="36610"/>
                </a:lnTo>
                <a:lnTo>
                  <a:pt x="1095030" y="30827"/>
                </a:lnTo>
                <a:lnTo>
                  <a:pt x="1098705" y="25249"/>
                </a:lnTo>
                <a:lnTo>
                  <a:pt x="1102379" y="19888"/>
                </a:lnTo>
                <a:lnTo>
                  <a:pt x="1106054" y="14823"/>
                </a:lnTo>
                <a:lnTo>
                  <a:pt x="1109729" y="10193"/>
                </a:lnTo>
                <a:lnTo>
                  <a:pt x="1113403" y="6190"/>
                </a:lnTo>
                <a:lnTo>
                  <a:pt x="1117078" y="3023"/>
                </a:lnTo>
                <a:lnTo>
                  <a:pt x="1120752" y="888"/>
                </a:lnTo>
                <a:lnTo>
                  <a:pt x="1124427" y="0"/>
                </a:lnTo>
                <a:lnTo>
                  <a:pt x="1128102" y="317"/>
                </a:lnTo>
                <a:lnTo>
                  <a:pt x="1131776" y="1788"/>
                </a:lnTo>
                <a:lnTo>
                  <a:pt x="1135451" y="4302"/>
                </a:lnTo>
                <a:lnTo>
                  <a:pt x="1139125" y="7727"/>
                </a:lnTo>
                <a:lnTo>
                  <a:pt x="1142800" y="11932"/>
                </a:lnTo>
                <a:lnTo>
                  <a:pt x="1146475" y="16798"/>
                </a:lnTo>
                <a:lnTo>
                  <a:pt x="1150149" y="22211"/>
                </a:lnTo>
                <a:lnTo>
                  <a:pt x="1153824" y="28048"/>
                </a:lnTo>
                <a:lnTo>
                  <a:pt x="1157498" y="34168"/>
                </a:lnTo>
                <a:lnTo>
                  <a:pt x="1161173" y="40420"/>
                </a:lnTo>
                <a:lnTo>
                  <a:pt x="1164848" y="46659"/>
                </a:lnTo>
                <a:lnTo>
                  <a:pt x="1168522" y="52775"/>
                </a:lnTo>
                <a:lnTo>
                  <a:pt x="1172197" y="58717"/>
                </a:lnTo>
                <a:lnTo>
                  <a:pt x="1175871" y="64504"/>
                </a:lnTo>
                <a:lnTo>
                  <a:pt x="1179546" y="70209"/>
                </a:lnTo>
                <a:lnTo>
                  <a:pt x="1183221" y="75947"/>
                </a:lnTo>
                <a:lnTo>
                  <a:pt x="1186895" y="81831"/>
                </a:lnTo>
                <a:lnTo>
                  <a:pt x="1190570" y="87930"/>
                </a:lnTo>
                <a:lnTo>
                  <a:pt x="1194244" y="94282"/>
                </a:lnTo>
                <a:lnTo>
                  <a:pt x="1197919" y="100908"/>
                </a:lnTo>
                <a:lnTo>
                  <a:pt x="1201594" y="107832"/>
                </a:lnTo>
                <a:lnTo>
                  <a:pt x="1205268" y="115088"/>
                </a:lnTo>
                <a:lnTo>
                  <a:pt x="1208943" y="122718"/>
                </a:lnTo>
                <a:lnTo>
                  <a:pt x="1212617" y="130748"/>
                </a:lnTo>
                <a:lnTo>
                  <a:pt x="1216292" y="139168"/>
                </a:lnTo>
                <a:lnTo>
                  <a:pt x="1219967" y="147909"/>
                </a:lnTo>
                <a:lnTo>
                  <a:pt x="1223641" y="156843"/>
                </a:lnTo>
                <a:lnTo>
                  <a:pt x="1227316" y="165803"/>
                </a:lnTo>
                <a:lnTo>
                  <a:pt x="1230990" y="174618"/>
                </a:lnTo>
                <a:lnTo>
                  <a:pt x="1234665" y="183156"/>
                </a:lnTo>
                <a:lnTo>
                  <a:pt x="1238340" y="191363"/>
                </a:lnTo>
                <a:lnTo>
                  <a:pt x="1242014" y="199279"/>
                </a:lnTo>
                <a:lnTo>
                  <a:pt x="1245689" y="207025"/>
                </a:lnTo>
                <a:lnTo>
                  <a:pt x="1249363" y="214782"/>
                </a:lnTo>
                <a:lnTo>
                  <a:pt x="1253038" y="222682"/>
                </a:lnTo>
                <a:lnTo>
                  <a:pt x="1256713" y="230778"/>
                </a:lnTo>
                <a:lnTo>
                  <a:pt x="1260387" y="239030"/>
                </a:lnTo>
                <a:lnTo>
                  <a:pt x="1264062" y="247315"/>
                </a:lnTo>
                <a:lnTo>
                  <a:pt x="1267736" y="255457"/>
                </a:lnTo>
                <a:lnTo>
                  <a:pt x="1271411" y="263279"/>
                </a:lnTo>
                <a:lnTo>
                  <a:pt x="1275086" y="270642"/>
                </a:lnTo>
                <a:lnTo>
                  <a:pt x="1278760" y="277473"/>
                </a:lnTo>
                <a:lnTo>
                  <a:pt x="1282435" y="283776"/>
                </a:lnTo>
                <a:lnTo>
                  <a:pt x="1286109" y="289624"/>
                </a:lnTo>
                <a:lnTo>
                  <a:pt x="1289784" y="295137"/>
                </a:lnTo>
                <a:lnTo>
                  <a:pt x="1293459" y="300455"/>
                </a:lnTo>
                <a:lnTo>
                  <a:pt x="1297133" y="305704"/>
                </a:lnTo>
                <a:lnTo>
                  <a:pt x="1300808" y="310976"/>
                </a:lnTo>
                <a:lnTo>
                  <a:pt x="1304482" y="316309"/>
                </a:lnTo>
                <a:lnTo>
                  <a:pt x="1308157" y="321675"/>
                </a:lnTo>
                <a:lnTo>
                  <a:pt x="1311832" y="327002"/>
                </a:lnTo>
                <a:lnTo>
                  <a:pt x="1315506" y="332193"/>
                </a:lnTo>
                <a:lnTo>
                  <a:pt x="1319181" y="337157"/>
                </a:lnTo>
                <a:lnTo>
                  <a:pt x="1322855" y="341814"/>
                </a:lnTo>
                <a:lnTo>
                  <a:pt x="1326530" y="346113"/>
                </a:lnTo>
                <a:lnTo>
                  <a:pt x="1330205" y="350031"/>
                </a:lnTo>
                <a:lnTo>
                  <a:pt x="1333879" y="353572"/>
                </a:lnTo>
                <a:lnTo>
                  <a:pt x="1337554" y="356756"/>
                </a:lnTo>
                <a:lnTo>
                  <a:pt x="1341228" y="359621"/>
                </a:lnTo>
                <a:lnTo>
                  <a:pt x="1344903" y="362209"/>
                </a:lnTo>
                <a:lnTo>
                  <a:pt x="1348577" y="364565"/>
                </a:lnTo>
                <a:lnTo>
                  <a:pt x="1352252" y="366732"/>
                </a:lnTo>
                <a:lnTo>
                  <a:pt x="1355927" y="368748"/>
                </a:lnTo>
                <a:lnTo>
                  <a:pt x="1359601" y="370641"/>
                </a:lnTo>
                <a:lnTo>
                  <a:pt x="1363276" y="372426"/>
                </a:lnTo>
                <a:lnTo>
                  <a:pt x="1366950" y="374097"/>
                </a:lnTo>
                <a:lnTo>
                  <a:pt x="1370625" y="375649"/>
                </a:lnTo>
                <a:lnTo>
                  <a:pt x="1374300" y="377061"/>
                </a:lnTo>
                <a:lnTo>
                  <a:pt x="1377974" y="378312"/>
                </a:lnTo>
                <a:lnTo>
                  <a:pt x="1381649" y="379387"/>
                </a:lnTo>
                <a:lnTo>
                  <a:pt x="1385323" y="380282"/>
                </a:lnTo>
                <a:lnTo>
                  <a:pt x="1388998" y="381005"/>
                </a:lnTo>
                <a:lnTo>
                  <a:pt x="1392673" y="381579"/>
                </a:lnTo>
                <a:lnTo>
                  <a:pt x="1396347" y="382036"/>
                </a:lnTo>
                <a:lnTo>
                  <a:pt x="1400022" y="382412"/>
                </a:lnTo>
                <a:lnTo>
                  <a:pt x="1403696" y="382739"/>
                </a:lnTo>
                <a:lnTo>
                  <a:pt x="1407371" y="383045"/>
                </a:lnTo>
                <a:lnTo>
                  <a:pt x="1411046" y="383349"/>
                </a:lnTo>
                <a:lnTo>
                  <a:pt x="1414720" y="383657"/>
                </a:lnTo>
                <a:lnTo>
                  <a:pt x="1418395" y="383966"/>
                </a:lnTo>
                <a:lnTo>
                  <a:pt x="1422069" y="384265"/>
                </a:lnTo>
                <a:lnTo>
                  <a:pt x="1425744" y="384539"/>
                </a:lnTo>
                <a:lnTo>
                  <a:pt x="1429419" y="384775"/>
                </a:lnTo>
                <a:lnTo>
                  <a:pt x="1433093" y="384969"/>
                </a:lnTo>
                <a:lnTo>
                  <a:pt x="1436768" y="385125"/>
                </a:lnTo>
                <a:lnTo>
                  <a:pt x="1440442" y="385251"/>
                </a:lnTo>
                <a:lnTo>
                  <a:pt x="1444117" y="385365"/>
                </a:lnTo>
                <a:lnTo>
                  <a:pt x="1447792" y="385480"/>
                </a:lnTo>
                <a:lnTo>
                  <a:pt x="1451466" y="385609"/>
                </a:lnTo>
                <a:lnTo>
                  <a:pt x="1455141" y="385756"/>
                </a:lnTo>
                <a:lnTo>
                  <a:pt x="1458815" y="385921"/>
                </a:lnTo>
                <a:lnTo>
                  <a:pt x="1462490" y="386096"/>
                </a:lnTo>
                <a:lnTo>
                  <a:pt x="1466165" y="386272"/>
                </a:lnTo>
                <a:lnTo>
                  <a:pt x="1469839" y="386436"/>
                </a:lnTo>
                <a:lnTo>
                  <a:pt x="1473514" y="386581"/>
                </a:lnTo>
                <a:lnTo>
                  <a:pt x="1477188" y="386701"/>
                </a:lnTo>
                <a:lnTo>
                  <a:pt x="1480863" y="386794"/>
                </a:lnTo>
                <a:lnTo>
                  <a:pt x="1484538" y="386861"/>
                </a:lnTo>
                <a:lnTo>
                  <a:pt x="1488212" y="386906"/>
                </a:lnTo>
                <a:lnTo>
                  <a:pt x="1491887" y="386936"/>
                </a:lnTo>
                <a:lnTo>
                  <a:pt x="1495561" y="386954"/>
                </a:lnTo>
                <a:lnTo>
                  <a:pt x="1499236" y="386964"/>
                </a:lnTo>
                <a:lnTo>
                  <a:pt x="1502911" y="386970"/>
                </a:lnTo>
                <a:lnTo>
                  <a:pt x="1506585" y="386973"/>
                </a:lnTo>
                <a:lnTo>
                  <a:pt x="1510260" y="386974"/>
                </a:lnTo>
                <a:lnTo>
                  <a:pt x="1513934" y="386975"/>
                </a:lnTo>
                <a:lnTo>
                  <a:pt x="1517609" y="386975"/>
                </a:lnTo>
                <a:lnTo>
                  <a:pt x="1521284" y="386975"/>
                </a:lnTo>
                <a:lnTo>
                  <a:pt x="1524958" y="386975"/>
                </a:lnTo>
                <a:lnTo>
                  <a:pt x="1528633" y="386975"/>
                </a:lnTo>
                <a:lnTo>
                  <a:pt x="1532307" y="386975"/>
                </a:lnTo>
                <a:lnTo>
                  <a:pt x="1535982" y="386975"/>
                </a:lnTo>
                <a:lnTo>
                  <a:pt x="1539657" y="386975"/>
                </a:lnTo>
                <a:lnTo>
                  <a:pt x="1543331" y="386975"/>
                </a:lnTo>
                <a:lnTo>
                  <a:pt x="1547006" y="386975"/>
                </a:lnTo>
                <a:lnTo>
                  <a:pt x="1550680" y="386975"/>
                </a:lnTo>
                <a:lnTo>
                  <a:pt x="1554355" y="386975"/>
                </a:lnTo>
                <a:lnTo>
                  <a:pt x="1558030" y="386975"/>
                </a:lnTo>
                <a:lnTo>
                  <a:pt x="1561704" y="386975"/>
                </a:lnTo>
                <a:lnTo>
                  <a:pt x="1565379" y="386975"/>
                </a:lnTo>
                <a:lnTo>
                  <a:pt x="1569053" y="386975"/>
                </a:lnTo>
                <a:lnTo>
                  <a:pt x="1572728" y="386975"/>
                </a:lnTo>
                <a:lnTo>
                  <a:pt x="1576403" y="386975"/>
                </a:lnTo>
                <a:lnTo>
                  <a:pt x="1580077" y="386975"/>
                </a:lnTo>
                <a:lnTo>
                  <a:pt x="1583752" y="386975"/>
                </a:lnTo>
                <a:lnTo>
                  <a:pt x="1587426" y="386975"/>
                </a:lnTo>
                <a:lnTo>
                  <a:pt x="1591101" y="386975"/>
                </a:lnTo>
                <a:lnTo>
                  <a:pt x="1594776" y="386975"/>
                </a:lnTo>
                <a:lnTo>
                  <a:pt x="1598450" y="386975"/>
                </a:lnTo>
                <a:lnTo>
                  <a:pt x="1602125" y="386975"/>
                </a:lnTo>
                <a:lnTo>
                  <a:pt x="1605799" y="386975"/>
                </a:lnTo>
                <a:lnTo>
                  <a:pt x="1609474" y="386975"/>
                </a:lnTo>
                <a:lnTo>
                  <a:pt x="1613149" y="386975"/>
                </a:lnTo>
                <a:lnTo>
                  <a:pt x="1616823" y="386975"/>
                </a:lnTo>
                <a:lnTo>
                  <a:pt x="1620498" y="386975"/>
                </a:lnTo>
                <a:lnTo>
                  <a:pt x="1624172" y="386975"/>
                </a:lnTo>
                <a:lnTo>
                  <a:pt x="1627847" y="386975"/>
                </a:lnTo>
                <a:lnTo>
                  <a:pt x="1631522" y="386975"/>
                </a:lnTo>
                <a:lnTo>
                  <a:pt x="1635196" y="386975"/>
                </a:lnTo>
                <a:lnTo>
                  <a:pt x="1638871" y="386975"/>
                </a:lnTo>
                <a:lnTo>
                  <a:pt x="1642545" y="386975"/>
                </a:lnTo>
                <a:lnTo>
                  <a:pt x="1646220" y="386975"/>
                </a:lnTo>
                <a:lnTo>
                  <a:pt x="1649895" y="386975"/>
                </a:lnTo>
                <a:lnTo>
                  <a:pt x="1653569" y="386975"/>
                </a:lnTo>
                <a:lnTo>
                  <a:pt x="1657244" y="386975"/>
                </a:lnTo>
                <a:lnTo>
                  <a:pt x="1660918" y="386975"/>
                </a:lnTo>
                <a:lnTo>
                  <a:pt x="1664593" y="386975"/>
                </a:lnTo>
                <a:lnTo>
                  <a:pt x="1668268" y="386975"/>
                </a:lnTo>
                <a:lnTo>
                  <a:pt x="1671942" y="386975"/>
                </a:lnTo>
                <a:lnTo>
                  <a:pt x="1675617" y="386975"/>
                </a:lnTo>
                <a:lnTo>
                  <a:pt x="1679291" y="386975"/>
                </a:lnTo>
                <a:lnTo>
                  <a:pt x="1682966" y="386975"/>
                </a:lnTo>
                <a:lnTo>
                  <a:pt x="1686641" y="386975"/>
                </a:lnTo>
                <a:lnTo>
                  <a:pt x="1690315" y="386975"/>
                </a:lnTo>
                <a:lnTo>
                  <a:pt x="1693990" y="386975"/>
                </a:lnTo>
                <a:lnTo>
                  <a:pt x="1697664" y="386975"/>
                </a:lnTo>
                <a:lnTo>
                  <a:pt x="1701339" y="386975"/>
                </a:lnTo>
                <a:lnTo>
                  <a:pt x="1705014" y="386975"/>
                </a:lnTo>
                <a:lnTo>
                  <a:pt x="1708688" y="386975"/>
                </a:lnTo>
                <a:lnTo>
                  <a:pt x="1712363" y="386975"/>
                </a:lnTo>
                <a:lnTo>
                  <a:pt x="1716037" y="386975"/>
                </a:lnTo>
                <a:lnTo>
                  <a:pt x="1719712" y="386975"/>
                </a:lnTo>
                <a:lnTo>
                  <a:pt x="1723387" y="386975"/>
                </a:lnTo>
                <a:lnTo>
                  <a:pt x="1727061" y="386975"/>
                </a:lnTo>
                <a:lnTo>
                  <a:pt x="1730736" y="386975"/>
                </a:lnTo>
                <a:lnTo>
                  <a:pt x="1734410" y="386975"/>
                </a:lnTo>
                <a:lnTo>
                  <a:pt x="1738085" y="386975"/>
                </a:lnTo>
                <a:lnTo>
                  <a:pt x="1741760" y="386975"/>
                </a:lnTo>
                <a:lnTo>
                  <a:pt x="1745434" y="386975"/>
                </a:lnTo>
                <a:lnTo>
                  <a:pt x="1749109" y="386975"/>
                </a:lnTo>
                <a:lnTo>
                  <a:pt x="1752783" y="386975"/>
                </a:lnTo>
                <a:lnTo>
                  <a:pt x="1756458" y="386975"/>
                </a:lnTo>
                <a:lnTo>
                  <a:pt x="1760133" y="386975"/>
                </a:lnTo>
                <a:lnTo>
                  <a:pt x="1763807" y="386975"/>
                </a:lnTo>
                <a:lnTo>
                  <a:pt x="1767482" y="386975"/>
                </a:lnTo>
                <a:lnTo>
                  <a:pt x="1771156" y="386975"/>
                </a:lnTo>
                <a:lnTo>
                  <a:pt x="1774831" y="386975"/>
                </a:lnTo>
                <a:lnTo>
                  <a:pt x="1778506" y="386975"/>
                </a:lnTo>
                <a:lnTo>
                  <a:pt x="1782180" y="386975"/>
                </a:lnTo>
                <a:lnTo>
                  <a:pt x="1785855" y="386975"/>
                </a:lnTo>
                <a:lnTo>
                  <a:pt x="1789529" y="386975"/>
                </a:lnTo>
                <a:lnTo>
                  <a:pt x="1793204" y="386975"/>
                </a:lnTo>
                <a:lnTo>
                  <a:pt x="1796879" y="386975"/>
                </a:lnTo>
                <a:lnTo>
                  <a:pt x="1800553" y="386975"/>
                </a:lnTo>
                <a:lnTo>
                  <a:pt x="1804228" y="386975"/>
                </a:lnTo>
                <a:lnTo>
                  <a:pt x="1807902" y="386975"/>
                </a:lnTo>
                <a:lnTo>
                  <a:pt x="1811577" y="386975"/>
                </a:lnTo>
                <a:lnTo>
                  <a:pt x="1815252" y="386975"/>
                </a:lnTo>
                <a:lnTo>
                  <a:pt x="1818926" y="386975"/>
                </a:lnTo>
                <a:lnTo>
                  <a:pt x="1822601" y="386975"/>
                </a:lnTo>
                <a:lnTo>
                  <a:pt x="1826275" y="386975"/>
                </a:lnTo>
                <a:lnTo>
                  <a:pt x="1829950" y="386975"/>
                </a:lnTo>
                <a:lnTo>
                  <a:pt x="1833625" y="386975"/>
                </a:lnTo>
                <a:lnTo>
                  <a:pt x="1837299" y="386975"/>
                </a:lnTo>
                <a:lnTo>
                  <a:pt x="1840974" y="386975"/>
                </a:lnTo>
                <a:lnTo>
                  <a:pt x="1844648" y="386975"/>
                </a:lnTo>
                <a:lnTo>
                  <a:pt x="1848323" y="386975"/>
                </a:lnTo>
                <a:lnTo>
                  <a:pt x="1851998" y="386975"/>
                </a:lnTo>
                <a:lnTo>
                  <a:pt x="1855672" y="386975"/>
                </a:lnTo>
                <a:lnTo>
                  <a:pt x="1859347" y="386975"/>
                </a:lnTo>
                <a:lnTo>
                  <a:pt x="1863021" y="386975"/>
                </a:lnTo>
                <a:lnTo>
                  <a:pt x="1866696" y="386975"/>
                </a:lnTo>
                <a:lnTo>
                  <a:pt x="1870371" y="386975"/>
                </a:lnTo>
                <a:lnTo>
                  <a:pt x="1874045" y="386975"/>
                </a:lnTo>
                <a:lnTo>
                  <a:pt x="1877720" y="386975"/>
                </a:lnTo>
              </a:path>
            </a:pathLst>
          </a:custGeom>
          <a:ln w="27101" cap="flat">
            <a:solidFill>
              <a:srgbClr val="F8766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6" name="pg206"/>
          <p:cNvSpPr/>
          <p:nvPr/>
        </p:nvSpPr>
        <p:spPr>
          <a:xfrm>
            <a:off x="8856642" y="3301559"/>
            <a:ext cx="1877720" cy="180696"/>
          </a:xfrm>
          <a:custGeom>
            <a:avLst/>
            <a:gdLst/>
            <a:ahLst/>
            <a:cxnLst/>
            <a:rect l="0" t="0" r="0" b="0"/>
            <a:pathLst>
              <a:path w="1877720" h="180696">
                <a:moveTo>
                  <a:pt x="0" y="180696"/>
                </a:moveTo>
                <a:lnTo>
                  <a:pt x="3674" y="180696"/>
                </a:lnTo>
                <a:lnTo>
                  <a:pt x="7349" y="180696"/>
                </a:lnTo>
                <a:lnTo>
                  <a:pt x="11023" y="180696"/>
                </a:lnTo>
                <a:lnTo>
                  <a:pt x="14698" y="180696"/>
                </a:lnTo>
                <a:lnTo>
                  <a:pt x="18372" y="180696"/>
                </a:lnTo>
                <a:lnTo>
                  <a:pt x="22047" y="180696"/>
                </a:lnTo>
                <a:lnTo>
                  <a:pt x="25722" y="180696"/>
                </a:lnTo>
                <a:lnTo>
                  <a:pt x="29396" y="180696"/>
                </a:lnTo>
                <a:lnTo>
                  <a:pt x="33071" y="180696"/>
                </a:lnTo>
                <a:lnTo>
                  <a:pt x="36745" y="180696"/>
                </a:lnTo>
                <a:lnTo>
                  <a:pt x="40420" y="180696"/>
                </a:lnTo>
                <a:lnTo>
                  <a:pt x="44095" y="180696"/>
                </a:lnTo>
                <a:lnTo>
                  <a:pt x="47769" y="180696"/>
                </a:lnTo>
                <a:lnTo>
                  <a:pt x="51444" y="180696"/>
                </a:lnTo>
                <a:lnTo>
                  <a:pt x="55118" y="180696"/>
                </a:lnTo>
                <a:lnTo>
                  <a:pt x="58793" y="180696"/>
                </a:lnTo>
                <a:lnTo>
                  <a:pt x="62468" y="180696"/>
                </a:lnTo>
                <a:lnTo>
                  <a:pt x="66142" y="180696"/>
                </a:lnTo>
                <a:lnTo>
                  <a:pt x="69817" y="180696"/>
                </a:lnTo>
                <a:lnTo>
                  <a:pt x="73491" y="180696"/>
                </a:lnTo>
                <a:lnTo>
                  <a:pt x="77166" y="180696"/>
                </a:lnTo>
                <a:lnTo>
                  <a:pt x="80841" y="180696"/>
                </a:lnTo>
                <a:lnTo>
                  <a:pt x="84515" y="180696"/>
                </a:lnTo>
                <a:lnTo>
                  <a:pt x="88190" y="180696"/>
                </a:lnTo>
                <a:lnTo>
                  <a:pt x="91864" y="180696"/>
                </a:lnTo>
                <a:lnTo>
                  <a:pt x="95539" y="180696"/>
                </a:lnTo>
                <a:lnTo>
                  <a:pt x="99214" y="180696"/>
                </a:lnTo>
                <a:lnTo>
                  <a:pt x="102888" y="180696"/>
                </a:lnTo>
                <a:lnTo>
                  <a:pt x="106563" y="180696"/>
                </a:lnTo>
                <a:lnTo>
                  <a:pt x="110237" y="180696"/>
                </a:lnTo>
                <a:lnTo>
                  <a:pt x="113912" y="180696"/>
                </a:lnTo>
                <a:lnTo>
                  <a:pt x="117587" y="180696"/>
                </a:lnTo>
                <a:lnTo>
                  <a:pt x="121261" y="180696"/>
                </a:lnTo>
                <a:lnTo>
                  <a:pt x="124936" y="180696"/>
                </a:lnTo>
                <a:lnTo>
                  <a:pt x="128610" y="180696"/>
                </a:lnTo>
                <a:lnTo>
                  <a:pt x="132285" y="180696"/>
                </a:lnTo>
                <a:lnTo>
                  <a:pt x="135960" y="180696"/>
                </a:lnTo>
                <a:lnTo>
                  <a:pt x="139634" y="180696"/>
                </a:lnTo>
                <a:lnTo>
                  <a:pt x="143309" y="180696"/>
                </a:lnTo>
                <a:lnTo>
                  <a:pt x="146983" y="180696"/>
                </a:lnTo>
                <a:lnTo>
                  <a:pt x="150658" y="180696"/>
                </a:lnTo>
                <a:lnTo>
                  <a:pt x="154333" y="180696"/>
                </a:lnTo>
                <a:lnTo>
                  <a:pt x="158007" y="180696"/>
                </a:lnTo>
                <a:lnTo>
                  <a:pt x="161682" y="180696"/>
                </a:lnTo>
                <a:lnTo>
                  <a:pt x="165356" y="180696"/>
                </a:lnTo>
                <a:lnTo>
                  <a:pt x="169031" y="180696"/>
                </a:lnTo>
                <a:lnTo>
                  <a:pt x="172706" y="180696"/>
                </a:lnTo>
                <a:lnTo>
                  <a:pt x="176380" y="180696"/>
                </a:lnTo>
                <a:lnTo>
                  <a:pt x="180055" y="180696"/>
                </a:lnTo>
                <a:lnTo>
                  <a:pt x="183729" y="180696"/>
                </a:lnTo>
                <a:lnTo>
                  <a:pt x="187404" y="180696"/>
                </a:lnTo>
                <a:lnTo>
                  <a:pt x="191079" y="180696"/>
                </a:lnTo>
                <a:lnTo>
                  <a:pt x="194753" y="180696"/>
                </a:lnTo>
                <a:lnTo>
                  <a:pt x="198428" y="180696"/>
                </a:lnTo>
                <a:lnTo>
                  <a:pt x="202102" y="180696"/>
                </a:lnTo>
                <a:lnTo>
                  <a:pt x="205777" y="180696"/>
                </a:lnTo>
                <a:lnTo>
                  <a:pt x="209452" y="180696"/>
                </a:lnTo>
                <a:lnTo>
                  <a:pt x="213126" y="180696"/>
                </a:lnTo>
                <a:lnTo>
                  <a:pt x="216801" y="180696"/>
                </a:lnTo>
                <a:lnTo>
                  <a:pt x="220475" y="180696"/>
                </a:lnTo>
                <a:lnTo>
                  <a:pt x="224150" y="180696"/>
                </a:lnTo>
                <a:lnTo>
                  <a:pt x="227825" y="180696"/>
                </a:lnTo>
                <a:lnTo>
                  <a:pt x="231499" y="180696"/>
                </a:lnTo>
                <a:lnTo>
                  <a:pt x="235174" y="180696"/>
                </a:lnTo>
                <a:lnTo>
                  <a:pt x="238848" y="180696"/>
                </a:lnTo>
                <a:lnTo>
                  <a:pt x="242523" y="180696"/>
                </a:lnTo>
                <a:lnTo>
                  <a:pt x="246198" y="180696"/>
                </a:lnTo>
                <a:lnTo>
                  <a:pt x="249872" y="180696"/>
                </a:lnTo>
                <a:lnTo>
                  <a:pt x="253547" y="180696"/>
                </a:lnTo>
                <a:lnTo>
                  <a:pt x="257221" y="180696"/>
                </a:lnTo>
                <a:lnTo>
                  <a:pt x="260896" y="180696"/>
                </a:lnTo>
                <a:lnTo>
                  <a:pt x="264571" y="180696"/>
                </a:lnTo>
                <a:lnTo>
                  <a:pt x="268245" y="180696"/>
                </a:lnTo>
                <a:lnTo>
                  <a:pt x="271920" y="180696"/>
                </a:lnTo>
                <a:lnTo>
                  <a:pt x="275594" y="180696"/>
                </a:lnTo>
                <a:lnTo>
                  <a:pt x="279269" y="180696"/>
                </a:lnTo>
                <a:lnTo>
                  <a:pt x="282944" y="180696"/>
                </a:lnTo>
                <a:lnTo>
                  <a:pt x="286618" y="180696"/>
                </a:lnTo>
                <a:lnTo>
                  <a:pt x="290293" y="180696"/>
                </a:lnTo>
                <a:lnTo>
                  <a:pt x="293967" y="180696"/>
                </a:lnTo>
                <a:lnTo>
                  <a:pt x="297642" y="180696"/>
                </a:lnTo>
                <a:lnTo>
                  <a:pt x="301317" y="180696"/>
                </a:lnTo>
                <a:lnTo>
                  <a:pt x="304991" y="180695"/>
                </a:lnTo>
                <a:lnTo>
                  <a:pt x="308666" y="180695"/>
                </a:lnTo>
                <a:lnTo>
                  <a:pt x="312340" y="180695"/>
                </a:lnTo>
                <a:lnTo>
                  <a:pt x="316015" y="180694"/>
                </a:lnTo>
                <a:lnTo>
                  <a:pt x="319690" y="180694"/>
                </a:lnTo>
                <a:lnTo>
                  <a:pt x="323364" y="180693"/>
                </a:lnTo>
                <a:lnTo>
                  <a:pt x="327039" y="180692"/>
                </a:lnTo>
                <a:lnTo>
                  <a:pt x="330713" y="180690"/>
                </a:lnTo>
                <a:lnTo>
                  <a:pt x="334388" y="180688"/>
                </a:lnTo>
                <a:lnTo>
                  <a:pt x="338063" y="180686"/>
                </a:lnTo>
                <a:lnTo>
                  <a:pt x="341737" y="180682"/>
                </a:lnTo>
                <a:lnTo>
                  <a:pt x="345412" y="180678"/>
                </a:lnTo>
                <a:lnTo>
                  <a:pt x="349086" y="180673"/>
                </a:lnTo>
                <a:lnTo>
                  <a:pt x="352761" y="180666"/>
                </a:lnTo>
                <a:lnTo>
                  <a:pt x="356436" y="180658"/>
                </a:lnTo>
                <a:lnTo>
                  <a:pt x="360110" y="180648"/>
                </a:lnTo>
                <a:lnTo>
                  <a:pt x="363785" y="180637"/>
                </a:lnTo>
                <a:lnTo>
                  <a:pt x="367459" y="180623"/>
                </a:lnTo>
                <a:lnTo>
                  <a:pt x="371134" y="180608"/>
                </a:lnTo>
                <a:lnTo>
                  <a:pt x="374809" y="180591"/>
                </a:lnTo>
                <a:lnTo>
                  <a:pt x="378483" y="180572"/>
                </a:lnTo>
                <a:lnTo>
                  <a:pt x="382158" y="180550"/>
                </a:lnTo>
                <a:lnTo>
                  <a:pt x="385832" y="180527"/>
                </a:lnTo>
                <a:lnTo>
                  <a:pt x="389507" y="180502"/>
                </a:lnTo>
                <a:lnTo>
                  <a:pt x="393182" y="180475"/>
                </a:lnTo>
                <a:lnTo>
                  <a:pt x="396856" y="180447"/>
                </a:lnTo>
                <a:lnTo>
                  <a:pt x="400531" y="180417"/>
                </a:lnTo>
                <a:lnTo>
                  <a:pt x="404205" y="180385"/>
                </a:lnTo>
                <a:lnTo>
                  <a:pt x="407880" y="180351"/>
                </a:lnTo>
                <a:lnTo>
                  <a:pt x="411555" y="180314"/>
                </a:lnTo>
                <a:lnTo>
                  <a:pt x="415229" y="180276"/>
                </a:lnTo>
                <a:lnTo>
                  <a:pt x="418904" y="180235"/>
                </a:lnTo>
                <a:lnTo>
                  <a:pt x="422578" y="180190"/>
                </a:lnTo>
                <a:lnTo>
                  <a:pt x="426253" y="180143"/>
                </a:lnTo>
                <a:lnTo>
                  <a:pt x="429928" y="180092"/>
                </a:lnTo>
                <a:lnTo>
                  <a:pt x="433602" y="180037"/>
                </a:lnTo>
                <a:lnTo>
                  <a:pt x="437277" y="179979"/>
                </a:lnTo>
                <a:lnTo>
                  <a:pt x="440951" y="179917"/>
                </a:lnTo>
                <a:lnTo>
                  <a:pt x="444626" y="179852"/>
                </a:lnTo>
                <a:lnTo>
                  <a:pt x="448301" y="179785"/>
                </a:lnTo>
                <a:lnTo>
                  <a:pt x="451975" y="179716"/>
                </a:lnTo>
                <a:lnTo>
                  <a:pt x="455650" y="179647"/>
                </a:lnTo>
                <a:lnTo>
                  <a:pt x="459324" y="179580"/>
                </a:lnTo>
                <a:lnTo>
                  <a:pt x="462999" y="179514"/>
                </a:lnTo>
                <a:lnTo>
                  <a:pt x="466674" y="179453"/>
                </a:lnTo>
                <a:lnTo>
                  <a:pt x="470348" y="179397"/>
                </a:lnTo>
                <a:lnTo>
                  <a:pt x="474023" y="179347"/>
                </a:lnTo>
                <a:lnTo>
                  <a:pt x="477697" y="179305"/>
                </a:lnTo>
                <a:lnTo>
                  <a:pt x="481372" y="179271"/>
                </a:lnTo>
                <a:lnTo>
                  <a:pt x="485047" y="179244"/>
                </a:lnTo>
                <a:lnTo>
                  <a:pt x="488721" y="179224"/>
                </a:lnTo>
                <a:lnTo>
                  <a:pt x="492396" y="179212"/>
                </a:lnTo>
                <a:lnTo>
                  <a:pt x="496070" y="179204"/>
                </a:lnTo>
                <a:lnTo>
                  <a:pt x="499745" y="179201"/>
                </a:lnTo>
                <a:lnTo>
                  <a:pt x="503420" y="179199"/>
                </a:lnTo>
                <a:lnTo>
                  <a:pt x="507094" y="179196"/>
                </a:lnTo>
                <a:lnTo>
                  <a:pt x="510769" y="179189"/>
                </a:lnTo>
                <a:lnTo>
                  <a:pt x="514443" y="179175"/>
                </a:lnTo>
                <a:lnTo>
                  <a:pt x="518118" y="179151"/>
                </a:lnTo>
                <a:lnTo>
                  <a:pt x="521793" y="179116"/>
                </a:lnTo>
                <a:lnTo>
                  <a:pt x="525467" y="179066"/>
                </a:lnTo>
                <a:lnTo>
                  <a:pt x="529142" y="178999"/>
                </a:lnTo>
                <a:lnTo>
                  <a:pt x="532816" y="178912"/>
                </a:lnTo>
                <a:lnTo>
                  <a:pt x="536491" y="178804"/>
                </a:lnTo>
                <a:lnTo>
                  <a:pt x="540166" y="178677"/>
                </a:lnTo>
                <a:lnTo>
                  <a:pt x="543840" y="178530"/>
                </a:lnTo>
                <a:lnTo>
                  <a:pt x="547515" y="178363"/>
                </a:lnTo>
                <a:lnTo>
                  <a:pt x="551189" y="178179"/>
                </a:lnTo>
                <a:lnTo>
                  <a:pt x="554864" y="177977"/>
                </a:lnTo>
                <a:lnTo>
                  <a:pt x="558539" y="177761"/>
                </a:lnTo>
                <a:lnTo>
                  <a:pt x="562213" y="177532"/>
                </a:lnTo>
                <a:lnTo>
                  <a:pt x="565888" y="177294"/>
                </a:lnTo>
                <a:lnTo>
                  <a:pt x="569562" y="177052"/>
                </a:lnTo>
                <a:lnTo>
                  <a:pt x="573237" y="176806"/>
                </a:lnTo>
                <a:lnTo>
                  <a:pt x="576912" y="176562"/>
                </a:lnTo>
                <a:lnTo>
                  <a:pt x="580586" y="176322"/>
                </a:lnTo>
                <a:lnTo>
                  <a:pt x="584261" y="176088"/>
                </a:lnTo>
                <a:lnTo>
                  <a:pt x="587935" y="175862"/>
                </a:lnTo>
                <a:lnTo>
                  <a:pt x="591610" y="175647"/>
                </a:lnTo>
                <a:lnTo>
                  <a:pt x="595285" y="175445"/>
                </a:lnTo>
                <a:lnTo>
                  <a:pt x="598959" y="175255"/>
                </a:lnTo>
                <a:lnTo>
                  <a:pt x="602634" y="175076"/>
                </a:lnTo>
                <a:lnTo>
                  <a:pt x="606308" y="174908"/>
                </a:lnTo>
                <a:lnTo>
                  <a:pt x="609983" y="174748"/>
                </a:lnTo>
                <a:lnTo>
                  <a:pt x="613658" y="174594"/>
                </a:lnTo>
                <a:lnTo>
                  <a:pt x="617332" y="174443"/>
                </a:lnTo>
                <a:lnTo>
                  <a:pt x="621007" y="174292"/>
                </a:lnTo>
                <a:lnTo>
                  <a:pt x="624681" y="174137"/>
                </a:lnTo>
                <a:lnTo>
                  <a:pt x="628356" y="173973"/>
                </a:lnTo>
                <a:lnTo>
                  <a:pt x="632031" y="173797"/>
                </a:lnTo>
                <a:lnTo>
                  <a:pt x="635705" y="173605"/>
                </a:lnTo>
                <a:lnTo>
                  <a:pt x="639380" y="173394"/>
                </a:lnTo>
                <a:lnTo>
                  <a:pt x="643054" y="173162"/>
                </a:lnTo>
                <a:lnTo>
                  <a:pt x="646729" y="172905"/>
                </a:lnTo>
                <a:lnTo>
                  <a:pt x="650404" y="172621"/>
                </a:lnTo>
                <a:lnTo>
                  <a:pt x="654078" y="172309"/>
                </a:lnTo>
                <a:lnTo>
                  <a:pt x="657753" y="171961"/>
                </a:lnTo>
                <a:lnTo>
                  <a:pt x="661427" y="171583"/>
                </a:lnTo>
                <a:lnTo>
                  <a:pt x="665102" y="171171"/>
                </a:lnTo>
                <a:lnTo>
                  <a:pt x="668777" y="170728"/>
                </a:lnTo>
                <a:lnTo>
                  <a:pt x="672451" y="170252"/>
                </a:lnTo>
                <a:lnTo>
                  <a:pt x="676126" y="169744"/>
                </a:lnTo>
                <a:lnTo>
                  <a:pt x="679800" y="169204"/>
                </a:lnTo>
                <a:lnTo>
                  <a:pt x="683475" y="168633"/>
                </a:lnTo>
                <a:lnTo>
                  <a:pt x="687150" y="168030"/>
                </a:lnTo>
                <a:lnTo>
                  <a:pt x="690824" y="167395"/>
                </a:lnTo>
                <a:lnTo>
                  <a:pt x="694499" y="166731"/>
                </a:lnTo>
                <a:lnTo>
                  <a:pt x="698173" y="166039"/>
                </a:lnTo>
                <a:lnTo>
                  <a:pt x="701848" y="165319"/>
                </a:lnTo>
                <a:lnTo>
                  <a:pt x="705523" y="164573"/>
                </a:lnTo>
                <a:lnTo>
                  <a:pt x="709197" y="163799"/>
                </a:lnTo>
                <a:lnTo>
                  <a:pt x="712872" y="162999"/>
                </a:lnTo>
                <a:lnTo>
                  <a:pt x="716546" y="162172"/>
                </a:lnTo>
                <a:lnTo>
                  <a:pt x="720221" y="161314"/>
                </a:lnTo>
                <a:lnTo>
                  <a:pt x="723896" y="160427"/>
                </a:lnTo>
                <a:lnTo>
                  <a:pt x="727570" y="159511"/>
                </a:lnTo>
                <a:lnTo>
                  <a:pt x="731245" y="158567"/>
                </a:lnTo>
                <a:lnTo>
                  <a:pt x="734919" y="157594"/>
                </a:lnTo>
                <a:lnTo>
                  <a:pt x="738594" y="156594"/>
                </a:lnTo>
                <a:lnTo>
                  <a:pt x="742269" y="155566"/>
                </a:lnTo>
                <a:lnTo>
                  <a:pt x="745943" y="154513"/>
                </a:lnTo>
                <a:lnTo>
                  <a:pt x="749618" y="153436"/>
                </a:lnTo>
                <a:lnTo>
                  <a:pt x="753292" y="152335"/>
                </a:lnTo>
                <a:lnTo>
                  <a:pt x="756967" y="151216"/>
                </a:lnTo>
                <a:lnTo>
                  <a:pt x="760642" y="150082"/>
                </a:lnTo>
                <a:lnTo>
                  <a:pt x="764316" y="148934"/>
                </a:lnTo>
                <a:lnTo>
                  <a:pt x="767991" y="147776"/>
                </a:lnTo>
                <a:lnTo>
                  <a:pt x="771665" y="146607"/>
                </a:lnTo>
                <a:lnTo>
                  <a:pt x="775340" y="145428"/>
                </a:lnTo>
                <a:lnTo>
                  <a:pt x="779015" y="144240"/>
                </a:lnTo>
                <a:lnTo>
                  <a:pt x="782689" y="143037"/>
                </a:lnTo>
                <a:lnTo>
                  <a:pt x="786364" y="141817"/>
                </a:lnTo>
                <a:lnTo>
                  <a:pt x="790038" y="140577"/>
                </a:lnTo>
                <a:lnTo>
                  <a:pt x="793713" y="139310"/>
                </a:lnTo>
                <a:lnTo>
                  <a:pt x="797388" y="138011"/>
                </a:lnTo>
                <a:lnTo>
                  <a:pt x="801062" y="136674"/>
                </a:lnTo>
                <a:lnTo>
                  <a:pt x="804737" y="135293"/>
                </a:lnTo>
                <a:lnTo>
                  <a:pt x="808411" y="133863"/>
                </a:lnTo>
                <a:lnTo>
                  <a:pt x="812086" y="132377"/>
                </a:lnTo>
                <a:lnTo>
                  <a:pt x="815761" y="130823"/>
                </a:lnTo>
                <a:lnTo>
                  <a:pt x="819435" y="129205"/>
                </a:lnTo>
                <a:lnTo>
                  <a:pt x="823110" y="127522"/>
                </a:lnTo>
                <a:lnTo>
                  <a:pt x="826784" y="125775"/>
                </a:lnTo>
                <a:lnTo>
                  <a:pt x="830459" y="123964"/>
                </a:lnTo>
                <a:lnTo>
                  <a:pt x="834134" y="122091"/>
                </a:lnTo>
                <a:lnTo>
                  <a:pt x="837808" y="120161"/>
                </a:lnTo>
                <a:lnTo>
                  <a:pt x="841483" y="118175"/>
                </a:lnTo>
                <a:lnTo>
                  <a:pt x="845157" y="116137"/>
                </a:lnTo>
                <a:lnTo>
                  <a:pt x="848832" y="114047"/>
                </a:lnTo>
                <a:lnTo>
                  <a:pt x="852507" y="111917"/>
                </a:lnTo>
                <a:lnTo>
                  <a:pt x="856181" y="109748"/>
                </a:lnTo>
                <a:lnTo>
                  <a:pt x="859856" y="107543"/>
                </a:lnTo>
                <a:lnTo>
                  <a:pt x="863530" y="105304"/>
                </a:lnTo>
                <a:lnTo>
                  <a:pt x="867205" y="103033"/>
                </a:lnTo>
                <a:lnTo>
                  <a:pt x="870880" y="100730"/>
                </a:lnTo>
                <a:lnTo>
                  <a:pt x="874554" y="98396"/>
                </a:lnTo>
                <a:lnTo>
                  <a:pt x="878229" y="96029"/>
                </a:lnTo>
                <a:lnTo>
                  <a:pt x="881903" y="93631"/>
                </a:lnTo>
                <a:lnTo>
                  <a:pt x="885578" y="91205"/>
                </a:lnTo>
                <a:lnTo>
                  <a:pt x="889253" y="88754"/>
                </a:lnTo>
                <a:lnTo>
                  <a:pt x="892927" y="86282"/>
                </a:lnTo>
                <a:lnTo>
                  <a:pt x="896602" y="83793"/>
                </a:lnTo>
                <a:lnTo>
                  <a:pt x="900276" y="81293"/>
                </a:lnTo>
                <a:lnTo>
                  <a:pt x="903951" y="78790"/>
                </a:lnTo>
                <a:lnTo>
                  <a:pt x="907626" y="76291"/>
                </a:lnTo>
                <a:lnTo>
                  <a:pt x="911300" y="73808"/>
                </a:lnTo>
                <a:lnTo>
                  <a:pt x="914975" y="71353"/>
                </a:lnTo>
                <a:lnTo>
                  <a:pt x="918649" y="68932"/>
                </a:lnTo>
                <a:lnTo>
                  <a:pt x="922324" y="66557"/>
                </a:lnTo>
                <a:lnTo>
                  <a:pt x="925999" y="64236"/>
                </a:lnTo>
                <a:lnTo>
                  <a:pt x="929673" y="61977"/>
                </a:lnTo>
                <a:lnTo>
                  <a:pt x="933348" y="59787"/>
                </a:lnTo>
                <a:lnTo>
                  <a:pt x="937022" y="57670"/>
                </a:lnTo>
                <a:lnTo>
                  <a:pt x="940697" y="55635"/>
                </a:lnTo>
                <a:lnTo>
                  <a:pt x="944372" y="53683"/>
                </a:lnTo>
                <a:lnTo>
                  <a:pt x="948046" y="51806"/>
                </a:lnTo>
                <a:lnTo>
                  <a:pt x="951721" y="49997"/>
                </a:lnTo>
                <a:lnTo>
                  <a:pt x="955395" y="48252"/>
                </a:lnTo>
                <a:lnTo>
                  <a:pt x="959070" y="46560"/>
                </a:lnTo>
                <a:lnTo>
                  <a:pt x="962745" y="44911"/>
                </a:lnTo>
                <a:lnTo>
                  <a:pt x="966419" y="43294"/>
                </a:lnTo>
                <a:lnTo>
                  <a:pt x="970094" y="41697"/>
                </a:lnTo>
                <a:lnTo>
                  <a:pt x="973768" y="40107"/>
                </a:lnTo>
                <a:lnTo>
                  <a:pt x="977443" y="38510"/>
                </a:lnTo>
                <a:lnTo>
                  <a:pt x="981118" y="36898"/>
                </a:lnTo>
                <a:lnTo>
                  <a:pt x="984792" y="35264"/>
                </a:lnTo>
                <a:lnTo>
                  <a:pt x="988467" y="33601"/>
                </a:lnTo>
                <a:lnTo>
                  <a:pt x="992141" y="31908"/>
                </a:lnTo>
                <a:lnTo>
                  <a:pt x="995816" y="30185"/>
                </a:lnTo>
                <a:lnTo>
                  <a:pt x="999491" y="28432"/>
                </a:lnTo>
                <a:lnTo>
                  <a:pt x="1003165" y="26653"/>
                </a:lnTo>
                <a:lnTo>
                  <a:pt x="1006840" y="24853"/>
                </a:lnTo>
                <a:lnTo>
                  <a:pt x="1010514" y="23045"/>
                </a:lnTo>
                <a:lnTo>
                  <a:pt x="1014189" y="21236"/>
                </a:lnTo>
                <a:lnTo>
                  <a:pt x="1017864" y="19437"/>
                </a:lnTo>
                <a:lnTo>
                  <a:pt x="1021538" y="17659"/>
                </a:lnTo>
                <a:lnTo>
                  <a:pt x="1025213" y="15914"/>
                </a:lnTo>
                <a:lnTo>
                  <a:pt x="1028887" y="14214"/>
                </a:lnTo>
                <a:lnTo>
                  <a:pt x="1032562" y="12572"/>
                </a:lnTo>
                <a:lnTo>
                  <a:pt x="1036237" y="11010"/>
                </a:lnTo>
                <a:lnTo>
                  <a:pt x="1039911" y="9541"/>
                </a:lnTo>
                <a:lnTo>
                  <a:pt x="1043586" y="8173"/>
                </a:lnTo>
                <a:lnTo>
                  <a:pt x="1047260" y="6917"/>
                </a:lnTo>
                <a:lnTo>
                  <a:pt x="1050935" y="5783"/>
                </a:lnTo>
                <a:lnTo>
                  <a:pt x="1054610" y="4776"/>
                </a:lnTo>
                <a:lnTo>
                  <a:pt x="1058284" y="3902"/>
                </a:lnTo>
                <a:lnTo>
                  <a:pt x="1061959" y="3160"/>
                </a:lnTo>
                <a:lnTo>
                  <a:pt x="1065633" y="2548"/>
                </a:lnTo>
                <a:lnTo>
                  <a:pt x="1069308" y="2073"/>
                </a:lnTo>
                <a:lnTo>
                  <a:pt x="1072983" y="1705"/>
                </a:lnTo>
                <a:lnTo>
                  <a:pt x="1076657" y="1427"/>
                </a:lnTo>
                <a:lnTo>
                  <a:pt x="1080332" y="1225"/>
                </a:lnTo>
                <a:lnTo>
                  <a:pt x="1084006" y="1081"/>
                </a:lnTo>
                <a:lnTo>
                  <a:pt x="1087681" y="977"/>
                </a:lnTo>
                <a:lnTo>
                  <a:pt x="1091356" y="897"/>
                </a:lnTo>
                <a:lnTo>
                  <a:pt x="1095030" y="827"/>
                </a:lnTo>
                <a:lnTo>
                  <a:pt x="1098705" y="756"/>
                </a:lnTo>
                <a:lnTo>
                  <a:pt x="1102379" y="674"/>
                </a:lnTo>
                <a:lnTo>
                  <a:pt x="1106054" y="580"/>
                </a:lnTo>
                <a:lnTo>
                  <a:pt x="1109729" y="474"/>
                </a:lnTo>
                <a:lnTo>
                  <a:pt x="1113403" y="363"/>
                </a:lnTo>
                <a:lnTo>
                  <a:pt x="1117078" y="252"/>
                </a:lnTo>
                <a:lnTo>
                  <a:pt x="1120752" y="150"/>
                </a:lnTo>
                <a:lnTo>
                  <a:pt x="1124427" y="67"/>
                </a:lnTo>
                <a:lnTo>
                  <a:pt x="1128102" y="12"/>
                </a:lnTo>
                <a:lnTo>
                  <a:pt x="1131776" y="0"/>
                </a:lnTo>
                <a:lnTo>
                  <a:pt x="1135451" y="32"/>
                </a:lnTo>
                <a:lnTo>
                  <a:pt x="1139125" y="113"/>
                </a:lnTo>
                <a:lnTo>
                  <a:pt x="1142800" y="241"/>
                </a:lnTo>
                <a:lnTo>
                  <a:pt x="1146475" y="416"/>
                </a:lnTo>
                <a:lnTo>
                  <a:pt x="1150149" y="632"/>
                </a:lnTo>
                <a:lnTo>
                  <a:pt x="1153824" y="885"/>
                </a:lnTo>
                <a:lnTo>
                  <a:pt x="1157498" y="1167"/>
                </a:lnTo>
                <a:lnTo>
                  <a:pt x="1161173" y="1474"/>
                </a:lnTo>
                <a:lnTo>
                  <a:pt x="1164848" y="1798"/>
                </a:lnTo>
                <a:lnTo>
                  <a:pt x="1168522" y="2135"/>
                </a:lnTo>
                <a:lnTo>
                  <a:pt x="1172197" y="2485"/>
                </a:lnTo>
                <a:lnTo>
                  <a:pt x="1175871" y="2849"/>
                </a:lnTo>
                <a:lnTo>
                  <a:pt x="1179546" y="3235"/>
                </a:lnTo>
                <a:lnTo>
                  <a:pt x="1183221" y="3649"/>
                </a:lnTo>
                <a:lnTo>
                  <a:pt x="1186895" y="4104"/>
                </a:lnTo>
                <a:lnTo>
                  <a:pt x="1190570" y="4612"/>
                </a:lnTo>
                <a:lnTo>
                  <a:pt x="1194244" y="5195"/>
                </a:lnTo>
                <a:lnTo>
                  <a:pt x="1197919" y="5867"/>
                </a:lnTo>
                <a:lnTo>
                  <a:pt x="1201594" y="6639"/>
                </a:lnTo>
                <a:lnTo>
                  <a:pt x="1205268" y="7522"/>
                </a:lnTo>
                <a:lnTo>
                  <a:pt x="1208943" y="8524"/>
                </a:lnTo>
                <a:lnTo>
                  <a:pt x="1212617" y="9653"/>
                </a:lnTo>
                <a:lnTo>
                  <a:pt x="1216292" y="10912"/>
                </a:lnTo>
                <a:lnTo>
                  <a:pt x="1219967" y="12302"/>
                </a:lnTo>
                <a:lnTo>
                  <a:pt x="1223641" y="13823"/>
                </a:lnTo>
                <a:lnTo>
                  <a:pt x="1227316" y="15485"/>
                </a:lnTo>
                <a:lnTo>
                  <a:pt x="1230990" y="17263"/>
                </a:lnTo>
                <a:lnTo>
                  <a:pt x="1234665" y="19147"/>
                </a:lnTo>
                <a:lnTo>
                  <a:pt x="1238340" y="21127"/>
                </a:lnTo>
                <a:lnTo>
                  <a:pt x="1242014" y="23194"/>
                </a:lnTo>
                <a:lnTo>
                  <a:pt x="1245689" y="25337"/>
                </a:lnTo>
                <a:lnTo>
                  <a:pt x="1249363" y="27547"/>
                </a:lnTo>
                <a:lnTo>
                  <a:pt x="1253038" y="29815"/>
                </a:lnTo>
                <a:lnTo>
                  <a:pt x="1256713" y="32134"/>
                </a:lnTo>
                <a:lnTo>
                  <a:pt x="1260387" y="34497"/>
                </a:lnTo>
                <a:lnTo>
                  <a:pt x="1264062" y="36895"/>
                </a:lnTo>
                <a:lnTo>
                  <a:pt x="1267736" y="39323"/>
                </a:lnTo>
                <a:lnTo>
                  <a:pt x="1271411" y="41777"/>
                </a:lnTo>
                <a:lnTo>
                  <a:pt x="1275086" y="44255"/>
                </a:lnTo>
                <a:lnTo>
                  <a:pt x="1278760" y="46754"/>
                </a:lnTo>
                <a:lnTo>
                  <a:pt x="1282435" y="49270"/>
                </a:lnTo>
                <a:lnTo>
                  <a:pt x="1286109" y="51802"/>
                </a:lnTo>
                <a:lnTo>
                  <a:pt x="1289784" y="54345"/>
                </a:lnTo>
                <a:lnTo>
                  <a:pt x="1293459" y="56894"/>
                </a:lnTo>
                <a:lnTo>
                  <a:pt x="1297133" y="59441"/>
                </a:lnTo>
                <a:lnTo>
                  <a:pt x="1300808" y="61979"/>
                </a:lnTo>
                <a:lnTo>
                  <a:pt x="1304482" y="64500"/>
                </a:lnTo>
                <a:lnTo>
                  <a:pt x="1308157" y="66994"/>
                </a:lnTo>
                <a:lnTo>
                  <a:pt x="1311832" y="69453"/>
                </a:lnTo>
                <a:lnTo>
                  <a:pt x="1315506" y="71867"/>
                </a:lnTo>
                <a:lnTo>
                  <a:pt x="1319181" y="74223"/>
                </a:lnTo>
                <a:lnTo>
                  <a:pt x="1322855" y="76507"/>
                </a:lnTo>
                <a:lnTo>
                  <a:pt x="1326530" y="78719"/>
                </a:lnTo>
                <a:lnTo>
                  <a:pt x="1330205" y="80854"/>
                </a:lnTo>
                <a:lnTo>
                  <a:pt x="1333879" y="82910"/>
                </a:lnTo>
                <a:lnTo>
                  <a:pt x="1337554" y="84888"/>
                </a:lnTo>
                <a:lnTo>
                  <a:pt x="1341228" y="86791"/>
                </a:lnTo>
                <a:lnTo>
                  <a:pt x="1344903" y="88623"/>
                </a:lnTo>
                <a:lnTo>
                  <a:pt x="1348577" y="90392"/>
                </a:lnTo>
                <a:lnTo>
                  <a:pt x="1352252" y="92105"/>
                </a:lnTo>
                <a:lnTo>
                  <a:pt x="1355927" y="93779"/>
                </a:lnTo>
                <a:lnTo>
                  <a:pt x="1359601" y="95429"/>
                </a:lnTo>
                <a:lnTo>
                  <a:pt x="1363276" y="97067"/>
                </a:lnTo>
                <a:lnTo>
                  <a:pt x="1366950" y="98707"/>
                </a:lnTo>
                <a:lnTo>
                  <a:pt x="1370625" y="100359"/>
                </a:lnTo>
                <a:lnTo>
                  <a:pt x="1374300" y="102033"/>
                </a:lnTo>
                <a:lnTo>
                  <a:pt x="1377974" y="103735"/>
                </a:lnTo>
                <a:lnTo>
                  <a:pt x="1381649" y="105472"/>
                </a:lnTo>
                <a:lnTo>
                  <a:pt x="1385323" y="107250"/>
                </a:lnTo>
                <a:lnTo>
                  <a:pt x="1388998" y="109062"/>
                </a:lnTo>
                <a:lnTo>
                  <a:pt x="1392673" y="110904"/>
                </a:lnTo>
                <a:lnTo>
                  <a:pt x="1396347" y="112770"/>
                </a:lnTo>
                <a:lnTo>
                  <a:pt x="1400022" y="114650"/>
                </a:lnTo>
                <a:lnTo>
                  <a:pt x="1403696" y="116537"/>
                </a:lnTo>
                <a:lnTo>
                  <a:pt x="1407371" y="118420"/>
                </a:lnTo>
                <a:lnTo>
                  <a:pt x="1411046" y="120289"/>
                </a:lnTo>
                <a:lnTo>
                  <a:pt x="1414720" y="122132"/>
                </a:lnTo>
                <a:lnTo>
                  <a:pt x="1418395" y="123938"/>
                </a:lnTo>
                <a:lnTo>
                  <a:pt x="1422069" y="125702"/>
                </a:lnTo>
                <a:lnTo>
                  <a:pt x="1425744" y="127418"/>
                </a:lnTo>
                <a:lnTo>
                  <a:pt x="1429419" y="129083"/>
                </a:lnTo>
                <a:lnTo>
                  <a:pt x="1433093" y="130694"/>
                </a:lnTo>
                <a:lnTo>
                  <a:pt x="1436768" y="132250"/>
                </a:lnTo>
                <a:lnTo>
                  <a:pt x="1440442" y="133751"/>
                </a:lnTo>
                <a:lnTo>
                  <a:pt x="1444117" y="135200"/>
                </a:lnTo>
                <a:lnTo>
                  <a:pt x="1447792" y="136593"/>
                </a:lnTo>
                <a:lnTo>
                  <a:pt x="1451466" y="137941"/>
                </a:lnTo>
                <a:lnTo>
                  <a:pt x="1455141" y="139247"/>
                </a:lnTo>
                <a:lnTo>
                  <a:pt x="1458815" y="140518"/>
                </a:lnTo>
                <a:lnTo>
                  <a:pt x="1462490" y="141757"/>
                </a:lnTo>
                <a:lnTo>
                  <a:pt x="1466165" y="142969"/>
                </a:lnTo>
                <a:lnTo>
                  <a:pt x="1469839" y="144158"/>
                </a:lnTo>
                <a:lnTo>
                  <a:pt x="1473514" y="145328"/>
                </a:lnTo>
                <a:lnTo>
                  <a:pt x="1477188" y="146481"/>
                </a:lnTo>
                <a:lnTo>
                  <a:pt x="1480863" y="147621"/>
                </a:lnTo>
                <a:lnTo>
                  <a:pt x="1484538" y="148750"/>
                </a:lnTo>
                <a:lnTo>
                  <a:pt x="1488212" y="149870"/>
                </a:lnTo>
                <a:lnTo>
                  <a:pt x="1491887" y="150983"/>
                </a:lnTo>
                <a:lnTo>
                  <a:pt x="1495561" y="152088"/>
                </a:lnTo>
                <a:lnTo>
                  <a:pt x="1499236" y="153187"/>
                </a:lnTo>
                <a:lnTo>
                  <a:pt x="1502911" y="154278"/>
                </a:lnTo>
                <a:lnTo>
                  <a:pt x="1506585" y="155360"/>
                </a:lnTo>
                <a:lnTo>
                  <a:pt x="1510260" y="156432"/>
                </a:lnTo>
                <a:lnTo>
                  <a:pt x="1513934" y="157491"/>
                </a:lnTo>
                <a:lnTo>
                  <a:pt x="1517609" y="158535"/>
                </a:lnTo>
                <a:lnTo>
                  <a:pt x="1521284" y="159563"/>
                </a:lnTo>
                <a:lnTo>
                  <a:pt x="1524958" y="160571"/>
                </a:lnTo>
                <a:lnTo>
                  <a:pt x="1528633" y="161556"/>
                </a:lnTo>
                <a:lnTo>
                  <a:pt x="1532307" y="162516"/>
                </a:lnTo>
                <a:lnTo>
                  <a:pt x="1535982" y="163449"/>
                </a:lnTo>
                <a:lnTo>
                  <a:pt x="1539657" y="164350"/>
                </a:lnTo>
                <a:lnTo>
                  <a:pt x="1543331" y="165214"/>
                </a:lnTo>
                <a:lnTo>
                  <a:pt x="1547006" y="166041"/>
                </a:lnTo>
                <a:lnTo>
                  <a:pt x="1550680" y="166832"/>
                </a:lnTo>
                <a:lnTo>
                  <a:pt x="1554355" y="167584"/>
                </a:lnTo>
                <a:lnTo>
                  <a:pt x="1558030" y="168298"/>
                </a:lnTo>
                <a:lnTo>
                  <a:pt x="1561704" y="168972"/>
                </a:lnTo>
                <a:lnTo>
                  <a:pt x="1565379" y="169608"/>
                </a:lnTo>
                <a:lnTo>
                  <a:pt x="1569053" y="170206"/>
                </a:lnTo>
                <a:lnTo>
                  <a:pt x="1572728" y="170764"/>
                </a:lnTo>
                <a:lnTo>
                  <a:pt x="1576403" y="171283"/>
                </a:lnTo>
                <a:lnTo>
                  <a:pt x="1580077" y="171769"/>
                </a:lnTo>
                <a:lnTo>
                  <a:pt x="1583752" y="172222"/>
                </a:lnTo>
                <a:lnTo>
                  <a:pt x="1587426" y="172644"/>
                </a:lnTo>
                <a:lnTo>
                  <a:pt x="1591101" y="173039"/>
                </a:lnTo>
                <a:lnTo>
                  <a:pt x="1594776" y="173407"/>
                </a:lnTo>
                <a:lnTo>
                  <a:pt x="1598450" y="173751"/>
                </a:lnTo>
                <a:lnTo>
                  <a:pt x="1602125" y="174072"/>
                </a:lnTo>
                <a:lnTo>
                  <a:pt x="1605799" y="174371"/>
                </a:lnTo>
                <a:lnTo>
                  <a:pt x="1609474" y="174651"/>
                </a:lnTo>
                <a:lnTo>
                  <a:pt x="1613149" y="174915"/>
                </a:lnTo>
                <a:lnTo>
                  <a:pt x="1616823" y="175164"/>
                </a:lnTo>
                <a:lnTo>
                  <a:pt x="1620498" y="175399"/>
                </a:lnTo>
                <a:lnTo>
                  <a:pt x="1624172" y="175621"/>
                </a:lnTo>
                <a:lnTo>
                  <a:pt x="1627847" y="175830"/>
                </a:lnTo>
                <a:lnTo>
                  <a:pt x="1631522" y="176029"/>
                </a:lnTo>
                <a:lnTo>
                  <a:pt x="1635196" y="176217"/>
                </a:lnTo>
                <a:lnTo>
                  <a:pt x="1638871" y="176395"/>
                </a:lnTo>
                <a:lnTo>
                  <a:pt x="1642545" y="176564"/>
                </a:lnTo>
                <a:lnTo>
                  <a:pt x="1646220" y="176725"/>
                </a:lnTo>
                <a:lnTo>
                  <a:pt x="1649895" y="176880"/>
                </a:lnTo>
                <a:lnTo>
                  <a:pt x="1653569" y="177030"/>
                </a:lnTo>
                <a:lnTo>
                  <a:pt x="1657244" y="177176"/>
                </a:lnTo>
                <a:lnTo>
                  <a:pt x="1660918" y="177319"/>
                </a:lnTo>
                <a:lnTo>
                  <a:pt x="1664593" y="177459"/>
                </a:lnTo>
                <a:lnTo>
                  <a:pt x="1668268" y="177599"/>
                </a:lnTo>
                <a:lnTo>
                  <a:pt x="1671942" y="177738"/>
                </a:lnTo>
                <a:lnTo>
                  <a:pt x="1675617" y="177877"/>
                </a:lnTo>
                <a:lnTo>
                  <a:pt x="1679291" y="178016"/>
                </a:lnTo>
                <a:lnTo>
                  <a:pt x="1682966" y="178155"/>
                </a:lnTo>
                <a:lnTo>
                  <a:pt x="1686641" y="178292"/>
                </a:lnTo>
                <a:lnTo>
                  <a:pt x="1690315" y="178427"/>
                </a:lnTo>
                <a:lnTo>
                  <a:pt x="1693990" y="178560"/>
                </a:lnTo>
                <a:lnTo>
                  <a:pt x="1697664" y="178688"/>
                </a:lnTo>
                <a:lnTo>
                  <a:pt x="1701339" y="178811"/>
                </a:lnTo>
                <a:lnTo>
                  <a:pt x="1705014" y="178928"/>
                </a:lnTo>
                <a:lnTo>
                  <a:pt x="1708688" y="179038"/>
                </a:lnTo>
                <a:lnTo>
                  <a:pt x="1712363" y="179141"/>
                </a:lnTo>
                <a:lnTo>
                  <a:pt x="1716037" y="179238"/>
                </a:lnTo>
                <a:lnTo>
                  <a:pt x="1719712" y="179329"/>
                </a:lnTo>
                <a:lnTo>
                  <a:pt x="1723387" y="179414"/>
                </a:lnTo>
                <a:lnTo>
                  <a:pt x="1727061" y="179493"/>
                </a:lnTo>
                <a:lnTo>
                  <a:pt x="1730736" y="179568"/>
                </a:lnTo>
                <a:lnTo>
                  <a:pt x="1734410" y="179640"/>
                </a:lnTo>
                <a:lnTo>
                  <a:pt x="1738085" y="179710"/>
                </a:lnTo>
                <a:lnTo>
                  <a:pt x="1741760" y="179778"/>
                </a:lnTo>
                <a:lnTo>
                  <a:pt x="1745434" y="179845"/>
                </a:lnTo>
                <a:lnTo>
                  <a:pt x="1749109" y="179912"/>
                </a:lnTo>
                <a:lnTo>
                  <a:pt x="1752783" y="179978"/>
                </a:lnTo>
                <a:lnTo>
                  <a:pt x="1756458" y="180043"/>
                </a:lnTo>
                <a:lnTo>
                  <a:pt x="1760133" y="180107"/>
                </a:lnTo>
                <a:lnTo>
                  <a:pt x="1763807" y="180170"/>
                </a:lnTo>
                <a:lnTo>
                  <a:pt x="1767482" y="180230"/>
                </a:lnTo>
                <a:lnTo>
                  <a:pt x="1771156" y="180288"/>
                </a:lnTo>
                <a:lnTo>
                  <a:pt x="1774831" y="180342"/>
                </a:lnTo>
                <a:lnTo>
                  <a:pt x="1778506" y="180393"/>
                </a:lnTo>
                <a:lnTo>
                  <a:pt x="1782180" y="180439"/>
                </a:lnTo>
                <a:lnTo>
                  <a:pt x="1785855" y="180481"/>
                </a:lnTo>
                <a:lnTo>
                  <a:pt x="1789529" y="180518"/>
                </a:lnTo>
                <a:lnTo>
                  <a:pt x="1793204" y="180551"/>
                </a:lnTo>
                <a:lnTo>
                  <a:pt x="1796879" y="180579"/>
                </a:lnTo>
                <a:lnTo>
                  <a:pt x="1800553" y="180602"/>
                </a:lnTo>
                <a:lnTo>
                  <a:pt x="1804228" y="180622"/>
                </a:lnTo>
                <a:lnTo>
                  <a:pt x="1807902" y="180639"/>
                </a:lnTo>
                <a:lnTo>
                  <a:pt x="1811577" y="180652"/>
                </a:lnTo>
                <a:lnTo>
                  <a:pt x="1815252" y="180663"/>
                </a:lnTo>
                <a:lnTo>
                  <a:pt x="1818926" y="180671"/>
                </a:lnTo>
                <a:lnTo>
                  <a:pt x="1822601" y="180678"/>
                </a:lnTo>
                <a:lnTo>
                  <a:pt x="1826275" y="180683"/>
                </a:lnTo>
                <a:lnTo>
                  <a:pt x="1829950" y="180686"/>
                </a:lnTo>
                <a:lnTo>
                  <a:pt x="1833625" y="180689"/>
                </a:lnTo>
                <a:lnTo>
                  <a:pt x="1837299" y="180691"/>
                </a:lnTo>
                <a:lnTo>
                  <a:pt x="1840974" y="180693"/>
                </a:lnTo>
                <a:lnTo>
                  <a:pt x="1844648" y="180694"/>
                </a:lnTo>
                <a:lnTo>
                  <a:pt x="1848323" y="180694"/>
                </a:lnTo>
                <a:lnTo>
                  <a:pt x="1851998" y="180695"/>
                </a:lnTo>
                <a:lnTo>
                  <a:pt x="1855672" y="180695"/>
                </a:lnTo>
                <a:lnTo>
                  <a:pt x="1859347" y="180695"/>
                </a:lnTo>
                <a:lnTo>
                  <a:pt x="1863021" y="180696"/>
                </a:lnTo>
                <a:lnTo>
                  <a:pt x="1866696" y="180696"/>
                </a:lnTo>
                <a:lnTo>
                  <a:pt x="1870371" y="180696"/>
                </a:lnTo>
                <a:lnTo>
                  <a:pt x="1874045" y="180696"/>
                </a:lnTo>
                <a:lnTo>
                  <a:pt x="1877720" y="180696"/>
                </a:lnTo>
                <a:lnTo>
                  <a:pt x="1874045" y="180696"/>
                </a:lnTo>
                <a:lnTo>
                  <a:pt x="1870371" y="180696"/>
                </a:lnTo>
                <a:lnTo>
                  <a:pt x="1866696" y="180696"/>
                </a:lnTo>
                <a:lnTo>
                  <a:pt x="1863021" y="180696"/>
                </a:lnTo>
                <a:lnTo>
                  <a:pt x="1859347" y="180696"/>
                </a:lnTo>
                <a:lnTo>
                  <a:pt x="1855672" y="180696"/>
                </a:lnTo>
                <a:lnTo>
                  <a:pt x="1851998" y="180696"/>
                </a:lnTo>
                <a:lnTo>
                  <a:pt x="1848323" y="180696"/>
                </a:lnTo>
                <a:lnTo>
                  <a:pt x="1844648" y="180696"/>
                </a:lnTo>
                <a:lnTo>
                  <a:pt x="1840974" y="180696"/>
                </a:lnTo>
                <a:lnTo>
                  <a:pt x="1837299" y="180696"/>
                </a:lnTo>
                <a:lnTo>
                  <a:pt x="1833625" y="180696"/>
                </a:lnTo>
                <a:lnTo>
                  <a:pt x="1829950" y="180696"/>
                </a:lnTo>
                <a:lnTo>
                  <a:pt x="1826275" y="180696"/>
                </a:lnTo>
                <a:lnTo>
                  <a:pt x="1822601" y="180696"/>
                </a:lnTo>
                <a:lnTo>
                  <a:pt x="1818926" y="180696"/>
                </a:lnTo>
                <a:lnTo>
                  <a:pt x="1815252" y="180696"/>
                </a:lnTo>
                <a:lnTo>
                  <a:pt x="1811577" y="180696"/>
                </a:lnTo>
                <a:lnTo>
                  <a:pt x="1807902" y="180696"/>
                </a:lnTo>
                <a:lnTo>
                  <a:pt x="1804228" y="180696"/>
                </a:lnTo>
                <a:lnTo>
                  <a:pt x="1800553" y="180696"/>
                </a:lnTo>
                <a:lnTo>
                  <a:pt x="1796879" y="180696"/>
                </a:lnTo>
                <a:lnTo>
                  <a:pt x="1793204" y="180696"/>
                </a:lnTo>
                <a:lnTo>
                  <a:pt x="1789529" y="180696"/>
                </a:lnTo>
                <a:lnTo>
                  <a:pt x="1785855" y="180696"/>
                </a:lnTo>
                <a:lnTo>
                  <a:pt x="1782180" y="180696"/>
                </a:lnTo>
                <a:lnTo>
                  <a:pt x="1778506" y="180696"/>
                </a:lnTo>
                <a:lnTo>
                  <a:pt x="1774831" y="180696"/>
                </a:lnTo>
                <a:lnTo>
                  <a:pt x="1771156" y="180696"/>
                </a:lnTo>
                <a:lnTo>
                  <a:pt x="1767482" y="180696"/>
                </a:lnTo>
                <a:lnTo>
                  <a:pt x="1763807" y="180696"/>
                </a:lnTo>
                <a:lnTo>
                  <a:pt x="1760133" y="180696"/>
                </a:lnTo>
                <a:lnTo>
                  <a:pt x="1756458" y="180696"/>
                </a:lnTo>
                <a:lnTo>
                  <a:pt x="1752783" y="180696"/>
                </a:lnTo>
                <a:lnTo>
                  <a:pt x="1749109" y="180696"/>
                </a:lnTo>
                <a:lnTo>
                  <a:pt x="1745434" y="180696"/>
                </a:lnTo>
                <a:lnTo>
                  <a:pt x="1741760" y="180696"/>
                </a:lnTo>
                <a:lnTo>
                  <a:pt x="1738085" y="180696"/>
                </a:lnTo>
                <a:lnTo>
                  <a:pt x="1734410" y="180696"/>
                </a:lnTo>
                <a:lnTo>
                  <a:pt x="1730736" y="180696"/>
                </a:lnTo>
                <a:lnTo>
                  <a:pt x="1727061" y="180696"/>
                </a:lnTo>
                <a:lnTo>
                  <a:pt x="1723387" y="180696"/>
                </a:lnTo>
                <a:lnTo>
                  <a:pt x="1719712" y="180696"/>
                </a:lnTo>
                <a:lnTo>
                  <a:pt x="1716037" y="180696"/>
                </a:lnTo>
                <a:lnTo>
                  <a:pt x="1712363" y="180696"/>
                </a:lnTo>
                <a:lnTo>
                  <a:pt x="1708688" y="180696"/>
                </a:lnTo>
                <a:lnTo>
                  <a:pt x="1705014" y="180696"/>
                </a:lnTo>
                <a:lnTo>
                  <a:pt x="1701339" y="180696"/>
                </a:lnTo>
                <a:lnTo>
                  <a:pt x="1697664" y="180696"/>
                </a:lnTo>
                <a:lnTo>
                  <a:pt x="1693990" y="180696"/>
                </a:lnTo>
                <a:lnTo>
                  <a:pt x="1690315" y="180696"/>
                </a:lnTo>
                <a:lnTo>
                  <a:pt x="1686641" y="180696"/>
                </a:lnTo>
                <a:lnTo>
                  <a:pt x="1682966" y="180696"/>
                </a:lnTo>
                <a:lnTo>
                  <a:pt x="1679291" y="180696"/>
                </a:lnTo>
                <a:lnTo>
                  <a:pt x="1675617" y="180696"/>
                </a:lnTo>
                <a:lnTo>
                  <a:pt x="1671942" y="180696"/>
                </a:lnTo>
                <a:lnTo>
                  <a:pt x="1668268" y="180696"/>
                </a:lnTo>
                <a:lnTo>
                  <a:pt x="1664593" y="180696"/>
                </a:lnTo>
                <a:lnTo>
                  <a:pt x="1660918" y="180696"/>
                </a:lnTo>
                <a:lnTo>
                  <a:pt x="1657244" y="180696"/>
                </a:lnTo>
                <a:lnTo>
                  <a:pt x="1653569" y="180696"/>
                </a:lnTo>
                <a:lnTo>
                  <a:pt x="1649895" y="180696"/>
                </a:lnTo>
                <a:lnTo>
                  <a:pt x="1646220" y="180696"/>
                </a:lnTo>
                <a:lnTo>
                  <a:pt x="1642545" y="180696"/>
                </a:lnTo>
                <a:lnTo>
                  <a:pt x="1638871" y="180696"/>
                </a:lnTo>
                <a:lnTo>
                  <a:pt x="1635196" y="180696"/>
                </a:lnTo>
                <a:lnTo>
                  <a:pt x="1631522" y="180696"/>
                </a:lnTo>
                <a:lnTo>
                  <a:pt x="1627847" y="180696"/>
                </a:lnTo>
                <a:lnTo>
                  <a:pt x="1624172" y="180696"/>
                </a:lnTo>
                <a:lnTo>
                  <a:pt x="1620498" y="180696"/>
                </a:lnTo>
                <a:lnTo>
                  <a:pt x="1616823" y="180696"/>
                </a:lnTo>
                <a:lnTo>
                  <a:pt x="1613149" y="180696"/>
                </a:lnTo>
                <a:lnTo>
                  <a:pt x="1609474" y="180696"/>
                </a:lnTo>
                <a:lnTo>
                  <a:pt x="1605799" y="180696"/>
                </a:lnTo>
                <a:lnTo>
                  <a:pt x="1602125" y="180696"/>
                </a:lnTo>
                <a:lnTo>
                  <a:pt x="1598450" y="180696"/>
                </a:lnTo>
                <a:lnTo>
                  <a:pt x="1594776" y="180696"/>
                </a:lnTo>
                <a:lnTo>
                  <a:pt x="1591101" y="180696"/>
                </a:lnTo>
                <a:lnTo>
                  <a:pt x="1587426" y="180696"/>
                </a:lnTo>
                <a:lnTo>
                  <a:pt x="1583752" y="180696"/>
                </a:lnTo>
                <a:lnTo>
                  <a:pt x="1580077" y="180696"/>
                </a:lnTo>
                <a:lnTo>
                  <a:pt x="1576403" y="180696"/>
                </a:lnTo>
                <a:lnTo>
                  <a:pt x="1572728" y="180696"/>
                </a:lnTo>
                <a:lnTo>
                  <a:pt x="1569053" y="180696"/>
                </a:lnTo>
                <a:lnTo>
                  <a:pt x="1565379" y="180696"/>
                </a:lnTo>
                <a:lnTo>
                  <a:pt x="1561704" y="180696"/>
                </a:lnTo>
                <a:lnTo>
                  <a:pt x="1558030" y="180696"/>
                </a:lnTo>
                <a:lnTo>
                  <a:pt x="1554355" y="180696"/>
                </a:lnTo>
                <a:lnTo>
                  <a:pt x="1550680" y="180696"/>
                </a:lnTo>
                <a:lnTo>
                  <a:pt x="1547006" y="180696"/>
                </a:lnTo>
                <a:lnTo>
                  <a:pt x="1543331" y="180696"/>
                </a:lnTo>
                <a:lnTo>
                  <a:pt x="1539657" y="180696"/>
                </a:lnTo>
                <a:lnTo>
                  <a:pt x="1535982" y="180696"/>
                </a:lnTo>
                <a:lnTo>
                  <a:pt x="1532307" y="180696"/>
                </a:lnTo>
                <a:lnTo>
                  <a:pt x="1528633" y="180696"/>
                </a:lnTo>
                <a:lnTo>
                  <a:pt x="1524958" y="180696"/>
                </a:lnTo>
                <a:lnTo>
                  <a:pt x="1521284" y="180696"/>
                </a:lnTo>
                <a:lnTo>
                  <a:pt x="1517609" y="180696"/>
                </a:lnTo>
                <a:lnTo>
                  <a:pt x="1513934" y="180696"/>
                </a:lnTo>
                <a:lnTo>
                  <a:pt x="1510260" y="180696"/>
                </a:lnTo>
                <a:lnTo>
                  <a:pt x="1506585" y="180696"/>
                </a:lnTo>
                <a:lnTo>
                  <a:pt x="1502911" y="180696"/>
                </a:lnTo>
                <a:lnTo>
                  <a:pt x="1499236" y="180696"/>
                </a:lnTo>
                <a:lnTo>
                  <a:pt x="1495561" y="180696"/>
                </a:lnTo>
                <a:lnTo>
                  <a:pt x="1491887" y="180696"/>
                </a:lnTo>
                <a:lnTo>
                  <a:pt x="1488212" y="180696"/>
                </a:lnTo>
                <a:lnTo>
                  <a:pt x="1484538" y="180696"/>
                </a:lnTo>
                <a:lnTo>
                  <a:pt x="1480863" y="180696"/>
                </a:lnTo>
                <a:lnTo>
                  <a:pt x="1477188" y="180696"/>
                </a:lnTo>
                <a:lnTo>
                  <a:pt x="1473514" y="180696"/>
                </a:lnTo>
                <a:lnTo>
                  <a:pt x="1469839" y="180696"/>
                </a:lnTo>
                <a:lnTo>
                  <a:pt x="1466165" y="180696"/>
                </a:lnTo>
                <a:lnTo>
                  <a:pt x="1462490" y="180696"/>
                </a:lnTo>
                <a:lnTo>
                  <a:pt x="1458815" y="180696"/>
                </a:lnTo>
                <a:lnTo>
                  <a:pt x="1455141" y="180696"/>
                </a:lnTo>
                <a:lnTo>
                  <a:pt x="1451466" y="180696"/>
                </a:lnTo>
                <a:lnTo>
                  <a:pt x="1447792" y="180696"/>
                </a:lnTo>
                <a:lnTo>
                  <a:pt x="1444117" y="180696"/>
                </a:lnTo>
                <a:lnTo>
                  <a:pt x="1440442" y="180696"/>
                </a:lnTo>
                <a:lnTo>
                  <a:pt x="1436768" y="180696"/>
                </a:lnTo>
                <a:lnTo>
                  <a:pt x="1433093" y="180696"/>
                </a:lnTo>
                <a:lnTo>
                  <a:pt x="1429419" y="180696"/>
                </a:lnTo>
                <a:lnTo>
                  <a:pt x="1425744" y="180696"/>
                </a:lnTo>
                <a:lnTo>
                  <a:pt x="1422069" y="180696"/>
                </a:lnTo>
                <a:lnTo>
                  <a:pt x="1418395" y="180696"/>
                </a:lnTo>
                <a:lnTo>
                  <a:pt x="1414720" y="180696"/>
                </a:lnTo>
                <a:lnTo>
                  <a:pt x="1411046" y="180696"/>
                </a:lnTo>
                <a:lnTo>
                  <a:pt x="1407371" y="180696"/>
                </a:lnTo>
                <a:lnTo>
                  <a:pt x="1403696" y="180696"/>
                </a:lnTo>
                <a:lnTo>
                  <a:pt x="1400022" y="180696"/>
                </a:lnTo>
                <a:lnTo>
                  <a:pt x="1396347" y="180696"/>
                </a:lnTo>
                <a:lnTo>
                  <a:pt x="1392673" y="180696"/>
                </a:lnTo>
                <a:lnTo>
                  <a:pt x="1388998" y="180696"/>
                </a:lnTo>
                <a:lnTo>
                  <a:pt x="1385323" y="180696"/>
                </a:lnTo>
                <a:lnTo>
                  <a:pt x="1381649" y="180696"/>
                </a:lnTo>
                <a:lnTo>
                  <a:pt x="1377974" y="180696"/>
                </a:lnTo>
                <a:lnTo>
                  <a:pt x="1374300" y="180696"/>
                </a:lnTo>
                <a:lnTo>
                  <a:pt x="1370625" y="180696"/>
                </a:lnTo>
                <a:lnTo>
                  <a:pt x="1366950" y="180696"/>
                </a:lnTo>
                <a:lnTo>
                  <a:pt x="1363276" y="180696"/>
                </a:lnTo>
                <a:lnTo>
                  <a:pt x="1359601" y="180696"/>
                </a:lnTo>
                <a:lnTo>
                  <a:pt x="1355927" y="180696"/>
                </a:lnTo>
                <a:lnTo>
                  <a:pt x="1352252" y="180696"/>
                </a:lnTo>
                <a:lnTo>
                  <a:pt x="1348577" y="180696"/>
                </a:lnTo>
                <a:lnTo>
                  <a:pt x="1344903" y="180696"/>
                </a:lnTo>
                <a:lnTo>
                  <a:pt x="1341228" y="180696"/>
                </a:lnTo>
                <a:lnTo>
                  <a:pt x="1337554" y="180696"/>
                </a:lnTo>
                <a:lnTo>
                  <a:pt x="1333879" y="180696"/>
                </a:lnTo>
                <a:lnTo>
                  <a:pt x="1330205" y="180696"/>
                </a:lnTo>
                <a:lnTo>
                  <a:pt x="1326530" y="180696"/>
                </a:lnTo>
                <a:lnTo>
                  <a:pt x="1322855" y="180696"/>
                </a:lnTo>
                <a:lnTo>
                  <a:pt x="1319181" y="180696"/>
                </a:lnTo>
                <a:lnTo>
                  <a:pt x="1315506" y="180696"/>
                </a:lnTo>
                <a:lnTo>
                  <a:pt x="1311832" y="180696"/>
                </a:lnTo>
                <a:lnTo>
                  <a:pt x="1308157" y="180696"/>
                </a:lnTo>
                <a:lnTo>
                  <a:pt x="1304482" y="180696"/>
                </a:lnTo>
                <a:lnTo>
                  <a:pt x="1300808" y="180696"/>
                </a:lnTo>
                <a:lnTo>
                  <a:pt x="1297133" y="180696"/>
                </a:lnTo>
                <a:lnTo>
                  <a:pt x="1293459" y="180696"/>
                </a:lnTo>
                <a:lnTo>
                  <a:pt x="1289784" y="180696"/>
                </a:lnTo>
                <a:lnTo>
                  <a:pt x="1286109" y="180696"/>
                </a:lnTo>
                <a:lnTo>
                  <a:pt x="1282435" y="180696"/>
                </a:lnTo>
                <a:lnTo>
                  <a:pt x="1278760" y="180696"/>
                </a:lnTo>
                <a:lnTo>
                  <a:pt x="1275086" y="180696"/>
                </a:lnTo>
                <a:lnTo>
                  <a:pt x="1271411" y="180696"/>
                </a:lnTo>
                <a:lnTo>
                  <a:pt x="1267736" y="180696"/>
                </a:lnTo>
                <a:lnTo>
                  <a:pt x="1264062" y="180696"/>
                </a:lnTo>
                <a:lnTo>
                  <a:pt x="1260387" y="180696"/>
                </a:lnTo>
                <a:lnTo>
                  <a:pt x="1256713" y="180696"/>
                </a:lnTo>
                <a:lnTo>
                  <a:pt x="1253038" y="180696"/>
                </a:lnTo>
                <a:lnTo>
                  <a:pt x="1249363" y="180696"/>
                </a:lnTo>
                <a:lnTo>
                  <a:pt x="1245689" y="180696"/>
                </a:lnTo>
                <a:lnTo>
                  <a:pt x="1242014" y="180696"/>
                </a:lnTo>
                <a:lnTo>
                  <a:pt x="1238340" y="180696"/>
                </a:lnTo>
                <a:lnTo>
                  <a:pt x="1234665" y="180696"/>
                </a:lnTo>
                <a:lnTo>
                  <a:pt x="1230990" y="180696"/>
                </a:lnTo>
                <a:lnTo>
                  <a:pt x="1227316" y="180696"/>
                </a:lnTo>
                <a:lnTo>
                  <a:pt x="1223641" y="180696"/>
                </a:lnTo>
                <a:lnTo>
                  <a:pt x="1219967" y="180696"/>
                </a:lnTo>
                <a:lnTo>
                  <a:pt x="1216292" y="180696"/>
                </a:lnTo>
                <a:lnTo>
                  <a:pt x="1212617" y="180696"/>
                </a:lnTo>
                <a:lnTo>
                  <a:pt x="1208943" y="180696"/>
                </a:lnTo>
                <a:lnTo>
                  <a:pt x="1205268" y="180696"/>
                </a:lnTo>
                <a:lnTo>
                  <a:pt x="1201594" y="180696"/>
                </a:lnTo>
                <a:lnTo>
                  <a:pt x="1197919" y="180696"/>
                </a:lnTo>
                <a:lnTo>
                  <a:pt x="1194244" y="180696"/>
                </a:lnTo>
                <a:lnTo>
                  <a:pt x="1190570" y="180696"/>
                </a:lnTo>
                <a:lnTo>
                  <a:pt x="1186895" y="180696"/>
                </a:lnTo>
                <a:lnTo>
                  <a:pt x="1183221" y="180696"/>
                </a:lnTo>
                <a:lnTo>
                  <a:pt x="1179546" y="180696"/>
                </a:lnTo>
                <a:lnTo>
                  <a:pt x="1175871" y="180696"/>
                </a:lnTo>
                <a:lnTo>
                  <a:pt x="1172197" y="180696"/>
                </a:lnTo>
                <a:lnTo>
                  <a:pt x="1168522" y="180696"/>
                </a:lnTo>
                <a:lnTo>
                  <a:pt x="1164848" y="180696"/>
                </a:lnTo>
                <a:lnTo>
                  <a:pt x="1161173" y="180696"/>
                </a:lnTo>
                <a:lnTo>
                  <a:pt x="1157498" y="180696"/>
                </a:lnTo>
                <a:lnTo>
                  <a:pt x="1153824" y="180696"/>
                </a:lnTo>
                <a:lnTo>
                  <a:pt x="1150149" y="180696"/>
                </a:lnTo>
                <a:lnTo>
                  <a:pt x="1146475" y="180696"/>
                </a:lnTo>
                <a:lnTo>
                  <a:pt x="1142800" y="180696"/>
                </a:lnTo>
                <a:lnTo>
                  <a:pt x="1139125" y="180696"/>
                </a:lnTo>
                <a:lnTo>
                  <a:pt x="1135451" y="180696"/>
                </a:lnTo>
                <a:lnTo>
                  <a:pt x="1131776" y="180696"/>
                </a:lnTo>
                <a:lnTo>
                  <a:pt x="1128102" y="180696"/>
                </a:lnTo>
                <a:lnTo>
                  <a:pt x="1124427" y="180696"/>
                </a:lnTo>
                <a:lnTo>
                  <a:pt x="1120752" y="180696"/>
                </a:lnTo>
                <a:lnTo>
                  <a:pt x="1117078" y="180696"/>
                </a:lnTo>
                <a:lnTo>
                  <a:pt x="1113403" y="180696"/>
                </a:lnTo>
                <a:lnTo>
                  <a:pt x="1109729" y="180696"/>
                </a:lnTo>
                <a:lnTo>
                  <a:pt x="1106054" y="180696"/>
                </a:lnTo>
                <a:lnTo>
                  <a:pt x="1102379" y="180696"/>
                </a:lnTo>
                <a:lnTo>
                  <a:pt x="1098705" y="180696"/>
                </a:lnTo>
                <a:lnTo>
                  <a:pt x="1095030" y="180696"/>
                </a:lnTo>
                <a:lnTo>
                  <a:pt x="1091356" y="180696"/>
                </a:lnTo>
                <a:lnTo>
                  <a:pt x="1087681" y="180696"/>
                </a:lnTo>
                <a:lnTo>
                  <a:pt x="1084006" y="180696"/>
                </a:lnTo>
                <a:lnTo>
                  <a:pt x="1080332" y="180696"/>
                </a:lnTo>
                <a:lnTo>
                  <a:pt x="1076657" y="180696"/>
                </a:lnTo>
                <a:lnTo>
                  <a:pt x="1072983" y="180696"/>
                </a:lnTo>
                <a:lnTo>
                  <a:pt x="1069308" y="180696"/>
                </a:lnTo>
                <a:lnTo>
                  <a:pt x="1065633" y="180696"/>
                </a:lnTo>
                <a:lnTo>
                  <a:pt x="1061959" y="180696"/>
                </a:lnTo>
                <a:lnTo>
                  <a:pt x="1058284" y="180696"/>
                </a:lnTo>
                <a:lnTo>
                  <a:pt x="1054610" y="180696"/>
                </a:lnTo>
                <a:lnTo>
                  <a:pt x="1050935" y="180696"/>
                </a:lnTo>
                <a:lnTo>
                  <a:pt x="1047260" y="180696"/>
                </a:lnTo>
                <a:lnTo>
                  <a:pt x="1043586" y="180696"/>
                </a:lnTo>
                <a:lnTo>
                  <a:pt x="1039911" y="180696"/>
                </a:lnTo>
                <a:lnTo>
                  <a:pt x="1036237" y="180696"/>
                </a:lnTo>
                <a:lnTo>
                  <a:pt x="1032562" y="180696"/>
                </a:lnTo>
                <a:lnTo>
                  <a:pt x="1028887" y="180696"/>
                </a:lnTo>
                <a:lnTo>
                  <a:pt x="1025213" y="180696"/>
                </a:lnTo>
                <a:lnTo>
                  <a:pt x="1021538" y="180696"/>
                </a:lnTo>
                <a:lnTo>
                  <a:pt x="1017864" y="180696"/>
                </a:lnTo>
                <a:lnTo>
                  <a:pt x="1014189" y="180696"/>
                </a:lnTo>
                <a:lnTo>
                  <a:pt x="1010514" y="180696"/>
                </a:lnTo>
                <a:lnTo>
                  <a:pt x="1006840" y="180696"/>
                </a:lnTo>
                <a:lnTo>
                  <a:pt x="1003165" y="180696"/>
                </a:lnTo>
                <a:lnTo>
                  <a:pt x="999491" y="180696"/>
                </a:lnTo>
                <a:lnTo>
                  <a:pt x="995816" y="180696"/>
                </a:lnTo>
                <a:lnTo>
                  <a:pt x="992141" y="180696"/>
                </a:lnTo>
                <a:lnTo>
                  <a:pt x="988467" y="180696"/>
                </a:lnTo>
                <a:lnTo>
                  <a:pt x="984792" y="180696"/>
                </a:lnTo>
                <a:lnTo>
                  <a:pt x="981118" y="180696"/>
                </a:lnTo>
                <a:lnTo>
                  <a:pt x="977443" y="180696"/>
                </a:lnTo>
                <a:lnTo>
                  <a:pt x="973768" y="180696"/>
                </a:lnTo>
                <a:lnTo>
                  <a:pt x="970094" y="180696"/>
                </a:lnTo>
                <a:lnTo>
                  <a:pt x="966419" y="180696"/>
                </a:lnTo>
                <a:lnTo>
                  <a:pt x="962745" y="180696"/>
                </a:lnTo>
                <a:lnTo>
                  <a:pt x="959070" y="180696"/>
                </a:lnTo>
                <a:lnTo>
                  <a:pt x="955395" y="180696"/>
                </a:lnTo>
                <a:lnTo>
                  <a:pt x="951721" y="180696"/>
                </a:lnTo>
                <a:lnTo>
                  <a:pt x="948046" y="180696"/>
                </a:lnTo>
                <a:lnTo>
                  <a:pt x="944372" y="180696"/>
                </a:lnTo>
                <a:lnTo>
                  <a:pt x="940697" y="180696"/>
                </a:lnTo>
                <a:lnTo>
                  <a:pt x="937022" y="180696"/>
                </a:lnTo>
                <a:lnTo>
                  <a:pt x="933348" y="180696"/>
                </a:lnTo>
                <a:lnTo>
                  <a:pt x="929673" y="180696"/>
                </a:lnTo>
                <a:lnTo>
                  <a:pt x="925999" y="180696"/>
                </a:lnTo>
                <a:lnTo>
                  <a:pt x="922324" y="180696"/>
                </a:lnTo>
                <a:lnTo>
                  <a:pt x="918649" y="180696"/>
                </a:lnTo>
                <a:lnTo>
                  <a:pt x="914975" y="180696"/>
                </a:lnTo>
                <a:lnTo>
                  <a:pt x="911300" y="180696"/>
                </a:lnTo>
                <a:lnTo>
                  <a:pt x="907626" y="180696"/>
                </a:lnTo>
                <a:lnTo>
                  <a:pt x="903951" y="180696"/>
                </a:lnTo>
                <a:lnTo>
                  <a:pt x="900276" y="180696"/>
                </a:lnTo>
                <a:lnTo>
                  <a:pt x="896602" y="180696"/>
                </a:lnTo>
                <a:lnTo>
                  <a:pt x="892927" y="180696"/>
                </a:lnTo>
                <a:lnTo>
                  <a:pt x="889253" y="180696"/>
                </a:lnTo>
                <a:lnTo>
                  <a:pt x="885578" y="180696"/>
                </a:lnTo>
                <a:lnTo>
                  <a:pt x="881903" y="180696"/>
                </a:lnTo>
                <a:lnTo>
                  <a:pt x="878229" y="180696"/>
                </a:lnTo>
                <a:lnTo>
                  <a:pt x="874554" y="180696"/>
                </a:lnTo>
                <a:lnTo>
                  <a:pt x="870880" y="180696"/>
                </a:lnTo>
                <a:lnTo>
                  <a:pt x="867205" y="180696"/>
                </a:lnTo>
                <a:lnTo>
                  <a:pt x="863530" y="180696"/>
                </a:lnTo>
                <a:lnTo>
                  <a:pt x="859856" y="180696"/>
                </a:lnTo>
                <a:lnTo>
                  <a:pt x="856181" y="180696"/>
                </a:lnTo>
                <a:lnTo>
                  <a:pt x="852507" y="180696"/>
                </a:lnTo>
                <a:lnTo>
                  <a:pt x="848832" y="180696"/>
                </a:lnTo>
                <a:lnTo>
                  <a:pt x="845157" y="180696"/>
                </a:lnTo>
                <a:lnTo>
                  <a:pt x="841483" y="180696"/>
                </a:lnTo>
                <a:lnTo>
                  <a:pt x="837808" y="180696"/>
                </a:lnTo>
                <a:lnTo>
                  <a:pt x="834134" y="180696"/>
                </a:lnTo>
                <a:lnTo>
                  <a:pt x="830459" y="180696"/>
                </a:lnTo>
                <a:lnTo>
                  <a:pt x="826784" y="180696"/>
                </a:lnTo>
                <a:lnTo>
                  <a:pt x="823110" y="180696"/>
                </a:lnTo>
                <a:lnTo>
                  <a:pt x="819435" y="180696"/>
                </a:lnTo>
                <a:lnTo>
                  <a:pt x="815761" y="180696"/>
                </a:lnTo>
                <a:lnTo>
                  <a:pt x="812086" y="180696"/>
                </a:lnTo>
                <a:lnTo>
                  <a:pt x="808411" y="180696"/>
                </a:lnTo>
                <a:lnTo>
                  <a:pt x="804737" y="180696"/>
                </a:lnTo>
                <a:lnTo>
                  <a:pt x="801062" y="180696"/>
                </a:lnTo>
                <a:lnTo>
                  <a:pt x="797388" y="180696"/>
                </a:lnTo>
                <a:lnTo>
                  <a:pt x="793713" y="180696"/>
                </a:lnTo>
                <a:lnTo>
                  <a:pt x="790038" y="180696"/>
                </a:lnTo>
                <a:lnTo>
                  <a:pt x="786364" y="180696"/>
                </a:lnTo>
                <a:lnTo>
                  <a:pt x="782689" y="180696"/>
                </a:lnTo>
                <a:lnTo>
                  <a:pt x="779015" y="180696"/>
                </a:lnTo>
                <a:lnTo>
                  <a:pt x="775340" y="180696"/>
                </a:lnTo>
                <a:lnTo>
                  <a:pt x="771665" y="180696"/>
                </a:lnTo>
                <a:lnTo>
                  <a:pt x="767991" y="180696"/>
                </a:lnTo>
                <a:lnTo>
                  <a:pt x="764316" y="180696"/>
                </a:lnTo>
                <a:lnTo>
                  <a:pt x="760642" y="180696"/>
                </a:lnTo>
                <a:lnTo>
                  <a:pt x="756967" y="180696"/>
                </a:lnTo>
                <a:lnTo>
                  <a:pt x="753292" y="180696"/>
                </a:lnTo>
                <a:lnTo>
                  <a:pt x="749618" y="180696"/>
                </a:lnTo>
                <a:lnTo>
                  <a:pt x="745943" y="180696"/>
                </a:lnTo>
                <a:lnTo>
                  <a:pt x="742269" y="180696"/>
                </a:lnTo>
                <a:lnTo>
                  <a:pt x="738594" y="180696"/>
                </a:lnTo>
                <a:lnTo>
                  <a:pt x="734919" y="180696"/>
                </a:lnTo>
                <a:lnTo>
                  <a:pt x="731245" y="180696"/>
                </a:lnTo>
                <a:lnTo>
                  <a:pt x="727570" y="180696"/>
                </a:lnTo>
                <a:lnTo>
                  <a:pt x="723896" y="180696"/>
                </a:lnTo>
                <a:lnTo>
                  <a:pt x="720221" y="180696"/>
                </a:lnTo>
                <a:lnTo>
                  <a:pt x="716546" y="180696"/>
                </a:lnTo>
                <a:lnTo>
                  <a:pt x="712872" y="180696"/>
                </a:lnTo>
                <a:lnTo>
                  <a:pt x="709197" y="180696"/>
                </a:lnTo>
                <a:lnTo>
                  <a:pt x="705523" y="180696"/>
                </a:lnTo>
                <a:lnTo>
                  <a:pt x="701848" y="180696"/>
                </a:lnTo>
                <a:lnTo>
                  <a:pt x="698173" y="180696"/>
                </a:lnTo>
                <a:lnTo>
                  <a:pt x="694499" y="180696"/>
                </a:lnTo>
                <a:lnTo>
                  <a:pt x="690824" y="180696"/>
                </a:lnTo>
                <a:lnTo>
                  <a:pt x="687150" y="180696"/>
                </a:lnTo>
                <a:lnTo>
                  <a:pt x="683475" y="180696"/>
                </a:lnTo>
                <a:lnTo>
                  <a:pt x="679800" y="180696"/>
                </a:lnTo>
                <a:lnTo>
                  <a:pt x="676126" y="180696"/>
                </a:lnTo>
                <a:lnTo>
                  <a:pt x="672451" y="180696"/>
                </a:lnTo>
                <a:lnTo>
                  <a:pt x="668777" y="180696"/>
                </a:lnTo>
                <a:lnTo>
                  <a:pt x="665102" y="180696"/>
                </a:lnTo>
                <a:lnTo>
                  <a:pt x="661427" y="180696"/>
                </a:lnTo>
                <a:lnTo>
                  <a:pt x="657753" y="180696"/>
                </a:lnTo>
                <a:lnTo>
                  <a:pt x="654078" y="180696"/>
                </a:lnTo>
                <a:lnTo>
                  <a:pt x="650404" y="180696"/>
                </a:lnTo>
                <a:lnTo>
                  <a:pt x="646729" y="180696"/>
                </a:lnTo>
                <a:lnTo>
                  <a:pt x="643054" y="180696"/>
                </a:lnTo>
                <a:lnTo>
                  <a:pt x="639380" y="180696"/>
                </a:lnTo>
                <a:lnTo>
                  <a:pt x="635705" y="180696"/>
                </a:lnTo>
                <a:lnTo>
                  <a:pt x="632031" y="180696"/>
                </a:lnTo>
                <a:lnTo>
                  <a:pt x="628356" y="180696"/>
                </a:lnTo>
                <a:lnTo>
                  <a:pt x="624681" y="180696"/>
                </a:lnTo>
                <a:lnTo>
                  <a:pt x="621007" y="180696"/>
                </a:lnTo>
                <a:lnTo>
                  <a:pt x="617332" y="180696"/>
                </a:lnTo>
                <a:lnTo>
                  <a:pt x="613658" y="180696"/>
                </a:lnTo>
                <a:lnTo>
                  <a:pt x="609983" y="180696"/>
                </a:lnTo>
                <a:lnTo>
                  <a:pt x="606308" y="180696"/>
                </a:lnTo>
                <a:lnTo>
                  <a:pt x="602634" y="180696"/>
                </a:lnTo>
                <a:lnTo>
                  <a:pt x="598959" y="180696"/>
                </a:lnTo>
                <a:lnTo>
                  <a:pt x="595285" y="180696"/>
                </a:lnTo>
                <a:lnTo>
                  <a:pt x="591610" y="180696"/>
                </a:lnTo>
                <a:lnTo>
                  <a:pt x="587935" y="180696"/>
                </a:lnTo>
                <a:lnTo>
                  <a:pt x="584261" y="180696"/>
                </a:lnTo>
                <a:lnTo>
                  <a:pt x="580586" y="180696"/>
                </a:lnTo>
                <a:lnTo>
                  <a:pt x="576912" y="180696"/>
                </a:lnTo>
                <a:lnTo>
                  <a:pt x="573237" y="180696"/>
                </a:lnTo>
                <a:lnTo>
                  <a:pt x="569562" y="180696"/>
                </a:lnTo>
                <a:lnTo>
                  <a:pt x="565888" y="180696"/>
                </a:lnTo>
                <a:lnTo>
                  <a:pt x="562213" y="180696"/>
                </a:lnTo>
                <a:lnTo>
                  <a:pt x="558539" y="180696"/>
                </a:lnTo>
                <a:lnTo>
                  <a:pt x="554864" y="180696"/>
                </a:lnTo>
                <a:lnTo>
                  <a:pt x="551189" y="180696"/>
                </a:lnTo>
                <a:lnTo>
                  <a:pt x="547515" y="180696"/>
                </a:lnTo>
                <a:lnTo>
                  <a:pt x="543840" y="180696"/>
                </a:lnTo>
                <a:lnTo>
                  <a:pt x="540166" y="180696"/>
                </a:lnTo>
                <a:lnTo>
                  <a:pt x="536491" y="180696"/>
                </a:lnTo>
                <a:lnTo>
                  <a:pt x="532816" y="180696"/>
                </a:lnTo>
                <a:lnTo>
                  <a:pt x="529142" y="180696"/>
                </a:lnTo>
                <a:lnTo>
                  <a:pt x="525467" y="180696"/>
                </a:lnTo>
                <a:lnTo>
                  <a:pt x="521793" y="180696"/>
                </a:lnTo>
                <a:lnTo>
                  <a:pt x="518118" y="180696"/>
                </a:lnTo>
                <a:lnTo>
                  <a:pt x="514443" y="180696"/>
                </a:lnTo>
                <a:lnTo>
                  <a:pt x="510769" y="180696"/>
                </a:lnTo>
                <a:lnTo>
                  <a:pt x="507094" y="180696"/>
                </a:lnTo>
                <a:lnTo>
                  <a:pt x="503420" y="180696"/>
                </a:lnTo>
                <a:lnTo>
                  <a:pt x="499745" y="180696"/>
                </a:lnTo>
                <a:lnTo>
                  <a:pt x="496070" y="180696"/>
                </a:lnTo>
                <a:lnTo>
                  <a:pt x="492396" y="180696"/>
                </a:lnTo>
                <a:lnTo>
                  <a:pt x="488721" y="180696"/>
                </a:lnTo>
                <a:lnTo>
                  <a:pt x="485047" y="180696"/>
                </a:lnTo>
                <a:lnTo>
                  <a:pt x="481372" y="180696"/>
                </a:lnTo>
                <a:lnTo>
                  <a:pt x="477697" y="180696"/>
                </a:lnTo>
                <a:lnTo>
                  <a:pt x="474023" y="180696"/>
                </a:lnTo>
                <a:lnTo>
                  <a:pt x="470348" y="180696"/>
                </a:lnTo>
                <a:lnTo>
                  <a:pt x="466674" y="180696"/>
                </a:lnTo>
                <a:lnTo>
                  <a:pt x="462999" y="180696"/>
                </a:lnTo>
                <a:lnTo>
                  <a:pt x="459324" y="180696"/>
                </a:lnTo>
                <a:lnTo>
                  <a:pt x="455650" y="180696"/>
                </a:lnTo>
                <a:lnTo>
                  <a:pt x="451975" y="180696"/>
                </a:lnTo>
                <a:lnTo>
                  <a:pt x="448301" y="180696"/>
                </a:lnTo>
                <a:lnTo>
                  <a:pt x="444626" y="180696"/>
                </a:lnTo>
                <a:lnTo>
                  <a:pt x="440951" y="180696"/>
                </a:lnTo>
                <a:lnTo>
                  <a:pt x="437277" y="180696"/>
                </a:lnTo>
                <a:lnTo>
                  <a:pt x="433602" y="180696"/>
                </a:lnTo>
                <a:lnTo>
                  <a:pt x="429928" y="180696"/>
                </a:lnTo>
                <a:lnTo>
                  <a:pt x="426253" y="180696"/>
                </a:lnTo>
                <a:lnTo>
                  <a:pt x="422578" y="180696"/>
                </a:lnTo>
                <a:lnTo>
                  <a:pt x="418904" y="180696"/>
                </a:lnTo>
                <a:lnTo>
                  <a:pt x="415229" y="180696"/>
                </a:lnTo>
                <a:lnTo>
                  <a:pt x="411555" y="180696"/>
                </a:lnTo>
                <a:lnTo>
                  <a:pt x="407880" y="180696"/>
                </a:lnTo>
                <a:lnTo>
                  <a:pt x="404205" y="180696"/>
                </a:lnTo>
                <a:lnTo>
                  <a:pt x="400531" y="180696"/>
                </a:lnTo>
                <a:lnTo>
                  <a:pt x="396856" y="180696"/>
                </a:lnTo>
                <a:lnTo>
                  <a:pt x="393182" y="180696"/>
                </a:lnTo>
                <a:lnTo>
                  <a:pt x="389507" y="180696"/>
                </a:lnTo>
                <a:lnTo>
                  <a:pt x="385832" y="180696"/>
                </a:lnTo>
                <a:lnTo>
                  <a:pt x="382158" y="180696"/>
                </a:lnTo>
                <a:lnTo>
                  <a:pt x="378483" y="180696"/>
                </a:lnTo>
                <a:lnTo>
                  <a:pt x="374809" y="180696"/>
                </a:lnTo>
                <a:lnTo>
                  <a:pt x="371134" y="180696"/>
                </a:lnTo>
                <a:lnTo>
                  <a:pt x="367459" y="180696"/>
                </a:lnTo>
                <a:lnTo>
                  <a:pt x="363785" y="180696"/>
                </a:lnTo>
                <a:lnTo>
                  <a:pt x="360110" y="180696"/>
                </a:lnTo>
                <a:lnTo>
                  <a:pt x="356436" y="180696"/>
                </a:lnTo>
                <a:lnTo>
                  <a:pt x="352761" y="180696"/>
                </a:lnTo>
                <a:lnTo>
                  <a:pt x="349086" y="180696"/>
                </a:lnTo>
                <a:lnTo>
                  <a:pt x="345412" y="180696"/>
                </a:lnTo>
                <a:lnTo>
                  <a:pt x="341737" y="180696"/>
                </a:lnTo>
                <a:lnTo>
                  <a:pt x="338063" y="180696"/>
                </a:lnTo>
                <a:lnTo>
                  <a:pt x="334388" y="180696"/>
                </a:lnTo>
                <a:lnTo>
                  <a:pt x="330713" y="180696"/>
                </a:lnTo>
                <a:lnTo>
                  <a:pt x="327039" y="180696"/>
                </a:lnTo>
                <a:lnTo>
                  <a:pt x="323364" y="180696"/>
                </a:lnTo>
                <a:lnTo>
                  <a:pt x="319690" y="180696"/>
                </a:lnTo>
                <a:lnTo>
                  <a:pt x="316015" y="180696"/>
                </a:lnTo>
                <a:lnTo>
                  <a:pt x="312340" y="180696"/>
                </a:lnTo>
                <a:lnTo>
                  <a:pt x="308666" y="180696"/>
                </a:lnTo>
                <a:lnTo>
                  <a:pt x="304991" y="180696"/>
                </a:lnTo>
                <a:lnTo>
                  <a:pt x="301317" y="180696"/>
                </a:lnTo>
                <a:lnTo>
                  <a:pt x="297642" y="180696"/>
                </a:lnTo>
                <a:lnTo>
                  <a:pt x="293967" y="180696"/>
                </a:lnTo>
                <a:lnTo>
                  <a:pt x="290293" y="180696"/>
                </a:lnTo>
                <a:lnTo>
                  <a:pt x="286618" y="180696"/>
                </a:lnTo>
                <a:lnTo>
                  <a:pt x="282944" y="180696"/>
                </a:lnTo>
                <a:lnTo>
                  <a:pt x="279269" y="180696"/>
                </a:lnTo>
                <a:lnTo>
                  <a:pt x="275594" y="180696"/>
                </a:lnTo>
                <a:lnTo>
                  <a:pt x="271920" y="180696"/>
                </a:lnTo>
                <a:lnTo>
                  <a:pt x="268245" y="180696"/>
                </a:lnTo>
                <a:lnTo>
                  <a:pt x="264571" y="180696"/>
                </a:lnTo>
                <a:lnTo>
                  <a:pt x="260896" y="180696"/>
                </a:lnTo>
                <a:lnTo>
                  <a:pt x="257221" y="180696"/>
                </a:lnTo>
                <a:lnTo>
                  <a:pt x="253547" y="180696"/>
                </a:lnTo>
                <a:lnTo>
                  <a:pt x="249872" y="180696"/>
                </a:lnTo>
                <a:lnTo>
                  <a:pt x="246198" y="180696"/>
                </a:lnTo>
                <a:lnTo>
                  <a:pt x="242523" y="180696"/>
                </a:lnTo>
                <a:lnTo>
                  <a:pt x="238848" y="180696"/>
                </a:lnTo>
                <a:lnTo>
                  <a:pt x="235174" y="180696"/>
                </a:lnTo>
                <a:lnTo>
                  <a:pt x="231499" y="180696"/>
                </a:lnTo>
                <a:lnTo>
                  <a:pt x="227825" y="180696"/>
                </a:lnTo>
                <a:lnTo>
                  <a:pt x="224150" y="180696"/>
                </a:lnTo>
                <a:lnTo>
                  <a:pt x="220475" y="180696"/>
                </a:lnTo>
                <a:lnTo>
                  <a:pt x="216801" y="180696"/>
                </a:lnTo>
                <a:lnTo>
                  <a:pt x="213126" y="180696"/>
                </a:lnTo>
                <a:lnTo>
                  <a:pt x="209452" y="180696"/>
                </a:lnTo>
                <a:lnTo>
                  <a:pt x="205777" y="180696"/>
                </a:lnTo>
                <a:lnTo>
                  <a:pt x="202102" y="180696"/>
                </a:lnTo>
                <a:lnTo>
                  <a:pt x="198428" y="180696"/>
                </a:lnTo>
                <a:lnTo>
                  <a:pt x="194753" y="180696"/>
                </a:lnTo>
                <a:lnTo>
                  <a:pt x="191079" y="180696"/>
                </a:lnTo>
                <a:lnTo>
                  <a:pt x="187404" y="180696"/>
                </a:lnTo>
                <a:lnTo>
                  <a:pt x="183729" y="180696"/>
                </a:lnTo>
                <a:lnTo>
                  <a:pt x="180055" y="180696"/>
                </a:lnTo>
                <a:lnTo>
                  <a:pt x="176380" y="180696"/>
                </a:lnTo>
                <a:lnTo>
                  <a:pt x="172706" y="180696"/>
                </a:lnTo>
                <a:lnTo>
                  <a:pt x="169031" y="180696"/>
                </a:lnTo>
                <a:lnTo>
                  <a:pt x="165356" y="180696"/>
                </a:lnTo>
                <a:lnTo>
                  <a:pt x="161682" y="180696"/>
                </a:lnTo>
                <a:lnTo>
                  <a:pt x="158007" y="180696"/>
                </a:lnTo>
                <a:lnTo>
                  <a:pt x="154333" y="180696"/>
                </a:lnTo>
                <a:lnTo>
                  <a:pt x="150658" y="180696"/>
                </a:lnTo>
                <a:lnTo>
                  <a:pt x="146983" y="180696"/>
                </a:lnTo>
                <a:lnTo>
                  <a:pt x="143309" y="180696"/>
                </a:lnTo>
                <a:lnTo>
                  <a:pt x="139634" y="180696"/>
                </a:lnTo>
                <a:lnTo>
                  <a:pt x="135960" y="180696"/>
                </a:lnTo>
                <a:lnTo>
                  <a:pt x="132285" y="180696"/>
                </a:lnTo>
                <a:lnTo>
                  <a:pt x="128610" y="180696"/>
                </a:lnTo>
                <a:lnTo>
                  <a:pt x="124936" y="180696"/>
                </a:lnTo>
                <a:lnTo>
                  <a:pt x="121261" y="180696"/>
                </a:lnTo>
                <a:lnTo>
                  <a:pt x="117587" y="180696"/>
                </a:lnTo>
                <a:lnTo>
                  <a:pt x="113912" y="180696"/>
                </a:lnTo>
                <a:lnTo>
                  <a:pt x="110237" y="180696"/>
                </a:lnTo>
                <a:lnTo>
                  <a:pt x="106563" y="180696"/>
                </a:lnTo>
                <a:lnTo>
                  <a:pt x="102888" y="180696"/>
                </a:lnTo>
                <a:lnTo>
                  <a:pt x="99214" y="180696"/>
                </a:lnTo>
                <a:lnTo>
                  <a:pt x="95539" y="180696"/>
                </a:lnTo>
                <a:lnTo>
                  <a:pt x="91864" y="180696"/>
                </a:lnTo>
                <a:lnTo>
                  <a:pt x="88190" y="180696"/>
                </a:lnTo>
                <a:lnTo>
                  <a:pt x="84515" y="180696"/>
                </a:lnTo>
                <a:lnTo>
                  <a:pt x="80841" y="180696"/>
                </a:lnTo>
                <a:lnTo>
                  <a:pt x="77166" y="180696"/>
                </a:lnTo>
                <a:lnTo>
                  <a:pt x="73491" y="180696"/>
                </a:lnTo>
                <a:lnTo>
                  <a:pt x="69817" y="180696"/>
                </a:lnTo>
                <a:lnTo>
                  <a:pt x="66142" y="180696"/>
                </a:lnTo>
                <a:lnTo>
                  <a:pt x="62468" y="180696"/>
                </a:lnTo>
                <a:lnTo>
                  <a:pt x="58793" y="180696"/>
                </a:lnTo>
                <a:lnTo>
                  <a:pt x="55118" y="180696"/>
                </a:lnTo>
                <a:lnTo>
                  <a:pt x="51444" y="180696"/>
                </a:lnTo>
                <a:lnTo>
                  <a:pt x="47769" y="180696"/>
                </a:lnTo>
                <a:lnTo>
                  <a:pt x="44095" y="180696"/>
                </a:lnTo>
                <a:lnTo>
                  <a:pt x="40420" y="180696"/>
                </a:lnTo>
                <a:lnTo>
                  <a:pt x="36745" y="180696"/>
                </a:lnTo>
                <a:lnTo>
                  <a:pt x="33071" y="180696"/>
                </a:lnTo>
                <a:lnTo>
                  <a:pt x="29396" y="180696"/>
                </a:lnTo>
                <a:lnTo>
                  <a:pt x="25722" y="180696"/>
                </a:lnTo>
                <a:lnTo>
                  <a:pt x="22047" y="180696"/>
                </a:lnTo>
                <a:lnTo>
                  <a:pt x="18372" y="180696"/>
                </a:lnTo>
                <a:lnTo>
                  <a:pt x="14698" y="180696"/>
                </a:lnTo>
                <a:lnTo>
                  <a:pt x="11023" y="180696"/>
                </a:lnTo>
                <a:lnTo>
                  <a:pt x="7349" y="180696"/>
                </a:lnTo>
                <a:lnTo>
                  <a:pt x="3674" y="180696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07" name="pl207"/>
          <p:cNvSpPr/>
          <p:nvPr/>
        </p:nvSpPr>
        <p:spPr>
          <a:xfrm>
            <a:off x="8856642" y="3301559"/>
            <a:ext cx="1877720" cy="180696"/>
          </a:xfrm>
          <a:custGeom>
            <a:avLst/>
            <a:gdLst/>
            <a:ahLst/>
            <a:cxnLst/>
            <a:rect l="0" t="0" r="0" b="0"/>
            <a:pathLst>
              <a:path w="1877720" h="180696">
                <a:moveTo>
                  <a:pt x="0" y="180696"/>
                </a:moveTo>
                <a:lnTo>
                  <a:pt x="3674" y="180696"/>
                </a:lnTo>
                <a:lnTo>
                  <a:pt x="7349" y="180696"/>
                </a:lnTo>
                <a:lnTo>
                  <a:pt x="11023" y="180696"/>
                </a:lnTo>
                <a:lnTo>
                  <a:pt x="14698" y="180696"/>
                </a:lnTo>
                <a:lnTo>
                  <a:pt x="18372" y="180696"/>
                </a:lnTo>
                <a:lnTo>
                  <a:pt x="22047" y="180696"/>
                </a:lnTo>
                <a:lnTo>
                  <a:pt x="25722" y="180696"/>
                </a:lnTo>
                <a:lnTo>
                  <a:pt x="29396" y="180696"/>
                </a:lnTo>
                <a:lnTo>
                  <a:pt x="33071" y="180696"/>
                </a:lnTo>
                <a:lnTo>
                  <a:pt x="36745" y="180696"/>
                </a:lnTo>
                <a:lnTo>
                  <a:pt x="40420" y="180696"/>
                </a:lnTo>
                <a:lnTo>
                  <a:pt x="44095" y="180696"/>
                </a:lnTo>
                <a:lnTo>
                  <a:pt x="47769" y="180696"/>
                </a:lnTo>
                <a:lnTo>
                  <a:pt x="51444" y="180696"/>
                </a:lnTo>
                <a:lnTo>
                  <a:pt x="55118" y="180696"/>
                </a:lnTo>
                <a:lnTo>
                  <a:pt x="58793" y="180696"/>
                </a:lnTo>
                <a:lnTo>
                  <a:pt x="62468" y="180696"/>
                </a:lnTo>
                <a:lnTo>
                  <a:pt x="66142" y="180696"/>
                </a:lnTo>
                <a:lnTo>
                  <a:pt x="69817" y="180696"/>
                </a:lnTo>
                <a:lnTo>
                  <a:pt x="73491" y="180696"/>
                </a:lnTo>
                <a:lnTo>
                  <a:pt x="77166" y="180696"/>
                </a:lnTo>
                <a:lnTo>
                  <a:pt x="80841" y="180696"/>
                </a:lnTo>
                <a:lnTo>
                  <a:pt x="84515" y="180696"/>
                </a:lnTo>
                <a:lnTo>
                  <a:pt x="88190" y="180696"/>
                </a:lnTo>
                <a:lnTo>
                  <a:pt x="91864" y="180696"/>
                </a:lnTo>
                <a:lnTo>
                  <a:pt x="95539" y="180696"/>
                </a:lnTo>
                <a:lnTo>
                  <a:pt x="99214" y="180696"/>
                </a:lnTo>
                <a:lnTo>
                  <a:pt x="102888" y="180696"/>
                </a:lnTo>
                <a:lnTo>
                  <a:pt x="106563" y="180696"/>
                </a:lnTo>
                <a:lnTo>
                  <a:pt x="110237" y="180696"/>
                </a:lnTo>
                <a:lnTo>
                  <a:pt x="113912" y="180696"/>
                </a:lnTo>
                <a:lnTo>
                  <a:pt x="117587" y="180696"/>
                </a:lnTo>
                <a:lnTo>
                  <a:pt x="121261" y="180696"/>
                </a:lnTo>
                <a:lnTo>
                  <a:pt x="124936" y="180696"/>
                </a:lnTo>
                <a:lnTo>
                  <a:pt x="128610" y="180696"/>
                </a:lnTo>
                <a:lnTo>
                  <a:pt x="132285" y="180696"/>
                </a:lnTo>
                <a:lnTo>
                  <a:pt x="135960" y="180696"/>
                </a:lnTo>
                <a:lnTo>
                  <a:pt x="139634" y="180696"/>
                </a:lnTo>
                <a:lnTo>
                  <a:pt x="143309" y="180696"/>
                </a:lnTo>
                <a:lnTo>
                  <a:pt x="146983" y="180696"/>
                </a:lnTo>
                <a:lnTo>
                  <a:pt x="150658" y="180696"/>
                </a:lnTo>
                <a:lnTo>
                  <a:pt x="154333" y="180696"/>
                </a:lnTo>
                <a:lnTo>
                  <a:pt x="158007" y="180696"/>
                </a:lnTo>
                <a:lnTo>
                  <a:pt x="161682" y="180696"/>
                </a:lnTo>
                <a:lnTo>
                  <a:pt x="165356" y="180696"/>
                </a:lnTo>
                <a:lnTo>
                  <a:pt x="169031" y="180696"/>
                </a:lnTo>
                <a:lnTo>
                  <a:pt x="172706" y="180696"/>
                </a:lnTo>
                <a:lnTo>
                  <a:pt x="176380" y="180696"/>
                </a:lnTo>
                <a:lnTo>
                  <a:pt x="180055" y="180696"/>
                </a:lnTo>
                <a:lnTo>
                  <a:pt x="183729" y="180696"/>
                </a:lnTo>
                <a:lnTo>
                  <a:pt x="187404" y="180696"/>
                </a:lnTo>
                <a:lnTo>
                  <a:pt x="191079" y="180696"/>
                </a:lnTo>
                <a:lnTo>
                  <a:pt x="194753" y="180696"/>
                </a:lnTo>
                <a:lnTo>
                  <a:pt x="198428" y="180696"/>
                </a:lnTo>
                <a:lnTo>
                  <a:pt x="202102" y="180696"/>
                </a:lnTo>
                <a:lnTo>
                  <a:pt x="205777" y="180696"/>
                </a:lnTo>
                <a:lnTo>
                  <a:pt x="209452" y="180696"/>
                </a:lnTo>
                <a:lnTo>
                  <a:pt x="213126" y="180696"/>
                </a:lnTo>
                <a:lnTo>
                  <a:pt x="216801" y="180696"/>
                </a:lnTo>
                <a:lnTo>
                  <a:pt x="220475" y="180696"/>
                </a:lnTo>
                <a:lnTo>
                  <a:pt x="224150" y="180696"/>
                </a:lnTo>
                <a:lnTo>
                  <a:pt x="227825" y="180696"/>
                </a:lnTo>
                <a:lnTo>
                  <a:pt x="231499" y="180696"/>
                </a:lnTo>
                <a:lnTo>
                  <a:pt x="235174" y="180696"/>
                </a:lnTo>
                <a:lnTo>
                  <a:pt x="238848" y="180696"/>
                </a:lnTo>
                <a:lnTo>
                  <a:pt x="242523" y="180696"/>
                </a:lnTo>
                <a:lnTo>
                  <a:pt x="246198" y="180696"/>
                </a:lnTo>
                <a:lnTo>
                  <a:pt x="249872" y="180696"/>
                </a:lnTo>
                <a:lnTo>
                  <a:pt x="253547" y="180696"/>
                </a:lnTo>
                <a:lnTo>
                  <a:pt x="257221" y="180696"/>
                </a:lnTo>
                <a:lnTo>
                  <a:pt x="260896" y="180696"/>
                </a:lnTo>
                <a:lnTo>
                  <a:pt x="264571" y="180696"/>
                </a:lnTo>
                <a:lnTo>
                  <a:pt x="268245" y="180696"/>
                </a:lnTo>
                <a:lnTo>
                  <a:pt x="271920" y="180696"/>
                </a:lnTo>
                <a:lnTo>
                  <a:pt x="275594" y="180696"/>
                </a:lnTo>
                <a:lnTo>
                  <a:pt x="279269" y="180696"/>
                </a:lnTo>
                <a:lnTo>
                  <a:pt x="282944" y="180696"/>
                </a:lnTo>
                <a:lnTo>
                  <a:pt x="286618" y="180696"/>
                </a:lnTo>
                <a:lnTo>
                  <a:pt x="290293" y="180696"/>
                </a:lnTo>
                <a:lnTo>
                  <a:pt x="293967" y="180696"/>
                </a:lnTo>
                <a:lnTo>
                  <a:pt x="297642" y="180696"/>
                </a:lnTo>
                <a:lnTo>
                  <a:pt x="301317" y="180696"/>
                </a:lnTo>
                <a:lnTo>
                  <a:pt x="304991" y="180695"/>
                </a:lnTo>
                <a:lnTo>
                  <a:pt x="308666" y="180695"/>
                </a:lnTo>
                <a:lnTo>
                  <a:pt x="312340" y="180695"/>
                </a:lnTo>
                <a:lnTo>
                  <a:pt x="316015" y="180694"/>
                </a:lnTo>
                <a:lnTo>
                  <a:pt x="319690" y="180694"/>
                </a:lnTo>
                <a:lnTo>
                  <a:pt x="323364" y="180693"/>
                </a:lnTo>
                <a:lnTo>
                  <a:pt x="327039" y="180692"/>
                </a:lnTo>
                <a:lnTo>
                  <a:pt x="330713" y="180690"/>
                </a:lnTo>
                <a:lnTo>
                  <a:pt x="334388" y="180688"/>
                </a:lnTo>
                <a:lnTo>
                  <a:pt x="338063" y="180686"/>
                </a:lnTo>
                <a:lnTo>
                  <a:pt x="341737" y="180682"/>
                </a:lnTo>
                <a:lnTo>
                  <a:pt x="345412" y="180678"/>
                </a:lnTo>
                <a:lnTo>
                  <a:pt x="349086" y="180673"/>
                </a:lnTo>
                <a:lnTo>
                  <a:pt x="352761" y="180666"/>
                </a:lnTo>
                <a:lnTo>
                  <a:pt x="356436" y="180658"/>
                </a:lnTo>
                <a:lnTo>
                  <a:pt x="360110" y="180648"/>
                </a:lnTo>
                <a:lnTo>
                  <a:pt x="363785" y="180637"/>
                </a:lnTo>
                <a:lnTo>
                  <a:pt x="367459" y="180623"/>
                </a:lnTo>
                <a:lnTo>
                  <a:pt x="371134" y="180608"/>
                </a:lnTo>
                <a:lnTo>
                  <a:pt x="374809" y="180591"/>
                </a:lnTo>
                <a:lnTo>
                  <a:pt x="378483" y="180572"/>
                </a:lnTo>
                <a:lnTo>
                  <a:pt x="382158" y="180550"/>
                </a:lnTo>
                <a:lnTo>
                  <a:pt x="385832" y="180527"/>
                </a:lnTo>
                <a:lnTo>
                  <a:pt x="389507" y="180502"/>
                </a:lnTo>
                <a:lnTo>
                  <a:pt x="393182" y="180475"/>
                </a:lnTo>
                <a:lnTo>
                  <a:pt x="396856" y="180447"/>
                </a:lnTo>
                <a:lnTo>
                  <a:pt x="400531" y="180417"/>
                </a:lnTo>
                <a:lnTo>
                  <a:pt x="404205" y="180385"/>
                </a:lnTo>
                <a:lnTo>
                  <a:pt x="407880" y="180351"/>
                </a:lnTo>
                <a:lnTo>
                  <a:pt x="411555" y="180314"/>
                </a:lnTo>
                <a:lnTo>
                  <a:pt x="415229" y="180276"/>
                </a:lnTo>
                <a:lnTo>
                  <a:pt x="418904" y="180235"/>
                </a:lnTo>
                <a:lnTo>
                  <a:pt x="422578" y="180190"/>
                </a:lnTo>
                <a:lnTo>
                  <a:pt x="426253" y="180143"/>
                </a:lnTo>
                <a:lnTo>
                  <a:pt x="429928" y="180092"/>
                </a:lnTo>
                <a:lnTo>
                  <a:pt x="433602" y="180037"/>
                </a:lnTo>
                <a:lnTo>
                  <a:pt x="437277" y="179979"/>
                </a:lnTo>
                <a:lnTo>
                  <a:pt x="440951" y="179917"/>
                </a:lnTo>
                <a:lnTo>
                  <a:pt x="444626" y="179852"/>
                </a:lnTo>
                <a:lnTo>
                  <a:pt x="448301" y="179785"/>
                </a:lnTo>
                <a:lnTo>
                  <a:pt x="451975" y="179716"/>
                </a:lnTo>
                <a:lnTo>
                  <a:pt x="455650" y="179647"/>
                </a:lnTo>
                <a:lnTo>
                  <a:pt x="459324" y="179580"/>
                </a:lnTo>
                <a:lnTo>
                  <a:pt x="462999" y="179514"/>
                </a:lnTo>
                <a:lnTo>
                  <a:pt x="466674" y="179453"/>
                </a:lnTo>
                <a:lnTo>
                  <a:pt x="470348" y="179397"/>
                </a:lnTo>
                <a:lnTo>
                  <a:pt x="474023" y="179347"/>
                </a:lnTo>
                <a:lnTo>
                  <a:pt x="477697" y="179305"/>
                </a:lnTo>
                <a:lnTo>
                  <a:pt x="481372" y="179271"/>
                </a:lnTo>
                <a:lnTo>
                  <a:pt x="485047" y="179244"/>
                </a:lnTo>
                <a:lnTo>
                  <a:pt x="488721" y="179224"/>
                </a:lnTo>
                <a:lnTo>
                  <a:pt x="492396" y="179212"/>
                </a:lnTo>
                <a:lnTo>
                  <a:pt x="496070" y="179204"/>
                </a:lnTo>
                <a:lnTo>
                  <a:pt x="499745" y="179201"/>
                </a:lnTo>
                <a:lnTo>
                  <a:pt x="503420" y="179199"/>
                </a:lnTo>
                <a:lnTo>
                  <a:pt x="507094" y="179196"/>
                </a:lnTo>
                <a:lnTo>
                  <a:pt x="510769" y="179189"/>
                </a:lnTo>
                <a:lnTo>
                  <a:pt x="514443" y="179175"/>
                </a:lnTo>
                <a:lnTo>
                  <a:pt x="518118" y="179151"/>
                </a:lnTo>
                <a:lnTo>
                  <a:pt x="521793" y="179116"/>
                </a:lnTo>
                <a:lnTo>
                  <a:pt x="525467" y="179066"/>
                </a:lnTo>
                <a:lnTo>
                  <a:pt x="529142" y="178999"/>
                </a:lnTo>
                <a:lnTo>
                  <a:pt x="532816" y="178912"/>
                </a:lnTo>
                <a:lnTo>
                  <a:pt x="536491" y="178804"/>
                </a:lnTo>
                <a:lnTo>
                  <a:pt x="540166" y="178677"/>
                </a:lnTo>
                <a:lnTo>
                  <a:pt x="543840" y="178530"/>
                </a:lnTo>
                <a:lnTo>
                  <a:pt x="547515" y="178363"/>
                </a:lnTo>
                <a:lnTo>
                  <a:pt x="551189" y="178179"/>
                </a:lnTo>
                <a:lnTo>
                  <a:pt x="554864" y="177977"/>
                </a:lnTo>
                <a:lnTo>
                  <a:pt x="558539" y="177761"/>
                </a:lnTo>
                <a:lnTo>
                  <a:pt x="562213" y="177532"/>
                </a:lnTo>
                <a:lnTo>
                  <a:pt x="565888" y="177294"/>
                </a:lnTo>
                <a:lnTo>
                  <a:pt x="569562" y="177052"/>
                </a:lnTo>
                <a:lnTo>
                  <a:pt x="573237" y="176806"/>
                </a:lnTo>
                <a:lnTo>
                  <a:pt x="576912" y="176562"/>
                </a:lnTo>
                <a:lnTo>
                  <a:pt x="580586" y="176322"/>
                </a:lnTo>
                <a:lnTo>
                  <a:pt x="584261" y="176088"/>
                </a:lnTo>
                <a:lnTo>
                  <a:pt x="587935" y="175862"/>
                </a:lnTo>
                <a:lnTo>
                  <a:pt x="591610" y="175647"/>
                </a:lnTo>
                <a:lnTo>
                  <a:pt x="595285" y="175445"/>
                </a:lnTo>
                <a:lnTo>
                  <a:pt x="598959" y="175255"/>
                </a:lnTo>
                <a:lnTo>
                  <a:pt x="602634" y="175076"/>
                </a:lnTo>
                <a:lnTo>
                  <a:pt x="606308" y="174908"/>
                </a:lnTo>
                <a:lnTo>
                  <a:pt x="609983" y="174748"/>
                </a:lnTo>
                <a:lnTo>
                  <a:pt x="613658" y="174594"/>
                </a:lnTo>
                <a:lnTo>
                  <a:pt x="617332" y="174443"/>
                </a:lnTo>
                <a:lnTo>
                  <a:pt x="621007" y="174292"/>
                </a:lnTo>
                <a:lnTo>
                  <a:pt x="624681" y="174137"/>
                </a:lnTo>
                <a:lnTo>
                  <a:pt x="628356" y="173973"/>
                </a:lnTo>
                <a:lnTo>
                  <a:pt x="632031" y="173797"/>
                </a:lnTo>
                <a:lnTo>
                  <a:pt x="635705" y="173605"/>
                </a:lnTo>
                <a:lnTo>
                  <a:pt x="639380" y="173394"/>
                </a:lnTo>
                <a:lnTo>
                  <a:pt x="643054" y="173162"/>
                </a:lnTo>
                <a:lnTo>
                  <a:pt x="646729" y="172905"/>
                </a:lnTo>
                <a:lnTo>
                  <a:pt x="650404" y="172621"/>
                </a:lnTo>
                <a:lnTo>
                  <a:pt x="654078" y="172309"/>
                </a:lnTo>
                <a:lnTo>
                  <a:pt x="657753" y="171961"/>
                </a:lnTo>
                <a:lnTo>
                  <a:pt x="661427" y="171583"/>
                </a:lnTo>
                <a:lnTo>
                  <a:pt x="665102" y="171171"/>
                </a:lnTo>
                <a:lnTo>
                  <a:pt x="668777" y="170728"/>
                </a:lnTo>
                <a:lnTo>
                  <a:pt x="672451" y="170252"/>
                </a:lnTo>
                <a:lnTo>
                  <a:pt x="676126" y="169744"/>
                </a:lnTo>
                <a:lnTo>
                  <a:pt x="679800" y="169204"/>
                </a:lnTo>
                <a:lnTo>
                  <a:pt x="683475" y="168633"/>
                </a:lnTo>
                <a:lnTo>
                  <a:pt x="687150" y="168030"/>
                </a:lnTo>
                <a:lnTo>
                  <a:pt x="690824" y="167395"/>
                </a:lnTo>
                <a:lnTo>
                  <a:pt x="694499" y="166731"/>
                </a:lnTo>
                <a:lnTo>
                  <a:pt x="698173" y="166039"/>
                </a:lnTo>
                <a:lnTo>
                  <a:pt x="701848" y="165319"/>
                </a:lnTo>
                <a:lnTo>
                  <a:pt x="705523" y="164573"/>
                </a:lnTo>
                <a:lnTo>
                  <a:pt x="709197" y="163799"/>
                </a:lnTo>
                <a:lnTo>
                  <a:pt x="712872" y="162999"/>
                </a:lnTo>
                <a:lnTo>
                  <a:pt x="716546" y="162172"/>
                </a:lnTo>
                <a:lnTo>
                  <a:pt x="720221" y="161314"/>
                </a:lnTo>
                <a:lnTo>
                  <a:pt x="723896" y="160427"/>
                </a:lnTo>
                <a:lnTo>
                  <a:pt x="727570" y="159511"/>
                </a:lnTo>
                <a:lnTo>
                  <a:pt x="731245" y="158567"/>
                </a:lnTo>
                <a:lnTo>
                  <a:pt x="734919" y="157594"/>
                </a:lnTo>
                <a:lnTo>
                  <a:pt x="738594" y="156594"/>
                </a:lnTo>
                <a:lnTo>
                  <a:pt x="742269" y="155566"/>
                </a:lnTo>
                <a:lnTo>
                  <a:pt x="745943" y="154513"/>
                </a:lnTo>
                <a:lnTo>
                  <a:pt x="749618" y="153436"/>
                </a:lnTo>
                <a:lnTo>
                  <a:pt x="753292" y="152335"/>
                </a:lnTo>
                <a:lnTo>
                  <a:pt x="756967" y="151216"/>
                </a:lnTo>
                <a:lnTo>
                  <a:pt x="760642" y="150082"/>
                </a:lnTo>
                <a:lnTo>
                  <a:pt x="764316" y="148934"/>
                </a:lnTo>
                <a:lnTo>
                  <a:pt x="767991" y="147776"/>
                </a:lnTo>
                <a:lnTo>
                  <a:pt x="771665" y="146607"/>
                </a:lnTo>
                <a:lnTo>
                  <a:pt x="775340" y="145428"/>
                </a:lnTo>
                <a:lnTo>
                  <a:pt x="779015" y="144240"/>
                </a:lnTo>
                <a:lnTo>
                  <a:pt x="782689" y="143037"/>
                </a:lnTo>
                <a:lnTo>
                  <a:pt x="786364" y="141817"/>
                </a:lnTo>
                <a:lnTo>
                  <a:pt x="790038" y="140577"/>
                </a:lnTo>
                <a:lnTo>
                  <a:pt x="793713" y="139310"/>
                </a:lnTo>
                <a:lnTo>
                  <a:pt x="797388" y="138011"/>
                </a:lnTo>
                <a:lnTo>
                  <a:pt x="801062" y="136674"/>
                </a:lnTo>
                <a:lnTo>
                  <a:pt x="804737" y="135293"/>
                </a:lnTo>
                <a:lnTo>
                  <a:pt x="808411" y="133863"/>
                </a:lnTo>
                <a:lnTo>
                  <a:pt x="812086" y="132377"/>
                </a:lnTo>
                <a:lnTo>
                  <a:pt x="815761" y="130823"/>
                </a:lnTo>
                <a:lnTo>
                  <a:pt x="819435" y="129205"/>
                </a:lnTo>
                <a:lnTo>
                  <a:pt x="823110" y="127522"/>
                </a:lnTo>
                <a:lnTo>
                  <a:pt x="826784" y="125775"/>
                </a:lnTo>
                <a:lnTo>
                  <a:pt x="830459" y="123964"/>
                </a:lnTo>
                <a:lnTo>
                  <a:pt x="834134" y="122091"/>
                </a:lnTo>
                <a:lnTo>
                  <a:pt x="837808" y="120161"/>
                </a:lnTo>
                <a:lnTo>
                  <a:pt x="841483" y="118175"/>
                </a:lnTo>
                <a:lnTo>
                  <a:pt x="845157" y="116137"/>
                </a:lnTo>
                <a:lnTo>
                  <a:pt x="848832" y="114047"/>
                </a:lnTo>
                <a:lnTo>
                  <a:pt x="852507" y="111917"/>
                </a:lnTo>
                <a:lnTo>
                  <a:pt x="856181" y="109748"/>
                </a:lnTo>
                <a:lnTo>
                  <a:pt x="859856" y="107543"/>
                </a:lnTo>
                <a:lnTo>
                  <a:pt x="863530" y="105304"/>
                </a:lnTo>
                <a:lnTo>
                  <a:pt x="867205" y="103033"/>
                </a:lnTo>
                <a:lnTo>
                  <a:pt x="870880" y="100730"/>
                </a:lnTo>
                <a:lnTo>
                  <a:pt x="874554" y="98396"/>
                </a:lnTo>
                <a:lnTo>
                  <a:pt x="878229" y="96029"/>
                </a:lnTo>
                <a:lnTo>
                  <a:pt x="881903" y="93631"/>
                </a:lnTo>
                <a:lnTo>
                  <a:pt x="885578" y="91205"/>
                </a:lnTo>
                <a:lnTo>
                  <a:pt x="889253" y="88754"/>
                </a:lnTo>
                <a:lnTo>
                  <a:pt x="892927" y="86282"/>
                </a:lnTo>
                <a:lnTo>
                  <a:pt x="896602" y="83793"/>
                </a:lnTo>
                <a:lnTo>
                  <a:pt x="900276" y="81293"/>
                </a:lnTo>
                <a:lnTo>
                  <a:pt x="903951" y="78790"/>
                </a:lnTo>
                <a:lnTo>
                  <a:pt x="907626" y="76291"/>
                </a:lnTo>
                <a:lnTo>
                  <a:pt x="911300" y="73808"/>
                </a:lnTo>
                <a:lnTo>
                  <a:pt x="914975" y="71353"/>
                </a:lnTo>
                <a:lnTo>
                  <a:pt x="918649" y="68932"/>
                </a:lnTo>
                <a:lnTo>
                  <a:pt x="922324" y="66557"/>
                </a:lnTo>
                <a:lnTo>
                  <a:pt x="925999" y="64236"/>
                </a:lnTo>
                <a:lnTo>
                  <a:pt x="929673" y="61977"/>
                </a:lnTo>
                <a:lnTo>
                  <a:pt x="933348" y="59787"/>
                </a:lnTo>
                <a:lnTo>
                  <a:pt x="937022" y="57670"/>
                </a:lnTo>
                <a:lnTo>
                  <a:pt x="940697" y="55635"/>
                </a:lnTo>
                <a:lnTo>
                  <a:pt x="944372" y="53683"/>
                </a:lnTo>
                <a:lnTo>
                  <a:pt x="948046" y="51806"/>
                </a:lnTo>
                <a:lnTo>
                  <a:pt x="951721" y="49997"/>
                </a:lnTo>
                <a:lnTo>
                  <a:pt x="955395" y="48252"/>
                </a:lnTo>
                <a:lnTo>
                  <a:pt x="959070" y="46560"/>
                </a:lnTo>
                <a:lnTo>
                  <a:pt x="962745" y="44911"/>
                </a:lnTo>
                <a:lnTo>
                  <a:pt x="966419" y="43294"/>
                </a:lnTo>
                <a:lnTo>
                  <a:pt x="970094" y="41697"/>
                </a:lnTo>
                <a:lnTo>
                  <a:pt x="973768" y="40107"/>
                </a:lnTo>
                <a:lnTo>
                  <a:pt x="977443" y="38510"/>
                </a:lnTo>
                <a:lnTo>
                  <a:pt x="981118" y="36898"/>
                </a:lnTo>
                <a:lnTo>
                  <a:pt x="984792" y="35264"/>
                </a:lnTo>
                <a:lnTo>
                  <a:pt x="988467" y="33601"/>
                </a:lnTo>
                <a:lnTo>
                  <a:pt x="992141" y="31908"/>
                </a:lnTo>
                <a:lnTo>
                  <a:pt x="995816" y="30185"/>
                </a:lnTo>
                <a:lnTo>
                  <a:pt x="999491" y="28432"/>
                </a:lnTo>
                <a:lnTo>
                  <a:pt x="1003165" y="26653"/>
                </a:lnTo>
                <a:lnTo>
                  <a:pt x="1006840" y="24853"/>
                </a:lnTo>
                <a:lnTo>
                  <a:pt x="1010514" y="23045"/>
                </a:lnTo>
                <a:lnTo>
                  <a:pt x="1014189" y="21236"/>
                </a:lnTo>
                <a:lnTo>
                  <a:pt x="1017864" y="19437"/>
                </a:lnTo>
                <a:lnTo>
                  <a:pt x="1021538" y="17659"/>
                </a:lnTo>
                <a:lnTo>
                  <a:pt x="1025213" y="15914"/>
                </a:lnTo>
                <a:lnTo>
                  <a:pt x="1028887" y="14214"/>
                </a:lnTo>
                <a:lnTo>
                  <a:pt x="1032562" y="12572"/>
                </a:lnTo>
                <a:lnTo>
                  <a:pt x="1036237" y="11010"/>
                </a:lnTo>
                <a:lnTo>
                  <a:pt x="1039911" y="9541"/>
                </a:lnTo>
                <a:lnTo>
                  <a:pt x="1043586" y="8173"/>
                </a:lnTo>
                <a:lnTo>
                  <a:pt x="1047260" y="6917"/>
                </a:lnTo>
                <a:lnTo>
                  <a:pt x="1050935" y="5783"/>
                </a:lnTo>
                <a:lnTo>
                  <a:pt x="1054610" y="4776"/>
                </a:lnTo>
                <a:lnTo>
                  <a:pt x="1058284" y="3902"/>
                </a:lnTo>
                <a:lnTo>
                  <a:pt x="1061959" y="3160"/>
                </a:lnTo>
                <a:lnTo>
                  <a:pt x="1065633" y="2548"/>
                </a:lnTo>
                <a:lnTo>
                  <a:pt x="1069308" y="2073"/>
                </a:lnTo>
                <a:lnTo>
                  <a:pt x="1072983" y="1705"/>
                </a:lnTo>
                <a:lnTo>
                  <a:pt x="1076657" y="1427"/>
                </a:lnTo>
                <a:lnTo>
                  <a:pt x="1080332" y="1225"/>
                </a:lnTo>
                <a:lnTo>
                  <a:pt x="1084006" y="1081"/>
                </a:lnTo>
                <a:lnTo>
                  <a:pt x="1087681" y="977"/>
                </a:lnTo>
                <a:lnTo>
                  <a:pt x="1091356" y="897"/>
                </a:lnTo>
                <a:lnTo>
                  <a:pt x="1095030" y="827"/>
                </a:lnTo>
                <a:lnTo>
                  <a:pt x="1098705" y="756"/>
                </a:lnTo>
                <a:lnTo>
                  <a:pt x="1102379" y="674"/>
                </a:lnTo>
                <a:lnTo>
                  <a:pt x="1106054" y="580"/>
                </a:lnTo>
                <a:lnTo>
                  <a:pt x="1109729" y="474"/>
                </a:lnTo>
                <a:lnTo>
                  <a:pt x="1113403" y="363"/>
                </a:lnTo>
                <a:lnTo>
                  <a:pt x="1117078" y="252"/>
                </a:lnTo>
                <a:lnTo>
                  <a:pt x="1120752" y="150"/>
                </a:lnTo>
                <a:lnTo>
                  <a:pt x="1124427" y="67"/>
                </a:lnTo>
                <a:lnTo>
                  <a:pt x="1128102" y="12"/>
                </a:lnTo>
                <a:lnTo>
                  <a:pt x="1131776" y="0"/>
                </a:lnTo>
                <a:lnTo>
                  <a:pt x="1135451" y="32"/>
                </a:lnTo>
                <a:lnTo>
                  <a:pt x="1139125" y="113"/>
                </a:lnTo>
                <a:lnTo>
                  <a:pt x="1142800" y="241"/>
                </a:lnTo>
                <a:lnTo>
                  <a:pt x="1146475" y="416"/>
                </a:lnTo>
                <a:lnTo>
                  <a:pt x="1150149" y="632"/>
                </a:lnTo>
                <a:lnTo>
                  <a:pt x="1153824" y="885"/>
                </a:lnTo>
                <a:lnTo>
                  <a:pt x="1157498" y="1167"/>
                </a:lnTo>
                <a:lnTo>
                  <a:pt x="1161173" y="1474"/>
                </a:lnTo>
                <a:lnTo>
                  <a:pt x="1164848" y="1798"/>
                </a:lnTo>
                <a:lnTo>
                  <a:pt x="1168522" y="2135"/>
                </a:lnTo>
                <a:lnTo>
                  <a:pt x="1172197" y="2485"/>
                </a:lnTo>
                <a:lnTo>
                  <a:pt x="1175871" y="2849"/>
                </a:lnTo>
                <a:lnTo>
                  <a:pt x="1179546" y="3235"/>
                </a:lnTo>
                <a:lnTo>
                  <a:pt x="1183221" y="3649"/>
                </a:lnTo>
                <a:lnTo>
                  <a:pt x="1186895" y="4104"/>
                </a:lnTo>
                <a:lnTo>
                  <a:pt x="1190570" y="4612"/>
                </a:lnTo>
                <a:lnTo>
                  <a:pt x="1194244" y="5195"/>
                </a:lnTo>
                <a:lnTo>
                  <a:pt x="1197919" y="5867"/>
                </a:lnTo>
                <a:lnTo>
                  <a:pt x="1201594" y="6639"/>
                </a:lnTo>
                <a:lnTo>
                  <a:pt x="1205268" y="7522"/>
                </a:lnTo>
                <a:lnTo>
                  <a:pt x="1208943" y="8524"/>
                </a:lnTo>
                <a:lnTo>
                  <a:pt x="1212617" y="9653"/>
                </a:lnTo>
                <a:lnTo>
                  <a:pt x="1216292" y="10912"/>
                </a:lnTo>
                <a:lnTo>
                  <a:pt x="1219967" y="12302"/>
                </a:lnTo>
                <a:lnTo>
                  <a:pt x="1223641" y="13823"/>
                </a:lnTo>
                <a:lnTo>
                  <a:pt x="1227316" y="15485"/>
                </a:lnTo>
                <a:lnTo>
                  <a:pt x="1230990" y="17263"/>
                </a:lnTo>
                <a:lnTo>
                  <a:pt x="1234665" y="19147"/>
                </a:lnTo>
                <a:lnTo>
                  <a:pt x="1238340" y="21127"/>
                </a:lnTo>
                <a:lnTo>
                  <a:pt x="1242014" y="23194"/>
                </a:lnTo>
                <a:lnTo>
                  <a:pt x="1245689" y="25337"/>
                </a:lnTo>
                <a:lnTo>
                  <a:pt x="1249363" y="27547"/>
                </a:lnTo>
                <a:lnTo>
                  <a:pt x="1253038" y="29815"/>
                </a:lnTo>
                <a:lnTo>
                  <a:pt x="1256713" y="32134"/>
                </a:lnTo>
                <a:lnTo>
                  <a:pt x="1260387" y="34497"/>
                </a:lnTo>
                <a:lnTo>
                  <a:pt x="1264062" y="36895"/>
                </a:lnTo>
                <a:lnTo>
                  <a:pt x="1267736" y="39323"/>
                </a:lnTo>
                <a:lnTo>
                  <a:pt x="1271411" y="41777"/>
                </a:lnTo>
                <a:lnTo>
                  <a:pt x="1275086" y="44255"/>
                </a:lnTo>
                <a:lnTo>
                  <a:pt x="1278760" y="46754"/>
                </a:lnTo>
                <a:lnTo>
                  <a:pt x="1282435" y="49270"/>
                </a:lnTo>
                <a:lnTo>
                  <a:pt x="1286109" y="51802"/>
                </a:lnTo>
                <a:lnTo>
                  <a:pt x="1289784" y="54345"/>
                </a:lnTo>
                <a:lnTo>
                  <a:pt x="1293459" y="56894"/>
                </a:lnTo>
                <a:lnTo>
                  <a:pt x="1297133" y="59441"/>
                </a:lnTo>
                <a:lnTo>
                  <a:pt x="1300808" y="61979"/>
                </a:lnTo>
                <a:lnTo>
                  <a:pt x="1304482" y="64500"/>
                </a:lnTo>
                <a:lnTo>
                  <a:pt x="1308157" y="66994"/>
                </a:lnTo>
                <a:lnTo>
                  <a:pt x="1311832" y="69453"/>
                </a:lnTo>
                <a:lnTo>
                  <a:pt x="1315506" y="71867"/>
                </a:lnTo>
                <a:lnTo>
                  <a:pt x="1319181" y="74223"/>
                </a:lnTo>
                <a:lnTo>
                  <a:pt x="1322855" y="76507"/>
                </a:lnTo>
                <a:lnTo>
                  <a:pt x="1326530" y="78719"/>
                </a:lnTo>
                <a:lnTo>
                  <a:pt x="1330205" y="80854"/>
                </a:lnTo>
                <a:lnTo>
                  <a:pt x="1333879" y="82910"/>
                </a:lnTo>
                <a:lnTo>
                  <a:pt x="1337554" y="84888"/>
                </a:lnTo>
                <a:lnTo>
                  <a:pt x="1341228" y="86791"/>
                </a:lnTo>
                <a:lnTo>
                  <a:pt x="1344903" y="88623"/>
                </a:lnTo>
                <a:lnTo>
                  <a:pt x="1348577" y="90392"/>
                </a:lnTo>
                <a:lnTo>
                  <a:pt x="1352252" y="92105"/>
                </a:lnTo>
                <a:lnTo>
                  <a:pt x="1355927" y="93779"/>
                </a:lnTo>
                <a:lnTo>
                  <a:pt x="1359601" y="95429"/>
                </a:lnTo>
                <a:lnTo>
                  <a:pt x="1363276" y="97067"/>
                </a:lnTo>
                <a:lnTo>
                  <a:pt x="1366950" y="98707"/>
                </a:lnTo>
                <a:lnTo>
                  <a:pt x="1370625" y="100359"/>
                </a:lnTo>
                <a:lnTo>
                  <a:pt x="1374300" y="102033"/>
                </a:lnTo>
                <a:lnTo>
                  <a:pt x="1377974" y="103735"/>
                </a:lnTo>
                <a:lnTo>
                  <a:pt x="1381649" y="105472"/>
                </a:lnTo>
                <a:lnTo>
                  <a:pt x="1385323" y="107250"/>
                </a:lnTo>
                <a:lnTo>
                  <a:pt x="1388998" y="109062"/>
                </a:lnTo>
                <a:lnTo>
                  <a:pt x="1392673" y="110904"/>
                </a:lnTo>
                <a:lnTo>
                  <a:pt x="1396347" y="112770"/>
                </a:lnTo>
                <a:lnTo>
                  <a:pt x="1400022" y="114650"/>
                </a:lnTo>
                <a:lnTo>
                  <a:pt x="1403696" y="116537"/>
                </a:lnTo>
                <a:lnTo>
                  <a:pt x="1407371" y="118420"/>
                </a:lnTo>
                <a:lnTo>
                  <a:pt x="1411046" y="120289"/>
                </a:lnTo>
                <a:lnTo>
                  <a:pt x="1414720" y="122132"/>
                </a:lnTo>
                <a:lnTo>
                  <a:pt x="1418395" y="123938"/>
                </a:lnTo>
                <a:lnTo>
                  <a:pt x="1422069" y="125702"/>
                </a:lnTo>
                <a:lnTo>
                  <a:pt x="1425744" y="127418"/>
                </a:lnTo>
                <a:lnTo>
                  <a:pt x="1429419" y="129083"/>
                </a:lnTo>
                <a:lnTo>
                  <a:pt x="1433093" y="130694"/>
                </a:lnTo>
                <a:lnTo>
                  <a:pt x="1436768" y="132250"/>
                </a:lnTo>
                <a:lnTo>
                  <a:pt x="1440442" y="133751"/>
                </a:lnTo>
                <a:lnTo>
                  <a:pt x="1444117" y="135200"/>
                </a:lnTo>
                <a:lnTo>
                  <a:pt x="1447792" y="136593"/>
                </a:lnTo>
                <a:lnTo>
                  <a:pt x="1451466" y="137941"/>
                </a:lnTo>
                <a:lnTo>
                  <a:pt x="1455141" y="139247"/>
                </a:lnTo>
                <a:lnTo>
                  <a:pt x="1458815" y="140518"/>
                </a:lnTo>
                <a:lnTo>
                  <a:pt x="1462490" y="141757"/>
                </a:lnTo>
                <a:lnTo>
                  <a:pt x="1466165" y="142969"/>
                </a:lnTo>
                <a:lnTo>
                  <a:pt x="1469839" y="144158"/>
                </a:lnTo>
                <a:lnTo>
                  <a:pt x="1473514" y="145328"/>
                </a:lnTo>
                <a:lnTo>
                  <a:pt x="1477188" y="146481"/>
                </a:lnTo>
                <a:lnTo>
                  <a:pt x="1480863" y="147621"/>
                </a:lnTo>
                <a:lnTo>
                  <a:pt x="1484538" y="148750"/>
                </a:lnTo>
                <a:lnTo>
                  <a:pt x="1488212" y="149870"/>
                </a:lnTo>
                <a:lnTo>
                  <a:pt x="1491887" y="150983"/>
                </a:lnTo>
                <a:lnTo>
                  <a:pt x="1495561" y="152088"/>
                </a:lnTo>
                <a:lnTo>
                  <a:pt x="1499236" y="153187"/>
                </a:lnTo>
                <a:lnTo>
                  <a:pt x="1502911" y="154278"/>
                </a:lnTo>
                <a:lnTo>
                  <a:pt x="1506585" y="155360"/>
                </a:lnTo>
                <a:lnTo>
                  <a:pt x="1510260" y="156432"/>
                </a:lnTo>
                <a:lnTo>
                  <a:pt x="1513934" y="157491"/>
                </a:lnTo>
                <a:lnTo>
                  <a:pt x="1517609" y="158535"/>
                </a:lnTo>
                <a:lnTo>
                  <a:pt x="1521284" y="159563"/>
                </a:lnTo>
                <a:lnTo>
                  <a:pt x="1524958" y="160571"/>
                </a:lnTo>
                <a:lnTo>
                  <a:pt x="1528633" y="161556"/>
                </a:lnTo>
                <a:lnTo>
                  <a:pt x="1532307" y="162516"/>
                </a:lnTo>
                <a:lnTo>
                  <a:pt x="1535982" y="163449"/>
                </a:lnTo>
                <a:lnTo>
                  <a:pt x="1539657" y="164350"/>
                </a:lnTo>
                <a:lnTo>
                  <a:pt x="1543331" y="165214"/>
                </a:lnTo>
                <a:lnTo>
                  <a:pt x="1547006" y="166041"/>
                </a:lnTo>
                <a:lnTo>
                  <a:pt x="1550680" y="166832"/>
                </a:lnTo>
                <a:lnTo>
                  <a:pt x="1554355" y="167584"/>
                </a:lnTo>
                <a:lnTo>
                  <a:pt x="1558030" y="168298"/>
                </a:lnTo>
                <a:lnTo>
                  <a:pt x="1561704" y="168972"/>
                </a:lnTo>
                <a:lnTo>
                  <a:pt x="1565379" y="169608"/>
                </a:lnTo>
                <a:lnTo>
                  <a:pt x="1569053" y="170206"/>
                </a:lnTo>
                <a:lnTo>
                  <a:pt x="1572728" y="170764"/>
                </a:lnTo>
                <a:lnTo>
                  <a:pt x="1576403" y="171283"/>
                </a:lnTo>
                <a:lnTo>
                  <a:pt x="1580077" y="171769"/>
                </a:lnTo>
                <a:lnTo>
                  <a:pt x="1583752" y="172222"/>
                </a:lnTo>
                <a:lnTo>
                  <a:pt x="1587426" y="172644"/>
                </a:lnTo>
                <a:lnTo>
                  <a:pt x="1591101" y="173039"/>
                </a:lnTo>
                <a:lnTo>
                  <a:pt x="1594776" y="173407"/>
                </a:lnTo>
                <a:lnTo>
                  <a:pt x="1598450" y="173751"/>
                </a:lnTo>
                <a:lnTo>
                  <a:pt x="1602125" y="174072"/>
                </a:lnTo>
                <a:lnTo>
                  <a:pt x="1605799" y="174371"/>
                </a:lnTo>
                <a:lnTo>
                  <a:pt x="1609474" y="174651"/>
                </a:lnTo>
                <a:lnTo>
                  <a:pt x="1613149" y="174915"/>
                </a:lnTo>
                <a:lnTo>
                  <a:pt x="1616823" y="175164"/>
                </a:lnTo>
                <a:lnTo>
                  <a:pt x="1620498" y="175399"/>
                </a:lnTo>
                <a:lnTo>
                  <a:pt x="1624172" y="175621"/>
                </a:lnTo>
                <a:lnTo>
                  <a:pt x="1627847" y="175830"/>
                </a:lnTo>
                <a:lnTo>
                  <a:pt x="1631522" y="176029"/>
                </a:lnTo>
                <a:lnTo>
                  <a:pt x="1635196" y="176217"/>
                </a:lnTo>
                <a:lnTo>
                  <a:pt x="1638871" y="176395"/>
                </a:lnTo>
                <a:lnTo>
                  <a:pt x="1642545" y="176564"/>
                </a:lnTo>
                <a:lnTo>
                  <a:pt x="1646220" y="176725"/>
                </a:lnTo>
                <a:lnTo>
                  <a:pt x="1649895" y="176880"/>
                </a:lnTo>
                <a:lnTo>
                  <a:pt x="1653569" y="177030"/>
                </a:lnTo>
                <a:lnTo>
                  <a:pt x="1657244" y="177176"/>
                </a:lnTo>
                <a:lnTo>
                  <a:pt x="1660918" y="177319"/>
                </a:lnTo>
                <a:lnTo>
                  <a:pt x="1664593" y="177459"/>
                </a:lnTo>
                <a:lnTo>
                  <a:pt x="1668268" y="177599"/>
                </a:lnTo>
                <a:lnTo>
                  <a:pt x="1671942" y="177738"/>
                </a:lnTo>
                <a:lnTo>
                  <a:pt x="1675617" y="177877"/>
                </a:lnTo>
                <a:lnTo>
                  <a:pt x="1679291" y="178016"/>
                </a:lnTo>
                <a:lnTo>
                  <a:pt x="1682966" y="178155"/>
                </a:lnTo>
                <a:lnTo>
                  <a:pt x="1686641" y="178292"/>
                </a:lnTo>
                <a:lnTo>
                  <a:pt x="1690315" y="178427"/>
                </a:lnTo>
                <a:lnTo>
                  <a:pt x="1693990" y="178560"/>
                </a:lnTo>
                <a:lnTo>
                  <a:pt x="1697664" y="178688"/>
                </a:lnTo>
                <a:lnTo>
                  <a:pt x="1701339" y="178811"/>
                </a:lnTo>
                <a:lnTo>
                  <a:pt x="1705014" y="178928"/>
                </a:lnTo>
                <a:lnTo>
                  <a:pt x="1708688" y="179038"/>
                </a:lnTo>
                <a:lnTo>
                  <a:pt x="1712363" y="179141"/>
                </a:lnTo>
                <a:lnTo>
                  <a:pt x="1716037" y="179238"/>
                </a:lnTo>
                <a:lnTo>
                  <a:pt x="1719712" y="179329"/>
                </a:lnTo>
                <a:lnTo>
                  <a:pt x="1723387" y="179414"/>
                </a:lnTo>
                <a:lnTo>
                  <a:pt x="1727061" y="179493"/>
                </a:lnTo>
                <a:lnTo>
                  <a:pt x="1730736" y="179568"/>
                </a:lnTo>
                <a:lnTo>
                  <a:pt x="1734410" y="179640"/>
                </a:lnTo>
                <a:lnTo>
                  <a:pt x="1738085" y="179710"/>
                </a:lnTo>
                <a:lnTo>
                  <a:pt x="1741760" y="179778"/>
                </a:lnTo>
                <a:lnTo>
                  <a:pt x="1745434" y="179845"/>
                </a:lnTo>
                <a:lnTo>
                  <a:pt x="1749109" y="179912"/>
                </a:lnTo>
                <a:lnTo>
                  <a:pt x="1752783" y="179978"/>
                </a:lnTo>
                <a:lnTo>
                  <a:pt x="1756458" y="180043"/>
                </a:lnTo>
                <a:lnTo>
                  <a:pt x="1760133" y="180107"/>
                </a:lnTo>
                <a:lnTo>
                  <a:pt x="1763807" y="180170"/>
                </a:lnTo>
                <a:lnTo>
                  <a:pt x="1767482" y="180230"/>
                </a:lnTo>
                <a:lnTo>
                  <a:pt x="1771156" y="180288"/>
                </a:lnTo>
                <a:lnTo>
                  <a:pt x="1774831" y="180342"/>
                </a:lnTo>
                <a:lnTo>
                  <a:pt x="1778506" y="180393"/>
                </a:lnTo>
                <a:lnTo>
                  <a:pt x="1782180" y="180439"/>
                </a:lnTo>
                <a:lnTo>
                  <a:pt x="1785855" y="180481"/>
                </a:lnTo>
                <a:lnTo>
                  <a:pt x="1789529" y="180518"/>
                </a:lnTo>
                <a:lnTo>
                  <a:pt x="1793204" y="180551"/>
                </a:lnTo>
                <a:lnTo>
                  <a:pt x="1796879" y="180579"/>
                </a:lnTo>
                <a:lnTo>
                  <a:pt x="1800553" y="180602"/>
                </a:lnTo>
                <a:lnTo>
                  <a:pt x="1804228" y="180622"/>
                </a:lnTo>
                <a:lnTo>
                  <a:pt x="1807902" y="180639"/>
                </a:lnTo>
                <a:lnTo>
                  <a:pt x="1811577" y="180652"/>
                </a:lnTo>
                <a:lnTo>
                  <a:pt x="1815252" y="180663"/>
                </a:lnTo>
                <a:lnTo>
                  <a:pt x="1818926" y="180671"/>
                </a:lnTo>
                <a:lnTo>
                  <a:pt x="1822601" y="180678"/>
                </a:lnTo>
                <a:lnTo>
                  <a:pt x="1826275" y="180683"/>
                </a:lnTo>
                <a:lnTo>
                  <a:pt x="1829950" y="180686"/>
                </a:lnTo>
                <a:lnTo>
                  <a:pt x="1833625" y="180689"/>
                </a:lnTo>
                <a:lnTo>
                  <a:pt x="1837299" y="180691"/>
                </a:lnTo>
                <a:lnTo>
                  <a:pt x="1840974" y="180693"/>
                </a:lnTo>
                <a:lnTo>
                  <a:pt x="1844648" y="180694"/>
                </a:lnTo>
                <a:lnTo>
                  <a:pt x="1848323" y="180694"/>
                </a:lnTo>
                <a:lnTo>
                  <a:pt x="1851998" y="180695"/>
                </a:lnTo>
                <a:lnTo>
                  <a:pt x="1855672" y="180695"/>
                </a:lnTo>
                <a:lnTo>
                  <a:pt x="1859347" y="180695"/>
                </a:lnTo>
                <a:lnTo>
                  <a:pt x="1863021" y="180696"/>
                </a:lnTo>
                <a:lnTo>
                  <a:pt x="1866696" y="180696"/>
                </a:lnTo>
                <a:lnTo>
                  <a:pt x="1870371" y="180696"/>
                </a:lnTo>
                <a:lnTo>
                  <a:pt x="1874045" y="180696"/>
                </a:lnTo>
                <a:lnTo>
                  <a:pt x="1877720" y="180696"/>
                </a:lnTo>
              </a:path>
            </a:pathLst>
          </a:custGeom>
          <a:ln w="27101" cap="flat">
            <a:solidFill>
              <a:srgbClr val="7CAE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8" name="pg208"/>
          <p:cNvSpPr/>
          <p:nvPr/>
        </p:nvSpPr>
        <p:spPr>
          <a:xfrm>
            <a:off x="8856642" y="3351338"/>
            <a:ext cx="1877720" cy="130916"/>
          </a:xfrm>
          <a:custGeom>
            <a:avLst/>
            <a:gdLst/>
            <a:ahLst/>
            <a:cxnLst/>
            <a:rect l="0" t="0" r="0" b="0"/>
            <a:pathLst>
              <a:path w="1877720" h="130916">
                <a:moveTo>
                  <a:pt x="0" y="130883"/>
                </a:moveTo>
                <a:lnTo>
                  <a:pt x="3674" y="130878"/>
                </a:lnTo>
                <a:lnTo>
                  <a:pt x="7349" y="130872"/>
                </a:lnTo>
                <a:lnTo>
                  <a:pt x="11023" y="130866"/>
                </a:lnTo>
                <a:lnTo>
                  <a:pt x="14698" y="130860"/>
                </a:lnTo>
                <a:lnTo>
                  <a:pt x="18372" y="130853"/>
                </a:lnTo>
                <a:lnTo>
                  <a:pt x="22047" y="130846"/>
                </a:lnTo>
                <a:lnTo>
                  <a:pt x="25722" y="130838"/>
                </a:lnTo>
                <a:lnTo>
                  <a:pt x="29396" y="130830"/>
                </a:lnTo>
                <a:lnTo>
                  <a:pt x="33071" y="130822"/>
                </a:lnTo>
                <a:lnTo>
                  <a:pt x="36745" y="130813"/>
                </a:lnTo>
                <a:lnTo>
                  <a:pt x="40420" y="130805"/>
                </a:lnTo>
                <a:lnTo>
                  <a:pt x="44095" y="130796"/>
                </a:lnTo>
                <a:lnTo>
                  <a:pt x="47769" y="130787"/>
                </a:lnTo>
                <a:lnTo>
                  <a:pt x="51444" y="130778"/>
                </a:lnTo>
                <a:lnTo>
                  <a:pt x="55118" y="130770"/>
                </a:lnTo>
                <a:lnTo>
                  <a:pt x="58793" y="130762"/>
                </a:lnTo>
                <a:lnTo>
                  <a:pt x="62468" y="130753"/>
                </a:lnTo>
                <a:lnTo>
                  <a:pt x="66142" y="130745"/>
                </a:lnTo>
                <a:lnTo>
                  <a:pt x="69817" y="130737"/>
                </a:lnTo>
                <a:lnTo>
                  <a:pt x="73491" y="130730"/>
                </a:lnTo>
                <a:lnTo>
                  <a:pt x="77166" y="130722"/>
                </a:lnTo>
                <a:lnTo>
                  <a:pt x="80841" y="130714"/>
                </a:lnTo>
                <a:lnTo>
                  <a:pt x="84515" y="130706"/>
                </a:lnTo>
                <a:lnTo>
                  <a:pt x="88190" y="130698"/>
                </a:lnTo>
                <a:lnTo>
                  <a:pt x="91864" y="130690"/>
                </a:lnTo>
                <a:lnTo>
                  <a:pt x="95539" y="130681"/>
                </a:lnTo>
                <a:lnTo>
                  <a:pt x="99214" y="130671"/>
                </a:lnTo>
                <a:lnTo>
                  <a:pt x="102888" y="130660"/>
                </a:lnTo>
                <a:lnTo>
                  <a:pt x="106563" y="130649"/>
                </a:lnTo>
                <a:lnTo>
                  <a:pt x="110237" y="130636"/>
                </a:lnTo>
                <a:lnTo>
                  <a:pt x="113912" y="130621"/>
                </a:lnTo>
                <a:lnTo>
                  <a:pt x="117587" y="130605"/>
                </a:lnTo>
                <a:lnTo>
                  <a:pt x="121261" y="130588"/>
                </a:lnTo>
                <a:lnTo>
                  <a:pt x="124936" y="130568"/>
                </a:lnTo>
                <a:lnTo>
                  <a:pt x="128610" y="130547"/>
                </a:lnTo>
                <a:lnTo>
                  <a:pt x="132285" y="130525"/>
                </a:lnTo>
                <a:lnTo>
                  <a:pt x="135960" y="130500"/>
                </a:lnTo>
                <a:lnTo>
                  <a:pt x="139634" y="130474"/>
                </a:lnTo>
                <a:lnTo>
                  <a:pt x="143309" y="130447"/>
                </a:lnTo>
                <a:lnTo>
                  <a:pt x="146983" y="130419"/>
                </a:lnTo>
                <a:lnTo>
                  <a:pt x="150658" y="130390"/>
                </a:lnTo>
                <a:lnTo>
                  <a:pt x="154333" y="130360"/>
                </a:lnTo>
                <a:lnTo>
                  <a:pt x="158007" y="130330"/>
                </a:lnTo>
                <a:lnTo>
                  <a:pt x="161682" y="130300"/>
                </a:lnTo>
                <a:lnTo>
                  <a:pt x="165356" y="130270"/>
                </a:lnTo>
                <a:lnTo>
                  <a:pt x="169031" y="130241"/>
                </a:lnTo>
                <a:lnTo>
                  <a:pt x="172706" y="130212"/>
                </a:lnTo>
                <a:lnTo>
                  <a:pt x="176380" y="130186"/>
                </a:lnTo>
                <a:lnTo>
                  <a:pt x="180055" y="130160"/>
                </a:lnTo>
                <a:lnTo>
                  <a:pt x="183729" y="130137"/>
                </a:lnTo>
                <a:lnTo>
                  <a:pt x="187404" y="130115"/>
                </a:lnTo>
                <a:lnTo>
                  <a:pt x="191079" y="130095"/>
                </a:lnTo>
                <a:lnTo>
                  <a:pt x="194753" y="130077"/>
                </a:lnTo>
                <a:lnTo>
                  <a:pt x="198428" y="130061"/>
                </a:lnTo>
                <a:lnTo>
                  <a:pt x="202102" y="130047"/>
                </a:lnTo>
                <a:lnTo>
                  <a:pt x="205777" y="130035"/>
                </a:lnTo>
                <a:lnTo>
                  <a:pt x="209452" y="130023"/>
                </a:lnTo>
                <a:lnTo>
                  <a:pt x="213126" y="130013"/>
                </a:lnTo>
                <a:lnTo>
                  <a:pt x="216801" y="130003"/>
                </a:lnTo>
                <a:lnTo>
                  <a:pt x="220475" y="129993"/>
                </a:lnTo>
                <a:lnTo>
                  <a:pt x="224150" y="129983"/>
                </a:lnTo>
                <a:lnTo>
                  <a:pt x="227825" y="129971"/>
                </a:lnTo>
                <a:lnTo>
                  <a:pt x="231499" y="129958"/>
                </a:lnTo>
                <a:lnTo>
                  <a:pt x="235174" y="129944"/>
                </a:lnTo>
                <a:lnTo>
                  <a:pt x="238848" y="129926"/>
                </a:lnTo>
                <a:lnTo>
                  <a:pt x="242523" y="129904"/>
                </a:lnTo>
                <a:lnTo>
                  <a:pt x="246198" y="129879"/>
                </a:lnTo>
                <a:lnTo>
                  <a:pt x="249872" y="129850"/>
                </a:lnTo>
                <a:lnTo>
                  <a:pt x="253547" y="129817"/>
                </a:lnTo>
                <a:lnTo>
                  <a:pt x="257221" y="129779"/>
                </a:lnTo>
                <a:lnTo>
                  <a:pt x="260896" y="129735"/>
                </a:lnTo>
                <a:lnTo>
                  <a:pt x="264571" y="129685"/>
                </a:lnTo>
                <a:lnTo>
                  <a:pt x="268245" y="129630"/>
                </a:lnTo>
                <a:lnTo>
                  <a:pt x="271920" y="129570"/>
                </a:lnTo>
                <a:lnTo>
                  <a:pt x="275594" y="129504"/>
                </a:lnTo>
                <a:lnTo>
                  <a:pt x="279269" y="129433"/>
                </a:lnTo>
                <a:lnTo>
                  <a:pt x="282944" y="129357"/>
                </a:lnTo>
                <a:lnTo>
                  <a:pt x="286618" y="129276"/>
                </a:lnTo>
                <a:lnTo>
                  <a:pt x="290293" y="129190"/>
                </a:lnTo>
                <a:lnTo>
                  <a:pt x="293967" y="129101"/>
                </a:lnTo>
                <a:lnTo>
                  <a:pt x="297642" y="129009"/>
                </a:lnTo>
                <a:lnTo>
                  <a:pt x="301317" y="128913"/>
                </a:lnTo>
                <a:lnTo>
                  <a:pt x="304991" y="128815"/>
                </a:lnTo>
                <a:lnTo>
                  <a:pt x="308666" y="128716"/>
                </a:lnTo>
                <a:lnTo>
                  <a:pt x="312340" y="128615"/>
                </a:lnTo>
                <a:lnTo>
                  <a:pt x="316015" y="128513"/>
                </a:lnTo>
                <a:lnTo>
                  <a:pt x="319690" y="128411"/>
                </a:lnTo>
                <a:lnTo>
                  <a:pt x="323364" y="128309"/>
                </a:lnTo>
                <a:lnTo>
                  <a:pt x="327039" y="128208"/>
                </a:lnTo>
                <a:lnTo>
                  <a:pt x="330713" y="128107"/>
                </a:lnTo>
                <a:lnTo>
                  <a:pt x="334388" y="128007"/>
                </a:lnTo>
                <a:lnTo>
                  <a:pt x="338063" y="127908"/>
                </a:lnTo>
                <a:lnTo>
                  <a:pt x="341737" y="127809"/>
                </a:lnTo>
                <a:lnTo>
                  <a:pt x="345412" y="127711"/>
                </a:lnTo>
                <a:lnTo>
                  <a:pt x="349086" y="127613"/>
                </a:lnTo>
                <a:lnTo>
                  <a:pt x="352761" y="127516"/>
                </a:lnTo>
                <a:lnTo>
                  <a:pt x="356436" y="127417"/>
                </a:lnTo>
                <a:lnTo>
                  <a:pt x="360110" y="127318"/>
                </a:lnTo>
                <a:lnTo>
                  <a:pt x="363785" y="127217"/>
                </a:lnTo>
                <a:lnTo>
                  <a:pt x="367459" y="127113"/>
                </a:lnTo>
                <a:lnTo>
                  <a:pt x="371134" y="127007"/>
                </a:lnTo>
                <a:lnTo>
                  <a:pt x="374809" y="126896"/>
                </a:lnTo>
                <a:lnTo>
                  <a:pt x="378483" y="126780"/>
                </a:lnTo>
                <a:lnTo>
                  <a:pt x="382158" y="126660"/>
                </a:lnTo>
                <a:lnTo>
                  <a:pt x="385832" y="126533"/>
                </a:lnTo>
                <a:lnTo>
                  <a:pt x="389507" y="126400"/>
                </a:lnTo>
                <a:lnTo>
                  <a:pt x="393182" y="126260"/>
                </a:lnTo>
                <a:lnTo>
                  <a:pt x="396856" y="126111"/>
                </a:lnTo>
                <a:lnTo>
                  <a:pt x="400531" y="125953"/>
                </a:lnTo>
                <a:lnTo>
                  <a:pt x="404205" y="125786"/>
                </a:lnTo>
                <a:lnTo>
                  <a:pt x="407880" y="125611"/>
                </a:lnTo>
                <a:lnTo>
                  <a:pt x="411555" y="125426"/>
                </a:lnTo>
                <a:lnTo>
                  <a:pt x="415229" y="125233"/>
                </a:lnTo>
                <a:lnTo>
                  <a:pt x="418904" y="125029"/>
                </a:lnTo>
                <a:lnTo>
                  <a:pt x="422578" y="124815"/>
                </a:lnTo>
                <a:lnTo>
                  <a:pt x="426253" y="124593"/>
                </a:lnTo>
                <a:lnTo>
                  <a:pt x="429928" y="124362"/>
                </a:lnTo>
                <a:lnTo>
                  <a:pt x="433602" y="124124"/>
                </a:lnTo>
                <a:lnTo>
                  <a:pt x="437277" y="123878"/>
                </a:lnTo>
                <a:lnTo>
                  <a:pt x="440951" y="123625"/>
                </a:lnTo>
                <a:lnTo>
                  <a:pt x="444626" y="123366"/>
                </a:lnTo>
                <a:lnTo>
                  <a:pt x="448301" y="123102"/>
                </a:lnTo>
                <a:lnTo>
                  <a:pt x="451975" y="122834"/>
                </a:lnTo>
                <a:lnTo>
                  <a:pt x="455650" y="122564"/>
                </a:lnTo>
                <a:lnTo>
                  <a:pt x="459324" y="122291"/>
                </a:lnTo>
                <a:lnTo>
                  <a:pt x="462999" y="122018"/>
                </a:lnTo>
                <a:lnTo>
                  <a:pt x="466674" y="121745"/>
                </a:lnTo>
                <a:lnTo>
                  <a:pt x="470348" y="121473"/>
                </a:lnTo>
                <a:lnTo>
                  <a:pt x="474023" y="121202"/>
                </a:lnTo>
                <a:lnTo>
                  <a:pt x="477697" y="120935"/>
                </a:lnTo>
                <a:lnTo>
                  <a:pt x="481372" y="120670"/>
                </a:lnTo>
                <a:lnTo>
                  <a:pt x="485047" y="120409"/>
                </a:lnTo>
                <a:lnTo>
                  <a:pt x="488721" y="120152"/>
                </a:lnTo>
                <a:lnTo>
                  <a:pt x="492396" y="119900"/>
                </a:lnTo>
                <a:lnTo>
                  <a:pt x="496070" y="119651"/>
                </a:lnTo>
                <a:lnTo>
                  <a:pt x="499745" y="119405"/>
                </a:lnTo>
                <a:lnTo>
                  <a:pt x="503420" y="119162"/>
                </a:lnTo>
                <a:lnTo>
                  <a:pt x="507094" y="118921"/>
                </a:lnTo>
                <a:lnTo>
                  <a:pt x="510769" y="118682"/>
                </a:lnTo>
                <a:lnTo>
                  <a:pt x="514443" y="118443"/>
                </a:lnTo>
                <a:lnTo>
                  <a:pt x="518118" y="118202"/>
                </a:lnTo>
                <a:lnTo>
                  <a:pt x="521793" y="117960"/>
                </a:lnTo>
                <a:lnTo>
                  <a:pt x="525467" y="117713"/>
                </a:lnTo>
                <a:lnTo>
                  <a:pt x="529142" y="117462"/>
                </a:lnTo>
                <a:lnTo>
                  <a:pt x="532816" y="117203"/>
                </a:lnTo>
                <a:lnTo>
                  <a:pt x="536491" y="116935"/>
                </a:lnTo>
                <a:lnTo>
                  <a:pt x="540166" y="116657"/>
                </a:lnTo>
                <a:lnTo>
                  <a:pt x="543840" y="116367"/>
                </a:lnTo>
                <a:lnTo>
                  <a:pt x="547515" y="116066"/>
                </a:lnTo>
                <a:lnTo>
                  <a:pt x="551189" y="115750"/>
                </a:lnTo>
                <a:lnTo>
                  <a:pt x="554864" y="115417"/>
                </a:lnTo>
                <a:lnTo>
                  <a:pt x="558539" y="115065"/>
                </a:lnTo>
                <a:lnTo>
                  <a:pt x="562213" y="114696"/>
                </a:lnTo>
                <a:lnTo>
                  <a:pt x="565888" y="114307"/>
                </a:lnTo>
                <a:lnTo>
                  <a:pt x="569562" y="113899"/>
                </a:lnTo>
                <a:lnTo>
                  <a:pt x="573237" y="113471"/>
                </a:lnTo>
                <a:lnTo>
                  <a:pt x="576912" y="113020"/>
                </a:lnTo>
                <a:lnTo>
                  <a:pt x="580586" y="112544"/>
                </a:lnTo>
                <a:lnTo>
                  <a:pt x="584261" y="112047"/>
                </a:lnTo>
                <a:lnTo>
                  <a:pt x="587935" y="111527"/>
                </a:lnTo>
                <a:lnTo>
                  <a:pt x="591610" y="110986"/>
                </a:lnTo>
                <a:lnTo>
                  <a:pt x="595285" y="110423"/>
                </a:lnTo>
                <a:lnTo>
                  <a:pt x="598959" y="109837"/>
                </a:lnTo>
                <a:lnTo>
                  <a:pt x="602634" y="109227"/>
                </a:lnTo>
                <a:lnTo>
                  <a:pt x="606308" y="108596"/>
                </a:lnTo>
                <a:lnTo>
                  <a:pt x="609983" y="107946"/>
                </a:lnTo>
                <a:lnTo>
                  <a:pt x="613658" y="107277"/>
                </a:lnTo>
                <a:lnTo>
                  <a:pt x="617332" y="106591"/>
                </a:lnTo>
                <a:lnTo>
                  <a:pt x="621007" y="105887"/>
                </a:lnTo>
                <a:lnTo>
                  <a:pt x="624681" y="105165"/>
                </a:lnTo>
                <a:lnTo>
                  <a:pt x="628356" y="104429"/>
                </a:lnTo>
                <a:lnTo>
                  <a:pt x="632031" y="103681"/>
                </a:lnTo>
                <a:lnTo>
                  <a:pt x="635705" y="102920"/>
                </a:lnTo>
                <a:lnTo>
                  <a:pt x="639380" y="102149"/>
                </a:lnTo>
                <a:lnTo>
                  <a:pt x="643054" y="101369"/>
                </a:lnTo>
                <a:lnTo>
                  <a:pt x="646729" y="100579"/>
                </a:lnTo>
                <a:lnTo>
                  <a:pt x="650404" y="99781"/>
                </a:lnTo>
                <a:lnTo>
                  <a:pt x="654078" y="98977"/>
                </a:lnTo>
                <a:lnTo>
                  <a:pt x="657753" y="98167"/>
                </a:lnTo>
                <a:lnTo>
                  <a:pt x="661427" y="97352"/>
                </a:lnTo>
                <a:lnTo>
                  <a:pt x="665102" y="96532"/>
                </a:lnTo>
                <a:lnTo>
                  <a:pt x="668777" y="95707"/>
                </a:lnTo>
                <a:lnTo>
                  <a:pt x="672451" y="94877"/>
                </a:lnTo>
                <a:lnTo>
                  <a:pt x="676126" y="94043"/>
                </a:lnTo>
                <a:lnTo>
                  <a:pt x="679800" y="93204"/>
                </a:lnTo>
                <a:lnTo>
                  <a:pt x="683475" y="92361"/>
                </a:lnTo>
                <a:lnTo>
                  <a:pt x="687150" y="91514"/>
                </a:lnTo>
                <a:lnTo>
                  <a:pt x="690824" y="90661"/>
                </a:lnTo>
                <a:lnTo>
                  <a:pt x="694499" y="89803"/>
                </a:lnTo>
                <a:lnTo>
                  <a:pt x="698173" y="88939"/>
                </a:lnTo>
                <a:lnTo>
                  <a:pt x="701848" y="88070"/>
                </a:lnTo>
                <a:lnTo>
                  <a:pt x="705523" y="87196"/>
                </a:lnTo>
                <a:lnTo>
                  <a:pt x="709197" y="86318"/>
                </a:lnTo>
                <a:lnTo>
                  <a:pt x="712872" y="85434"/>
                </a:lnTo>
                <a:lnTo>
                  <a:pt x="716546" y="84545"/>
                </a:lnTo>
                <a:lnTo>
                  <a:pt x="720221" y="83653"/>
                </a:lnTo>
                <a:lnTo>
                  <a:pt x="723896" y="82759"/>
                </a:lnTo>
                <a:lnTo>
                  <a:pt x="727570" y="81863"/>
                </a:lnTo>
                <a:lnTo>
                  <a:pt x="731245" y="80967"/>
                </a:lnTo>
                <a:lnTo>
                  <a:pt x="734919" y="80073"/>
                </a:lnTo>
                <a:lnTo>
                  <a:pt x="738594" y="79182"/>
                </a:lnTo>
                <a:lnTo>
                  <a:pt x="742269" y="78296"/>
                </a:lnTo>
                <a:lnTo>
                  <a:pt x="745943" y="77417"/>
                </a:lnTo>
                <a:lnTo>
                  <a:pt x="749618" y="76546"/>
                </a:lnTo>
                <a:lnTo>
                  <a:pt x="753292" y="75685"/>
                </a:lnTo>
                <a:lnTo>
                  <a:pt x="756967" y="74836"/>
                </a:lnTo>
                <a:lnTo>
                  <a:pt x="760642" y="74004"/>
                </a:lnTo>
                <a:lnTo>
                  <a:pt x="764316" y="73187"/>
                </a:lnTo>
                <a:lnTo>
                  <a:pt x="767991" y="72387"/>
                </a:lnTo>
                <a:lnTo>
                  <a:pt x="771665" y="71603"/>
                </a:lnTo>
                <a:lnTo>
                  <a:pt x="775340" y="70837"/>
                </a:lnTo>
                <a:lnTo>
                  <a:pt x="779015" y="70088"/>
                </a:lnTo>
                <a:lnTo>
                  <a:pt x="782689" y="69360"/>
                </a:lnTo>
                <a:lnTo>
                  <a:pt x="786364" y="68650"/>
                </a:lnTo>
                <a:lnTo>
                  <a:pt x="790038" y="67954"/>
                </a:lnTo>
                <a:lnTo>
                  <a:pt x="793713" y="67272"/>
                </a:lnTo>
                <a:lnTo>
                  <a:pt x="797388" y="66602"/>
                </a:lnTo>
                <a:lnTo>
                  <a:pt x="801062" y="65943"/>
                </a:lnTo>
                <a:lnTo>
                  <a:pt x="804737" y="65292"/>
                </a:lnTo>
                <a:lnTo>
                  <a:pt x="808411" y="64645"/>
                </a:lnTo>
                <a:lnTo>
                  <a:pt x="812086" y="64000"/>
                </a:lnTo>
                <a:lnTo>
                  <a:pt x="815761" y="63355"/>
                </a:lnTo>
                <a:lnTo>
                  <a:pt x="819435" y="62705"/>
                </a:lnTo>
                <a:lnTo>
                  <a:pt x="823110" y="62050"/>
                </a:lnTo>
                <a:lnTo>
                  <a:pt x="826784" y="61386"/>
                </a:lnTo>
                <a:lnTo>
                  <a:pt x="830459" y="60709"/>
                </a:lnTo>
                <a:lnTo>
                  <a:pt x="834134" y="60019"/>
                </a:lnTo>
                <a:lnTo>
                  <a:pt x="837808" y="59314"/>
                </a:lnTo>
                <a:lnTo>
                  <a:pt x="841483" y="58595"/>
                </a:lnTo>
                <a:lnTo>
                  <a:pt x="845157" y="57859"/>
                </a:lnTo>
                <a:lnTo>
                  <a:pt x="848832" y="57105"/>
                </a:lnTo>
                <a:lnTo>
                  <a:pt x="852507" y="56331"/>
                </a:lnTo>
                <a:lnTo>
                  <a:pt x="856181" y="55539"/>
                </a:lnTo>
                <a:lnTo>
                  <a:pt x="859856" y="54731"/>
                </a:lnTo>
                <a:lnTo>
                  <a:pt x="863530" y="53906"/>
                </a:lnTo>
                <a:lnTo>
                  <a:pt x="867205" y="53064"/>
                </a:lnTo>
                <a:lnTo>
                  <a:pt x="870880" y="52207"/>
                </a:lnTo>
                <a:lnTo>
                  <a:pt x="874554" y="51332"/>
                </a:lnTo>
                <a:lnTo>
                  <a:pt x="878229" y="50444"/>
                </a:lnTo>
                <a:lnTo>
                  <a:pt x="881903" y="49541"/>
                </a:lnTo>
                <a:lnTo>
                  <a:pt x="885578" y="48626"/>
                </a:lnTo>
                <a:lnTo>
                  <a:pt x="889253" y="47699"/>
                </a:lnTo>
                <a:lnTo>
                  <a:pt x="892927" y="46761"/>
                </a:lnTo>
                <a:lnTo>
                  <a:pt x="896602" y="45809"/>
                </a:lnTo>
                <a:lnTo>
                  <a:pt x="900276" y="44846"/>
                </a:lnTo>
                <a:lnTo>
                  <a:pt x="903951" y="43874"/>
                </a:lnTo>
                <a:lnTo>
                  <a:pt x="907626" y="42893"/>
                </a:lnTo>
                <a:lnTo>
                  <a:pt x="911300" y="41903"/>
                </a:lnTo>
                <a:lnTo>
                  <a:pt x="914975" y="40905"/>
                </a:lnTo>
                <a:lnTo>
                  <a:pt x="918649" y="39898"/>
                </a:lnTo>
                <a:lnTo>
                  <a:pt x="922324" y="38885"/>
                </a:lnTo>
                <a:lnTo>
                  <a:pt x="925999" y="37866"/>
                </a:lnTo>
                <a:lnTo>
                  <a:pt x="929673" y="36842"/>
                </a:lnTo>
                <a:lnTo>
                  <a:pt x="933348" y="35815"/>
                </a:lnTo>
                <a:lnTo>
                  <a:pt x="937022" y="34784"/>
                </a:lnTo>
                <a:lnTo>
                  <a:pt x="940697" y="33751"/>
                </a:lnTo>
                <a:lnTo>
                  <a:pt x="944372" y="32717"/>
                </a:lnTo>
                <a:lnTo>
                  <a:pt x="948046" y="31683"/>
                </a:lnTo>
                <a:lnTo>
                  <a:pt x="951721" y="30649"/>
                </a:lnTo>
                <a:lnTo>
                  <a:pt x="955395" y="29615"/>
                </a:lnTo>
                <a:lnTo>
                  <a:pt x="959070" y="28583"/>
                </a:lnTo>
                <a:lnTo>
                  <a:pt x="962745" y="27553"/>
                </a:lnTo>
                <a:lnTo>
                  <a:pt x="966419" y="26525"/>
                </a:lnTo>
                <a:lnTo>
                  <a:pt x="970094" y="25500"/>
                </a:lnTo>
                <a:lnTo>
                  <a:pt x="973768" y="24477"/>
                </a:lnTo>
                <a:lnTo>
                  <a:pt x="977443" y="23458"/>
                </a:lnTo>
                <a:lnTo>
                  <a:pt x="981118" y="22441"/>
                </a:lnTo>
                <a:lnTo>
                  <a:pt x="984792" y="21429"/>
                </a:lnTo>
                <a:lnTo>
                  <a:pt x="988467" y="20422"/>
                </a:lnTo>
                <a:lnTo>
                  <a:pt x="992141" y="19420"/>
                </a:lnTo>
                <a:lnTo>
                  <a:pt x="995816" y="18425"/>
                </a:lnTo>
                <a:lnTo>
                  <a:pt x="999491" y="17437"/>
                </a:lnTo>
                <a:lnTo>
                  <a:pt x="1003165" y="16459"/>
                </a:lnTo>
                <a:lnTo>
                  <a:pt x="1006840" y="15492"/>
                </a:lnTo>
                <a:lnTo>
                  <a:pt x="1010514" y="14541"/>
                </a:lnTo>
                <a:lnTo>
                  <a:pt x="1014189" y="13606"/>
                </a:lnTo>
                <a:lnTo>
                  <a:pt x="1017864" y="12691"/>
                </a:lnTo>
                <a:lnTo>
                  <a:pt x="1021538" y="11796"/>
                </a:lnTo>
                <a:lnTo>
                  <a:pt x="1025213" y="10925"/>
                </a:lnTo>
                <a:lnTo>
                  <a:pt x="1028887" y="10081"/>
                </a:lnTo>
                <a:lnTo>
                  <a:pt x="1032562" y="9271"/>
                </a:lnTo>
                <a:lnTo>
                  <a:pt x="1036237" y="8495"/>
                </a:lnTo>
                <a:lnTo>
                  <a:pt x="1039911" y="7753"/>
                </a:lnTo>
                <a:lnTo>
                  <a:pt x="1043586" y="7048"/>
                </a:lnTo>
                <a:lnTo>
                  <a:pt x="1047260" y="6381"/>
                </a:lnTo>
                <a:lnTo>
                  <a:pt x="1050935" y="5752"/>
                </a:lnTo>
                <a:lnTo>
                  <a:pt x="1054610" y="5169"/>
                </a:lnTo>
                <a:lnTo>
                  <a:pt x="1058284" y="4629"/>
                </a:lnTo>
                <a:lnTo>
                  <a:pt x="1061959" y="4129"/>
                </a:lnTo>
                <a:lnTo>
                  <a:pt x="1065633" y="3668"/>
                </a:lnTo>
                <a:lnTo>
                  <a:pt x="1069308" y="3245"/>
                </a:lnTo>
                <a:lnTo>
                  <a:pt x="1072983" y="2858"/>
                </a:lnTo>
                <a:lnTo>
                  <a:pt x="1076657" y="2509"/>
                </a:lnTo>
                <a:lnTo>
                  <a:pt x="1080332" y="2196"/>
                </a:lnTo>
                <a:lnTo>
                  <a:pt x="1084006" y="1912"/>
                </a:lnTo>
                <a:lnTo>
                  <a:pt x="1087681" y="1654"/>
                </a:lnTo>
                <a:lnTo>
                  <a:pt x="1091356" y="1420"/>
                </a:lnTo>
                <a:lnTo>
                  <a:pt x="1095030" y="1208"/>
                </a:lnTo>
                <a:lnTo>
                  <a:pt x="1098705" y="1017"/>
                </a:lnTo>
                <a:lnTo>
                  <a:pt x="1102379" y="846"/>
                </a:lnTo>
                <a:lnTo>
                  <a:pt x="1106054" y="690"/>
                </a:lnTo>
                <a:lnTo>
                  <a:pt x="1109729" y="549"/>
                </a:lnTo>
                <a:lnTo>
                  <a:pt x="1113403" y="421"/>
                </a:lnTo>
                <a:lnTo>
                  <a:pt x="1117078" y="307"/>
                </a:lnTo>
                <a:lnTo>
                  <a:pt x="1120752" y="207"/>
                </a:lnTo>
                <a:lnTo>
                  <a:pt x="1124427" y="127"/>
                </a:lnTo>
                <a:lnTo>
                  <a:pt x="1128102" y="64"/>
                </a:lnTo>
                <a:lnTo>
                  <a:pt x="1131776" y="20"/>
                </a:lnTo>
                <a:lnTo>
                  <a:pt x="1135451" y="0"/>
                </a:lnTo>
                <a:lnTo>
                  <a:pt x="1139125" y="4"/>
                </a:lnTo>
                <a:lnTo>
                  <a:pt x="1142800" y="36"/>
                </a:lnTo>
                <a:lnTo>
                  <a:pt x="1146475" y="108"/>
                </a:lnTo>
                <a:lnTo>
                  <a:pt x="1150149" y="217"/>
                </a:lnTo>
                <a:lnTo>
                  <a:pt x="1153824" y="366"/>
                </a:lnTo>
                <a:lnTo>
                  <a:pt x="1157498" y="557"/>
                </a:lnTo>
                <a:lnTo>
                  <a:pt x="1161173" y="792"/>
                </a:lnTo>
                <a:lnTo>
                  <a:pt x="1164848" y="1074"/>
                </a:lnTo>
                <a:lnTo>
                  <a:pt x="1168522" y="1412"/>
                </a:lnTo>
                <a:lnTo>
                  <a:pt x="1172197" y="1803"/>
                </a:lnTo>
                <a:lnTo>
                  <a:pt x="1175871" y="2242"/>
                </a:lnTo>
                <a:lnTo>
                  <a:pt x="1179546" y="2729"/>
                </a:lnTo>
                <a:lnTo>
                  <a:pt x="1183221" y="3262"/>
                </a:lnTo>
                <a:lnTo>
                  <a:pt x="1186895" y="3840"/>
                </a:lnTo>
                <a:lnTo>
                  <a:pt x="1190570" y="4463"/>
                </a:lnTo>
                <a:lnTo>
                  <a:pt x="1194244" y="5126"/>
                </a:lnTo>
                <a:lnTo>
                  <a:pt x="1197919" y="5822"/>
                </a:lnTo>
                <a:lnTo>
                  <a:pt x="1201594" y="6546"/>
                </a:lnTo>
                <a:lnTo>
                  <a:pt x="1205268" y="7294"/>
                </a:lnTo>
                <a:lnTo>
                  <a:pt x="1208943" y="8062"/>
                </a:lnTo>
                <a:lnTo>
                  <a:pt x="1212617" y="8846"/>
                </a:lnTo>
                <a:lnTo>
                  <a:pt x="1216292" y="9643"/>
                </a:lnTo>
                <a:lnTo>
                  <a:pt x="1219967" y="10446"/>
                </a:lnTo>
                <a:lnTo>
                  <a:pt x="1223641" y="11253"/>
                </a:lnTo>
                <a:lnTo>
                  <a:pt x="1227316" y="12061"/>
                </a:lnTo>
                <a:lnTo>
                  <a:pt x="1230990" y="12869"/>
                </a:lnTo>
                <a:lnTo>
                  <a:pt x="1234665" y="13675"/>
                </a:lnTo>
                <a:lnTo>
                  <a:pt x="1238340" y="14477"/>
                </a:lnTo>
                <a:lnTo>
                  <a:pt x="1242014" y="15276"/>
                </a:lnTo>
                <a:lnTo>
                  <a:pt x="1245689" y="16073"/>
                </a:lnTo>
                <a:lnTo>
                  <a:pt x="1249363" y="16867"/>
                </a:lnTo>
                <a:lnTo>
                  <a:pt x="1253038" y="17662"/>
                </a:lnTo>
                <a:lnTo>
                  <a:pt x="1256713" y="18456"/>
                </a:lnTo>
                <a:lnTo>
                  <a:pt x="1260387" y="19254"/>
                </a:lnTo>
                <a:lnTo>
                  <a:pt x="1264062" y="20057"/>
                </a:lnTo>
                <a:lnTo>
                  <a:pt x="1267736" y="20865"/>
                </a:lnTo>
                <a:lnTo>
                  <a:pt x="1271411" y="21681"/>
                </a:lnTo>
                <a:lnTo>
                  <a:pt x="1275086" y="22505"/>
                </a:lnTo>
                <a:lnTo>
                  <a:pt x="1278760" y="23339"/>
                </a:lnTo>
                <a:lnTo>
                  <a:pt x="1282435" y="24184"/>
                </a:lnTo>
                <a:lnTo>
                  <a:pt x="1286109" y="25041"/>
                </a:lnTo>
                <a:lnTo>
                  <a:pt x="1289784" y="25907"/>
                </a:lnTo>
                <a:lnTo>
                  <a:pt x="1293459" y="26783"/>
                </a:lnTo>
                <a:lnTo>
                  <a:pt x="1297133" y="27668"/>
                </a:lnTo>
                <a:lnTo>
                  <a:pt x="1300808" y="28561"/>
                </a:lnTo>
                <a:lnTo>
                  <a:pt x="1304482" y="29461"/>
                </a:lnTo>
                <a:lnTo>
                  <a:pt x="1308157" y="30365"/>
                </a:lnTo>
                <a:lnTo>
                  <a:pt x="1311832" y="31270"/>
                </a:lnTo>
                <a:lnTo>
                  <a:pt x="1315506" y="32176"/>
                </a:lnTo>
                <a:lnTo>
                  <a:pt x="1319181" y="33080"/>
                </a:lnTo>
                <a:lnTo>
                  <a:pt x="1322855" y="33980"/>
                </a:lnTo>
                <a:lnTo>
                  <a:pt x="1326530" y="34874"/>
                </a:lnTo>
                <a:lnTo>
                  <a:pt x="1330205" y="35758"/>
                </a:lnTo>
                <a:lnTo>
                  <a:pt x="1333879" y="36633"/>
                </a:lnTo>
                <a:lnTo>
                  <a:pt x="1337554" y="37498"/>
                </a:lnTo>
                <a:lnTo>
                  <a:pt x="1341228" y="38351"/>
                </a:lnTo>
                <a:lnTo>
                  <a:pt x="1344903" y="39193"/>
                </a:lnTo>
                <a:lnTo>
                  <a:pt x="1348577" y="40022"/>
                </a:lnTo>
                <a:lnTo>
                  <a:pt x="1352252" y="40838"/>
                </a:lnTo>
                <a:lnTo>
                  <a:pt x="1355927" y="41644"/>
                </a:lnTo>
                <a:lnTo>
                  <a:pt x="1359601" y="42441"/>
                </a:lnTo>
                <a:lnTo>
                  <a:pt x="1363276" y="43230"/>
                </a:lnTo>
                <a:lnTo>
                  <a:pt x="1366950" y="44014"/>
                </a:lnTo>
                <a:lnTo>
                  <a:pt x="1370625" y="44794"/>
                </a:lnTo>
                <a:lnTo>
                  <a:pt x="1374300" y="45574"/>
                </a:lnTo>
                <a:lnTo>
                  <a:pt x="1377974" y="46357"/>
                </a:lnTo>
                <a:lnTo>
                  <a:pt x="1381649" y="47145"/>
                </a:lnTo>
                <a:lnTo>
                  <a:pt x="1385323" y="47941"/>
                </a:lnTo>
                <a:lnTo>
                  <a:pt x="1388998" y="48748"/>
                </a:lnTo>
                <a:lnTo>
                  <a:pt x="1392673" y="49567"/>
                </a:lnTo>
                <a:lnTo>
                  <a:pt x="1396347" y="50404"/>
                </a:lnTo>
                <a:lnTo>
                  <a:pt x="1400022" y="51260"/>
                </a:lnTo>
                <a:lnTo>
                  <a:pt x="1403696" y="52135"/>
                </a:lnTo>
                <a:lnTo>
                  <a:pt x="1407371" y="53030"/>
                </a:lnTo>
                <a:lnTo>
                  <a:pt x="1411046" y="53946"/>
                </a:lnTo>
                <a:lnTo>
                  <a:pt x="1414720" y="54883"/>
                </a:lnTo>
                <a:lnTo>
                  <a:pt x="1418395" y="55845"/>
                </a:lnTo>
                <a:lnTo>
                  <a:pt x="1422069" y="56830"/>
                </a:lnTo>
                <a:lnTo>
                  <a:pt x="1425744" y="57834"/>
                </a:lnTo>
                <a:lnTo>
                  <a:pt x="1429419" y="58857"/>
                </a:lnTo>
                <a:lnTo>
                  <a:pt x="1433093" y="59897"/>
                </a:lnTo>
                <a:lnTo>
                  <a:pt x="1436768" y="60951"/>
                </a:lnTo>
                <a:lnTo>
                  <a:pt x="1440442" y="62021"/>
                </a:lnTo>
                <a:lnTo>
                  <a:pt x="1444117" y="63102"/>
                </a:lnTo>
                <a:lnTo>
                  <a:pt x="1447792" y="64190"/>
                </a:lnTo>
                <a:lnTo>
                  <a:pt x="1451466" y="65284"/>
                </a:lnTo>
                <a:lnTo>
                  <a:pt x="1455141" y="66381"/>
                </a:lnTo>
                <a:lnTo>
                  <a:pt x="1458815" y="67478"/>
                </a:lnTo>
                <a:lnTo>
                  <a:pt x="1462490" y="68573"/>
                </a:lnTo>
                <a:lnTo>
                  <a:pt x="1466165" y="69663"/>
                </a:lnTo>
                <a:lnTo>
                  <a:pt x="1469839" y="70746"/>
                </a:lnTo>
                <a:lnTo>
                  <a:pt x="1473514" y="71820"/>
                </a:lnTo>
                <a:lnTo>
                  <a:pt x="1477188" y="72884"/>
                </a:lnTo>
                <a:lnTo>
                  <a:pt x="1480863" y="73937"/>
                </a:lnTo>
                <a:lnTo>
                  <a:pt x="1484538" y="74976"/>
                </a:lnTo>
                <a:lnTo>
                  <a:pt x="1488212" y="75998"/>
                </a:lnTo>
                <a:lnTo>
                  <a:pt x="1491887" y="77005"/>
                </a:lnTo>
                <a:lnTo>
                  <a:pt x="1495561" y="77996"/>
                </a:lnTo>
                <a:lnTo>
                  <a:pt x="1499236" y="78972"/>
                </a:lnTo>
                <a:lnTo>
                  <a:pt x="1502911" y="79931"/>
                </a:lnTo>
                <a:lnTo>
                  <a:pt x="1506585" y="80874"/>
                </a:lnTo>
                <a:lnTo>
                  <a:pt x="1510260" y="81798"/>
                </a:lnTo>
                <a:lnTo>
                  <a:pt x="1513934" y="82706"/>
                </a:lnTo>
                <a:lnTo>
                  <a:pt x="1517609" y="83598"/>
                </a:lnTo>
                <a:lnTo>
                  <a:pt x="1521284" y="84475"/>
                </a:lnTo>
                <a:lnTo>
                  <a:pt x="1524958" y="85338"/>
                </a:lnTo>
                <a:lnTo>
                  <a:pt x="1528633" y="86187"/>
                </a:lnTo>
                <a:lnTo>
                  <a:pt x="1532307" y="87020"/>
                </a:lnTo>
                <a:lnTo>
                  <a:pt x="1535982" y="87839"/>
                </a:lnTo>
                <a:lnTo>
                  <a:pt x="1539657" y="88646"/>
                </a:lnTo>
                <a:lnTo>
                  <a:pt x="1543331" y="89441"/>
                </a:lnTo>
                <a:lnTo>
                  <a:pt x="1547006" y="90224"/>
                </a:lnTo>
                <a:lnTo>
                  <a:pt x="1550680" y="90997"/>
                </a:lnTo>
                <a:lnTo>
                  <a:pt x="1554355" y="91757"/>
                </a:lnTo>
                <a:lnTo>
                  <a:pt x="1558030" y="92506"/>
                </a:lnTo>
                <a:lnTo>
                  <a:pt x="1561704" y="93245"/>
                </a:lnTo>
                <a:lnTo>
                  <a:pt x="1565379" y="93975"/>
                </a:lnTo>
                <a:lnTo>
                  <a:pt x="1569053" y="94695"/>
                </a:lnTo>
                <a:lnTo>
                  <a:pt x="1572728" y="95405"/>
                </a:lnTo>
                <a:lnTo>
                  <a:pt x="1576403" y="96104"/>
                </a:lnTo>
                <a:lnTo>
                  <a:pt x="1580077" y="96793"/>
                </a:lnTo>
                <a:lnTo>
                  <a:pt x="1583752" y="97472"/>
                </a:lnTo>
                <a:lnTo>
                  <a:pt x="1587426" y="98140"/>
                </a:lnTo>
                <a:lnTo>
                  <a:pt x="1591101" y="98798"/>
                </a:lnTo>
                <a:lnTo>
                  <a:pt x="1594776" y="99444"/>
                </a:lnTo>
                <a:lnTo>
                  <a:pt x="1598450" y="100079"/>
                </a:lnTo>
                <a:lnTo>
                  <a:pt x="1602125" y="100698"/>
                </a:lnTo>
                <a:lnTo>
                  <a:pt x="1605799" y="101305"/>
                </a:lnTo>
                <a:lnTo>
                  <a:pt x="1609474" y="101897"/>
                </a:lnTo>
                <a:lnTo>
                  <a:pt x="1613149" y="102475"/>
                </a:lnTo>
                <a:lnTo>
                  <a:pt x="1616823" y="103037"/>
                </a:lnTo>
                <a:lnTo>
                  <a:pt x="1620498" y="103584"/>
                </a:lnTo>
                <a:lnTo>
                  <a:pt x="1624172" y="104110"/>
                </a:lnTo>
                <a:lnTo>
                  <a:pt x="1627847" y="104619"/>
                </a:lnTo>
                <a:lnTo>
                  <a:pt x="1631522" y="105111"/>
                </a:lnTo>
                <a:lnTo>
                  <a:pt x="1635196" y="105585"/>
                </a:lnTo>
                <a:lnTo>
                  <a:pt x="1638871" y="106043"/>
                </a:lnTo>
                <a:lnTo>
                  <a:pt x="1642545" y="106484"/>
                </a:lnTo>
                <a:lnTo>
                  <a:pt x="1646220" y="106906"/>
                </a:lnTo>
                <a:lnTo>
                  <a:pt x="1649895" y="107312"/>
                </a:lnTo>
                <a:lnTo>
                  <a:pt x="1653569" y="107706"/>
                </a:lnTo>
                <a:lnTo>
                  <a:pt x="1657244" y="108088"/>
                </a:lnTo>
                <a:lnTo>
                  <a:pt x="1660918" y="108460"/>
                </a:lnTo>
                <a:lnTo>
                  <a:pt x="1664593" y="108823"/>
                </a:lnTo>
                <a:lnTo>
                  <a:pt x="1668268" y="109180"/>
                </a:lnTo>
                <a:lnTo>
                  <a:pt x="1671942" y="109534"/>
                </a:lnTo>
                <a:lnTo>
                  <a:pt x="1675617" y="109887"/>
                </a:lnTo>
                <a:lnTo>
                  <a:pt x="1679291" y="110242"/>
                </a:lnTo>
                <a:lnTo>
                  <a:pt x="1682966" y="110600"/>
                </a:lnTo>
                <a:lnTo>
                  <a:pt x="1686641" y="110965"/>
                </a:lnTo>
                <a:lnTo>
                  <a:pt x="1690315" y="111338"/>
                </a:lnTo>
                <a:lnTo>
                  <a:pt x="1693990" y="111723"/>
                </a:lnTo>
                <a:lnTo>
                  <a:pt x="1697664" y="112119"/>
                </a:lnTo>
                <a:lnTo>
                  <a:pt x="1701339" y="112527"/>
                </a:lnTo>
                <a:lnTo>
                  <a:pt x="1705014" y="112948"/>
                </a:lnTo>
                <a:lnTo>
                  <a:pt x="1708688" y="113382"/>
                </a:lnTo>
                <a:lnTo>
                  <a:pt x="1712363" y="113830"/>
                </a:lnTo>
                <a:lnTo>
                  <a:pt x="1716037" y="114293"/>
                </a:lnTo>
                <a:lnTo>
                  <a:pt x="1719712" y="114767"/>
                </a:lnTo>
                <a:lnTo>
                  <a:pt x="1723387" y="115250"/>
                </a:lnTo>
                <a:lnTo>
                  <a:pt x="1727061" y="115742"/>
                </a:lnTo>
                <a:lnTo>
                  <a:pt x="1730736" y="116240"/>
                </a:lnTo>
                <a:lnTo>
                  <a:pt x="1734410" y="116743"/>
                </a:lnTo>
                <a:lnTo>
                  <a:pt x="1738085" y="117247"/>
                </a:lnTo>
                <a:lnTo>
                  <a:pt x="1741760" y="117750"/>
                </a:lnTo>
                <a:lnTo>
                  <a:pt x="1745434" y="118249"/>
                </a:lnTo>
                <a:lnTo>
                  <a:pt x="1749109" y="118742"/>
                </a:lnTo>
                <a:lnTo>
                  <a:pt x="1752783" y="119226"/>
                </a:lnTo>
                <a:lnTo>
                  <a:pt x="1756458" y="119700"/>
                </a:lnTo>
                <a:lnTo>
                  <a:pt x="1760133" y="120158"/>
                </a:lnTo>
                <a:lnTo>
                  <a:pt x="1763807" y="120600"/>
                </a:lnTo>
                <a:lnTo>
                  <a:pt x="1767482" y="121026"/>
                </a:lnTo>
                <a:lnTo>
                  <a:pt x="1771156" y="121433"/>
                </a:lnTo>
                <a:lnTo>
                  <a:pt x="1774831" y="121822"/>
                </a:lnTo>
                <a:lnTo>
                  <a:pt x="1778506" y="122191"/>
                </a:lnTo>
                <a:lnTo>
                  <a:pt x="1782180" y="122536"/>
                </a:lnTo>
                <a:lnTo>
                  <a:pt x="1785855" y="122860"/>
                </a:lnTo>
                <a:lnTo>
                  <a:pt x="1789529" y="123164"/>
                </a:lnTo>
                <a:lnTo>
                  <a:pt x="1793204" y="123450"/>
                </a:lnTo>
                <a:lnTo>
                  <a:pt x="1796879" y="123717"/>
                </a:lnTo>
                <a:lnTo>
                  <a:pt x="1800553" y="123967"/>
                </a:lnTo>
                <a:lnTo>
                  <a:pt x="1804228" y="124199"/>
                </a:lnTo>
                <a:lnTo>
                  <a:pt x="1807902" y="124415"/>
                </a:lnTo>
                <a:lnTo>
                  <a:pt x="1811577" y="124620"/>
                </a:lnTo>
                <a:lnTo>
                  <a:pt x="1815252" y="124813"/>
                </a:lnTo>
                <a:lnTo>
                  <a:pt x="1818926" y="124998"/>
                </a:lnTo>
                <a:lnTo>
                  <a:pt x="1822601" y="125176"/>
                </a:lnTo>
                <a:lnTo>
                  <a:pt x="1826275" y="125348"/>
                </a:lnTo>
                <a:lnTo>
                  <a:pt x="1829950" y="125516"/>
                </a:lnTo>
                <a:lnTo>
                  <a:pt x="1833625" y="125683"/>
                </a:lnTo>
                <a:lnTo>
                  <a:pt x="1837299" y="125850"/>
                </a:lnTo>
                <a:lnTo>
                  <a:pt x="1840974" y="126017"/>
                </a:lnTo>
                <a:lnTo>
                  <a:pt x="1844648" y="126186"/>
                </a:lnTo>
                <a:lnTo>
                  <a:pt x="1848323" y="126358"/>
                </a:lnTo>
                <a:lnTo>
                  <a:pt x="1851998" y="126534"/>
                </a:lnTo>
                <a:lnTo>
                  <a:pt x="1855672" y="126714"/>
                </a:lnTo>
                <a:lnTo>
                  <a:pt x="1859347" y="126898"/>
                </a:lnTo>
                <a:lnTo>
                  <a:pt x="1863021" y="127085"/>
                </a:lnTo>
                <a:lnTo>
                  <a:pt x="1866696" y="127276"/>
                </a:lnTo>
                <a:lnTo>
                  <a:pt x="1870371" y="127469"/>
                </a:lnTo>
                <a:lnTo>
                  <a:pt x="1874045" y="127665"/>
                </a:lnTo>
                <a:lnTo>
                  <a:pt x="1877720" y="127861"/>
                </a:lnTo>
                <a:lnTo>
                  <a:pt x="1877720" y="130916"/>
                </a:lnTo>
                <a:lnTo>
                  <a:pt x="1874045" y="130916"/>
                </a:lnTo>
                <a:lnTo>
                  <a:pt x="1870371" y="130916"/>
                </a:lnTo>
                <a:lnTo>
                  <a:pt x="1866696" y="130916"/>
                </a:lnTo>
                <a:lnTo>
                  <a:pt x="1863021" y="130916"/>
                </a:lnTo>
                <a:lnTo>
                  <a:pt x="1859347" y="130916"/>
                </a:lnTo>
                <a:lnTo>
                  <a:pt x="1855672" y="130916"/>
                </a:lnTo>
                <a:lnTo>
                  <a:pt x="1851998" y="130916"/>
                </a:lnTo>
                <a:lnTo>
                  <a:pt x="1848323" y="130916"/>
                </a:lnTo>
                <a:lnTo>
                  <a:pt x="1844648" y="130916"/>
                </a:lnTo>
                <a:lnTo>
                  <a:pt x="1840974" y="130916"/>
                </a:lnTo>
                <a:lnTo>
                  <a:pt x="1837299" y="130916"/>
                </a:lnTo>
                <a:lnTo>
                  <a:pt x="1833625" y="130916"/>
                </a:lnTo>
                <a:lnTo>
                  <a:pt x="1829950" y="130916"/>
                </a:lnTo>
                <a:lnTo>
                  <a:pt x="1826275" y="130916"/>
                </a:lnTo>
                <a:lnTo>
                  <a:pt x="1822601" y="130916"/>
                </a:lnTo>
                <a:lnTo>
                  <a:pt x="1818926" y="130916"/>
                </a:lnTo>
                <a:lnTo>
                  <a:pt x="1815252" y="130916"/>
                </a:lnTo>
                <a:lnTo>
                  <a:pt x="1811577" y="130916"/>
                </a:lnTo>
                <a:lnTo>
                  <a:pt x="1807902" y="130916"/>
                </a:lnTo>
                <a:lnTo>
                  <a:pt x="1804228" y="130916"/>
                </a:lnTo>
                <a:lnTo>
                  <a:pt x="1800553" y="130916"/>
                </a:lnTo>
                <a:lnTo>
                  <a:pt x="1796879" y="130916"/>
                </a:lnTo>
                <a:lnTo>
                  <a:pt x="1793204" y="130916"/>
                </a:lnTo>
                <a:lnTo>
                  <a:pt x="1789529" y="130916"/>
                </a:lnTo>
                <a:lnTo>
                  <a:pt x="1785855" y="130916"/>
                </a:lnTo>
                <a:lnTo>
                  <a:pt x="1782180" y="130916"/>
                </a:lnTo>
                <a:lnTo>
                  <a:pt x="1778506" y="130916"/>
                </a:lnTo>
                <a:lnTo>
                  <a:pt x="1774831" y="130916"/>
                </a:lnTo>
                <a:lnTo>
                  <a:pt x="1771156" y="130916"/>
                </a:lnTo>
                <a:lnTo>
                  <a:pt x="1767482" y="130916"/>
                </a:lnTo>
                <a:lnTo>
                  <a:pt x="1763807" y="130916"/>
                </a:lnTo>
                <a:lnTo>
                  <a:pt x="1760133" y="130916"/>
                </a:lnTo>
                <a:lnTo>
                  <a:pt x="1756458" y="130916"/>
                </a:lnTo>
                <a:lnTo>
                  <a:pt x="1752783" y="130916"/>
                </a:lnTo>
                <a:lnTo>
                  <a:pt x="1749109" y="130916"/>
                </a:lnTo>
                <a:lnTo>
                  <a:pt x="1745434" y="130916"/>
                </a:lnTo>
                <a:lnTo>
                  <a:pt x="1741760" y="130916"/>
                </a:lnTo>
                <a:lnTo>
                  <a:pt x="1738085" y="130916"/>
                </a:lnTo>
                <a:lnTo>
                  <a:pt x="1734410" y="130916"/>
                </a:lnTo>
                <a:lnTo>
                  <a:pt x="1730736" y="130916"/>
                </a:lnTo>
                <a:lnTo>
                  <a:pt x="1727061" y="130916"/>
                </a:lnTo>
                <a:lnTo>
                  <a:pt x="1723387" y="130916"/>
                </a:lnTo>
                <a:lnTo>
                  <a:pt x="1719712" y="130916"/>
                </a:lnTo>
                <a:lnTo>
                  <a:pt x="1716037" y="130916"/>
                </a:lnTo>
                <a:lnTo>
                  <a:pt x="1712363" y="130916"/>
                </a:lnTo>
                <a:lnTo>
                  <a:pt x="1708688" y="130916"/>
                </a:lnTo>
                <a:lnTo>
                  <a:pt x="1705014" y="130916"/>
                </a:lnTo>
                <a:lnTo>
                  <a:pt x="1701339" y="130916"/>
                </a:lnTo>
                <a:lnTo>
                  <a:pt x="1697664" y="130916"/>
                </a:lnTo>
                <a:lnTo>
                  <a:pt x="1693990" y="130916"/>
                </a:lnTo>
                <a:lnTo>
                  <a:pt x="1690315" y="130916"/>
                </a:lnTo>
                <a:lnTo>
                  <a:pt x="1686641" y="130916"/>
                </a:lnTo>
                <a:lnTo>
                  <a:pt x="1682966" y="130916"/>
                </a:lnTo>
                <a:lnTo>
                  <a:pt x="1679291" y="130916"/>
                </a:lnTo>
                <a:lnTo>
                  <a:pt x="1675617" y="130916"/>
                </a:lnTo>
                <a:lnTo>
                  <a:pt x="1671942" y="130916"/>
                </a:lnTo>
                <a:lnTo>
                  <a:pt x="1668268" y="130916"/>
                </a:lnTo>
                <a:lnTo>
                  <a:pt x="1664593" y="130916"/>
                </a:lnTo>
                <a:lnTo>
                  <a:pt x="1660918" y="130916"/>
                </a:lnTo>
                <a:lnTo>
                  <a:pt x="1657244" y="130916"/>
                </a:lnTo>
                <a:lnTo>
                  <a:pt x="1653569" y="130916"/>
                </a:lnTo>
                <a:lnTo>
                  <a:pt x="1649895" y="130916"/>
                </a:lnTo>
                <a:lnTo>
                  <a:pt x="1646220" y="130916"/>
                </a:lnTo>
                <a:lnTo>
                  <a:pt x="1642545" y="130916"/>
                </a:lnTo>
                <a:lnTo>
                  <a:pt x="1638871" y="130916"/>
                </a:lnTo>
                <a:lnTo>
                  <a:pt x="1635196" y="130916"/>
                </a:lnTo>
                <a:lnTo>
                  <a:pt x="1631522" y="130916"/>
                </a:lnTo>
                <a:lnTo>
                  <a:pt x="1627847" y="130916"/>
                </a:lnTo>
                <a:lnTo>
                  <a:pt x="1624172" y="130916"/>
                </a:lnTo>
                <a:lnTo>
                  <a:pt x="1620498" y="130916"/>
                </a:lnTo>
                <a:lnTo>
                  <a:pt x="1616823" y="130916"/>
                </a:lnTo>
                <a:lnTo>
                  <a:pt x="1613149" y="130916"/>
                </a:lnTo>
                <a:lnTo>
                  <a:pt x="1609474" y="130916"/>
                </a:lnTo>
                <a:lnTo>
                  <a:pt x="1605799" y="130916"/>
                </a:lnTo>
                <a:lnTo>
                  <a:pt x="1602125" y="130916"/>
                </a:lnTo>
                <a:lnTo>
                  <a:pt x="1598450" y="130916"/>
                </a:lnTo>
                <a:lnTo>
                  <a:pt x="1594776" y="130916"/>
                </a:lnTo>
                <a:lnTo>
                  <a:pt x="1591101" y="130916"/>
                </a:lnTo>
                <a:lnTo>
                  <a:pt x="1587426" y="130916"/>
                </a:lnTo>
                <a:lnTo>
                  <a:pt x="1583752" y="130916"/>
                </a:lnTo>
                <a:lnTo>
                  <a:pt x="1580077" y="130916"/>
                </a:lnTo>
                <a:lnTo>
                  <a:pt x="1576403" y="130916"/>
                </a:lnTo>
                <a:lnTo>
                  <a:pt x="1572728" y="130916"/>
                </a:lnTo>
                <a:lnTo>
                  <a:pt x="1569053" y="130916"/>
                </a:lnTo>
                <a:lnTo>
                  <a:pt x="1565379" y="130916"/>
                </a:lnTo>
                <a:lnTo>
                  <a:pt x="1561704" y="130916"/>
                </a:lnTo>
                <a:lnTo>
                  <a:pt x="1558030" y="130916"/>
                </a:lnTo>
                <a:lnTo>
                  <a:pt x="1554355" y="130916"/>
                </a:lnTo>
                <a:lnTo>
                  <a:pt x="1550680" y="130916"/>
                </a:lnTo>
                <a:lnTo>
                  <a:pt x="1547006" y="130916"/>
                </a:lnTo>
                <a:lnTo>
                  <a:pt x="1543331" y="130916"/>
                </a:lnTo>
                <a:lnTo>
                  <a:pt x="1539657" y="130916"/>
                </a:lnTo>
                <a:lnTo>
                  <a:pt x="1535982" y="130916"/>
                </a:lnTo>
                <a:lnTo>
                  <a:pt x="1532307" y="130916"/>
                </a:lnTo>
                <a:lnTo>
                  <a:pt x="1528633" y="130916"/>
                </a:lnTo>
                <a:lnTo>
                  <a:pt x="1524958" y="130916"/>
                </a:lnTo>
                <a:lnTo>
                  <a:pt x="1521284" y="130916"/>
                </a:lnTo>
                <a:lnTo>
                  <a:pt x="1517609" y="130916"/>
                </a:lnTo>
                <a:lnTo>
                  <a:pt x="1513934" y="130916"/>
                </a:lnTo>
                <a:lnTo>
                  <a:pt x="1510260" y="130916"/>
                </a:lnTo>
                <a:lnTo>
                  <a:pt x="1506585" y="130916"/>
                </a:lnTo>
                <a:lnTo>
                  <a:pt x="1502911" y="130916"/>
                </a:lnTo>
                <a:lnTo>
                  <a:pt x="1499236" y="130916"/>
                </a:lnTo>
                <a:lnTo>
                  <a:pt x="1495561" y="130916"/>
                </a:lnTo>
                <a:lnTo>
                  <a:pt x="1491887" y="130916"/>
                </a:lnTo>
                <a:lnTo>
                  <a:pt x="1488212" y="130916"/>
                </a:lnTo>
                <a:lnTo>
                  <a:pt x="1484538" y="130916"/>
                </a:lnTo>
                <a:lnTo>
                  <a:pt x="1480863" y="130916"/>
                </a:lnTo>
                <a:lnTo>
                  <a:pt x="1477188" y="130916"/>
                </a:lnTo>
                <a:lnTo>
                  <a:pt x="1473514" y="130916"/>
                </a:lnTo>
                <a:lnTo>
                  <a:pt x="1469839" y="130916"/>
                </a:lnTo>
                <a:lnTo>
                  <a:pt x="1466165" y="130916"/>
                </a:lnTo>
                <a:lnTo>
                  <a:pt x="1462490" y="130916"/>
                </a:lnTo>
                <a:lnTo>
                  <a:pt x="1458815" y="130916"/>
                </a:lnTo>
                <a:lnTo>
                  <a:pt x="1455141" y="130916"/>
                </a:lnTo>
                <a:lnTo>
                  <a:pt x="1451466" y="130916"/>
                </a:lnTo>
                <a:lnTo>
                  <a:pt x="1447792" y="130916"/>
                </a:lnTo>
                <a:lnTo>
                  <a:pt x="1444117" y="130916"/>
                </a:lnTo>
                <a:lnTo>
                  <a:pt x="1440442" y="130916"/>
                </a:lnTo>
                <a:lnTo>
                  <a:pt x="1436768" y="130916"/>
                </a:lnTo>
                <a:lnTo>
                  <a:pt x="1433093" y="130916"/>
                </a:lnTo>
                <a:lnTo>
                  <a:pt x="1429419" y="130916"/>
                </a:lnTo>
                <a:lnTo>
                  <a:pt x="1425744" y="130916"/>
                </a:lnTo>
                <a:lnTo>
                  <a:pt x="1422069" y="130916"/>
                </a:lnTo>
                <a:lnTo>
                  <a:pt x="1418395" y="130916"/>
                </a:lnTo>
                <a:lnTo>
                  <a:pt x="1414720" y="130916"/>
                </a:lnTo>
                <a:lnTo>
                  <a:pt x="1411046" y="130916"/>
                </a:lnTo>
                <a:lnTo>
                  <a:pt x="1407371" y="130916"/>
                </a:lnTo>
                <a:lnTo>
                  <a:pt x="1403696" y="130916"/>
                </a:lnTo>
                <a:lnTo>
                  <a:pt x="1400022" y="130916"/>
                </a:lnTo>
                <a:lnTo>
                  <a:pt x="1396347" y="130916"/>
                </a:lnTo>
                <a:lnTo>
                  <a:pt x="1392673" y="130916"/>
                </a:lnTo>
                <a:lnTo>
                  <a:pt x="1388998" y="130916"/>
                </a:lnTo>
                <a:lnTo>
                  <a:pt x="1385323" y="130916"/>
                </a:lnTo>
                <a:lnTo>
                  <a:pt x="1381649" y="130916"/>
                </a:lnTo>
                <a:lnTo>
                  <a:pt x="1377974" y="130916"/>
                </a:lnTo>
                <a:lnTo>
                  <a:pt x="1374300" y="130916"/>
                </a:lnTo>
                <a:lnTo>
                  <a:pt x="1370625" y="130916"/>
                </a:lnTo>
                <a:lnTo>
                  <a:pt x="1366950" y="130916"/>
                </a:lnTo>
                <a:lnTo>
                  <a:pt x="1363276" y="130916"/>
                </a:lnTo>
                <a:lnTo>
                  <a:pt x="1359601" y="130916"/>
                </a:lnTo>
                <a:lnTo>
                  <a:pt x="1355927" y="130916"/>
                </a:lnTo>
                <a:lnTo>
                  <a:pt x="1352252" y="130916"/>
                </a:lnTo>
                <a:lnTo>
                  <a:pt x="1348577" y="130916"/>
                </a:lnTo>
                <a:lnTo>
                  <a:pt x="1344903" y="130916"/>
                </a:lnTo>
                <a:lnTo>
                  <a:pt x="1341228" y="130916"/>
                </a:lnTo>
                <a:lnTo>
                  <a:pt x="1337554" y="130916"/>
                </a:lnTo>
                <a:lnTo>
                  <a:pt x="1333879" y="130916"/>
                </a:lnTo>
                <a:lnTo>
                  <a:pt x="1330205" y="130916"/>
                </a:lnTo>
                <a:lnTo>
                  <a:pt x="1326530" y="130916"/>
                </a:lnTo>
                <a:lnTo>
                  <a:pt x="1322855" y="130916"/>
                </a:lnTo>
                <a:lnTo>
                  <a:pt x="1319181" y="130916"/>
                </a:lnTo>
                <a:lnTo>
                  <a:pt x="1315506" y="130916"/>
                </a:lnTo>
                <a:lnTo>
                  <a:pt x="1311832" y="130916"/>
                </a:lnTo>
                <a:lnTo>
                  <a:pt x="1308157" y="130916"/>
                </a:lnTo>
                <a:lnTo>
                  <a:pt x="1304482" y="130916"/>
                </a:lnTo>
                <a:lnTo>
                  <a:pt x="1300808" y="130916"/>
                </a:lnTo>
                <a:lnTo>
                  <a:pt x="1297133" y="130916"/>
                </a:lnTo>
                <a:lnTo>
                  <a:pt x="1293459" y="130916"/>
                </a:lnTo>
                <a:lnTo>
                  <a:pt x="1289784" y="130916"/>
                </a:lnTo>
                <a:lnTo>
                  <a:pt x="1286109" y="130916"/>
                </a:lnTo>
                <a:lnTo>
                  <a:pt x="1282435" y="130916"/>
                </a:lnTo>
                <a:lnTo>
                  <a:pt x="1278760" y="130916"/>
                </a:lnTo>
                <a:lnTo>
                  <a:pt x="1275086" y="130916"/>
                </a:lnTo>
                <a:lnTo>
                  <a:pt x="1271411" y="130916"/>
                </a:lnTo>
                <a:lnTo>
                  <a:pt x="1267736" y="130916"/>
                </a:lnTo>
                <a:lnTo>
                  <a:pt x="1264062" y="130916"/>
                </a:lnTo>
                <a:lnTo>
                  <a:pt x="1260387" y="130916"/>
                </a:lnTo>
                <a:lnTo>
                  <a:pt x="1256713" y="130916"/>
                </a:lnTo>
                <a:lnTo>
                  <a:pt x="1253038" y="130916"/>
                </a:lnTo>
                <a:lnTo>
                  <a:pt x="1249363" y="130916"/>
                </a:lnTo>
                <a:lnTo>
                  <a:pt x="1245689" y="130916"/>
                </a:lnTo>
                <a:lnTo>
                  <a:pt x="1242014" y="130916"/>
                </a:lnTo>
                <a:lnTo>
                  <a:pt x="1238340" y="130916"/>
                </a:lnTo>
                <a:lnTo>
                  <a:pt x="1234665" y="130916"/>
                </a:lnTo>
                <a:lnTo>
                  <a:pt x="1230990" y="130916"/>
                </a:lnTo>
                <a:lnTo>
                  <a:pt x="1227316" y="130916"/>
                </a:lnTo>
                <a:lnTo>
                  <a:pt x="1223641" y="130916"/>
                </a:lnTo>
                <a:lnTo>
                  <a:pt x="1219967" y="130916"/>
                </a:lnTo>
                <a:lnTo>
                  <a:pt x="1216292" y="130916"/>
                </a:lnTo>
                <a:lnTo>
                  <a:pt x="1212617" y="130916"/>
                </a:lnTo>
                <a:lnTo>
                  <a:pt x="1208943" y="130916"/>
                </a:lnTo>
                <a:lnTo>
                  <a:pt x="1205268" y="130916"/>
                </a:lnTo>
                <a:lnTo>
                  <a:pt x="1201594" y="130916"/>
                </a:lnTo>
                <a:lnTo>
                  <a:pt x="1197919" y="130916"/>
                </a:lnTo>
                <a:lnTo>
                  <a:pt x="1194244" y="130916"/>
                </a:lnTo>
                <a:lnTo>
                  <a:pt x="1190570" y="130916"/>
                </a:lnTo>
                <a:lnTo>
                  <a:pt x="1186895" y="130916"/>
                </a:lnTo>
                <a:lnTo>
                  <a:pt x="1183221" y="130916"/>
                </a:lnTo>
                <a:lnTo>
                  <a:pt x="1179546" y="130916"/>
                </a:lnTo>
                <a:lnTo>
                  <a:pt x="1175871" y="130916"/>
                </a:lnTo>
                <a:lnTo>
                  <a:pt x="1172197" y="130916"/>
                </a:lnTo>
                <a:lnTo>
                  <a:pt x="1168522" y="130916"/>
                </a:lnTo>
                <a:lnTo>
                  <a:pt x="1164848" y="130916"/>
                </a:lnTo>
                <a:lnTo>
                  <a:pt x="1161173" y="130916"/>
                </a:lnTo>
                <a:lnTo>
                  <a:pt x="1157498" y="130916"/>
                </a:lnTo>
                <a:lnTo>
                  <a:pt x="1153824" y="130916"/>
                </a:lnTo>
                <a:lnTo>
                  <a:pt x="1150149" y="130916"/>
                </a:lnTo>
                <a:lnTo>
                  <a:pt x="1146475" y="130916"/>
                </a:lnTo>
                <a:lnTo>
                  <a:pt x="1142800" y="130916"/>
                </a:lnTo>
                <a:lnTo>
                  <a:pt x="1139125" y="130916"/>
                </a:lnTo>
                <a:lnTo>
                  <a:pt x="1135451" y="130916"/>
                </a:lnTo>
                <a:lnTo>
                  <a:pt x="1131776" y="130916"/>
                </a:lnTo>
                <a:lnTo>
                  <a:pt x="1128102" y="130916"/>
                </a:lnTo>
                <a:lnTo>
                  <a:pt x="1124427" y="130916"/>
                </a:lnTo>
                <a:lnTo>
                  <a:pt x="1120752" y="130916"/>
                </a:lnTo>
                <a:lnTo>
                  <a:pt x="1117078" y="130916"/>
                </a:lnTo>
                <a:lnTo>
                  <a:pt x="1113403" y="130916"/>
                </a:lnTo>
                <a:lnTo>
                  <a:pt x="1109729" y="130916"/>
                </a:lnTo>
                <a:lnTo>
                  <a:pt x="1106054" y="130916"/>
                </a:lnTo>
                <a:lnTo>
                  <a:pt x="1102379" y="130916"/>
                </a:lnTo>
                <a:lnTo>
                  <a:pt x="1098705" y="130916"/>
                </a:lnTo>
                <a:lnTo>
                  <a:pt x="1095030" y="130916"/>
                </a:lnTo>
                <a:lnTo>
                  <a:pt x="1091356" y="130916"/>
                </a:lnTo>
                <a:lnTo>
                  <a:pt x="1087681" y="130916"/>
                </a:lnTo>
                <a:lnTo>
                  <a:pt x="1084006" y="130916"/>
                </a:lnTo>
                <a:lnTo>
                  <a:pt x="1080332" y="130916"/>
                </a:lnTo>
                <a:lnTo>
                  <a:pt x="1076657" y="130916"/>
                </a:lnTo>
                <a:lnTo>
                  <a:pt x="1072983" y="130916"/>
                </a:lnTo>
                <a:lnTo>
                  <a:pt x="1069308" y="130916"/>
                </a:lnTo>
                <a:lnTo>
                  <a:pt x="1065633" y="130916"/>
                </a:lnTo>
                <a:lnTo>
                  <a:pt x="1061959" y="130916"/>
                </a:lnTo>
                <a:lnTo>
                  <a:pt x="1058284" y="130916"/>
                </a:lnTo>
                <a:lnTo>
                  <a:pt x="1054610" y="130916"/>
                </a:lnTo>
                <a:lnTo>
                  <a:pt x="1050935" y="130916"/>
                </a:lnTo>
                <a:lnTo>
                  <a:pt x="1047260" y="130916"/>
                </a:lnTo>
                <a:lnTo>
                  <a:pt x="1043586" y="130916"/>
                </a:lnTo>
                <a:lnTo>
                  <a:pt x="1039911" y="130916"/>
                </a:lnTo>
                <a:lnTo>
                  <a:pt x="1036237" y="130916"/>
                </a:lnTo>
                <a:lnTo>
                  <a:pt x="1032562" y="130916"/>
                </a:lnTo>
                <a:lnTo>
                  <a:pt x="1028887" y="130916"/>
                </a:lnTo>
                <a:lnTo>
                  <a:pt x="1025213" y="130916"/>
                </a:lnTo>
                <a:lnTo>
                  <a:pt x="1021538" y="130916"/>
                </a:lnTo>
                <a:lnTo>
                  <a:pt x="1017864" y="130916"/>
                </a:lnTo>
                <a:lnTo>
                  <a:pt x="1014189" y="130916"/>
                </a:lnTo>
                <a:lnTo>
                  <a:pt x="1010514" y="130916"/>
                </a:lnTo>
                <a:lnTo>
                  <a:pt x="1006840" y="130916"/>
                </a:lnTo>
                <a:lnTo>
                  <a:pt x="1003165" y="130916"/>
                </a:lnTo>
                <a:lnTo>
                  <a:pt x="999491" y="130916"/>
                </a:lnTo>
                <a:lnTo>
                  <a:pt x="995816" y="130916"/>
                </a:lnTo>
                <a:lnTo>
                  <a:pt x="992141" y="130916"/>
                </a:lnTo>
                <a:lnTo>
                  <a:pt x="988467" y="130916"/>
                </a:lnTo>
                <a:lnTo>
                  <a:pt x="984792" y="130916"/>
                </a:lnTo>
                <a:lnTo>
                  <a:pt x="981118" y="130916"/>
                </a:lnTo>
                <a:lnTo>
                  <a:pt x="977443" y="130916"/>
                </a:lnTo>
                <a:lnTo>
                  <a:pt x="973768" y="130916"/>
                </a:lnTo>
                <a:lnTo>
                  <a:pt x="970094" y="130916"/>
                </a:lnTo>
                <a:lnTo>
                  <a:pt x="966419" y="130916"/>
                </a:lnTo>
                <a:lnTo>
                  <a:pt x="962745" y="130916"/>
                </a:lnTo>
                <a:lnTo>
                  <a:pt x="959070" y="130916"/>
                </a:lnTo>
                <a:lnTo>
                  <a:pt x="955395" y="130916"/>
                </a:lnTo>
                <a:lnTo>
                  <a:pt x="951721" y="130916"/>
                </a:lnTo>
                <a:lnTo>
                  <a:pt x="948046" y="130916"/>
                </a:lnTo>
                <a:lnTo>
                  <a:pt x="944372" y="130916"/>
                </a:lnTo>
                <a:lnTo>
                  <a:pt x="940697" y="130916"/>
                </a:lnTo>
                <a:lnTo>
                  <a:pt x="937022" y="130916"/>
                </a:lnTo>
                <a:lnTo>
                  <a:pt x="933348" y="130916"/>
                </a:lnTo>
                <a:lnTo>
                  <a:pt x="929673" y="130916"/>
                </a:lnTo>
                <a:lnTo>
                  <a:pt x="925999" y="130916"/>
                </a:lnTo>
                <a:lnTo>
                  <a:pt x="922324" y="130916"/>
                </a:lnTo>
                <a:lnTo>
                  <a:pt x="918649" y="130916"/>
                </a:lnTo>
                <a:lnTo>
                  <a:pt x="914975" y="130916"/>
                </a:lnTo>
                <a:lnTo>
                  <a:pt x="911300" y="130916"/>
                </a:lnTo>
                <a:lnTo>
                  <a:pt x="907626" y="130916"/>
                </a:lnTo>
                <a:lnTo>
                  <a:pt x="903951" y="130916"/>
                </a:lnTo>
                <a:lnTo>
                  <a:pt x="900276" y="130916"/>
                </a:lnTo>
                <a:lnTo>
                  <a:pt x="896602" y="130916"/>
                </a:lnTo>
                <a:lnTo>
                  <a:pt x="892927" y="130916"/>
                </a:lnTo>
                <a:lnTo>
                  <a:pt x="889253" y="130916"/>
                </a:lnTo>
                <a:lnTo>
                  <a:pt x="885578" y="130916"/>
                </a:lnTo>
                <a:lnTo>
                  <a:pt x="881903" y="130916"/>
                </a:lnTo>
                <a:lnTo>
                  <a:pt x="878229" y="130916"/>
                </a:lnTo>
                <a:lnTo>
                  <a:pt x="874554" y="130916"/>
                </a:lnTo>
                <a:lnTo>
                  <a:pt x="870880" y="130916"/>
                </a:lnTo>
                <a:lnTo>
                  <a:pt x="867205" y="130916"/>
                </a:lnTo>
                <a:lnTo>
                  <a:pt x="863530" y="130916"/>
                </a:lnTo>
                <a:lnTo>
                  <a:pt x="859856" y="130916"/>
                </a:lnTo>
                <a:lnTo>
                  <a:pt x="856181" y="130916"/>
                </a:lnTo>
                <a:lnTo>
                  <a:pt x="852507" y="130916"/>
                </a:lnTo>
                <a:lnTo>
                  <a:pt x="848832" y="130916"/>
                </a:lnTo>
                <a:lnTo>
                  <a:pt x="845157" y="130916"/>
                </a:lnTo>
                <a:lnTo>
                  <a:pt x="841483" y="130916"/>
                </a:lnTo>
                <a:lnTo>
                  <a:pt x="837808" y="130916"/>
                </a:lnTo>
                <a:lnTo>
                  <a:pt x="834134" y="130916"/>
                </a:lnTo>
                <a:lnTo>
                  <a:pt x="830459" y="130916"/>
                </a:lnTo>
                <a:lnTo>
                  <a:pt x="826784" y="130916"/>
                </a:lnTo>
                <a:lnTo>
                  <a:pt x="823110" y="130916"/>
                </a:lnTo>
                <a:lnTo>
                  <a:pt x="819435" y="130916"/>
                </a:lnTo>
                <a:lnTo>
                  <a:pt x="815761" y="130916"/>
                </a:lnTo>
                <a:lnTo>
                  <a:pt x="812086" y="130916"/>
                </a:lnTo>
                <a:lnTo>
                  <a:pt x="808411" y="130916"/>
                </a:lnTo>
                <a:lnTo>
                  <a:pt x="804737" y="130916"/>
                </a:lnTo>
                <a:lnTo>
                  <a:pt x="801062" y="130916"/>
                </a:lnTo>
                <a:lnTo>
                  <a:pt x="797388" y="130916"/>
                </a:lnTo>
                <a:lnTo>
                  <a:pt x="793713" y="130916"/>
                </a:lnTo>
                <a:lnTo>
                  <a:pt x="790038" y="130916"/>
                </a:lnTo>
                <a:lnTo>
                  <a:pt x="786364" y="130916"/>
                </a:lnTo>
                <a:lnTo>
                  <a:pt x="782689" y="130916"/>
                </a:lnTo>
                <a:lnTo>
                  <a:pt x="779015" y="130916"/>
                </a:lnTo>
                <a:lnTo>
                  <a:pt x="775340" y="130916"/>
                </a:lnTo>
                <a:lnTo>
                  <a:pt x="771665" y="130916"/>
                </a:lnTo>
                <a:lnTo>
                  <a:pt x="767991" y="130916"/>
                </a:lnTo>
                <a:lnTo>
                  <a:pt x="764316" y="130916"/>
                </a:lnTo>
                <a:lnTo>
                  <a:pt x="760642" y="130916"/>
                </a:lnTo>
                <a:lnTo>
                  <a:pt x="756967" y="130916"/>
                </a:lnTo>
                <a:lnTo>
                  <a:pt x="753292" y="130916"/>
                </a:lnTo>
                <a:lnTo>
                  <a:pt x="749618" y="130916"/>
                </a:lnTo>
                <a:lnTo>
                  <a:pt x="745943" y="130916"/>
                </a:lnTo>
                <a:lnTo>
                  <a:pt x="742269" y="130916"/>
                </a:lnTo>
                <a:lnTo>
                  <a:pt x="738594" y="130916"/>
                </a:lnTo>
                <a:lnTo>
                  <a:pt x="734919" y="130916"/>
                </a:lnTo>
                <a:lnTo>
                  <a:pt x="731245" y="130916"/>
                </a:lnTo>
                <a:lnTo>
                  <a:pt x="727570" y="130916"/>
                </a:lnTo>
                <a:lnTo>
                  <a:pt x="723896" y="130916"/>
                </a:lnTo>
                <a:lnTo>
                  <a:pt x="720221" y="130916"/>
                </a:lnTo>
                <a:lnTo>
                  <a:pt x="716546" y="130916"/>
                </a:lnTo>
                <a:lnTo>
                  <a:pt x="712872" y="130916"/>
                </a:lnTo>
                <a:lnTo>
                  <a:pt x="709197" y="130916"/>
                </a:lnTo>
                <a:lnTo>
                  <a:pt x="705523" y="130916"/>
                </a:lnTo>
                <a:lnTo>
                  <a:pt x="701848" y="130916"/>
                </a:lnTo>
                <a:lnTo>
                  <a:pt x="698173" y="130916"/>
                </a:lnTo>
                <a:lnTo>
                  <a:pt x="694499" y="130916"/>
                </a:lnTo>
                <a:lnTo>
                  <a:pt x="690824" y="130916"/>
                </a:lnTo>
                <a:lnTo>
                  <a:pt x="687150" y="130916"/>
                </a:lnTo>
                <a:lnTo>
                  <a:pt x="683475" y="130916"/>
                </a:lnTo>
                <a:lnTo>
                  <a:pt x="679800" y="130916"/>
                </a:lnTo>
                <a:lnTo>
                  <a:pt x="676126" y="130916"/>
                </a:lnTo>
                <a:lnTo>
                  <a:pt x="672451" y="130916"/>
                </a:lnTo>
                <a:lnTo>
                  <a:pt x="668777" y="130916"/>
                </a:lnTo>
                <a:lnTo>
                  <a:pt x="665102" y="130916"/>
                </a:lnTo>
                <a:lnTo>
                  <a:pt x="661427" y="130916"/>
                </a:lnTo>
                <a:lnTo>
                  <a:pt x="657753" y="130916"/>
                </a:lnTo>
                <a:lnTo>
                  <a:pt x="654078" y="130916"/>
                </a:lnTo>
                <a:lnTo>
                  <a:pt x="650404" y="130916"/>
                </a:lnTo>
                <a:lnTo>
                  <a:pt x="646729" y="130916"/>
                </a:lnTo>
                <a:lnTo>
                  <a:pt x="643054" y="130916"/>
                </a:lnTo>
                <a:lnTo>
                  <a:pt x="639380" y="130916"/>
                </a:lnTo>
                <a:lnTo>
                  <a:pt x="635705" y="130916"/>
                </a:lnTo>
                <a:lnTo>
                  <a:pt x="632031" y="130916"/>
                </a:lnTo>
                <a:lnTo>
                  <a:pt x="628356" y="130916"/>
                </a:lnTo>
                <a:lnTo>
                  <a:pt x="624681" y="130916"/>
                </a:lnTo>
                <a:lnTo>
                  <a:pt x="621007" y="130916"/>
                </a:lnTo>
                <a:lnTo>
                  <a:pt x="617332" y="130916"/>
                </a:lnTo>
                <a:lnTo>
                  <a:pt x="613658" y="130916"/>
                </a:lnTo>
                <a:lnTo>
                  <a:pt x="609983" y="130916"/>
                </a:lnTo>
                <a:lnTo>
                  <a:pt x="606308" y="130916"/>
                </a:lnTo>
                <a:lnTo>
                  <a:pt x="602634" y="130916"/>
                </a:lnTo>
                <a:lnTo>
                  <a:pt x="598959" y="130916"/>
                </a:lnTo>
                <a:lnTo>
                  <a:pt x="595285" y="130916"/>
                </a:lnTo>
                <a:lnTo>
                  <a:pt x="591610" y="130916"/>
                </a:lnTo>
                <a:lnTo>
                  <a:pt x="587935" y="130916"/>
                </a:lnTo>
                <a:lnTo>
                  <a:pt x="584261" y="130916"/>
                </a:lnTo>
                <a:lnTo>
                  <a:pt x="580586" y="130916"/>
                </a:lnTo>
                <a:lnTo>
                  <a:pt x="576912" y="130916"/>
                </a:lnTo>
                <a:lnTo>
                  <a:pt x="573237" y="130916"/>
                </a:lnTo>
                <a:lnTo>
                  <a:pt x="569562" y="130916"/>
                </a:lnTo>
                <a:lnTo>
                  <a:pt x="565888" y="130916"/>
                </a:lnTo>
                <a:lnTo>
                  <a:pt x="562213" y="130916"/>
                </a:lnTo>
                <a:lnTo>
                  <a:pt x="558539" y="130916"/>
                </a:lnTo>
                <a:lnTo>
                  <a:pt x="554864" y="130916"/>
                </a:lnTo>
                <a:lnTo>
                  <a:pt x="551189" y="130916"/>
                </a:lnTo>
                <a:lnTo>
                  <a:pt x="547515" y="130916"/>
                </a:lnTo>
                <a:lnTo>
                  <a:pt x="543840" y="130916"/>
                </a:lnTo>
                <a:lnTo>
                  <a:pt x="540166" y="130916"/>
                </a:lnTo>
                <a:lnTo>
                  <a:pt x="536491" y="130916"/>
                </a:lnTo>
                <a:lnTo>
                  <a:pt x="532816" y="130916"/>
                </a:lnTo>
                <a:lnTo>
                  <a:pt x="529142" y="130916"/>
                </a:lnTo>
                <a:lnTo>
                  <a:pt x="525467" y="130916"/>
                </a:lnTo>
                <a:lnTo>
                  <a:pt x="521793" y="130916"/>
                </a:lnTo>
                <a:lnTo>
                  <a:pt x="518118" y="130916"/>
                </a:lnTo>
                <a:lnTo>
                  <a:pt x="514443" y="130916"/>
                </a:lnTo>
                <a:lnTo>
                  <a:pt x="510769" y="130916"/>
                </a:lnTo>
                <a:lnTo>
                  <a:pt x="507094" y="130916"/>
                </a:lnTo>
                <a:lnTo>
                  <a:pt x="503420" y="130916"/>
                </a:lnTo>
                <a:lnTo>
                  <a:pt x="499745" y="130916"/>
                </a:lnTo>
                <a:lnTo>
                  <a:pt x="496070" y="130916"/>
                </a:lnTo>
                <a:lnTo>
                  <a:pt x="492396" y="130916"/>
                </a:lnTo>
                <a:lnTo>
                  <a:pt x="488721" y="130916"/>
                </a:lnTo>
                <a:lnTo>
                  <a:pt x="485047" y="130916"/>
                </a:lnTo>
                <a:lnTo>
                  <a:pt x="481372" y="130916"/>
                </a:lnTo>
                <a:lnTo>
                  <a:pt x="477697" y="130916"/>
                </a:lnTo>
                <a:lnTo>
                  <a:pt x="474023" y="130916"/>
                </a:lnTo>
                <a:lnTo>
                  <a:pt x="470348" y="130916"/>
                </a:lnTo>
                <a:lnTo>
                  <a:pt x="466674" y="130916"/>
                </a:lnTo>
                <a:lnTo>
                  <a:pt x="462999" y="130916"/>
                </a:lnTo>
                <a:lnTo>
                  <a:pt x="459324" y="130916"/>
                </a:lnTo>
                <a:lnTo>
                  <a:pt x="455650" y="130916"/>
                </a:lnTo>
                <a:lnTo>
                  <a:pt x="451975" y="130916"/>
                </a:lnTo>
                <a:lnTo>
                  <a:pt x="448301" y="130916"/>
                </a:lnTo>
                <a:lnTo>
                  <a:pt x="444626" y="130916"/>
                </a:lnTo>
                <a:lnTo>
                  <a:pt x="440951" y="130916"/>
                </a:lnTo>
                <a:lnTo>
                  <a:pt x="437277" y="130916"/>
                </a:lnTo>
                <a:lnTo>
                  <a:pt x="433602" y="130916"/>
                </a:lnTo>
                <a:lnTo>
                  <a:pt x="429928" y="130916"/>
                </a:lnTo>
                <a:lnTo>
                  <a:pt x="426253" y="130916"/>
                </a:lnTo>
                <a:lnTo>
                  <a:pt x="422578" y="130916"/>
                </a:lnTo>
                <a:lnTo>
                  <a:pt x="418904" y="130916"/>
                </a:lnTo>
                <a:lnTo>
                  <a:pt x="415229" y="130916"/>
                </a:lnTo>
                <a:lnTo>
                  <a:pt x="411555" y="130916"/>
                </a:lnTo>
                <a:lnTo>
                  <a:pt x="407880" y="130916"/>
                </a:lnTo>
                <a:lnTo>
                  <a:pt x="404205" y="130916"/>
                </a:lnTo>
                <a:lnTo>
                  <a:pt x="400531" y="130916"/>
                </a:lnTo>
                <a:lnTo>
                  <a:pt x="396856" y="130916"/>
                </a:lnTo>
                <a:lnTo>
                  <a:pt x="393182" y="130916"/>
                </a:lnTo>
                <a:lnTo>
                  <a:pt x="389507" y="130916"/>
                </a:lnTo>
                <a:lnTo>
                  <a:pt x="385832" y="130916"/>
                </a:lnTo>
                <a:lnTo>
                  <a:pt x="382158" y="130916"/>
                </a:lnTo>
                <a:lnTo>
                  <a:pt x="378483" y="130916"/>
                </a:lnTo>
                <a:lnTo>
                  <a:pt x="374809" y="130916"/>
                </a:lnTo>
                <a:lnTo>
                  <a:pt x="371134" y="130916"/>
                </a:lnTo>
                <a:lnTo>
                  <a:pt x="367459" y="130916"/>
                </a:lnTo>
                <a:lnTo>
                  <a:pt x="363785" y="130916"/>
                </a:lnTo>
                <a:lnTo>
                  <a:pt x="360110" y="130916"/>
                </a:lnTo>
                <a:lnTo>
                  <a:pt x="356436" y="130916"/>
                </a:lnTo>
                <a:lnTo>
                  <a:pt x="352761" y="130916"/>
                </a:lnTo>
                <a:lnTo>
                  <a:pt x="349086" y="130916"/>
                </a:lnTo>
                <a:lnTo>
                  <a:pt x="345412" y="130916"/>
                </a:lnTo>
                <a:lnTo>
                  <a:pt x="341737" y="130916"/>
                </a:lnTo>
                <a:lnTo>
                  <a:pt x="338063" y="130916"/>
                </a:lnTo>
                <a:lnTo>
                  <a:pt x="334388" y="130916"/>
                </a:lnTo>
                <a:lnTo>
                  <a:pt x="330713" y="130916"/>
                </a:lnTo>
                <a:lnTo>
                  <a:pt x="327039" y="130916"/>
                </a:lnTo>
                <a:lnTo>
                  <a:pt x="323364" y="130916"/>
                </a:lnTo>
                <a:lnTo>
                  <a:pt x="319690" y="130916"/>
                </a:lnTo>
                <a:lnTo>
                  <a:pt x="316015" y="130916"/>
                </a:lnTo>
                <a:lnTo>
                  <a:pt x="312340" y="130916"/>
                </a:lnTo>
                <a:lnTo>
                  <a:pt x="308666" y="130916"/>
                </a:lnTo>
                <a:lnTo>
                  <a:pt x="304991" y="130916"/>
                </a:lnTo>
                <a:lnTo>
                  <a:pt x="301317" y="130916"/>
                </a:lnTo>
                <a:lnTo>
                  <a:pt x="297642" y="130916"/>
                </a:lnTo>
                <a:lnTo>
                  <a:pt x="293967" y="130916"/>
                </a:lnTo>
                <a:lnTo>
                  <a:pt x="290293" y="130916"/>
                </a:lnTo>
                <a:lnTo>
                  <a:pt x="286618" y="130916"/>
                </a:lnTo>
                <a:lnTo>
                  <a:pt x="282944" y="130916"/>
                </a:lnTo>
                <a:lnTo>
                  <a:pt x="279269" y="130916"/>
                </a:lnTo>
                <a:lnTo>
                  <a:pt x="275594" y="130916"/>
                </a:lnTo>
                <a:lnTo>
                  <a:pt x="271920" y="130916"/>
                </a:lnTo>
                <a:lnTo>
                  <a:pt x="268245" y="130916"/>
                </a:lnTo>
                <a:lnTo>
                  <a:pt x="264571" y="130916"/>
                </a:lnTo>
                <a:lnTo>
                  <a:pt x="260896" y="130916"/>
                </a:lnTo>
                <a:lnTo>
                  <a:pt x="257221" y="130916"/>
                </a:lnTo>
                <a:lnTo>
                  <a:pt x="253547" y="130916"/>
                </a:lnTo>
                <a:lnTo>
                  <a:pt x="249872" y="130916"/>
                </a:lnTo>
                <a:lnTo>
                  <a:pt x="246198" y="130916"/>
                </a:lnTo>
                <a:lnTo>
                  <a:pt x="242523" y="130916"/>
                </a:lnTo>
                <a:lnTo>
                  <a:pt x="238848" y="130916"/>
                </a:lnTo>
                <a:lnTo>
                  <a:pt x="235174" y="130916"/>
                </a:lnTo>
                <a:lnTo>
                  <a:pt x="231499" y="130916"/>
                </a:lnTo>
                <a:lnTo>
                  <a:pt x="227825" y="130916"/>
                </a:lnTo>
                <a:lnTo>
                  <a:pt x="224150" y="130916"/>
                </a:lnTo>
                <a:lnTo>
                  <a:pt x="220475" y="130916"/>
                </a:lnTo>
                <a:lnTo>
                  <a:pt x="216801" y="130916"/>
                </a:lnTo>
                <a:lnTo>
                  <a:pt x="213126" y="130916"/>
                </a:lnTo>
                <a:lnTo>
                  <a:pt x="209452" y="130916"/>
                </a:lnTo>
                <a:lnTo>
                  <a:pt x="205777" y="130916"/>
                </a:lnTo>
                <a:lnTo>
                  <a:pt x="202102" y="130916"/>
                </a:lnTo>
                <a:lnTo>
                  <a:pt x="198428" y="130916"/>
                </a:lnTo>
                <a:lnTo>
                  <a:pt x="194753" y="130916"/>
                </a:lnTo>
                <a:lnTo>
                  <a:pt x="191079" y="130916"/>
                </a:lnTo>
                <a:lnTo>
                  <a:pt x="187404" y="130916"/>
                </a:lnTo>
                <a:lnTo>
                  <a:pt x="183729" y="130916"/>
                </a:lnTo>
                <a:lnTo>
                  <a:pt x="180055" y="130916"/>
                </a:lnTo>
                <a:lnTo>
                  <a:pt x="176380" y="130916"/>
                </a:lnTo>
                <a:lnTo>
                  <a:pt x="172706" y="130916"/>
                </a:lnTo>
                <a:lnTo>
                  <a:pt x="169031" y="130916"/>
                </a:lnTo>
                <a:lnTo>
                  <a:pt x="165356" y="130916"/>
                </a:lnTo>
                <a:lnTo>
                  <a:pt x="161682" y="130916"/>
                </a:lnTo>
                <a:lnTo>
                  <a:pt x="158007" y="130916"/>
                </a:lnTo>
                <a:lnTo>
                  <a:pt x="154333" y="130916"/>
                </a:lnTo>
                <a:lnTo>
                  <a:pt x="150658" y="130916"/>
                </a:lnTo>
                <a:lnTo>
                  <a:pt x="146983" y="130916"/>
                </a:lnTo>
                <a:lnTo>
                  <a:pt x="143309" y="130916"/>
                </a:lnTo>
                <a:lnTo>
                  <a:pt x="139634" y="130916"/>
                </a:lnTo>
                <a:lnTo>
                  <a:pt x="135960" y="130916"/>
                </a:lnTo>
                <a:lnTo>
                  <a:pt x="132285" y="130916"/>
                </a:lnTo>
                <a:lnTo>
                  <a:pt x="128610" y="130916"/>
                </a:lnTo>
                <a:lnTo>
                  <a:pt x="124936" y="130916"/>
                </a:lnTo>
                <a:lnTo>
                  <a:pt x="121261" y="130916"/>
                </a:lnTo>
                <a:lnTo>
                  <a:pt x="117587" y="130916"/>
                </a:lnTo>
                <a:lnTo>
                  <a:pt x="113912" y="130916"/>
                </a:lnTo>
                <a:lnTo>
                  <a:pt x="110237" y="130916"/>
                </a:lnTo>
                <a:lnTo>
                  <a:pt x="106563" y="130916"/>
                </a:lnTo>
                <a:lnTo>
                  <a:pt x="102888" y="130916"/>
                </a:lnTo>
                <a:lnTo>
                  <a:pt x="99214" y="130916"/>
                </a:lnTo>
                <a:lnTo>
                  <a:pt x="95539" y="130916"/>
                </a:lnTo>
                <a:lnTo>
                  <a:pt x="91864" y="130916"/>
                </a:lnTo>
                <a:lnTo>
                  <a:pt x="88190" y="130916"/>
                </a:lnTo>
                <a:lnTo>
                  <a:pt x="84515" y="130916"/>
                </a:lnTo>
                <a:lnTo>
                  <a:pt x="80841" y="130916"/>
                </a:lnTo>
                <a:lnTo>
                  <a:pt x="77166" y="130916"/>
                </a:lnTo>
                <a:lnTo>
                  <a:pt x="73491" y="130916"/>
                </a:lnTo>
                <a:lnTo>
                  <a:pt x="69817" y="130916"/>
                </a:lnTo>
                <a:lnTo>
                  <a:pt x="66142" y="130916"/>
                </a:lnTo>
                <a:lnTo>
                  <a:pt x="62468" y="130916"/>
                </a:lnTo>
                <a:lnTo>
                  <a:pt x="58793" y="130916"/>
                </a:lnTo>
                <a:lnTo>
                  <a:pt x="55118" y="130916"/>
                </a:lnTo>
                <a:lnTo>
                  <a:pt x="51444" y="130916"/>
                </a:lnTo>
                <a:lnTo>
                  <a:pt x="47769" y="130916"/>
                </a:lnTo>
                <a:lnTo>
                  <a:pt x="44095" y="130916"/>
                </a:lnTo>
                <a:lnTo>
                  <a:pt x="40420" y="130916"/>
                </a:lnTo>
                <a:lnTo>
                  <a:pt x="36745" y="130916"/>
                </a:lnTo>
                <a:lnTo>
                  <a:pt x="33071" y="130916"/>
                </a:lnTo>
                <a:lnTo>
                  <a:pt x="29396" y="130916"/>
                </a:lnTo>
                <a:lnTo>
                  <a:pt x="25722" y="130916"/>
                </a:lnTo>
                <a:lnTo>
                  <a:pt x="22047" y="130916"/>
                </a:lnTo>
                <a:lnTo>
                  <a:pt x="18372" y="130916"/>
                </a:lnTo>
                <a:lnTo>
                  <a:pt x="14698" y="130916"/>
                </a:lnTo>
                <a:lnTo>
                  <a:pt x="11023" y="130916"/>
                </a:lnTo>
                <a:lnTo>
                  <a:pt x="7349" y="130916"/>
                </a:lnTo>
                <a:lnTo>
                  <a:pt x="3674" y="130916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09" name="pl209"/>
          <p:cNvSpPr/>
          <p:nvPr/>
        </p:nvSpPr>
        <p:spPr>
          <a:xfrm>
            <a:off x="8856642" y="3351338"/>
            <a:ext cx="1877720" cy="130883"/>
          </a:xfrm>
          <a:custGeom>
            <a:avLst/>
            <a:gdLst/>
            <a:ahLst/>
            <a:cxnLst/>
            <a:rect l="0" t="0" r="0" b="0"/>
            <a:pathLst>
              <a:path w="1877720" h="130883">
                <a:moveTo>
                  <a:pt x="0" y="130883"/>
                </a:moveTo>
                <a:lnTo>
                  <a:pt x="3674" y="130878"/>
                </a:lnTo>
                <a:lnTo>
                  <a:pt x="7349" y="130872"/>
                </a:lnTo>
                <a:lnTo>
                  <a:pt x="11023" y="130866"/>
                </a:lnTo>
                <a:lnTo>
                  <a:pt x="14698" y="130860"/>
                </a:lnTo>
                <a:lnTo>
                  <a:pt x="18372" y="130853"/>
                </a:lnTo>
                <a:lnTo>
                  <a:pt x="22047" y="130846"/>
                </a:lnTo>
                <a:lnTo>
                  <a:pt x="25722" y="130838"/>
                </a:lnTo>
                <a:lnTo>
                  <a:pt x="29396" y="130830"/>
                </a:lnTo>
                <a:lnTo>
                  <a:pt x="33071" y="130822"/>
                </a:lnTo>
                <a:lnTo>
                  <a:pt x="36745" y="130813"/>
                </a:lnTo>
                <a:lnTo>
                  <a:pt x="40420" y="130805"/>
                </a:lnTo>
                <a:lnTo>
                  <a:pt x="44095" y="130796"/>
                </a:lnTo>
                <a:lnTo>
                  <a:pt x="47769" y="130787"/>
                </a:lnTo>
                <a:lnTo>
                  <a:pt x="51444" y="130778"/>
                </a:lnTo>
                <a:lnTo>
                  <a:pt x="55118" y="130770"/>
                </a:lnTo>
                <a:lnTo>
                  <a:pt x="58793" y="130762"/>
                </a:lnTo>
                <a:lnTo>
                  <a:pt x="62468" y="130753"/>
                </a:lnTo>
                <a:lnTo>
                  <a:pt x="66142" y="130745"/>
                </a:lnTo>
                <a:lnTo>
                  <a:pt x="69817" y="130737"/>
                </a:lnTo>
                <a:lnTo>
                  <a:pt x="73491" y="130730"/>
                </a:lnTo>
                <a:lnTo>
                  <a:pt x="77166" y="130722"/>
                </a:lnTo>
                <a:lnTo>
                  <a:pt x="80841" y="130714"/>
                </a:lnTo>
                <a:lnTo>
                  <a:pt x="84515" y="130706"/>
                </a:lnTo>
                <a:lnTo>
                  <a:pt x="88190" y="130698"/>
                </a:lnTo>
                <a:lnTo>
                  <a:pt x="91864" y="130690"/>
                </a:lnTo>
                <a:lnTo>
                  <a:pt x="95539" y="130681"/>
                </a:lnTo>
                <a:lnTo>
                  <a:pt x="99214" y="130671"/>
                </a:lnTo>
                <a:lnTo>
                  <a:pt x="102888" y="130660"/>
                </a:lnTo>
                <a:lnTo>
                  <a:pt x="106563" y="130649"/>
                </a:lnTo>
                <a:lnTo>
                  <a:pt x="110237" y="130636"/>
                </a:lnTo>
                <a:lnTo>
                  <a:pt x="113912" y="130621"/>
                </a:lnTo>
                <a:lnTo>
                  <a:pt x="117587" y="130605"/>
                </a:lnTo>
                <a:lnTo>
                  <a:pt x="121261" y="130588"/>
                </a:lnTo>
                <a:lnTo>
                  <a:pt x="124936" y="130568"/>
                </a:lnTo>
                <a:lnTo>
                  <a:pt x="128610" y="130547"/>
                </a:lnTo>
                <a:lnTo>
                  <a:pt x="132285" y="130525"/>
                </a:lnTo>
                <a:lnTo>
                  <a:pt x="135960" y="130500"/>
                </a:lnTo>
                <a:lnTo>
                  <a:pt x="139634" y="130474"/>
                </a:lnTo>
                <a:lnTo>
                  <a:pt x="143309" y="130447"/>
                </a:lnTo>
                <a:lnTo>
                  <a:pt x="146983" y="130419"/>
                </a:lnTo>
                <a:lnTo>
                  <a:pt x="150658" y="130390"/>
                </a:lnTo>
                <a:lnTo>
                  <a:pt x="154333" y="130360"/>
                </a:lnTo>
                <a:lnTo>
                  <a:pt x="158007" y="130330"/>
                </a:lnTo>
                <a:lnTo>
                  <a:pt x="161682" y="130300"/>
                </a:lnTo>
                <a:lnTo>
                  <a:pt x="165356" y="130270"/>
                </a:lnTo>
                <a:lnTo>
                  <a:pt x="169031" y="130241"/>
                </a:lnTo>
                <a:lnTo>
                  <a:pt x="172706" y="130212"/>
                </a:lnTo>
                <a:lnTo>
                  <a:pt x="176380" y="130186"/>
                </a:lnTo>
                <a:lnTo>
                  <a:pt x="180055" y="130160"/>
                </a:lnTo>
                <a:lnTo>
                  <a:pt x="183729" y="130137"/>
                </a:lnTo>
                <a:lnTo>
                  <a:pt x="187404" y="130115"/>
                </a:lnTo>
                <a:lnTo>
                  <a:pt x="191079" y="130095"/>
                </a:lnTo>
                <a:lnTo>
                  <a:pt x="194753" y="130077"/>
                </a:lnTo>
                <a:lnTo>
                  <a:pt x="198428" y="130061"/>
                </a:lnTo>
                <a:lnTo>
                  <a:pt x="202102" y="130047"/>
                </a:lnTo>
                <a:lnTo>
                  <a:pt x="205777" y="130035"/>
                </a:lnTo>
                <a:lnTo>
                  <a:pt x="209452" y="130023"/>
                </a:lnTo>
                <a:lnTo>
                  <a:pt x="213126" y="130013"/>
                </a:lnTo>
                <a:lnTo>
                  <a:pt x="216801" y="130003"/>
                </a:lnTo>
                <a:lnTo>
                  <a:pt x="220475" y="129993"/>
                </a:lnTo>
                <a:lnTo>
                  <a:pt x="224150" y="129983"/>
                </a:lnTo>
                <a:lnTo>
                  <a:pt x="227825" y="129971"/>
                </a:lnTo>
                <a:lnTo>
                  <a:pt x="231499" y="129958"/>
                </a:lnTo>
                <a:lnTo>
                  <a:pt x="235174" y="129944"/>
                </a:lnTo>
                <a:lnTo>
                  <a:pt x="238848" y="129926"/>
                </a:lnTo>
                <a:lnTo>
                  <a:pt x="242523" y="129904"/>
                </a:lnTo>
                <a:lnTo>
                  <a:pt x="246198" y="129879"/>
                </a:lnTo>
                <a:lnTo>
                  <a:pt x="249872" y="129850"/>
                </a:lnTo>
                <a:lnTo>
                  <a:pt x="253547" y="129817"/>
                </a:lnTo>
                <a:lnTo>
                  <a:pt x="257221" y="129779"/>
                </a:lnTo>
                <a:lnTo>
                  <a:pt x="260896" y="129735"/>
                </a:lnTo>
                <a:lnTo>
                  <a:pt x="264571" y="129685"/>
                </a:lnTo>
                <a:lnTo>
                  <a:pt x="268245" y="129630"/>
                </a:lnTo>
                <a:lnTo>
                  <a:pt x="271920" y="129570"/>
                </a:lnTo>
                <a:lnTo>
                  <a:pt x="275594" y="129504"/>
                </a:lnTo>
                <a:lnTo>
                  <a:pt x="279269" y="129433"/>
                </a:lnTo>
                <a:lnTo>
                  <a:pt x="282944" y="129357"/>
                </a:lnTo>
                <a:lnTo>
                  <a:pt x="286618" y="129276"/>
                </a:lnTo>
                <a:lnTo>
                  <a:pt x="290293" y="129190"/>
                </a:lnTo>
                <a:lnTo>
                  <a:pt x="293967" y="129101"/>
                </a:lnTo>
                <a:lnTo>
                  <a:pt x="297642" y="129009"/>
                </a:lnTo>
                <a:lnTo>
                  <a:pt x="301317" y="128913"/>
                </a:lnTo>
                <a:lnTo>
                  <a:pt x="304991" y="128815"/>
                </a:lnTo>
                <a:lnTo>
                  <a:pt x="308666" y="128716"/>
                </a:lnTo>
                <a:lnTo>
                  <a:pt x="312340" y="128615"/>
                </a:lnTo>
                <a:lnTo>
                  <a:pt x="316015" y="128513"/>
                </a:lnTo>
                <a:lnTo>
                  <a:pt x="319690" y="128411"/>
                </a:lnTo>
                <a:lnTo>
                  <a:pt x="323364" y="128309"/>
                </a:lnTo>
                <a:lnTo>
                  <a:pt x="327039" y="128208"/>
                </a:lnTo>
                <a:lnTo>
                  <a:pt x="330713" y="128107"/>
                </a:lnTo>
                <a:lnTo>
                  <a:pt x="334388" y="128007"/>
                </a:lnTo>
                <a:lnTo>
                  <a:pt x="338063" y="127908"/>
                </a:lnTo>
                <a:lnTo>
                  <a:pt x="341737" y="127809"/>
                </a:lnTo>
                <a:lnTo>
                  <a:pt x="345412" y="127711"/>
                </a:lnTo>
                <a:lnTo>
                  <a:pt x="349086" y="127613"/>
                </a:lnTo>
                <a:lnTo>
                  <a:pt x="352761" y="127516"/>
                </a:lnTo>
                <a:lnTo>
                  <a:pt x="356436" y="127417"/>
                </a:lnTo>
                <a:lnTo>
                  <a:pt x="360110" y="127318"/>
                </a:lnTo>
                <a:lnTo>
                  <a:pt x="363785" y="127217"/>
                </a:lnTo>
                <a:lnTo>
                  <a:pt x="367459" y="127113"/>
                </a:lnTo>
                <a:lnTo>
                  <a:pt x="371134" y="127007"/>
                </a:lnTo>
                <a:lnTo>
                  <a:pt x="374809" y="126896"/>
                </a:lnTo>
                <a:lnTo>
                  <a:pt x="378483" y="126780"/>
                </a:lnTo>
                <a:lnTo>
                  <a:pt x="382158" y="126660"/>
                </a:lnTo>
                <a:lnTo>
                  <a:pt x="385832" y="126533"/>
                </a:lnTo>
                <a:lnTo>
                  <a:pt x="389507" y="126400"/>
                </a:lnTo>
                <a:lnTo>
                  <a:pt x="393182" y="126260"/>
                </a:lnTo>
                <a:lnTo>
                  <a:pt x="396856" y="126111"/>
                </a:lnTo>
                <a:lnTo>
                  <a:pt x="400531" y="125953"/>
                </a:lnTo>
                <a:lnTo>
                  <a:pt x="404205" y="125786"/>
                </a:lnTo>
                <a:lnTo>
                  <a:pt x="407880" y="125611"/>
                </a:lnTo>
                <a:lnTo>
                  <a:pt x="411555" y="125426"/>
                </a:lnTo>
                <a:lnTo>
                  <a:pt x="415229" y="125233"/>
                </a:lnTo>
                <a:lnTo>
                  <a:pt x="418904" y="125029"/>
                </a:lnTo>
                <a:lnTo>
                  <a:pt x="422578" y="124815"/>
                </a:lnTo>
                <a:lnTo>
                  <a:pt x="426253" y="124593"/>
                </a:lnTo>
                <a:lnTo>
                  <a:pt x="429928" y="124362"/>
                </a:lnTo>
                <a:lnTo>
                  <a:pt x="433602" y="124124"/>
                </a:lnTo>
                <a:lnTo>
                  <a:pt x="437277" y="123878"/>
                </a:lnTo>
                <a:lnTo>
                  <a:pt x="440951" y="123625"/>
                </a:lnTo>
                <a:lnTo>
                  <a:pt x="444626" y="123366"/>
                </a:lnTo>
                <a:lnTo>
                  <a:pt x="448301" y="123102"/>
                </a:lnTo>
                <a:lnTo>
                  <a:pt x="451975" y="122834"/>
                </a:lnTo>
                <a:lnTo>
                  <a:pt x="455650" y="122564"/>
                </a:lnTo>
                <a:lnTo>
                  <a:pt x="459324" y="122291"/>
                </a:lnTo>
                <a:lnTo>
                  <a:pt x="462999" y="122018"/>
                </a:lnTo>
                <a:lnTo>
                  <a:pt x="466674" y="121745"/>
                </a:lnTo>
                <a:lnTo>
                  <a:pt x="470348" y="121473"/>
                </a:lnTo>
                <a:lnTo>
                  <a:pt x="474023" y="121202"/>
                </a:lnTo>
                <a:lnTo>
                  <a:pt x="477697" y="120935"/>
                </a:lnTo>
                <a:lnTo>
                  <a:pt x="481372" y="120670"/>
                </a:lnTo>
                <a:lnTo>
                  <a:pt x="485047" y="120409"/>
                </a:lnTo>
                <a:lnTo>
                  <a:pt x="488721" y="120152"/>
                </a:lnTo>
                <a:lnTo>
                  <a:pt x="492396" y="119900"/>
                </a:lnTo>
                <a:lnTo>
                  <a:pt x="496070" y="119651"/>
                </a:lnTo>
                <a:lnTo>
                  <a:pt x="499745" y="119405"/>
                </a:lnTo>
                <a:lnTo>
                  <a:pt x="503420" y="119162"/>
                </a:lnTo>
                <a:lnTo>
                  <a:pt x="507094" y="118921"/>
                </a:lnTo>
                <a:lnTo>
                  <a:pt x="510769" y="118682"/>
                </a:lnTo>
                <a:lnTo>
                  <a:pt x="514443" y="118443"/>
                </a:lnTo>
                <a:lnTo>
                  <a:pt x="518118" y="118202"/>
                </a:lnTo>
                <a:lnTo>
                  <a:pt x="521793" y="117960"/>
                </a:lnTo>
                <a:lnTo>
                  <a:pt x="525467" y="117713"/>
                </a:lnTo>
                <a:lnTo>
                  <a:pt x="529142" y="117462"/>
                </a:lnTo>
                <a:lnTo>
                  <a:pt x="532816" y="117203"/>
                </a:lnTo>
                <a:lnTo>
                  <a:pt x="536491" y="116935"/>
                </a:lnTo>
                <a:lnTo>
                  <a:pt x="540166" y="116657"/>
                </a:lnTo>
                <a:lnTo>
                  <a:pt x="543840" y="116367"/>
                </a:lnTo>
                <a:lnTo>
                  <a:pt x="547515" y="116066"/>
                </a:lnTo>
                <a:lnTo>
                  <a:pt x="551189" y="115750"/>
                </a:lnTo>
                <a:lnTo>
                  <a:pt x="554864" y="115417"/>
                </a:lnTo>
                <a:lnTo>
                  <a:pt x="558539" y="115065"/>
                </a:lnTo>
                <a:lnTo>
                  <a:pt x="562213" y="114696"/>
                </a:lnTo>
                <a:lnTo>
                  <a:pt x="565888" y="114307"/>
                </a:lnTo>
                <a:lnTo>
                  <a:pt x="569562" y="113899"/>
                </a:lnTo>
                <a:lnTo>
                  <a:pt x="573237" y="113471"/>
                </a:lnTo>
                <a:lnTo>
                  <a:pt x="576912" y="113020"/>
                </a:lnTo>
                <a:lnTo>
                  <a:pt x="580586" y="112544"/>
                </a:lnTo>
                <a:lnTo>
                  <a:pt x="584261" y="112047"/>
                </a:lnTo>
                <a:lnTo>
                  <a:pt x="587935" y="111527"/>
                </a:lnTo>
                <a:lnTo>
                  <a:pt x="591610" y="110986"/>
                </a:lnTo>
                <a:lnTo>
                  <a:pt x="595285" y="110423"/>
                </a:lnTo>
                <a:lnTo>
                  <a:pt x="598959" y="109837"/>
                </a:lnTo>
                <a:lnTo>
                  <a:pt x="602634" y="109227"/>
                </a:lnTo>
                <a:lnTo>
                  <a:pt x="606308" y="108596"/>
                </a:lnTo>
                <a:lnTo>
                  <a:pt x="609983" y="107946"/>
                </a:lnTo>
                <a:lnTo>
                  <a:pt x="613658" y="107277"/>
                </a:lnTo>
                <a:lnTo>
                  <a:pt x="617332" y="106591"/>
                </a:lnTo>
                <a:lnTo>
                  <a:pt x="621007" y="105887"/>
                </a:lnTo>
                <a:lnTo>
                  <a:pt x="624681" y="105165"/>
                </a:lnTo>
                <a:lnTo>
                  <a:pt x="628356" y="104429"/>
                </a:lnTo>
                <a:lnTo>
                  <a:pt x="632031" y="103681"/>
                </a:lnTo>
                <a:lnTo>
                  <a:pt x="635705" y="102920"/>
                </a:lnTo>
                <a:lnTo>
                  <a:pt x="639380" y="102149"/>
                </a:lnTo>
                <a:lnTo>
                  <a:pt x="643054" y="101369"/>
                </a:lnTo>
                <a:lnTo>
                  <a:pt x="646729" y="100579"/>
                </a:lnTo>
                <a:lnTo>
                  <a:pt x="650404" y="99781"/>
                </a:lnTo>
                <a:lnTo>
                  <a:pt x="654078" y="98977"/>
                </a:lnTo>
                <a:lnTo>
                  <a:pt x="657753" y="98167"/>
                </a:lnTo>
                <a:lnTo>
                  <a:pt x="661427" y="97352"/>
                </a:lnTo>
                <a:lnTo>
                  <a:pt x="665102" y="96532"/>
                </a:lnTo>
                <a:lnTo>
                  <a:pt x="668777" y="95707"/>
                </a:lnTo>
                <a:lnTo>
                  <a:pt x="672451" y="94877"/>
                </a:lnTo>
                <a:lnTo>
                  <a:pt x="676126" y="94043"/>
                </a:lnTo>
                <a:lnTo>
                  <a:pt x="679800" y="93204"/>
                </a:lnTo>
                <a:lnTo>
                  <a:pt x="683475" y="92361"/>
                </a:lnTo>
                <a:lnTo>
                  <a:pt x="687150" y="91514"/>
                </a:lnTo>
                <a:lnTo>
                  <a:pt x="690824" y="90661"/>
                </a:lnTo>
                <a:lnTo>
                  <a:pt x="694499" y="89803"/>
                </a:lnTo>
                <a:lnTo>
                  <a:pt x="698173" y="88939"/>
                </a:lnTo>
                <a:lnTo>
                  <a:pt x="701848" y="88070"/>
                </a:lnTo>
                <a:lnTo>
                  <a:pt x="705523" y="87196"/>
                </a:lnTo>
                <a:lnTo>
                  <a:pt x="709197" y="86318"/>
                </a:lnTo>
                <a:lnTo>
                  <a:pt x="712872" y="85434"/>
                </a:lnTo>
                <a:lnTo>
                  <a:pt x="716546" y="84545"/>
                </a:lnTo>
                <a:lnTo>
                  <a:pt x="720221" y="83653"/>
                </a:lnTo>
                <a:lnTo>
                  <a:pt x="723896" y="82759"/>
                </a:lnTo>
                <a:lnTo>
                  <a:pt x="727570" y="81863"/>
                </a:lnTo>
                <a:lnTo>
                  <a:pt x="731245" y="80967"/>
                </a:lnTo>
                <a:lnTo>
                  <a:pt x="734919" y="80073"/>
                </a:lnTo>
                <a:lnTo>
                  <a:pt x="738594" y="79182"/>
                </a:lnTo>
                <a:lnTo>
                  <a:pt x="742269" y="78296"/>
                </a:lnTo>
                <a:lnTo>
                  <a:pt x="745943" y="77417"/>
                </a:lnTo>
                <a:lnTo>
                  <a:pt x="749618" y="76546"/>
                </a:lnTo>
                <a:lnTo>
                  <a:pt x="753292" y="75685"/>
                </a:lnTo>
                <a:lnTo>
                  <a:pt x="756967" y="74836"/>
                </a:lnTo>
                <a:lnTo>
                  <a:pt x="760642" y="74004"/>
                </a:lnTo>
                <a:lnTo>
                  <a:pt x="764316" y="73187"/>
                </a:lnTo>
                <a:lnTo>
                  <a:pt x="767991" y="72387"/>
                </a:lnTo>
                <a:lnTo>
                  <a:pt x="771665" y="71603"/>
                </a:lnTo>
                <a:lnTo>
                  <a:pt x="775340" y="70837"/>
                </a:lnTo>
                <a:lnTo>
                  <a:pt x="779015" y="70088"/>
                </a:lnTo>
                <a:lnTo>
                  <a:pt x="782689" y="69360"/>
                </a:lnTo>
                <a:lnTo>
                  <a:pt x="786364" y="68650"/>
                </a:lnTo>
                <a:lnTo>
                  <a:pt x="790038" y="67954"/>
                </a:lnTo>
                <a:lnTo>
                  <a:pt x="793713" y="67272"/>
                </a:lnTo>
                <a:lnTo>
                  <a:pt x="797388" y="66602"/>
                </a:lnTo>
                <a:lnTo>
                  <a:pt x="801062" y="65943"/>
                </a:lnTo>
                <a:lnTo>
                  <a:pt x="804737" y="65292"/>
                </a:lnTo>
                <a:lnTo>
                  <a:pt x="808411" y="64645"/>
                </a:lnTo>
                <a:lnTo>
                  <a:pt x="812086" y="64000"/>
                </a:lnTo>
                <a:lnTo>
                  <a:pt x="815761" y="63355"/>
                </a:lnTo>
                <a:lnTo>
                  <a:pt x="819435" y="62705"/>
                </a:lnTo>
                <a:lnTo>
                  <a:pt x="823110" y="62050"/>
                </a:lnTo>
                <a:lnTo>
                  <a:pt x="826784" y="61386"/>
                </a:lnTo>
                <a:lnTo>
                  <a:pt x="830459" y="60709"/>
                </a:lnTo>
                <a:lnTo>
                  <a:pt x="834134" y="60019"/>
                </a:lnTo>
                <a:lnTo>
                  <a:pt x="837808" y="59314"/>
                </a:lnTo>
                <a:lnTo>
                  <a:pt x="841483" y="58595"/>
                </a:lnTo>
                <a:lnTo>
                  <a:pt x="845157" y="57859"/>
                </a:lnTo>
                <a:lnTo>
                  <a:pt x="848832" y="57105"/>
                </a:lnTo>
                <a:lnTo>
                  <a:pt x="852507" y="56331"/>
                </a:lnTo>
                <a:lnTo>
                  <a:pt x="856181" y="55539"/>
                </a:lnTo>
                <a:lnTo>
                  <a:pt x="859856" y="54731"/>
                </a:lnTo>
                <a:lnTo>
                  <a:pt x="863530" y="53906"/>
                </a:lnTo>
                <a:lnTo>
                  <a:pt x="867205" y="53064"/>
                </a:lnTo>
                <a:lnTo>
                  <a:pt x="870880" y="52207"/>
                </a:lnTo>
                <a:lnTo>
                  <a:pt x="874554" y="51332"/>
                </a:lnTo>
                <a:lnTo>
                  <a:pt x="878229" y="50444"/>
                </a:lnTo>
                <a:lnTo>
                  <a:pt x="881903" y="49541"/>
                </a:lnTo>
                <a:lnTo>
                  <a:pt x="885578" y="48626"/>
                </a:lnTo>
                <a:lnTo>
                  <a:pt x="889253" y="47699"/>
                </a:lnTo>
                <a:lnTo>
                  <a:pt x="892927" y="46761"/>
                </a:lnTo>
                <a:lnTo>
                  <a:pt x="896602" y="45809"/>
                </a:lnTo>
                <a:lnTo>
                  <a:pt x="900276" y="44846"/>
                </a:lnTo>
                <a:lnTo>
                  <a:pt x="903951" y="43874"/>
                </a:lnTo>
                <a:lnTo>
                  <a:pt x="907626" y="42893"/>
                </a:lnTo>
                <a:lnTo>
                  <a:pt x="911300" y="41903"/>
                </a:lnTo>
                <a:lnTo>
                  <a:pt x="914975" y="40905"/>
                </a:lnTo>
                <a:lnTo>
                  <a:pt x="918649" y="39898"/>
                </a:lnTo>
                <a:lnTo>
                  <a:pt x="922324" y="38885"/>
                </a:lnTo>
                <a:lnTo>
                  <a:pt x="925999" y="37866"/>
                </a:lnTo>
                <a:lnTo>
                  <a:pt x="929673" y="36842"/>
                </a:lnTo>
                <a:lnTo>
                  <a:pt x="933348" y="35815"/>
                </a:lnTo>
                <a:lnTo>
                  <a:pt x="937022" y="34784"/>
                </a:lnTo>
                <a:lnTo>
                  <a:pt x="940697" y="33751"/>
                </a:lnTo>
                <a:lnTo>
                  <a:pt x="944372" y="32717"/>
                </a:lnTo>
                <a:lnTo>
                  <a:pt x="948046" y="31683"/>
                </a:lnTo>
                <a:lnTo>
                  <a:pt x="951721" y="30649"/>
                </a:lnTo>
                <a:lnTo>
                  <a:pt x="955395" y="29615"/>
                </a:lnTo>
                <a:lnTo>
                  <a:pt x="959070" y="28583"/>
                </a:lnTo>
                <a:lnTo>
                  <a:pt x="962745" y="27553"/>
                </a:lnTo>
                <a:lnTo>
                  <a:pt x="966419" y="26525"/>
                </a:lnTo>
                <a:lnTo>
                  <a:pt x="970094" y="25500"/>
                </a:lnTo>
                <a:lnTo>
                  <a:pt x="973768" y="24477"/>
                </a:lnTo>
                <a:lnTo>
                  <a:pt x="977443" y="23458"/>
                </a:lnTo>
                <a:lnTo>
                  <a:pt x="981118" y="22441"/>
                </a:lnTo>
                <a:lnTo>
                  <a:pt x="984792" y="21429"/>
                </a:lnTo>
                <a:lnTo>
                  <a:pt x="988467" y="20422"/>
                </a:lnTo>
                <a:lnTo>
                  <a:pt x="992141" y="19420"/>
                </a:lnTo>
                <a:lnTo>
                  <a:pt x="995816" y="18425"/>
                </a:lnTo>
                <a:lnTo>
                  <a:pt x="999491" y="17437"/>
                </a:lnTo>
                <a:lnTo>
                  <a:pt x="1003165" y="16459"/>
                </a:lnTo>
                <a:lnTo>
                  <a:pt x="1006840" y="15492"/>
                </a:lnTo>
                <a:lnTo>
                  <a:pt x="1010514" y="14541"/>
                </a:lnTo>
                <a:lnTo>
                  <a:pt x="1014189" y="13606"/>
                </a:lnTo>
                <a:lnTo>
                  <a:pt x="1017864" y="12691"/>
                </a:lnTo>
                <a:lnTo>
                  <a:pt x="1021538" y="11796"/>
                </a:lnTo>
                <a:lnTo>
                  <a:pt x="1025213" y="10925"/>
                </a:lnTo>
                <a:lnTo>
                  <a:pt x="1028887" y="10081"/>
                </a:lnTo>
                <a:lnTo>
                  <a:pt x="1032562" y="9271"/>
                </a:lnTo>
                <a:lnTo>
                  <a:pt x="1036237" y="8495"/>
                </a:lnTo>
                <a:lnTo>
                  <a:pt x="1039911" y="7753"/>
                </a:lnTo>
                <a:lnTo>
                  <a:pt x="1043586" y="7048"/>
                </a:lnTo>
                <a:lnTo>
                  <a:pt x="1047260" y="6381"/>
                </a:lnTo>
                <a:lnTo>
                  <a:pt x="1050935" y="5752"/>
                </a:lnTo>
                <a:lnTo>
                  <a:pt x="1054610" y="5169"/>
                </a:lnTo>
                <a:lnTo>
                  <a:pt x="1058284" y="4629"/>
                </a:lnTo>
                <a:lnTo>
                  <a:pt x="1061959" y="4129"/>
                </a:lnTo>
                <a:lnTo>
                  <a:pt x="1065633" y="3668"/>
                </a:lnTo>
                <a:lnTo>
                  <a:pt x="1069308" y="3245"/>
                </a:lnTo>
                <a:lnTo>
                  <a:pt x="1072983" y="2858"/>
                </a:lnTo>
                <a:lnTo>
                  <a:pt x="1076657" y="2509"/>
                </a:lnTo>
                <a:lnTo>
                  <a:pt x="1080332" y="2196"/>
                </a:lnTo>
                <a:lnTo>
                  <a:pt x="1084006" y="1912"/>
                </a:lnTo>
                <a:lnTo>
                  <a:pt x="1087681" y="1654"/>
                </a:lnTo>
                <a:lnTo>
                  <a:pt x="1091356" y="1420"/>
                </a:lnTo>
                <a:lnTo>
                  <a:pt x="1095030" y="1208"/>
                </a:lnTo>
                <a:lnTo>
                  <a:pt x="1098705" y="1017"/>
                </a:lnTo>
                <a:lnTo>
                  <a:pt x="1102379" y="846"/>
                </a:lnTo>
                <a:lnTo>
                  <a:pt x="1106054" y="690"/>
                </a:lnTo>
                <a:lnTo>
                  <a:pt x="1109729" y="549"/>
                </a:lnTo>
                <a:lnTo>
                  <a:pt x="1113403" y="421"/>
                </a:lnTo>
                <a:lnTo>
                  <a:pt x="1117078" y="307"/>
                </a:lnTo>
                <a:lnTo>
                  <a:pt x="1120752" y="207"/>
                </a:lnTo>
                <a:lnTo>
                  <a:pt x="1124427" y="127"/>
                </a:lnTo>
                <a:lnTo>
                  <a:pt x="1128102" y="64"/>
                </a:lnTo>
                <a:lnTo>
                  <a:pt x="1131776" y="20"/>
                </a:lnTo>
                <a:lnTo>
                  <a:pt x="1135451" y="0"/>
                </a:lnTo>
                <a:lnTo>
                  <a:pt x="1139125" y="4"/>
                </a:lnTo>
                <a:lnTo>
                  <a:pt x="1142800" y="36"/>
                </a:lnTo>
                <a:lnTo>
                  <a:pt x="1146475" y="108"/>
                </a:lnTo>
                <a:lnTo>
                  <a:pt x="1150149" y="217"/>
                </a:lnTo>
                <a:lnTo>
                  <a:pt x="1153824" y="366"/>
                </a:lnTo>
                <a:lnTo>
                  <a:pt x="1157498" y="557"/>
                </a:lnTo>
                <a:lnTo>
                  <a:pt x="1161173" y="792"/>
                </a:lnTo>
                <a:lnTo>
                  <a:pt x="1164848" y="1074"/>
                </a:lnTo>
                <a:lnTo>
                  <a:pt x="1168522" y="1412"/>
                </a:lnTo>
                <a:lnTo>
                  <a:pt x="1172197" y="1803"/>
                </a:lnTo>
                <a:lnTo>
                  <a:pt x="1175871" y="2242"/>
                </a:lnTo>
                <a:lnTo>
                  <a:pt x="1179546" y="2729"/>
                </a:lnTo>
                <a:lnTo>
                  <a:pt x="1183221" y="3262"/>
                </a:lnTo>
                <a:lnTo>
                  <a:pt x="1186895" y="3840"/>
                </a:lnTo>
                <a:lnTo>
                  <a:pt x="1190570" y="4463"/>
                </a:lnTo>
                <a:lnTo>
                  <a:pt x="1194244" y="5126"/>
                </a:lnTo>
                <a:lnTo>
                  <a:pt x="1197919" y="5822"/>
                </a:lnTo>
                <a:lnTo>
                  <a:pt x="1201594" y="6546"/>
                </a:lnTo>
                <a:lnTo>
                  <a:pt x="1205268" y="7294"/>
                </a:lnTo>
                <a:lnTo>
                  <a:pt x="1208943" y="8062"/>
                </a:lnTo>
                <a:lnTo>
                  <a:pt x="1212617" y="8846"/>
                </a:lnTo>
                <a:lnTo>
                  <a:pt x="1216292" y="9643"/>
                </a:lnTo>
                <a:lnTo>
                  <a:pt x="1219967" y="10446"/>
                </a:lnTo>
                <a:lnTo>
                  <a:pt x="1223641" y="11253"/>
                </a:lnTo>
                <a:lnTo>
                  <a:pt x="1227316" y="12061"/>
                </a:lnTo>
                <a:lnTo>
                  <a:pt x="1230990" y="12869"/>
                </a:lnTo>
                <a:lnTo>
                  <a:pt x="1234665" y="13675"/>
                </a:lnTo>
                <a:lnTo>
                  <a:pt x="1238340" y="14477"/>
                </a:lnTo>
                <a:lnTo>
                  <a:pt x="1242014" y="15276"/>
                </a:lnTo>
                <a:lnTo>
                  <a:pt x="1245689" y="16073"/>
                </a:lnTo>
                <a:lnTo>
                  <a:pt x="1249363" y="16867"/>
                </a:lnTo>
                <a:lnTo>
                  <a:pt x="1253038" y="17662"/>
                </a:lnTo>
                <a:lnTo>
                  <a:pt x="1256713" y="18456"/>
                </a:lnTo>
                <a:lnTo>
                  <a:pt x="1260387" y="19254"/>
                </a:lnTo>
                <a:lnTo>
                  <a:pt x="1264062" y="20057"/>
                </a:lnTo>
                <a:lnTo>
                  <a:pt x="1267736" y="20865"/>
                </a:lnTo>
                <a:lnTo>
                  <a:pt x="1271411" y="21681"/>
                </a:lnTo>
                <a:lnTo>
                  <a:pt x="1275086" y="22505"/>
                </a:lnTo>
                <a:lnTo>
                  <a:pt x="1278760" y="23339"/>
                </a:lnTo>
                <a:lnTo>
                  <a:pt x="1282435" y="24184"/>
                </a:lnTo>
                <a:lnTo>
                  <a:pt x="1286109" y="25041"/>
                </a:lnTo>
                <a:lnTo>
                  <a:pt x="1289784" y="25907"/>
                </a:lnTo>
                <a:lnTo>
                  <a:pt x="1293459" y="26783"/>
                </a:lnTo>
                <a:lnTo>
                  <a:pt x="1297133" y="27668"/>
                </a:lnTo>
                <a:lnTo>
                  <a:pt x="1300808" y="28561"/>
                </a:lnTo>
                <a:lnTo>
                  <a:pt x="1304482" y="29461"/>
                </a:lnTo>
                <a:lnTo>
                  <a:pt x="1308157" y="30365"/>
                </a:lnTo>
                <a:lnTo>
                  <a:pt x="1311832" y="31270"/>
                </a:lnTo>
                <a:lnTo>
                  <a:pt x="1315506" y="32176"/>
                </a:lnTo>
                <a:lnTo>
                  <a:pt x="1319181" y="33080"/>
                </a:lnTo>
                <a:lnTo>
                  <a:pt x="1322855" y="33980"/>
                </a:lnTo>
                <a:lnTo>
                  <a:pt x="1326530" y="34874"/>
                </a:lnTo>
                <a:lnTo>
                  <a:pt x="1330205" y="35758"/>
                </a:lnTo>
                <a:lnTo>
                  <a:pt x="1333879" y="36633"/>
                </a:lnTo>
                <a:lnTo>
                  <a:pt x="1337554" y="37498"/>
                </a:lnTo>
                <a:lnTo>
                  <a:pt x="1341228" y="38351"/>
                </a:lnTo>
                <a:lnTo>
                  <a:pt x="1344903" y="39193"/>
                </a:lnTo>
                <a:lnTo>
                  <a:pt x="1348577" y="40022"/>
                </a:lnTo>
                <a:lnTo>
                  <a:pt x="1352252" y="40838"/>
                </a:lnTo>
                <a:lnTo>
                  <a:pt x="1355927" y="41644"/>
                </a:lnTo>
                <a:lnTo>
                  <a:pt x="1359601" y="42441"/>
                </a:lnTo>
                <a:lnTo>
                  <a:pt x="1363276" y="43230"/>
                </a:lnTo>
                <a:lnTo>
                  <a:pt x="1366950" y="44014"/>
                </a:lnTo>
                <a:lnTo>
                  <a:pt x="1370625" y="44794"/>
                </a:lnTo>
                <a:lnTo>
                  <a:pt x="1374300" y="45574"/>
                </a:lnTo>
                <a:lnTo>
                  <a:pt x="1377974" y="46357"/>
                </a:lnTo>
                <a:lnTo>
                  <a:pt x="1381649" y="47145"/>
                </a:lnTo>
                <a:lnTo>
                  <a:pt x="1385323" y="47941"/>
                </a:lnTo>
                <a:lnTo>
                  <a:pt x="1388998" y="48748"/>
                </a:lnTo>
                <a:lnTo>
                  <a:pt x="1392673" y="49567"/>
                </a:lnTo>
                <a:lnTo>
                  <a:pt x="1396347" y="50404"/>
                </a:lnTo>
                <a:lnTo>
                  <a:pt x="1400022" y="51260"/>
                </a:lnTo>
                <a:lnTo>
                  <a:pt x="1403696" y="52135"/>
                </a:lnTo>
                <a:lnTo>
                  <a:pt x="1407371" y="53030"/>
                </a:lnTo>
                <a:lnTo>
                  <a:pt x="1411046" y="53946"/>
                </a:lnTo>
                <a:lnTo>
                  <a:pt x="1414720" y="54883"/>
                </a:lnTo>
                <a:lnTo>
                  <a:pt x="1418395" y="55845"/>
                </a:lnTo>
                <a:lnTo>
                  <a:pt x="1422069" y="56830"/>
                </a:lnTo>
                <a:lnTo>
                  <a:pt x="1425744" y="57834"/>
                </a:lnTo>
                <a:lnTo>
                  <a:pt x="1429419" y="58857"/>
                </a:lnTo>
                <a:lnTo>
                  <a:pt x="1433093" y="59897"/>
                </a:lnTo>
                <a:lnTo>
                  <a:pt x="1436768" y="60951"/>
                </a:lnTo>
                <a:lnTo>
                  <a:pt x="1440442" y="62021"/>
                </a:lnTo>
                <a:lnTo>
                  <a:pt x="1444117" y="63102"/>
                </a:lnTo>
                <a:lnTo>
                  <a:pt x="1447792" y="64190"/>
                </a:lnTo>
                <a:lnTo>
                  <a:pt x="1451466" y="65284"/>
                </a:lnTo>
                <a:lnTo>
                  <a:pt x="1455141" y="66381"/>
                </a:lnTo>
                <a:lnTo>
                  <a:pt x="1458815" y="67478"/>
                </a:lnTo>
                <a:lnTo>
                  <a:pt x="1462490" y="68573"/>
                </a:lnTo>
                <a:lnTo>
                  <a:pt x="1466165" y="69663"/>
                </a:lnTo>
                <a:lnTo>
                  <a:pt x="1469839" y="70746"/>
                </a:lnTo>
                <a:lnTo>
                  <a:pt x="1473514" y="71820"/>
                </a:lnTo>
                <a:lnTo>
                  <a:pt x="1477188" y="72884"/>
                </a:lnTo>
                <a:lnTo>
                  <a:pt x="1480863" y="73937"/>
                </a:lnTo>
                <a:lnTo>
                  <a:pt x="1484538" y="74976"/>
                </a:lnTo>
                <a:lnTo>
                  <a:pt x="1488212" y="75998"/>
                </a:lnTo>
                <a:lnTo>
                  <a:pt x="1491887" y="77005"/>
                </a:lnTo>
                <a:lnTo>
                  <a:pt x="1495561" y="77996"/>
                </a:lnTo>
                <a:lnTo>
                  <a:pt x="1499236" y="78972"/>
                </a:lnTo>
                <a:lnTo>
                  <a:pt x="1502911" y="79931"/>
                </a:lnTo>
                <a:lnTo>
                  <a:pt x="1506585" y="80874"/>
                </a:lnTo>
                <a:lnTo>
                  <a:pt x="1510260" y="81798"/>
                </a:lnTo>
                <a:lnTo>
                  <a:pt x="1513934" y="82706"/>
                </a:lnTo>
                <a:lnTo>
                  <a:pt x="1517609" y="83598"/>
                </a:lnTo>
                <a:lnTo>
                  <a:pt x="1521284" y="84475"/>
                </a:lnTo>
                <a:lnTo>
                  <a:pt x="1524958" y="85338"/>
                </a:lnTo>
                <a:lnTo>
                  <a:pt x="1528633" y="86187"/>
                </a:lnTo>
                <a:lnTo>
                  <a:pt x="1532307" y="87020"/>
                </a:lnTo>
                <a:lnTo>
                  <a:pt x="1535982" y="87839"/>
                </a:lnTo>
                <a:lnTo>
                  <a:pt x="1539657" y="88646"/>
                </a:lnTo>
                <a:lnTo>
                  <a:pt x="1543331" y="89441"/>
                </a:lnTo>
                <a:lnTo>
                  <a:pt x="1547006" y="90224"/>
                </a:lnTo>
                <a:lnTo>
                  <a:pt x="1550680" y="90997"/>
                </a:lnTo>
                <a:lnTo>
                  <a:pt x="1554355" y="91757"/>
                </a:lnTo>
                <a:lnTo>
                  <a:pt x="1558030" y="92506"/>
                </a:lnTo>
                <a:lnTo>
                  <a:pt x="1561704" y="93245"/>
                </a:lnTo>
                <a:lnTo>
                  <a:pt x="1565379" y="93975"/>
                </a:lnTo>
                <a:lnTo>
                  <a:pt x="1569053" y="94695"/>
                </a:lnTo>
                <a:lnTo>
                  <a:pt x="1572728" y="95405"/>
                </a:lnTo>
                <a:lnTo>
                  <a:pt x="1576403" y="96104"/>
                </a:lnTo>
                <a:lnTo>
                  <a:pt x="1580077" y="96793"/>
                </a:lnTo>
                <a:lnTo>
                  <a:pt x="1583752" y="97472"/>
                </a:lnTo>
                <a:lnTo>
                  <a:pt x="1587426" y="98140"/>
                </a:lnTo>
                <a:lnTo>
                  <a:pt x="1591101" y="98798"/>
                </a:lnTo>
                <a:lnTo>
                  <a:pt x="1594776" y="99444"/>
                </a:lnTo>
                <a:lnTo>
                  <a:pt x="1598450" y="100079"/>
                </a:lnTo>
                <a:lnTo>
                  <a:pt x="1602125" y="100698"/>
                </a:lnTo>
                <a:lnTo>
                  <a:pt x="1605799" y="101305"/>
                </a:lnTo>
                <a:lnTo>
                  <a:pt x="1609474" y="101897"/>
                </a:lnTo>
                <a:lnTo>
                  <a:pt x="1613149" y="102475"/>
                </a:lnTo>
                <a:lnTo>
                  <a:pt x="1616823" y="103037"/>
                </a:lnTo>
                <a:lnTo>
                  <a:pt x="1620498" y="103584"/>
                </a:lnTo>
                <a:lnTo>
                  <a:pt x="1624172" y="104110"/>
                </a:lnTo>
                <a:lnTo>
                  <a:pt x="1627847" y="104619"/>
                </a:lnTo>
                <a:lnTo>
                  <a:pt x="1631522" y="105111"/>
                </a:lnTo>
                <a:lnTo>
                  <a:pt x="1635196" y="105585"/>
                </a:lnTo>
                <a:lnTo>
                  <a:pt x="1638871" y="106043"/>
                </a:lnTo>
                <a:lnTo>
                  <a:pt x="1642545" y="106484"/>
                </a:lnTo>
                <a:lnTo>
                  <a:pt x="1646220" y="106906"/>
                </a:lnTo>
                <a:lnTo>
                  <a:pt x="1649895" y="107312"/>
                </a:lnTo>
                <a:lnTo>
                  <a:pt x="1653569" y="107706"/>
                </a:lnTo>
                <a:lnTo>
                  <a:pt x="1657244" y="108088"/>
                </a:lnTo>
                <a:lnTo>
                  <a:pt x="1660918" y="108460"/>
                </a:lnTo>
                <a:lnTo>
                  <a:pt x="1664593" y="108823"/>
                </a:lnTo>
                <a:lnTo>
                  <a:pt x="1668268" y="109180"/>
                </a:lnTo>
                <a:lnTo>
                  <a:pt x="1671942" y="109534"/>
                </a:lnTo>
                <a:lnTo>
                  <a:pt x="1675617" y="109887"/>
                </a:lnTo>
                <a:lnTo>
                  <a:pt x="1679291" y="110242"/>
                </a:lnTo>
                <a:lnTo>
                  <a:pt x="1682966" y="110600"/>
                </a:lnTo>
                <a:lnTo>
                  <a:pt x="1686641" y="110965"/>
                </a:lnTo>
                <a:lnTo>
                  <a:pt x="1690315" y="111338"/>
                </a:lnTo>
                <a:lnTo>
                  <a:pt x="1693990" y="111723"/>
                </a:lnTo>
                <a:lnTo>
                  <a:pt x="1697664" y="112119"/>
                </a:lnTo>
                <a:lnTo>
                  <a:pt x="1701339" y="112527"/>
                </a:lnTo>
                <a:lnTo>
                  <a:pt x="1705014" y="112948"/>
                </a:lnTo>
                <a:lnTo>
                  <a:pt x="1708688" y="113382"/>
                </a:lnTo>
                <a:lnTo>
                  <a:pt x="1712363" y="113830"/>
                </a:lnTo>
                <a:lnTo>
                  <a:pt x="1716037" y="114293"/>
                </a:lnTo>
                <a:lnTo>
                  <a:pt x="1719712" y="114767"/>
                </a:lnTo>
                <a:lnTo>
                  <a:pt x="1723387" y="115250"/>
                </a:lnTo>
                <a:lnTo>
                  <a:pt x="1727061" y="115742"/>
                </a:lnTo>
                <a:lnTo>
                  <a:pt x="1730736" y="116240"/>
                </a:lnTo>
                <a:lnTo>
                  <a:pt x="1734410" y="116743"/>
                </a:lnTo>
                <a:lnTo>
                  <a:pt x="1738085" y="117247"/>
                </a:lnTo>
                <a:lnTo>
                  <a:pt x="1741760" y="117750"/>
                </a:lnTo>
                <a:lnTo>
                  <a:pt x="1745434" y="118249"/>
                </a:lnTo>
                <a:lnTo>
                  <a:pt x="1749109" y="118742"/>
                </a:lnTo>
                <a:lnTo>
                  <a:pt x="1752783" y="119226"/>
                </a:lnTo>
                <a:lnTo>
                  <a:pt x="1756458" y="119700"/>
                </a:lnTo>
                <a:lnTo>
                  <a:pt x="1760133" y="120158"/>
                </a:lnTo>
                <a:lnTo>
                  <a:pt x="1763807" y="120600"/>
                </a:lnTo>
                <a:lnTo>
                  <a:pt x="1767482" y="121026"/>
                </a:lnTo>
                <a:lnTo>
                  <a:pt x="1771156" y="121433"/>
                </a:lnTo>
                <a:lnTo>
                  <a:pt x="1774831" y="121822"/>
                </a:lnTo>
                <a:lnTo>
                  <a:pt x="1778506" y="122191"/>
                </a:lnTo>
                <a:lnTo>
                  <a:pt x="1782180" y="122536"/>
                </a:lnTo>
                <a:lnTo>
                  <a:pt x="1785855" y="122860"/>
                </a:lnTo>
                <a:lnTo>
                  <a:pt x="1789529" y="123164"/>
                </a:lnTo>
                <a:lnTo>
                  <a:pt x="1793204" y="123450"/>
                </a:lnTo>
                <a:lnTo>
                  <a:pt x="1796879" y="123717"/>
                </a:lnTo>
                <a:lnTo>
                  <a:pt x="1800553" y="123967"/>
                </a:lnTo>
                <a:lnTo>
                  <a:pt x="1804228" y="124199"/>
                </a:lnTo>
                <a:lnTo>
                  <a:pt x="1807902" y="124415"/>
                </a:lnTo>
                <a:lnTo>
                  <a:pt x="1811577" y="124620"/>
                </a:lnTo>
                <a:lnTo>
                  <a:pt x="1815252" y="124813"/>
                </a:lnTo>
                <a:lnTo>
                  <a:pt x="1818926" y="124998"/>
                </a:lnTo>
                <a:lnTo>
                  <a:pt x="1822601" y="125176"/>
                </a:lnTo>
                <a:lnTo>
                  <a:pt x="1826275" y="125348"/>
                </a:lnTo>
                <a:lnTo>
                  <a:pt x="1829950" y="125516"/>
                </a:lnTo>
                <a:lnTo>
                  <a:pt x="1833625" y="125683"/>
                </a:lnTo>
                <a:lnTo>
                  <a:pt x="1837299" y="125850"/>
                </a:lnTo>
                <a:lnTo>
                  <a:pt x="1840974" y="126017"/>
                </a:lnTo>
                <a:lnTo>
                  <a:pt x="1844648" y="126186"/>
                </a:lnTo>
                <a:lnTo>
                  <a:pt x="1848323" y="126358"/>
                </a:lnTo>
                <a:lnTo>
                  <a:pt x="1851998" y="126534"/>
                </a:lnTo>
                <a:lnTo>
                  <a:pt x="1855672" y="126714"/>
                </a:lnTo>
                <a:lnTo>
                  <a:pt x="1859347" y="126898"/>
                </a:lnTo>
                <a:lnTo>
                  <a:pt x="1863021" y="127085"/>
                </a:lnTo>
                <a:lnTo>
                  <a:pt x="1866696" y="127276"/>
                </a:lnTo>
                <a:lnTo>
                  <a:pt x="1870371" y="127469"/>
                </a:lnTo>
                <a:lnTo>
                  <a:pt x="1874045" y="127665"/>
                </a:lnTo>
                <a:lnTo>
                  <a:pt x="1877720" y="127861"/>
                </a:lnTo>
              </a:path>
            </a:pathLst>
          </a:custGeom>
          <a:ln w="27101" cap="flat">
            <a:solidFill>
              <a:srgbClr val="00BFC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0" name="pg210"/>
          <p:cNvSpPr/>
          <p:nvPr/>
        </p:nvSpPr>
        <p:spPr>
          <a:xfrm>
            <a:off x="8856642" y="3383067"/>
            <a:ext cx="1877720" cy="99187"/>
          </a:xfrm>
          <a:custGeom>
            <a:avLst/>
            <a:gdLst/>
            <a:ahLst/>
            <a:cxnLst/>
            <a:rect l="0" t="0" r="0" b="0"/>
            <a:pathLst>
              <a:path w="1877720" h="99187">
                <a:moveTo>
                  <a:pt x="0" y="98533"/>
                </a:moveTo>
                <a:lnTo>
                  <a:pt x="3674" y="98487"/>
                </a:lnTo>
                <a:lnTo>
                  <a:pt x="7349" y="98440"/>
                </a:lnTo>
                <a:lnTo>
                  <a:pt x="11023" y="98390"/>
                </a:lnTo>
                <a:lnTo>
                  <a:pt x="14698" y="98337"/>
                </a:lnTo>
                <a:lnTo>
                  <a:pt x="18372" y="98281"/>
                </a:lnTo>
                <a:lnTo>
                  <a:pt x="22047" y="98223"/>
                </a:lnTo>
                <a:lnTo>
                  <a:pt x="25722" y="98163"/>
                </a:lnTo>
                <a:lnTo>
                  <a:pt x="29396" y="98099"/>
                </a:lnTo>
                <a:lnTo>
                  <a:pt x="33071" y="98033"/>
                </a:lnTo>
                <a:lnTo>
                  <a:pt x="36745" y="97963"/>
                </a:lnTo>
                <a:lnTo>
                  <a:pt x="40420" y="97891"/>
                </a:lnTo>
                <a:lnTo>
                  <a:pt x="44095" y="97816"/>
                </a:lnTo>
                <a:lnTo>
                  <a:pt x="47769" y="97738"/>
                </a:lnTo>
                <a:lnTo>
                  <a:pt x="51444" y="97657"/>
                </a:lnTo>
                <a:lnTo>
                  <a:pt x="55118" y="97573"/>
                </a:lnTo>
                <a:lnTo>
                  <a:pt x="58793" y="97486"/>
                </a:lnTo>
                <a:lnTo>
                  <a:pt x="62468" y="97397"/>
                </a:lnTo>
                <a:lnTo>
                  <a:pt x="66142" y="97305"/>
                </a:lnTo>
                <a:lnTo>
                  <a:pt x="69817" y="97211"/>
                </a:lnTo>
                <a:lnTo>
                  <a:pt x="73491" y="97114"/>
                </a:lnTo>
                <a:lnTo>
                  <a:pt x="77166" y="97015"/>
                </a:lnTo>
                <a:lnTo>
                  <a:pt x="80841" y="96915"/>
                </a:lnTo>
                <a:lnTo>
                  <a:pt x="84515" y="96812"/>
                </a:lnTo>
                <a:lnTo>
                  <a:pt x="88190" y="96708"/>
                </a:lnTo>
                <a:lnTo>
                  <a:pt x="91864" y="96602"/>
                </a:lnTo>
                <a:lnTo>
                  <a:pt x="95539" y="96496"/>
                </a:lnTo>
                <a:lnTo>
                  <a:pt x="99214" y="96389"/>
                </a:lnTo>
                <a:lnTo>
                  <a:pt x="102888" y="96281"/>
                </a:lnTo>
                <a:lnTo>
                  <a:pt x="106563" y="96172"/>
                </a:lnTo>
                <a:lnTo>
                  <a:pt x="110237" y="96063"/>
                </a:lnTo>
                <a:lnTo>
                  <a:pt x="113912" y="95955"/>
                </a:lnTo>
                <a:lnTo>
                  <a:pt x="117587" y="95846"/>
                </a:lnTo>
                <a:lnTo>
                  <a:pt x="121261" y="95738"/>
                </a:lnTo>
                <a:lnTo>
                  <a:pt x="124936" y="95631"/>
                </a:lnTo>
                <a:lnTo>
                  <a:pt x="128610" y="95524"/>
                </a:lnTo>
                <a:lnTo>
                  <a:pt x="132285" y="95417"/>
                </a:lnTo>
                <a:lnTo>
                  <a:pt x="135960" y="95312"/>
                </a:lnTo>
                <a:lnTo>
                  <a:pt x="139634" y="95207"/>
                </a:lnTo>
                <a:lnTo>
                  <a:pt x="143309" y="95103"/>
                </a:lnTo>
                <a:lnTo>
                  <a:pt x="146983" y="94999"/>
                </a:lnTo>
                <a:lnTo>
                  <a:pt x="150658" y="94896"/>
                </a:lnTo>
                <a:lnTo>
                  <a:pt x="154333" y="94794"/>
                </a:lnTo>
                <a:lnTo>
                  <a:pt x="158007" y="94692"/>
                </a:lnTo>
                <a:lnTo>
                  <a:pt x="161682" y="94590"/>
                </a:lnTo>
                <a:lnTo>
                  <a:pt x="165356" y="94487"/>
                </a:lnTo>
                <a:lnTo>
                  <a:pt x="169031" y="94385"/>
                </a:lnTo>
                <a:lnTo>
                  <a:pt x="172706" y="94282"/>
                </a:lnTo>
                <a:lnTo>
                  <a:pt x="176380" y="94178"/>
                </a:lnTo>
                <a:lnTo>
                  <a:pt x="180055" y="94073"/>
                </a:lnTo>
                <a:lnTo>
                  <a:pt x="183729" y="93966"/>
                </a:lnTo>
                <a:lnTo>
                  <a:pt x="187404" y="93858"/>
                </a:lnTo>
                <a:lnTo>
                  <a:pt x="191079" y="93749"/>
                </a:lnTo>
                <a:lnTo>
                  <a:pt x="194753" y="93637"/>
                </a:lnTo>
                <a:lnTo>
                  <a:pt x="198428" y="93523"/>
                </a:lnTo>
                <a:lnTo>
                  <a:pt x="202102" y="93407"/>
                </a:lnTo>
                <a:lnTo>
                  <a:pt x="205777" y="93289"/>
                </a:lnTo>
                <a:lnTo>
                  <a:pt x="209452" y="93169"/>
                </a:lnTo>
                <a:lnTo>
                  <a:pt x="213126" y="93046"/>
                </a:lnTo>
                <a:lnTo>
                  <a:pt x="216801" y="92921"/>
                </a:lnTo>
                <a:lnTo>
                  <a:pt x="220475" y="92793"/>
                </a:lnTo>
                <a:lnTo>
                  <a:pt x="224150" y="92663"/>
                </a:lnTo>
                <a:lnTo>
                  <a:pt x="227825" y="92532"/>
                </a:lnTo>
                <a:lnTo>
                  <a:pt x="231499" y="92398"/>
                </a:lnTo>
                <a:lnTo>
                  <a:pt x="235174" y="92263"/>
                </a:lnTo>
                <a:lnTo>
                  <a:pt x="238848" y="92127"/>
                </a:lnTo>
                <a:lnTo>
                  <a:pt x="242523" y="91989"/>
                </a:lnTo>
                <a:lnTo>
                  <a:pt x="246198" y="91851"/>
                </a:lnTo>
                <a:lnTo>
                  <a:pt x="249872" y="91713"/>
                </a:lnTo>
                <a:lnTo>
                  <a:pt x="253547" y="91574"/>
                </a:lnTo>
                <a:lnTo>
                  <a:pt x="257221" y="91435"/>
                </a:lnTo>
                <a:lnTo>
                  <a:pt x="260896" y="91297"/>
                </a:lnTo>
                <a:lnTo>
                  <a:pt x="264571" y="91159"/>
                </a:lnTo>
                <a:lnTo>
                  <a:pt x="268245" y="91022"/>
                </a:lnTo>
                <a:lnTo>
                  <a:pt x="271920" y="90886"/>
                </a:lnTo>
                <a:lnTo>
                  <a:pt x="275594" y="90751"/>
                </a:lnTo>
                <a:lnTo>
                  <a:pt x="279269" y="90617"/>
                </a:lnTo>
                <a:lnTo>
                  <a:pt x="282944" y="90484"/>
                </a:lnTo>
                <a:lnTo>
                  <a:pt x="286618" y="90352"/>
                </a:lnTo>
                <a:lnTo>
                  <a:pt x="290293" y="90221"/>
                </a:lnTo>
                <a:lnTo>
                  <a:pt x="293967" y="90090"/>
                </a:lnTo>
                <a:lnTo>
                  <a:pt x="297642" y="89960"/>
                </a:lnTo>
                <a:lnTo>
                  <a:pt x="301317" y="89830"/>
                </a:lnTo>
                <a:lnTo>
                  <a:pt x="304991" y="89699"/>
                </a:lnTo>
                <a:lnTo>
                  <a:pt x="308666" y="89568"/>
                </a:lnTo>
                <a:lnTo>
                  <a:pt x="312340" y="89434"/>
                </a:lnTo>
                <a:lnTo>
                  <a:pt x="316015" y="89298"/>
                </a:lnTo>
                <a:lnTo>
                  <a:pt x="319690" y="89160"/>
                </a:lnTo>
                <a:lnTo>
                  <a:pt x="323364" y="89018"/>
                </a:lnTo>
                <a:lnTo>
                  <a:pt x="327039" y="88871"/>
                </a:lnTo>
                <a:lnTo>
                  <a:pt x="330713" y="88718"/>
                </a:lnTo>
                <a:lnTo>
                  <a:pt x="334388" y="88559"/>
                </a:lnTo>
                <a:lnTo>
                  <a:pt x="338063" y="88393"/>
                </a:lnTo>
                <a:lnTo>
                  <a:pt x="341737" y="88219"/>
                </a:lnTo>
                <a:lnTo>
                  <a:pt x="345412" y="88036"/>
                </a:lnTo>
                <a:lnTo>
                  <a:pt x="349086" y="87842"/>
                </a:lnTo>
                <a:lnTo>
                  <a:pt x="352761" y="87638"/>
                </a:lnTo>
                <a:lnTo>
                  <a:pt x="356436" y="87423"/>
                </a:lnTo>
                <a:lnTo>
                  <a:pt x="360110" y="87196"/>
                </a:lnTo>
                <a:lnTo>
                  <a:pt x="363785" y="86956"/>
                </a:lnTo>
                <a:lnTo>
                  <a:pt x="367459" y="86701"/>
                </a:lnTo>
                <a:lnTo>
                  <a:pt x="371134" y="86433"/>
                </a:lnTo>
                <a:lnTo>
                  <a:pt x="374809" y="86151"/>
                </a:lnTo>
                <a:lnTo>
                  <a:pt x="378483" y="85856"/>
                </a:lnTo>
                <a:lnTo>
                  <a:pt x="382158" y="85546"/>
                </a:lnTo>
                <a:lnTo>
                  <a:pt x="385832" y="85220"/>
                </a:lnTo>
                <a:lnTo>
                  <a:pt x="389507" y="84880"/>
                </a:lnTo>
                <a:lnTo>
                  <a:pt x="393182" y="84528"/>
                </a:lnTo>
                <a:lnTo>
                  <a:pt x="396856" y="84163"/>
                </a:lnTo>
                <a:lnTo>
                  <a:pt x="400531" y="83784"/>
                </a:lnTo>
                <a:lnTo>
                  <a:pt x="404205" y="83392"/>
                </a:lnTo>
                <a:lnTo>
                  <a:pt x="407880" y="82990"/>
                </a:lnTo>
                <a:lnTo>
                  <a:pt x="411555" y="82578"/>
                </a:lnTo>
                <a:lnTo>
                  <a:pt x="415229" y="82157"/>
                </a:lnTo>
                <a:lnTo>
                  <a:pt x="418904" y="81728"/>
                </a:lnTo>
                <a:lnTo>
                  <a:pt x="422578" y="81291"/>
                </a:lnTo>
                <a:lnTo>
                  <a:pt x="426253" y="80850"/>
                </a:lnTo>
                <a:lnTo>
                  <a:pt x="429928" y="80405"/>
                </a:lnTo>
                <a:lnTo>
                  <a:pt x="433602" y="79957"/>
                </a:lnTo>
                <a:lnTo>
                  <a:pt x="437277" y="79507"/>
                </a:lnTo>
                <a:lnTo>
                  <a:pt x="440951" y="79057"/>
                </a:lnTo>
                <a:lnTo>
                  <a:pt x="444626" y="78608"/>
                </a:lnTo>
                <a:lnTo>
                  <a:pt x="448301" y="78162"/>
                </a:lnTo>
                <a:lnTo>
                  <a:pt x="451975" y="77718"/>
                </a:lnTo>
                <a:lnTo>
                  <a:pt x="455650" y="77279"/>
                </a:lnTo>
                <a:lnTo>
                  <a:pt x="459324" y="76846"/>
                </a:lnTo>
                <a:lnTo>
                  <a:pt x="462999" y="76419"/>
                </a:lnTo>
                <a:lnTo>
                  <a:pt x="466674" y="75999"/>
                </a:lnTo>
                <a:lnTo>
                  <a:pt x="470348" y="75585"/>
                </a:lnTo>
                <a:lnTo>
                  <a:pt x="474023" y="75179"/>
                </a:lnTo>
                <a:lnTo>
                  <a:pt x="477697" y="74784"/>
                </a:lnTo>
                <a:lnTo>
                  <a:pt x="481372" y="74397"/>
                </a:lnTo>
                <a:lnTo>
                  <a:pt x="485047" y="74017"/>
                </a:lnTo>
                <a:lnTo>
                  <a:pt x="488721" y="73646"/>
                </a:lnTo>
                <a:lnTo>
                  <a:pt x="492396" y="73284"/>
                </a:lnTo>
                <a:lnTo>
                  <a:pt x="496070" y="72931"/>
                </a:lnTo>
                <a:lnTo>
                  <a:pt x="499745" y="72587"/>
                </a:lnTo>
                <a:lnTo>
                  <a:pt x="503420" y="72250"/>
                </a:lnTo>
                <a:lnTo>
                  <a:pt x="507094" y="71920"/>
                </a:lnTo>
                <a:lnTo>
                  <a:pt x="510769" y="71597"/>
                </a:lnTo>
                <a:lnTo>
                  <a:pt x="514443" y="71283"/>
                </a:lnTo>
                <a:lnTo>
                  <a:pt x="518118" y="70974"/>
                </a:lnTo>
                <a:lnTo>
                  <a:pt x="521793" y="70671"/>
                </a:lnTo>
                <a:lnTo>
                  <a:pt x="525467" y="70373"/>
                </a:lnTo>
                <a:lnTo>
                  <a:pt x="529142" y="70080"/>
                </a:lnTo>
                <a:lnTo>
                  <a:pt x="532816" y="69793"/>
                </a:lnTo>
                <a:lnTo>
                  <a:pt x="536491" y="69509"/>
                </a:lnTo>
                <a:lnTo>
                  <a:pt x="540166" y="69229"/>
                </a:lnTo>
                <a:lnTo>
                  <a:pt x="543840" y="68952"/>
                </a:lnTo>
                <a:lnTo>
                  <a:pt x="547515" y="68677"/>
                </a:lnTo>
                <a:lnTo>
                  <a:pt x="551189" y="68406"/>
                </a:lnTo>
                <a:lnTo>
                  <a:pt x="554864" y="68136"/>
                </a:lnTo>
                <a:lnTo>
                  <a:pt x="558539" y="67867"/>
                </a:lnTo>
                <a:lnTo>
                  <a:pt x="562213" y="67600"/>
                </a:lnTo>
                <a:lnTo>
                  <a:pt x="565888" y="67333"/>
                </a:lnTo>
                <a:lnTo>
                  <a:pt x="569562" y="67066"/>
                </a:lnTo>
                <a:lnTo>
                  <a:pt x="573237" y="66798"/>
                </a:lnTo>
                <a:lnTo>
                  <a:pt x="576912" y="66528"/>
                </a:lnTo>
                <a:lnTo>
                  <a:pt x="580586" y="66257"/>
                </a:lnTo>
                <a:lnTo>
                  <a:pt x="584261" y="65983"/>
                </a:lnTo>
                <a:lnTo>
                  <a:pt x="587935" y="65704"/>
                </a:lnTo>
                <a:lnTo>
                  <a:pt x="591610" y="65421"/>
                </a:lnTo>
                <a:lnTo>
                  <a:pt x="595285" y="65131"/>
                </a:lnTo>
                <a:lnTo>
                  <a:pt x="598959" y="64836"/>
                </a:lnTo>
                <a:lnTo>
                  <a:pt x="602634" y="64532"/>
                </a:lnTo>
                <a:lnTo>
                  <a:pt x="606308" y="64219"/>
                </a:lnTo>
                <a:lnTo>
                  <a:pt x="609983" y="63893"/>
                </a:lnTo>
                <a:lnTo>
                  <a:pt x="613658" y="63557"/>
                </a:lnTo>
                <a:lnTo>
                  <a:pt x="617332" y="63208"/>
                </a:lnTo>
                <a:lnTo>
                  <a:pt x="621007" y="62845"/>
                </a:lnTo>
                <a:lnTo>
                  <a:pt x="624681" y="62465"/>
                </a:lnTo>
                <a:lnTo>
                  <a:pt x="628356" y="62067"/>
                </a:lnTo>
                <a:lnTo>
                  <a:pt x="632031" y="61651"/>
                </a:lnTo>
                <a:lnTo>
                  <a:pt x="635705" y="61217"/>
                </a:lnTo>
                <a:lnTo>
                  <a:pt x="639380" y="60764"/>
                </a:lnTo>
                <a:lnTo>
                  <a:pt x="643054" y="60288"/>
                </a:lnTo>
                <a:lnTo>
                  <a:pt x="646729" y="59788"/>
                </a:lnTo>
                <a:lnTo>
                  <a:pt x="650404" y="59267"/>
                </a:lnTo>
                <a:lnTo>
                  <a:pt x="654078" y="58725"/>
                </a:lnTo>
                <a:lnTo>
                  <a:pt x="657753" y="58161"/>
                </a:lnTo>
                <a:lnTo>
                  <a:pt x="661427" y="57573"/>
                </a:lnTo>
                <a:lnTo>
                  <a:pt x="665102" y="56960"/>
                </a:lnTo>
                <a:lnTo>
                  <a:pt x="668777" y="56326"/>
                </a:lnTo>
                <a:lnTo>
                  <a:pt x="672451" y="55673"/>
                </a:lnTo>
                <a:lnTo>
                  <a:pt x="676126" y="54999"/>
                </a:lnTo>
                <a:lnTo>
                  <a:pt x="679800" y="54306"/>
                </a:lnTo>
                <a:lnTo>
                  <a:pt x="683475" y="53591"/>
                </a:lnTo>
                <a:lnTo>
                  <a:pt x="687150" y="52860"/>
                </a:lnTo>
                <a:lnTo>
                  <a:pt x="690824" y="52115"/>
                </a:lnTo>
                <a:lnTo>
                  <a:pt x="694499" y="51356"/>
                </a:lnTo>
                <a:lnTo>
                  <a:pt x="698173" y="50584"/>
                </a:lnTo>
                <a:lnTo>
                  <a:pt x="701848" y="49800"/>
                </a:lnTo>
                <a:lnTo>
                  <a:pt x="705523" y="49007"/>
                </a:lnTo>
                <a:lnTo>
                  <a:pt x="709197" y="48207"/>
                </a:lnTo>
                <a:lnTo>
                  <a:pt x="712872" y="47402"/>
                </a:lnTo>
                <a:lnTo>
                  <a:pt x="716546" y="46592"/>
                </a:lnTo>
                <a:lnTo>
                  <a:pt x="720221" y="45779"/>
                </a:lnTo>
                <a:lnTo>
                  <a:pt x="723896" y="44966"/>
                </a:lnTo>
                <a:lnTo>
                  <a:pt x="727570" y="44153"/>
                </a:lnTo>
                <a:lnTo>
                  <a:pt x="731245" y="43342"/>
                </a:lnTo>
                <a:lnTo>
                  <a:pt x="734919" y="42534"/>
                </a:lnTo>
                <a:lnTo>
                  <a:pt x="738594" y="41732"/>
                </a:lnTo>
                <a:lnTo>
                  <a:pt x="742269" y="40935"/>
                </a:lnTo>
                <a:lnTo>
                  <a:pt x="745943" y="40145"/>
                </a:lnTo>
                <a:lnTo>
                  <a:pt x="749618" y="39362"/>
                </a:lnTo>
                <a:lnTo>
                  <a:pt x="753292" y="38587"/>
                </a:lnTo>
                <a:lnTo>
                  <a:pt x="756967" y="37824"/>
                </a:lnTo>
                <a:lnTo>
                  <a:pt x="760642" y="37071"/>
                </a:lnTo>
                <a:lnTo>
                  <a:pt x="764316" y="36328"/>
                </a:lnTo>
                <a:lnTo>
                  <a:pt x="767991" y="35596"/>
                </a:lnTo>
                <a:lnTo>
                  <a:pt x="771665" y="34876"/>
                </a:lnTo>
                <a:lnTo>
                  <a:pt x="775340" y="34172"/>
                </a:lnTo>
                <a:lnTo>
                  <a:pt x="779015" y="33481"/>
                </a:lnTo>
                <a:lnTo>
                  <a:pt x="782689" y="32802"/>
                </a:lnTo>
                <a:lnTo>
                  <a:pt x="786364" y="32137"/>
                </a:lnTo>
                <a:lnTo>
                  <a:pt x="790038" y="31486"/>
                </a:lnTo>
                <a:lnTo>
                  <a:pt x="793713" y="30854"/>
                </a:lnTo>
                <a:lnTo>
                  <a:pt x="797388" y="30237"/>
                </a:lnTo>
                <a:lnTo>
                  <a:pt x="801062" y="29634"/>
                </a:lnTo>
                <a:lnTo>
                  <a:pt x="804737" y="29046"/>
                </a:lnTo>
                <a:lnTo>
                  <a:pt x="808411" y="28474"/>
                </a:lnTo>
                <a:lnTo>
                  <a:pt x="812086" y="27921"/>
                </a:lnTo>
                <a:lnTo>
                  <a:pt x="815761" y="27385"/>
                </a:lnTo>
                <a:lnTo>
                  <a:pt x="819435" y="26864"/>
                </a:lnTo>
                <a:lnTo>
                  <a:pt x="823110" y="26358"/>
                </a:lnTo>
                <a:lnTo>
                  <a:pt x="826784" y="25867"/>
                </a:lnTo>
                <a:lnTo>
                  <a:pt x="830459" y="25396"/>
                </a:lnTo>
                <a:lnTo>
                  <a:pt x="834134" y="24940"/>
                </a:lnTo>
                <a:lnTo>
                  <a:pt x="837808" y="24498"/>
                </a:lnTo>
                <a:lnTo>
                  <a:pt x="841483" y="24070"/>
                </a:lnTo>
                <a:lnTo>
                  <a:pt x="845157" y="23655"/>
                </a:lnTo>
                <a:lnTo>
                  <a:pt x="848832" y="23257"/>
                </a:lnTo>
                <a:lnTo>
                  <a:pt x="852507" y="22870"/>
                </a:lnTo>
                <a:lnTo>
                  <a:pt x="856181" y="22495"/>
                </a:lnTo>
                <a:lnTo>
                  <a:pt x="859856" y="22130"/>
                </a:lnTo>
                <a:lnTo>
                  <a:pt x="863530" y="21775"/>
                </a:lnTo>
                <a:lnTo>
                  <a:pt x="867205" y="21430"/>
                </a:lnTo>
                <a:lnTo>
                  <a:pt x="870880" y="21092"/>
                </a:lnTo>
                <a:lnTo>
                  <a:pt x="874554" y="20761"/>
                </a:lnTo>
                <a:lnTo>
                  <a:pt x="878229" y="20435"/>
                </a:lnTo>
                <a:lnTo>
                  <a:pt x="881903" y="20113"/>
                </a:lnTo>
                <a:lnTo>
                  <a:pt x="885578" y="19794"/>
                </a:lnTo>
                <a:lnTo>
                  <a:pt x="889253" y="19478"/>
                </a:lnTo>
                <a:lnTo>
                  <a:pt x="892927" y="19162"/>
                </a:lnTo>
                <a:lnTo>
                  <a:pt x="896602" y="18846"/>
                </a:lnTo>
                <a:lnTo>
                  <a:pt x="900276" y="18529"/>
                </a:lnTo>
                <a:lnTo>
                  <a:pt x="903951" y="18209"/>
                </a:lnTo>
                <a:lnTo>
                  <a:pt x="907626" y="17886"/>
                </a:lnTo>
                <a:lnTo>
                  <a:pt x="911300" y="17560"/>
                </a:lnTo>
                <a:lnTo>
                  <a:pt x="914975" y="17228"/>
                </a:lnTo>
                <a:lnTo>
                  <a:pt x="918649" y="16892"/>
                </a:lnTo>
                <a:lnTo>
                  <a:pt x="922324" y="16550"/>
                </a:lnTo>
                <a:lnTo>
                  <a:pt x="925999" y="16201"/>
                </a:lnTo>
                <a:lnTo>
                  <a:pt x="929673" y="15846"/>
                </a:lnTo>
                <a:lnTo>
                  <a:pt x="933348" y="15485"/>
                </a:lnTo>
                <a:lnTo>
                  <a:pt x="937022" y="15117"/>
                </a:lnTo>
                <a:lnTo>
                  <a:pt x="940697" y="14744"/>
                </a:lnTo>
                <a:lnTo>
                  <a:pt x="944372" y="14363"/>
                </a:lnTo>
                <a:lnTo>
                  <a:pt x="948046" y="13977"/>
                </a:lnTo>
                <a:lnTo>
                  <a:pt x="951721" y="13586"/>
                </a:lnTo>
                <a:lnTo>
                  <a:pt x="955395" y="13191"/>
                </a:lnTo>
                <a:lnTo>
                  <a:pt x="959070" y="12791"/>
                </a:lnTo>
                <a:lnTo>
                  <a:pt x="962745" y="12388"/>
                </a:lnTo>
                <a:lnTo>
                  <a:pt x="966419" y="11982"/>
                </a:lnTo>
                <a:lnTo>
                  <a:pt x="970094" y="11574"/>
                </a:lnTo>
                <a:lnTo>
                  <a:pt x="973768" y="11165"/>
                </a:lnTo>
                <a:lnTo>
                  <a:pt x="977443" y="10756"/>
                </a:lnTo>
                <a:lnTo>
                  <a:pt x="981118" y="10347"/>
                </a:lnTo>
                <a:lnTo>
                  <a:pt x="984792" y="9939"/>
                </a:lnTo>
                <a:lnTo>
                  <a:pt x="988467" y="9533"/>
                </a:lnTo>
                <a:lnTo>
                  <a:pt x="992141" y="9129"/>
                </a:lnTo>
                <a:lnTo>
                  <a:pt x="995816" y="8728"/>
                </a:lnTo>
                <a:lnTo>
                  <a:pt x="999491" y="8332"/>
                </a:lnTo>
                <a:lnTo>
                  <a:pt x="1003165" y="7940"/>
                </a:lnTo>
                <a:lnTo>
                  <a:pt x="1006840" y="7553"/>
                </a:lnTo>
                <a:lnTo>
                  <a:pt x="1010514" y="7171"/>
                </a:lnTo>
                <a:lnTo>
                  <a:pt x="1014189" y="6795"/>
                </a:lnTo>
                <a:lnTo>
                  <a:pt x="1017864" y="6426"/>
                </a:lnTo>
                <a:lnTo>
                  <a:pt x="1021538" y="6064"/>
                </a:lnTo>
                <a:lnTo>
                  <a:pt x="1025213" y="5709"/>
                </a:lnTo>
                <a:lnTo>
                  <a:pt x="1028887" y="5361"/>
                </a:lnTo>
                <a:lnTo>
                  <a:pt x="1032562" y="5020"/>
                </a:lnTo>
                <a:lnTo>
                  <a:pt x="1036237" y="4689"/>
                </a:lnTo>
                <a:lnTo>
                  <a:pt x="1039911" y="4366"/>
                </a:lnTo>
                <a:lnTo>
                  <a:pt x="1043586" y="4052"/>
                </a:lnTo>
                <a:lnTo>
                  <a:pt x="1047260" y="3746"/>
                </a:lnTo>
                <a:lnTo>
                  <a:pt x="1050935" y="3449"/>
                </a:lnTo>
                <a:lnTo>
                  <a:pt x="1054610" y="3164"/>
                </a:lnTo>
                <a:lnTo>
                  <a:pt x="1058284" y="2888"/>
                </a:lnTo>
                <a:lnTo>
                  <a:pt x="1061959" y="2622"/>
                </a:lnTo>
                <a:lnTo>
                  <a:pt x="1065633" y="2367"/>
                </a:lnTo>
                <a:lnTo>
                  <a:pt x="1069308" y="2121"/>
                </a:lnTo>
                <a:lnTo>
                  <a:pt x="1072983" y="1890"/>
                </a:lnTo>
                <a:lnTo>
                  <a:pt x="1076657" y="1670"/>
                </a:lnTo>
                <a:lnTo>
                  <a:pt x="1080332" y="1461"/>
                </a:lnTo>
                <a:lnTo>
                  <a:pt x="1084006" y="1263"/>
                </a:lnTo>
                <a:lnTo>
                  <a:pt x="1087681" y="1078"/>
                </a:lnTo>
                <a:lnTo>
                  <a:pt x="1091356" y="909"/>
                </a:lnTo>
                <a:lnTo>
                  <a:pt x="1095030" y="752"/>
                </a:lnTo>
                <a:lnTo>
                  <a:pt x="1098705" y="609"/>
                </a:lnTo>
                <a:lnTo>
                  <a:pt x="1102379" y="478"/>
                </a:lnTo>
                <a:lnTo>
                  <a:pt x="1106054" y="362"/>
                </a:lnTo>
                <a:lnTo>
                  <a:pt x="1109729" y="263"/>
                </a:lnTo>
                <a:lnTo>
                  <a:pt x="1113403" y="180"/>
                </a:lnTo>
                <a:lnTo>
                  <a:pt x="1117078" y="111"/>
                </a:lnTo>
                <a:lnTo>
                  <a:pt x="1120752" y="57"/>
                </a:lnTo>
                <a:lnTo>
                  <a:pt x="1124427" y="18"/>
                </a:lnTo>
                <a:lnTo>
                  <a:pt x="1128102" y="0"/>
                </a:lnTo>
                <a:lnTo>
                  <a:pt x="1131776" y="0"/>
                </a:lnTo>
                <a:lnTo>
                  <a:pt x="1135451" y="15"/>
                </a:lnTo>
                <a:lnTo>
                  <a:pt x="1139125" y="48"/>
                </a:lnTo>
                <a:lnTo>
                  <a:pt x="1142800" y="99"/>
                </a:lnTo>
                <a:lnTo>
                  <a:pt x="1146475" y="171"/>
                </a:lnTo>
                <a:lnTo>
                  <a:pt x="1150149" y="263"/>
                </a:lnTo>
                <a:lnTo>
                  <a:pt x="1153824" y="374"/>
                </a:lnTo>
                <a:lnTo>
                  <a:pt x="1157498" y="503"/>
                </a:lnTo>
                <a:lnTo>
                  <a:pt x="1161173" y="651"/>
                </a:lnTo>
                <a:lnTo>
                  <a:pt x="1164848" y="822"/>
                </a:lnTo>
                <a:lnTo>
                  <a:pt x="1168522" y="1013"/>
                </a:lnTo>
                <a:lnTo>
                  <a:pt x="1172197" y="1223"/>
                </a:lnTo>
                <a:lnTo>
                  <a:pt x="1175871" y="1451"/>
                </a:lnTo>
                <a:lnTo>
                  <a:pt x="1179546" y="1697"/>
                </a:lnTo>
                <a:lnTo>
                  <a:pt x="1183221" y="1964"/>
                </a:lnTo>
                <a:lnTo>
                  <a:pt x="1186895" y="2249"/>
                </a:lnTo>
                <a:lnTo>
                  <a:pt x="1190570" y="2551"/>
                </a:lnTo>
                <a:lnTo>
                  <a:pt x="1194244" y="2867"/>
                </a:lnTo>
                <a:lnTo>
                  <a:pt x="1197919" y="3198"/>
                </a:lnTo>
                <a:lnTo>
                  <a:pt x="1201594" y="3544"/>
                </a:lnTo>
                <a:lnTo>
                  <a:pt x="1205268" y="3904"/>
                </a:lnTo>
                <a:lnTo>
                  <a:pt x="1208943" y="4273"/>
                </a:lnTo>
                <a:lnTo>
                  <a:pt x="1212617" y="4652"/>
                </a:lnTo>
                <a:lnTo>
                  <a:pt x="1216292" y="5038"/>
                </a:lnTo>
                <a:lnTo>
                  <a:pt x="1219967" y="5431"/>
                </a:lnTo>
                <a:lnTo>
                  <a:pt x="1223641" y="5830"/>
                </a:lnTo>
                <a:lnTo>
                  <a:pt x="1227316" y="6231"/>
                </a:lnTo>
                <a:lnTo>
                  <a:pt x="1230990" y="6633"/>
                </a:lnTo>
                <a:lnTo>
                  <a:pt x="1234665" y="7036"/>
                </a:lnTo>
                <a:lnTo>
                  <a:pt x="1238340" y="7438"/>
                </a:lnTo>
                <a:lnTo>
                  <a:pt x="1242014" y="7836"/>
                </a:lnTo>
                <a:lnTo>
                  <a:pt x="1245689" y="8230"/>
                </a:lnTo>
                <a:lnTo>
                  <a:pt x="1249363" y="8620"/>
                </a:lnTo>
                <a:lnTo>
                  <a:pt x="1253038" y="9004"/>
                </a:lnTo>
                <a:lnTo>
                  <a:pt x="1256713" y="9380"/>
                </a:lnTo>
                <a:lnTo>
                  <a:pt x="1260387" y="9748"/>
                </a:lnTo>
                <a:lnTo>
                  <a:pt x="1264062" y="10109"/>
                </a:lnTo>
                <a:lnTo>
                  <a:pt x="1267736" y="10461"/>
                </a:lnTo>
                <a:lnTo>
                  <a:pt x="1271411" y="10805"/>
                </a:lnTo>
                <a:lnTo>
                  <a:pt x="1275086" y="11141"/>
                </a:lnTo>
                <a:lnTo>
                  <a:pt x="1278760" y="11466"/>
                </a:lnTo>
                <a:lnTo>
                  <a:pt x="1282435" y="11785"/>
                </a:lnTo>
                <a:lnTo>
                  <a:pt x="1286109" y="12096"/>
                </a:lnTo>
                <a:lnTo>
                  <a:pt x="1289784" y="12400"/>
                </a:lnTo>
                <a:lnTo>
                  <a:pt x="1293459" y="12698"/>
                </a:lnTo>
                <a:lnTo>
                  <a:pt x="1297133" y="12989"/>
                </a:lnTo>
                <a:lnTo>
                  <a:pt x="1300808" y="13276"/>
                </a:lnTo>
                <a:lnTo>
                  <a:pt x="1304482" y="13560"/>
                </a:lnTo>
                <a:lnTo>
                  <a:pt x="1308157" y="13841"/>
                </a:lnTo>
                <a:lnTo>
                  <a:pt x="1311832" y="14119"/>
                </a:lnTo>
                <a:lnTo>
                  <a:pt x="1315506" y="14397"/>
                </a:lnTo>
                <a:lnTo>
                  <a:pt x="1319181" y="14675"/>
                </a:lnTo>
                <a:lnTo>
                  <a:pt x="1322855" y="14954"/>
                </a:lnTo>
                <a:lnTo>
                  <a:pt x="1326530" y="15235"/>
                </a:lnTo>
                <a:lnTo>
                  <a:pt x="1330205" y="15519"/>
                </a:lnTo>
                <a:lnTo>
                  <a:pt x="1333879" y="15808"/>
                </a:lnTo>
                <a:lnTo>
                  <a:pt x="1337554" y="16102"/>
                </a:lnTo>
                <a:lnTo>
                  <a:pt x="1341228" y="16401"/>
                </a:lnTo>
                <a:lnTo>
                  <a:pt x="1344903" y="16706"/>
                </a:lnTo>
                <a:lnTo>
                  <a:pt x="1348577" y="17019"/>
                </a:lnTo>
                <a:lnTo>
                  <a:pt x="1352252" y="17342"/>
                </a:lnTo>
                <a:lnTo>
                  <a:pt x="1355927" y="17673"/>
                </a:lnTo>
                <a:lnTo>
                  <a:pt x="1359601" y="18014"/>
                </a:lnTo>
                <a:lnTo>
                  <a:pt x="1363276" y="18365"/>
                </a:lnTo>
                <a:lnTo>
                  <a:pt x="1366950" y="18727"/>
                </a:lnTo>
                <a:lnTo>
                  <a:pt x="1370625" y="19104"/>
                </a:lnTo>
                <a:lnTo>
                  <a:pt x="1374300" y="19493"/>
                </a:lnTo>
                <a:lnTo>
                  <a:pt x="1377974" y="19895"/>
                </a:lnTo>
                <a:lnTo>
                  <a:pt x="1381649" y="20311"/>
                </a:lnTo>
                <a:lnTo>
                  <a:pt x="1385323" y="20742"/>
                </a:lnTo>
                <a:lnTo>
                  <a:pt x="1388998" y="21192"/>
                </a:lnTo>
                <a:lnTo>
                  <a:pt x="1392673" y="21658"/>
                </a:lnTo>
                <a:lnTo>
                  <a:pt x="1396347" y="22139"/>
                </a:lnTo>
                <a:lnTo>
                  <a:pt x="1400022" y="22638"/>
                </a:lnTo>
                <a:lnTo>
                  <a:pt x="1403696" y="23153"/>
                </a:lnTo>
                <a:lnTo>
                  <a:pt x="1407371" y="23692"/>
                </a:lnTo>
                <a:lnTo>
                  <a:pt x="1411046" y="24248"/>
                </a:lnTo>
                <a:lnTo>
                  <a:pt x="1414720" y="24821"/>
                </a:lnTo>
                <a:lnTo>
                  <a:pt x="1418395" y="25412"/>
                </a:lnTo>
                <a:lnTo>
                  <a:pt x="1422069" y="26021"/>
                </a:lnTo>
                <a:lnTo>
                  <a:pt x="1425744" y="26652"/>
                </a:lnTo>
                <a:lnTo>
                  <a:pt x="1429419" y="27301"/>
                </a:lnTo>
                <a:lnTo>
                  <a:pt x="1433093" y="27965"/>
                </a:lnTo>
                <a:lnTo>
                  <a:pt x="1436768" y="28645"/>
                </a:lnTo>
                <a:lnTo>
                  <a:pt x="1440442" y="29340"/>
                </a:lnTo>
                <a:lnTo>
                  <a:pt x="1444117" y="30052"/>
                </a:lnTo>
                <a:lnTo>
                  <a:pt x="1447792" y="30777"/>
                </a:lnTo>
                <a:lnTo>
                  <a:pt x="1451466" y="31514"/>
                </a:lnTo>
                <a:lnTo>
                  <a:pt x="1455141" y="32261"/>
                </a:lnTo>
                <a:lnTo>
                  <a:pt x="1458815" y="33017"/>
                </a:lnTo>
                <a:lnTo>
                  <a:pt x="1462490" y="33782"/>
                </a:lnTo>
                <a:lnTo>
                  <a:pt x="1466165" y="34554"/>
                </a:lnTo>
                <a:lnTo>
                  <a:pt x="1469839" y="35330"/>
                </a:lnTo>
                <a:lnTo>
                  <a:pt x="1473514" y="36110"/>
                </a:lnTo>
                <a:lnTo>
                  <a:pt x="1477188" y="36892"/>
                </a:lnTo>
                <a:lnTo>
                  <a:pt x="1480863" y="37675"/>
                </a:lnTo>
                <a:lnTo>
                  <a:pt x="1484538" y="38457"/>
                </a:lnTo>
                <a:lnTo>
                  <a:pt x="1488212" y="39238"/>
                </a:lnTo>
                <a:lnTo>
                  <a:pt x="1491887" y="40016"/>
                </a:lnTo>
                <a:lnTo>
                  <a:pt x="1495561" y="40790"/>
                </a:lnTo>
                <a:lnTo>
                  <a:pt x="1499236" y="41559"/>
                </a:lnTo>
                <a:lnTo>
                  <a:pt x="1502911" y="42322"/>
                </a:lnTo>
                <a:lnTo>
                  <a:pt x="1506585" y="43079"/>
                </a:lnTo>
                <a:lnTo>
                  <a:pt x="1510260" y="43830"/>
                </a:lnTo>
                <a:lnTo>
                  <a:pt x="1513934" y="44574"/>
                </a:lnTo>
                <a:lnTo>
                  <a:pt x="1517609" y="45310"/>
                </a:lnTo>
                <a:lnTo>
                  <a:pt x="1521284" y="46037"/>
                </a:lnTo>
                <a:lnTo>
                  <a:pt x="1524958" y="46757"/>
                </a:lnTo>
                <a:lnTo>
                  <a:pt x="1528633" y="47470"/>
                </a:lnTo>
                <a:lnTo>
                  <a:pt x="1532307" y="48174"/>
                </a:lnTo>
                <a:lnTo>
                  <a:pt x="1535982" y="48870"/>
                </a:lnTo>
                <a:lnTo>
                  <a:pt x="1539657" y="49557"/>
                </a:lnTo>
                <a:lnTo>
                  <a:pt x="1543331" y="50236"/>
                </a:lnTo>
                <a:lnTo>
                  <a:pt x="1547006" y="50908"/>
                </a:lnTo>
                <a:lnTo>
                  <a:pt x="1550680" y="51572"/>
                </a:lnTo>
                <a:lnTo>
                  <a:pt x="1554355" y="52227"/>
                </a:lnTo>
                <a:lnTo>
                  <a:pt x="1558030" y="52874"/>
                </a:lnTo>
                <a:lnTo>
                  <a:pt x="1561704" y="53512"/>
                </a:lnTo>
                <a:lnTo>
                  <a:pt x="1565379" y="54143"/>
                </a:lnTo>
                <a:lnTo>
                  <a:pt x="1569053" y="54766"/>
                </a:lnTo>
                <a:lnTo>
                  <a:pt x="1572728" y="55380"/>
                </a:lnTo>
                <a:lnTo>
                  <a:pt x="1576403" y="55984"/>
                </a:lnTo>
                <a:lnTo>
                  <a:pt x="1580077" y="56580"/>
                </a:lnTo>
                <a:lnTo>
                  <a:pt x="1583752" y="57167"/>
                </a:lnTo>
                <a:lnTo>
                  <a:pt x="1587426" y="57746"/>
                </a:lnTo>
                <a:lnTo>
                  <a:pt x="1591101" y="58314"/>
                </a:lnTo>
                <a:lnTo>
                  <a:pt x="1594776" y="58871"/>
                </a:lnTo>
                <a:lnTo>
                  <a:pt x="1598450" y="59419"/>
                </a:lnTo>
                <a:lnTo>
                  <a:pt x="1602125" y="59957"/>
                </a:lnTo>
                <a:lnTo>
                  <a:pt x="1605799" y="60485"/>
                </a:lnTo>
                <a:lnTo>
                  <a:pt x="1609474" y="61002"/>
                </a:lnTo>
                <a:lnTo>
                  <a:pt x="1613149" y="61506"/>
                </a:lnTo>
                <a:lnTo>
                  <a:pt x="1616823" y="62001"/>
                </a:lnTo>
                <a:lnTo>
                  <a:pt x="1620498" y="62485"/>
                </a:lnTo>
                <a:lnTo>
                  <a:pt x="1624172" y="62958"/>
                </a:lnTo>
                <a:lnTo>
                  <a:pt x="1627847" y="63421"/>
                </a:lnTo>
                <a:lnTo>
                  <a:pt x="1631522" y="63871"/>
                </a:lnTo>
                <a:lnTo>
                  <a:pt x="1635196" y="64312"/>
                </a:lnTo>
                <a:lnTo>
                  <a:pt x="1638871" y="64742"/>
                </a:lnTo>
                <a:lnTo>
                  <a:pt x="1642545" y="65163"/>
                </a:lnTo>
                <a:lnTo>
                  <a:pt x="1646220" y="65575"/>
                </a:lnTo>
                <a:lnTo>
                  <a:pt x="1649895" y="65975"/>
                </a:lnTo>
                <a:lnTo>
                  <a:pt x="1653569" y="66366"/>
                </a:lnTo>
                <a:lnTo>
                  <a:pt x="1657244" y="66750"/>
                </a:lnTo>
                <a:lnTo>
                  <a:pt x="1660918" y="67126"/>
                </a:lnTo>
                <a:lnTo>
                  <a:pt x="1664593" y="67495"/>
                </a:lnTo>
                <a:lnTo>
                  <a:pt x="1668268" y="67854"/>
                </a:lnTo>
                <a:lnTo>
                  <a:pt x="1671942" y="68208"/>
                </a:lnTo>
                <a:lnTo>
                  <a:pt x="1675617" y="68556"/>
                </a:lnTo>
                <a:lnTo>
                  <a:pt x="1679291" y="68898"/>
                </a:lnTo>
                <a:lnTo>
                  <a:pt x="1682966" y="69235"/>
                </a:lnTo>
                <a:lnTo>
                  <a:pt x="1686641" y="69565"/>
                </a:lnTo>
                <a:lnTo>
                  <a:pt x="1690315" y="69892"/>
                </a:lnTo>
                <a:lnTo>
                  <a:pt x="1693990" y="70214"/>
                </a:lnTo>
                <a:lnTo>
                  <a:pt x="1697664" y="70532"/>
                </a:lnTo>
                <a:lnTo>
                  <a:pt x="1701339" y="70847"/>
                </a:lnTo>
                <a:lnTo>
                  <a:pt x="1705014" y="71158"/>
                </a:lnTo>
                <a:lnTo>
                  <a:pt x="1708688" y="71466"/>
                </a:lnTo>
                <a:lnTo>
                  <a:pt x="1712363" y="71770"/>
                </a:lnTo>
                <a:lnTo>
                  <a:pt x="1716037" y="72072"/>
                </a:lnTo>
                <a:lnTo>
                  <a:pt x="1719712" y="72372"/>
                </a:lnTo>
                <a:lnTo>
                  <a:pt x="1723387" y="72668"/>
                </a:lnTo>
                <a:lnTo>
                  <a:pt x="1727061" y="72962"/>
                </a:lnTo>
                <a:lnTo>
                  <a:pt x="1730736" y="73255"/>
                </a:lnTo>
                <a:lnTo>
                  <a:pt x="1734410" y="73545"/>
                </a:lnTo>
                <a:lnTo>
                  <a:pt x="1738085" y="73834"/>
                </a:lnTo>
                <a:lnTo>
                  <a:pt x="1741760" y="74122"/>
                </a:lnTo>
                <a:lnTo>
                  <a:pt x="1745434" y="74409"/>
                </a:lnTo>
                <a:lnTo>
                  <a:pt x="1749109" y="74695"/>
                </a:lnTo>
                <a:lnTo>
                  <a:pt x="1752783" y="74982"/>
                </a:lnTo>
                <a:lnTo>
                  <a:pt x="1756458" y="75270"/>
                </a:lnTo>
                <a:lnTo>
                  <a:pt x="1760133" y="75559"/>
                </a:lnTo>
                <a:lnTo>
                  <a:pt x="1763807" y="75851"/>
                </a:lnTo>
                <a:lnTo>
                  <a:pt x="1767482" y="76146"/>
                </a:lnTo>
                <a:lnTo>
                  <a:pt x="1771156" y="76445"/>
                </a:lnTo>
                <a:lnTo>
                  <a:pt x="1774831" y="76748"/>
                </a:lnTo>
                <a:lnTo>
                  <a:pt x="1778506" y="77058"/>
                </a:lnTo>
                <a:lnTo>
                  <a:pt x="1782180" y="77375"/>
                </a:lnTo>
                <a:lnTo>
                  <a:pt x="1785855" y="77700"/>
                </a:lnTo>
                <a:lnTo>
                  <a:pt x="1789529" y="78033"/>
                </a:lnTo>
                <a:lnTo>
                  <a:pt x="1793204" y="78376"/>
                </a:lnTo>
                <a:lnTo>
                  <a:pt x="1796879" y="78730"/>
                </a:lnTo>
                <a:lnTo>
                  <a:pt x="1800553" y="79098"/>
                </a:lnTo>
                <a:lnTo>
                  <a:pt x="1804228" y="79477"/>
                </a:lnTo>
                <a:lnTo>
                  <a:pt x="1807902" y="79869"/>
                </a:lnTo>
                <a:lnTo>
                  <a:pt x="1811577" y="80273"/>
                </a:lnTo>
                <a:lnTo>
                  <a:pt x="1815252" y="80694"/>
                </a:lnTo>
                <a:lnTo>
                  <a:pt x="1818926" y="81129"/>
                </a:lnTo>
                <a:lnTo>
                  <a:pt x="1822601" y="81579"/>
                </a:lnTo>
                <a:lnTo>
                  <a:pt x="1826275" y="82041"/>
                </a:lnTo>
                <a:lnTo>
                  <a:pt x="1829950" y="82518"/>
                </a:lnTo>
                <a:lnTo>
                  <a:pt x="1833625" y="83009"/>
                </a:lnTo>
                <a:lnTo>
                  <a:pt x="1837299" y="83514"/>
                </a:lnTo>
                <a:lnTo>
                  <a:pt x="1840974" y="84029"/>
                </a:lnTo>
                <a:lnTo>
                  <a:pt x="1844648" y="84555"/>
                </a:lnTo>
                <a:lnTo>
                  <a:pt x="1848323" y="85091"/>
                </a:lnTo>
                <a:lnTo>
                  <a:pt x="1851998" y="85635"/>
                </a:lnTo>
                <a:lnTo>
                  <a:pt x="1855672" y="86186"/>
                </a:lnTo>
                <a:lnTo>
                  <a:pt x="1859347" y="86742"/>
                </a:lnTo>
                <a:lnTo>
                  <a:pt x="1863021" y="87301"/>
                </a:lnTo>
                <a:lnTo>
                  <a:pt x="1866696" y="87860"/>
                </a:lnTo>
                <a:lnTo>
                  <a:pt x="1870371" y="88420"/>
                </a:lnTo>
                <a:lnTo>
                  <a:pt x="1874045" y="88976"/>
                </a:lnTo>
                <a:lnTo>
                  <a:pt x="1877720" y="89528"/>
                </a:lnTo>
                <a:lnTo>
                  <a:pt x="1877720" y="99187"/>
                </a:lnTo>
                <a:lnTo>
                  <a:pt x="1874045" y="99187"/>
                </a:lnTo>
                <a:lnTo>
                  <a:pt x="1870371" y="99187"/>
                </a:lnTo>
                <a:lnTo>
                  <a:pt x="1866696" y="99187"/>
                </a:lnTo>
                <a:lnTo>
                  <a:pt x="1863021" y="99187"/>
                </a:lnTo>
                <a:lnTo>
                  <a:pt x="1859347" y="99187"/>
                </a:lnTo>
                <a:lnTo>
                  <a:pt x="1855672" y="99187"/>
                </a:lnTo>
                <a:lnTo>
                  <a:pt x="1851998" y="99187"/>
                </a:lnTo>
                <a:lnTo>
                  <a:pt x="1848323" y="99187"/>
                </a:lnTo>
                <a:lnTo>
                  <a:pt x="1844648" y="99187"/>
                </a:lnTo>
                <a:lnTo>
                  <a:pt x="1840974" y="99187"/>
                </a:lnTo>
                <a:lnTo>
                  <a:pt x="1837299" y="99187"/>
                </a:lnTo>
                <a:lnTo>
                  <a:pt x="1833625" y="99187"/>
                </a:lnTo>
                <a:lnTo>
                  <a:pt x="1829950" y="99187"/>
                </a:lnTo>
                <a:lnTo>
                  <a:pt x="1826275" y="99187"/>
                </a:lnTo>
                <a:lnTo>
                  <a:pt x="1822601" y="99187"/>
                </a:lnTo>
                <a:lnTo>
                  <a:pt x="1818926" y="99187"/>
                </a:lnTo>
                <a:lnTo>
                  <a:pt x="1815252" y="99187"/>
                </a:lnTo>
                <a:lnTo>
                  <a:pt x="1811577" y="99187"/>
                </a:lnTo>
                <a:lnTo>
                  <a:pt x="1807902" y="99187"/>
                </a:lnTo>
                <a:lnTo>
                  <a:pt x="1804228" y="99187"/>
                </a:lnTo>
                <a:lnTo>
                  <a:pt x="1800553" y="99187"/>
                </a:lnTo>
                <a:lnTo>
                  <a:pt x="1796879" y="99187"/>
                </a:lnTo>
                <a:lnTo>
                  <a:pt x="1793204" y="99187"/>
                </a:lnTo>
                <a:lnTo>
                  <a:pt x="1789529" y="99187"/>
                </a:lnTo>
                <a:lnTo>
                  <a:pt x="1785855" y="99187"/>
                </a:lnTo>
                <a:lnTo>
                  <a:pt x="1782180" y="99187"/>
                </a:lnTo>
                <a:lnTo>
                  <a:pt x="1778506" y="99187"/>
                </a:lnTo>
                <a:lnTo>
                  <a:pt x="1774831" y="99187"/>
                </a:lnTo>
                <a:lnTo>
                  <a:pt x="1771156" y="99187"/>
                </a:lnTo>
                <a:lnTo>
                  <a:pt x="1767482" y="99187"/>
                </a:lnTo>
                <a:lnTo>
                  <a:pt x="1763807" y="99187"/>
                </a:lnTo>
                <a:lnTo>
                  <a:pt x="1760133" y="99187"/>
                </a:lnTo>
                <a:lnTo>
                  <a:pt x="1756458" y="99187"/>
                </a:lnTo>
                <a:lnTo>
                  <a:pt x="1752783" y="99187"/>
                </a:lnTo>
                <a:lnTo>
                  <a:pt x="1749109" y="99187"/>
                </a:lnTo>
                <a:lnTo>
                  <a:pt x="1745434" y="99187"/>
                </a:lnTo>
                <a:lnTo>
                  <a:pt x="1741760" y="99187"/>
                </a:lnTo>
                <a:lnTo>
                  <a:pt x="1738085" y="99187"/>
                </a:lnTo>
                <a:lnTo>
                  <a:pt x="1734410" y="99187"/>
                </a:lnTo>
                <a:lnTo>
                  <a:pt x="1730736" y="99187"/>
                </a:lnTo>
                <a:lnTo>
                  <a:pt x="1727061" y="99187"/>
                </a:lnTo>
                <a:lnTo>
                  <a:pt x="1723387" y="99187"/>
                </a:lnTo>
                <a:lnTo>
                  <a:pt x="1719712" y="99187"/>
                </a:lnTo>
                <a:lnTo>
                  <a:pt x="1716037" y="99187"/>
                </a:lnTo>
                <a:lnTo>
                  <a:pt x="1712363" y="99187"/>
                </a:lnTo>
                <a:lnTo>
                  <a:pt x="1708688" y="99187"/>
                </a:lnTo>
                <a:lnTo>
                  <a:pt x="1705014" y="99187"/>
                </a:lnTo>
                <a:lnTo>
                  <a:pt x="1701339" y="99187"/>
                </a:lnTo>
                <a:lnTo>
                  <a:pt x="1697664" y="99187"/>
                </a:lnTo>
                <a:lnTo>
                  <a:pt x="1693990" y="99187"/>
                </a:lnTo>
                <a:lnTo>
                  <a:pt x="1690315" y="99187"/>
                </a:lnTo>
                <a:lnTo>
                  <a:pt x="1686641" y="99187"/>
                </a:lnTo>
                <a:lnTo>
                  <a:pt x="1682966" y="99187"/>
                </a:lnTo>
                <a:lnTo>
                  <a:pt x="1679291" y="99187"/>
                </a:lnTo>
                <a:lnTo>
                  <a:pt x="1675617" y="99187"/>
                </a:lnTo>
                <a:lnTo>
                  <a:pt x="1671942" y="99187"/>
                </a:lnTo>
                <a:lnTo>
                  <a:pt x="1668268" y="99187"/>
                </a:lnTo>
                <a:lnTo>
                  <a:pt x="1664593" y="99187"/>
                </a:lnTo>
                <a:lnTo>
                  <a:pt x="1660918" y="99187"/>
                </a:lnTo>
                <a:lnTo>
                  <a:pt x="1657244" y="99187"/>
                </a:lnTo>
                <a:lnTo>
                  <a:pt x="1653569" y="99187"/>
                </a:lnTo>
                <a:lnTo>
                  <a:pt x="1649895" y="99187"/>
                </a:lnTo>
                <a:lnTo>
                  <a:pt x="1646220" y="99187"/>
                </a:lnTo>
                <a:lnTo>
                  <a:pt x="1642545" y="99187"/>
                </a:lnTo>
                <a:lnTo>
                  <a:pt x="1638871" y="99187"/>
                </a:lnTo>
                <a:lnTo>
                  <a:pt x="1635196" y="99187"/>
                </a:lnTo>
                <a:lnTo>
                  <a:pt x="1631522" y="99187"/>
                </a:lnTo>
                <a:lnTo>
                  <a:pt x="1627847" y="99187"/>
                </a:lnTo>
                <a:lnTo>
                  <a:pt x="1624172" y="99187"/>
                </a:lnTo>
                <a:lnTo>
                  <a:pt x="1620498" y="99187"/>
                </a:lnTo>
                <a:lnTo>
                  <a:pt x="1616823" y="99187"/>
                </a:lnTo>
                <a:lnTo>
                  <a:pt x="1613149" y="99187"/>
                </a:lnTo>
                <a:lnTo>
                  <a:pt x="1609474" y="99187"/>
                </a:lnTo>
                <a:lnTo>
                  <a:pt x="1605799" y="99187"/>
                </a:lnTo>
                <a:lnTo>
                  <a:pt x="1602125" y="99187"/>
                </a:lnTo>
                <a:lnTo>
                  <a:pt x="1598450" y="99187"/>
                </a:lnTo>
                <a:lnTo>
                  <a:pt x="1594776" y="99187"/>
                </a:lnTo>
                <a:lnTo>
                  <a:pt x="1591101" y="99187"/>
                </a:lnTo>
                <a:lnTo>
                  <a:pt x="1587426" y="99187"/>
                </a:lnTo>
                <a:lnTo>
                  <a:pt x="1583752" y="99187"/>
                </a:lnTo>
                <a:lnTo>
                  <a:pt x="1580077" y="99187"/>
                </a:lnTo>
                <a:lnTo>
                  <a:pt x="1576403" y="99187"/>
                </a:lnTo>
                <a:lnTo>
                  <a:pt x="1572728" y="99187"/>
                </a:lnTo>
                <a:lnTo>
                  <a:pt x="1569053" y="99187"/>
                </a:lnTo>
                <a:lnTo>
                  <a:pt x="1565379" y="99187"/>
                </a:lnTo>
                <a:lnTo>
                  <a:pt x="1561704" y="99187"/>
                </a:lnTo>
                <a:lnTo>
                  <a:pt x="1558030" y="99187"/>
                </a:lnTo>
                <a:lnTo>
                  <a:pt x="1554355" y="99187"/>
                </a:lnTo>
                <a:lnTo>
                  <a:pt x="1550680" y="99187"/>
                </a:lnTo>
                <a:lnTo>
                  <a:pt x="1547006" y="99187"/>
                </a:lnTo>
                <a:lnTo>
                  <a:pt x="1543331" y="99187"/>
                </a:lnTo>
                <a:lnTo>
                  <a:pt x="1539657" y="99187"/>
                </a:lnTo>
                <a:lnTo>
                  <a:pt x="1535982" y="99187"/>
                </a:lnTo>
                <a:lnTo>
                  <a:pt x="1532307" y="99187"/>
                </a:lnTo>
                <a:lnTo>
                  <a:pt x="1528633" y="99187"/>
                </a:lnTo>
                <a:lnTo>
                  <a:pt x="1524958" y="99187"/>
                </a:lnTo>
                <a:lnTo>
                  <a:pt x="1521284" y="99187"/>
                </a:lnTo>
                <a:lnTo>
                  <a:pt x="1517609" y="99187"/>
                </a:lnTo>
                <a:lnTo>
                  <a:pt x="1513934" y="99187"/>
                </a:lnTo>
                <a:lnTo>
                  <a:pt x="1510260" y="99187"/>
                </a:lnTo>
                <a:lnTo>
                  <a:pt x="1506585" y="99187"/>
                </a:lnTo>
                <a:lnTo>
                  <a:pt x="1502911" y="99187"/>
                </a:lnTo>
                <a:lnTo>
                  <a:pt x="1499236" y="99187"/>
                </a:lnTo>
                <a:lnTo>
                  <a:pt x="1495561" y="99187"/>
                </a:lnTo>
                <a:lnTo>
                  <a:pt x="1491887" y="99187"/>
                </a:lnTo>
                <a:lnTo>
                  <a:pt x="1488212" y="99187"/>
                </a:lnTo>
                <a:lnTo>
                  <a:pt x="1484538" y="99187"/>
                </a:lnTo>
                <a:lnTo>
                  <a:pt x="1480863" y="99187"/>
                </a:lnTo>
                <a:lnTo>
                  <a:pt x="1477188" y="99187"/>
                </a:lnTo>
                <a:lnTo>
                  <a:pt x="1473514" y="99187"/>
                </a:lnTo>
                <a:lnTo>
                  <a:pt x="1469839" y="99187"/>
                </a:lnTo>
                <a:lnTo>
                  <a:pt x="1466165" y="99187"/>
                </a:lnTo>
                <a:lnTo>
                  <a:pt x="1462490" y="99187"/>
                </a:lnTo>
                <a:lnTo>
                  <a:pt x="1458815" y="99187"/>
                </a:lnTo>
                <a:lnTo>
                  <a:pt x="1455141" y="99187"/>
                </a:lnTo>
                <a:lnTo>
                  <a:pt x="1451466" y="99187"/>
                </a:lnTo>
                <a:lnTo>
                  <a:pt x="1447792" y="99187"/>
                </a:lnTo>
                <a:lnTo>
                  <a:pt x="1444117" y="99187"/>
                </a:lnTo>
                <a:lnTo>
                  <a:pt x="1440442" y="99187"/>
                </a:lnTo>
                <a:lnTo>
                  <a:pt x="1436768" y="99187"/>
                </a:lnTo>
                <a:lnTo>
                  <a:pt x="1433093" y="99187"/>
                </a:lnTo>
                <a:lnTo>
                  <a:pt x="1429419" y="99187"/>
                </a:lnTo>
                <a:lnTo>
                  <a:pt x="1425744" y="99187"/>
                </a:lnTo>
                <a:lnTo>
                  <a:pt x="1422069" y="99187"/>
                </a:lnTo>
                <a:lnTo>
                  <a:pt x="1418395" y="99187"/>
                </a:lnTo>
                <a:lnTo>
                  <a:pt x="1414720" y="99187"/>
                </a:lnTo>
                <a:lnTo>
                  <a:pt x="1411046" y="99187"/>
                </a:lnTo>
                <a:lnTo>
                  <a:pt x="1407371" y="99187"/>
                </a:lnTo>
                <a:lnTo>
                  <a:pt x="1403696" y="99187"/>
                </a:lnTo>
                <a:lnTo>
                  <a:pt x="1400022" y="99187"/>
                </a:lnTo>
                <a:lnTo>
                  <a:pt x="1396347" y="99187"/>
                </a:lnTo>
                <a:lnTo>
                  <a:pt x="1392673" y="99187"/>
                </a:lnTo>
                <a:lnTo>
                  <a:pt x="1388998" y="99187"/>
                </a:lnTo>
                <a:lnTo>
                  <a:pt x="1385323" y="99187"/>
                </a:lnTo>
                <a:lnTo>
                  <a:pt x="1381649" y="99187"/>
                </a:lnTo>
                <a:lnTo>
                  <a:pt x="1377974" y="99187"/>
                </a:lnTo>
                <a:lnTo>
                  <a:pt x="1374300" y="99187"/>
                </a:lnTo>
                <a:lnTo>
                  <a:pt x="1370625" y="99187"/>
                </a:lnTo>
                <a:lnTo>
                  <a:pt x="1366950" y="99187"/>
                </a:lnTo>
                <a:lnTo>
                  <a:pt x="1363276" y="99187"/>
                </a:lnTo>
                <a:lnTo>
                  <a:pt x="1359601" y="99187"/>
                </a:lnTo>
                <a:lnTo>
                  <a:pt x="1355927" y="99187"/>
                </a:lnTo>
                <a:lnTo>
                  <a:pt x="1352252" y="99187"/>
                </a:lnTo>
                <a:lnTo>
                  <a:pt x="1348577" y="99187"/>
                </a:lnTo>
                <a:lnTo>
                  <a:pt x="1344903" y="99187"/>
                </a:lnTo>
                <a:lnTo>
                  <a:pt x="1341228" y="99187"/>
                </a:lnTo>
                <a:lnTo>
                  <a:pt x="1337554" y="99187"/>
                </a:lnTo>
                <a:lnTo>
                  <a:pt x="1333879" y="99187"/>
                </a:lnTo>
                <a:lnTo>
                  <a:pt x="1330205" y="99187"/>
                </a:lnTo>
                <a:lnTo>
                  <a:pt x="1326530" y="99187"/>
                </a:lnTo>
                <a:lnTo>
                  <a:pt x="1322855" y="99187"/>
                </a:lnTo>
                <a:lnTo>
                  <a:pt x="1319181" y="99187"/>
                </a:lnTo>
                <a:lnTo>
                  <a:pt x="1315506" y="99187"/>
                </a:lnTo>
                <a:lnTo>
                  <a:pt x="1311832" y="99187"/>
                </a:lnTo>
                <a:lnTo>
                  <a:pt x="1308157" y="99187"/>
                </a:lnTo>
                <a:lnTo>
                  <a:pt x="1304482" y="99187"/>
                </a:lnTo>
                <a:lnTo>
                  <a:pt x="1300808" y="99187"/>
                </a:lnTo>
                <a:lnTo>
                  <a:pt x="1297133" y="99187"/>
                </a:lnTo>
                <a:lnTo>
                  <a:pt x="1293459" y="99187"/>
                </a:lnTo>
                <a:lnTo>
                  <a:pt x="1289784" y="99187"/>
                </a:lnTo>
                <a:lnTo>
                  <a:pt x="1286109" y="99187"/>
                </a:lnTo>
                <a:lnTo>
                  <a:pt x="1282435" y="99187"/>
                </a:lnTo>
                <a:lnTo>
                  <a:pt x="1278760" y="99187"/>
                </a:lnTo>
                <a:lnTo>
                  <a:pt x="1275086" y="99187"/>
                </a:lnTo>
                <a:lnTo>
                  <a:pt x="1271411" y="99187"/>
                </a:lnTo>
                <a:lnTo>
                  <a:pt x="1267736" y="99187"/>
                </a:lnTo>
                <a:lnTo>
                  <a:pt x="1264062" y="99187"/>
                </a:lnTo>
                <a:lnTo>
                  <a:pt x="1260387" y="99187"/>
                </a:lnTo>
                <a:lnTo>
                  <a:pt x="1256713" y="99187"/>
                </a:lnTo>
                <a:lnTo>
                  <a:pt x="1253038" y="99187"/>
                </a:lnTo>
                <a:lnTo>
                  <a:pt x="1249363" y="99187"/>
                </a:lnTo>
                <a:lnTo>
                  <a:pt x="1245689" y="99187"/>
                </a:lnTo>
                <a:lnTo>
                  <a:pt x="1242014" y="99187"/>
                </a:lnTo>
                <a:lnTo>
                  <a:pt x="1238340" y="99187"/>
                </a:lnTo>
                <a:lnTo>
                  <a:pt x="1234665" y="99187"/>
                </a:lnTo>
                <a:lnTo>
                  <a:pt x="1230990" y="99187"/>
                </a:lnTo>
                <a:lnTo>
                  <a:pt x="1227316" y="99187"/>
                </a:lnTo>
                <a:lnTo>
                  <a:pt x="1223641" y="99187"/>
                </a:lnTo>
                <a:lnTo>
                  <a:pt x="1219967" y="99187"/>
                </a:lnTo>
                <a:lnTo>
                  <a:pt x="1216292" y="99187"/>
                </a:lnTo>
                <a:lnTo>
                  <a:pt x="1212617" y="99187"/>
                </a:lnTo>
                <a:lnTo>
                  <a:pt x="1208943" y="99187"/>
                </a:lnTo>
                <a:lnTo>
                  <a:pt x="1205268" y="99187"/>
                </a:lnTo>
                <a:lnTo>
                  <a:pt x="1201594" y="99187"/>
                </a:lnTo>
                <a:lnTo>
                  <a:pt x="1197919" y="99187"/>
                </a:lnTo>
                <a:lnTo>
                  <a:pt x="1194244" y="99187"/>
                </a:lnTo>
                <a:lnTo>
                  <a:pt x="1190570" y="99187"/>
                </a:lnTo>
                <a:lnTo>
                  <a:pt x="1186895" y="99187"/>
                </a:lnTo>
                <a:lnTo>
                  <a:pt x="1183221" y="99187"/>
                </a:lnTo>
                <a:lnTo>
                  <a:pt x="1179546" y="99187"/>
                </a:lnTo>
                <a:lnTo>
                  <a:pt x="1175871" y="99187"/>
                </a:lnTo>
                <a:lnTo>
                  <a:pt x="1172197" y="99187"/>
                </a:lnTo>
                <a:lnTo>
                  <a:pt x="1168522" y="99187"/>
                </a:lnTo>
                <a:lnTo>
                  <a:pt x="1164848" y="99187"/>
                </a:lnTo>
                <a:lnTo>
                  <a:pt x="1161173" y="99187"/>
                </a:lnTo>
                <a:lnTo>
                  <a:pt x="1157498" y="99187"/>
                </a:lnTo>
                <a:lnTo>
                  <a:pt x="1153824" y="99187"/>
                </a:lnTo>
                <a:lnTo>
                  <a:pt x="1150149" y="99187"/>
                </a:lnTo>
                <a:lnTo>
                  <a:pt x="1146475" y="99187"/>
                </a:lnTo>
                <a:lnTo>
                  <a:pt x="1142800" y="99187"/>
                </a:lnTo>
                <a:lnTo>
                  <a:pt x="1139125" y="99187"/>
                </a:lnTo>
                <a:lnTo>
                  <a:pt x="1135451" y="99187"/>
                </a:lnTo>
                <a:lnTo>
                  <a:pt x="1131776" y="99187"/>
                </a:lnTo>
                <a:lnTo>
                  <a:pt x="1128102" y="99187"/>
                </a:lnTo>
                <a:lnTo>
                  <a:pt x="1124427" y="99187"/>
                </a:lnTo>
                <a:lnTo>
                  <a:pt x="1120752" y="99187"/>
                </a:lnTo>
                <a:lnTo>
                  <a:pt x="1117078" y="99187"/>
                </a:lnTo>
                <a:lnTo>
                  <a:pt x="1113403" y="99187"/>
                </a:lnTo>
                <a:lnTo>
                  <a:pt x="1109729" y="99187"/>
                </a:lnTo>
                <a:lnTo>
                  <a:pt x="1106054" y="99187"/>
                </a:lnTo>
                <a:lnTo>
                  <a:pt x="1102379" y="99187"/>
                </a:lnTo>
                <a:lnTo>
                  <a:pt x="1098705" y="99187"/>
                </a:lnTo>
                <a:lnTo>
                  <a:pt x="1095030" y="99187"/>
                </a:lnTo>
                <a:lnTo>
                  <a:pt x="1091356" y="99187"/>
                </a:lnTo>
                <a:lnTo>
                  <a:pt x="1087681" y="99187"/>
                </a:lnTo>
                <a:lnTo>
                  <a:pt x="1084006" y="99187"/>
                </a:lnTo>
                <a:lnTo>
                  <a:pt x="1080332" y="99187"/>
                </a:lnTo>
                <a:lnTo>
                  <a:pt x="1076657" y="99187"/>
                </a:lnTo>
                <a:lnTo>
                  <a:pt x="1072983" y="99187"/>
                </a:lnTo>
                <a:lnTo>
                  <a:pt x="1069308" y="99187"/>
                </a:lnTo>
                <a:lnTo>
                  <a:pt x="1065633" y="99187"/>
                </a:lnTo>
                <a:lnTo>
                  <a:pt x="1061959" y="99187"/>
                </a:lnTo>
                <a:lnTo>
                  <a:pt x="1058284" y="99187"/>
                </a:lnTo>
                <a:lnTo>
                  <a:pt x="1054610" y="99187"/>
                </a:lnTo>
                <a:lnTo>
                  <a:pt x="1050935" y="99187"/>
                </a:lnTo>
                <a:lnTo>
                  <a:pt x="1047260" y="99187"/>
                </a:lnTo>
                <a:lnTo>
                  <a:pt x="1043586" y="99187"/>
                </a:lnTo>
                <a:lnTo>
                  <a:pt x="1039911" y="99187"/>
                </a:lnTo>
                <a:lnTo>
                  <a:pt x="1036237" y="99187"/>
                </a:lnTo>
                <a:lnTo>
                  <a:pt x="1032562" y="99187"/>
                </a:lnTo>
                <a:lnTo>
                  <a:pt x="1028887" y="99187"/>
                </a:lnTo>
                <a:lnTo>
                  <a:pt x="1025213" y="99187"/>
                </a:lnTo>
                <a:lnTo>
                  <a:pt x="1021538" y="99187"/>
                </a:lnTo>
                <a:lnTo>
                  <a:pt x="1017864" y="99187"/>
                </a:lnTo>
                <a:lnTo>
                  <a:pt x="1014189" y="99187"/>
                </a:lnTo>
                <a:lnTo>
                  <a:pt x="1010514" y="99187"/>
                </a:lnTo>
                <a:lnTo>
                  <a:pt x="1006840" y="99187"/>
                </a:lnTo>
                <a:lnTo>
                  <a:pt x="1003165" y="99187"/>
                </a:lnTo>
                <a:lnTo>
                  <a:pt x="999491" y="99187"/>
                </a:lnTo>
                <a:lnTo>
                  <a:pt x="995816" y="99187"/>
                </a:lnTo>
                <a:lnTo>
                  <a:pt x="992141" y="99187"/>
                </a:lnTo>
                <a:lnTo>
                  <a:pt x="988467" y="99187"/>
                </a:lnTo>
                <a:lnTo>
                  <a:pt x="984792" y="99187"/>
                </a:lnTo>
                <a:lnTo>
                  <a:pt x="981118" y="99187"/>
                </a:lnTo>
                <a:lnTo>
                  <a:pt x="977443" y="99187"/>
                </a:lnTo>
                <a:lnTo>
                  <a:pt x="973768" y="99187"/>
                </a:lnTo>
                <a:lnTo>
                  <a:pt x="970094" y="99187"/>
                </a:lnTo>
                <a:lnTo>
                  <a:pt x="966419" y="99187"/>
                </a:lnTo>
                <a:lnTo>
                  <a:pt x="962745" y="99187"/>
                </a:lnTo>
                <a:lnTo>
                  <a:pt x="959070" y="99187"/>
                </a:lnTo>
                <a:lnTo>
                  <a:pt x="955395" y="99187"/>
                </a:lnTo>
                <a:lnTo>
                  <a:pt x="951721" y="99187"/>
                </a:lnTo>
                <a:lnTo>
                  <a:pt x="948046" y="99187"/>
                </a:lnTo>
                <a:lnTo>
                  <a:pt x="944372" y="99187"/>
                </a:lnTo>
                <a:lnTo>
                  <a:pt x="940697" y="99187"/>
                </a:lnTo>
                <a:lnTo>
                  <a:pt x="937022" y="99187"/>
                </a:lnTo>
                <a:lnTo>
                  <a:pt x="933348" y="99187"/>
                </a:lnTo>
                <a:lnTo>
                  <a:pt x="929673" y="99187"/>
                </a:lnTo>
                <a:lnTo>
                  <a:pt x="925999" y="99187"/>
                </a:lnTo>
                <a:lnTo>
                  <a:pt x="922324" y="99187"/>
                </a:lnTo>
                <a:lnTo>
                  <a:pt x="918649" y="99187"/>
                </a:lnTo>
                <a:lnTo>
                  <a:pt x="914975" y="99187"/>
                </a:lnTo>
                <a:lnTo>
                  <a:pt x="911300" y="99187"/>
                </a:lnTo>
                <a:lnTo>
                  <a:pt x="907626" y="99187"/>
                </a:lnTo>
                <a:lnTo>
                  <a:pt x="903951" y="99187"/>
                </a:lnTo>
                <a:lnTo>
                  <a:pt x="900276" y="99187"/>
                </a:lnTo>
                <a:lnTo>
                  <a:pt x="896602" y="99187"/>
                </a:lnTo>
                <a:lnTo>
                  <a:pt x="892927" y="99187"/>
                </a:lnTo>
                <a:lnTo>
                  <a:pt x="889253" y="99187"/>
                </a:lnTo>
                <a:lnTo>
                  <a:pt x="885578" y="99187"/>
                </a:lnTo>
                <a:lnTo>
                  <a:pt x="881903" y="99187"/>
                </a:lnTo>
                <a:lnTo>
                  <a:pt x="878229" y="99187"/>
                </a:lnTo>
                <a:lnTo>
                  <a:pt x="874554" y="99187"/>
                </a:lnTo>
                <a:lnTo>
                  <a:pt x="870880" y="99187"/>
                </a:lnTo>
                <a:lnTo>
                  <a:pt x="867205" y="99187"/>
                </a:lnTo>
                <a:lnTo>
                  <a:pt x="863530" y="99187"/>
                </a:lnTo>
                <a:lnTo>
                  <a:pt x="859856" y="99187"/>
                </a:lnTo>
                <a:lnTo>
                  <a:pt x="856181" y="99187"/>
                </a:lnTo>
                <a:lnTo>
                  <a:pt x="852507" y="99187"/>
                </a:lnTo>
                <a:lnTo>
                  <a:pt x="848832" y="99187"/>
                </a:lnTo>
                <a:lnTo>
                  <a:pt x="845157" y="99187"/>
                </a:lnTo>
                <a:lnTo>
                  <a:pt x="841483" y="99187"/>
                </a:lnTo>
                <a:lnTo>
                  <a:pt x="837808" y="99187"/>
                </a:lnTo>
                <a:lnTo>
                  <a:pt x="834134" y="99187"/>
                </a:lnTo>
                <a:lnTo>
                  <a:pt x="830459" y="99187"/>
                </a:lnTo>
                <a:lnTo>
                  <a:pt x="826784" y="99187"/>
                </a:lnTo>
                <a:lnTo>
                  <a:pt x="823110" y="99187"/>
                </a:lnTo>
                <a:lnTo>
                  <a:pt x="819435" y="99187"/>
                </a:lnTo>
                <a:lnTo>
                  <a:pt x="815761" y="99187"/>
                </a:lnTo>
                <a:lnTo>
                  <a:pt x="812086" y="99187"/>
                </a:lnTo>
                <a:lnTo>
                  <a:pt x="808411" y="99187"/>
                </a:lnTo>
                <a:lnTo>
                  <a:pt x="804737" y="99187"/>
                </a:lnTo>
                <a:lnTo>
                  <a:pt x="801062" y="99187"/>
                </a:lnTo>
                <a:lnTo>
                  <a:pt x="797388" y="99187"/>
                </a:lnTo>
                <a:lnTo>
                  <a:pt x="793713" y="99187"/>
                </a:lnTo>
                <a:lnTo>
                  <a:pt x="790038" y="99187"/>
                </a:lnTo>
                <a:lnTo>
                  <a:pt x="786364" y="99187"/>
                </a:lnTo>
                <a:lnTo>
                  <a:pt x="782689" y="99187"/>
                </a:lnTo>
                <a:lnTo>
                  <a:pt x="779015" y="99187"/>
                </a:lnTo>
                <a:lnTo>
                  <a:pt x="775340" y="99187"/>
                </a:lnTo>
                <a:lnTo>
                  <a:pt x="771665" y="99187"/>
                </a:lnTo>
                <a:lnTo>
                  <a:pt x="767991" y="99187"/>
                </a:lnTo>
                <a:lnTo>
                  <a:pt x="764316" y="99187"/>
                </a:lnTo>
                <a:lnTo>
                  <a:pt x="760642" y="99187"/>
                </a:lnTo>
                <a:lnTo>
                  <a:pt x="756967" y="99187"/>
                </a:lnTo>
                <a:lnTo>
                  <a:pt x="753292" y="99187"/>
                </a:lnTo>
                <a:lnTo>
                  <a:pt x="749618" y="99187"/>
                </a:lnTo>
                <a:lnTo>
                  <a:pt x="745943" y="99187"/>
                </a:lnTo>
                <a:lnTo>
                  <a:pt x="742269" y="99187"/>
                </a:lnTo>
                <a:lnTo>
                  <a:pt x="738594" y="99187"/>
                </a:lnTo>
                <a:lnTo>
                  <a:pt x="734919" y="99187"/>
                </a:lnTo>
                <a:lnTo>
                  <a:pt x="731245" y="99187"/>
                </a:lnTo>
                <a:lnTo>
                  <a:pt x="727570" y="99187"/>
                </a:lnTo>
                <a:lnTo>
                  <a:pt x="723896" y="99187"/>
                </a:lnTo>
                <a:lnTo>
                  <a:pt x="720221" y="99187"/>
                </a:lnTo>
                <a:lnTo>
                  <a:pt x="716546" y="99187"/>
                </a:lnTo>
                <a:lnTo>
                  <a:pt x="712872" y="99187"/>
                </a:lnTo>
                <a:lnTo>
                  <a:pt x="709197" y="99187"/>
                </a:lnTo>
                <a:lnTo>
                  <a:pt x="705523" y="99187"/>
                </a:lnTo>
                <a:lnTo>
                  <a:pt x="701848" y="99187"/>
                </a:lnTo>
                <a:lnTo>
                  <a:pt x="698173" y="99187"/>
                </a:lnTo>
                <a:lnTo>
                  <a:pt x="694499" y="99187"/>
                </a:lnTo>
                <a:lnTo>
                  <a:pt x="690824" y="99187"/>
                </a:lnTo>
                <a:lnTo>
                  <a:pt x="687150" y="99187"/>
                </a:lnTo>
                <a:lnTo>
                  <a:pt x="683475" y="99187"/>
                </a:lnTo>
                <a:lnTo>
                  <a:pt x="679800" y="99187"/>
                </a:lnTo>
                <a:lnTo>
                  <a:pt x="676126" y="99187"/>
                </a:lnTo>
                <a:lnTo>
                  <a:pt x="672451" y="99187"/>
                </a:lnTo>
                <a:lnTo>
                  <a:pt x="668777" y="99187"/>
                </a:lnTo>
                <a:lnTo>
                  <a:pt x="665102" y="99187"/>
                </a:lnTo>
                <a:lnTo>
                  <a:pt x="661427" y="99187"/>
                </a:lnTo>
                <a:lnTo>
                  <a:pt x="657753" y="99187"/>
                </a:lnTo>
                <a:lnTo>
                  <a:pt x="654078" y="99187"/>
                </a:lnTo>
                <a:lnTo>
                  <a:pt x="650404" y="99187"/>
                </a:lnTo>
                <a:lnTo>
                  <a:pt x="646729" y="99187"/>
                </a:lnTo>
                <a:lnTo>
                  <a:pt x="643054" y="99187"/>
                </a:lnTo>
                <a:lnTo>
                  <a:pt x="639380" y="99187"/>
                </a:lnTo>
                <a:lnTo>
                  <a:pt x="635705" y="99187"/>
                </a:lnTo>
                <a:lnTo>
                  <a:pt x="632031" y="99187"/>
                </a:lnTo>
                <a:lnTo>
                  <a:pt x="628356" y="99187"/>
                </a:lnTo>
                <a:lnTo>
                  <a:pt x="624681" y="99187"/>
                </a:lnTo>
                <a:lnTo>
                  <a:pt x="621007" y="99187"/>
                </a:lnTo>
                <a:lnTo>
                  <a:pt x="617332" y="99187"/>
                </a:lnTo>
                <a:lnTo>
                  <a:pt x="613658" y="99187"/>
                </a:lnTo>
                <a:lnTo>
                  <a:pt x="609983" y="99187"/>
                </a:lnTo>
                <a:lnTo>
                  <a:pt x="606308" y="99187"/>
                </a:lnTo>
                <a:lnTo>
                  <a:pt x="602634" y="99187"/>
                </a:lnTo>
                <a:lnTo>
                  <a:pt x="598959" y="99187"/>
                </a:lnTo>
                <a:lnTo>
                  <a:pt x="595285" y="99187"/>
                </a:lnTo>
                <a:lnTo>
                  <a:pt x="591610" y="99187"/>
                </a:lnTo>
                <a:lnTo>
                  <a:pt x="587935" y="99187"/>
                </a:lnTo>
                <a:lnTo>
                  <a:pt x="584261" y="99187"/>
                </a:lnTo>
                <a:lnTo>
                  <a:pt x="580586" y="99187"/>
                </a:lnTo>
                <a:lnTo>
                  <a:pt x="576912" y="99187"/>
                </a:lnTo>
                <a:lnTo>
                  <a:pt x="573237" y="99187"/>
                </a:lnTo>
                <a:lnTo>
                  <a:pt x="569562" y="99187"/>
                </a:lnTo>
                <a:lnTo>
                  <a:pt x="565888" y="99187"/>
                </a:lnTo>
                <a:lnTo>
                  <a:pt x="562213" y="99187"/>
                </a:lnTo>
                <a:lnTo>
                  <a:pt x="558539" y="99187"/>
                </a:lnTo>
                <a:lnTo>
                  <a:pt x="554864" y="99187"/>
                </a:lnTo>
                <a:lnTo>
                  <a:pt x="551189" y="99187"/>
                </a:lnTo>
                <a:lnTo>
                  <a:pt x="547515" y="99187"/>
                </a:lnTo>
                <a:lnTo>
                  <a:pt x="543840" y="99187"/>
                </a:lnTo>
                <a:lnTo>
                  <a:pt x="540166" y="99187"/>
                </a:lnTo>
                <a:lnTo>
                  <a:pt x="536491" y="99187"/>
                </a:lnTo>
                <a:lnTo>
                  <a:pt x="532816" y="99187"/>
                </a:lnTo>
                <a:lnTo>
                  <a:pt x="529142" y="99187"/>
                </a:lnTo>
                <a:lnTo>
                  <a:pt x="525467" y="99187"/>
                </a:lnTo>
                <a:lnTo>
                  <a:pt x="521793" y="99187"/>
                </a:lnTo>
                <a:lnTo>
                  <a:pt x="518118" y="99187"/>
                </a:lnTo>
                <a:lnTo>
                  <a:pt x="514443" y="99187"/>
                </a:lnTo>
                <a:lnTo>
                  <a:pt x="510769" y="99187"/>
                </a:lnTo>
                <a:lnTo>
                  <a:pt x="507094" y="99187"/>
                </a:lnTo>
                <a:lnTo>
                  <a:pt x="503420" y="99187"/>
                </a:lnTo>
                <a:lnTo>
                  <a:pt x="499745" y="99187"/>
                </a:lnTo>
                <a:lnTo>
                  <a:pt x="496070" y="99187"/>
                </a:lnTo>
                <a:lnTo>
                  <a:pt x="492396" y="99187"/>
                </a:lnTo>
                <a:lnTo>
                  <a:pt x="488721" y="99187"/>
                </a:lnTo>
                <a:lnTo>
                  <a:pt x="485047" y="99187"/>
                </a:lnTo>
                <a:lnTo>
                  <a:pt x="481372" y="99187"/>
                </a:lnTo>
                <a:lnTo>
                  <a:pt x="477697" y="99187"/>
                </a:lnTo>
                <a:lnTo>
                  <a:pt x="474023" y="99187"/>
                </a:lnTo>
                <a:lnTo>
                  <a:pt x="470348" y="99187"/>
                </a:lnTo>
                <a:lnTo>
                  <a:pt x="466674" y="99187"/>
                </a:lnTo>
                <a:lnTo>
                  <a:pt x="462999" y="99187"/>
                </a:lnTo>
                <a:lnTo>
                  <a:pt x="459324" y="99187"/>
                </a:lnTo>
                <a:lnTo>
                  <a:pt x="455650" y="99187"/>
                </a:lnTo>
                <a:lnTo>
                  <a:pt x="451975" y="99187"/>
                </a:lnTo>
                <a:lnTo>
                  <a:pt x="448301" y="99187"/>
                </a:lnTo>
                <a:lnTo>
                  <a:pt x="444626" y="99187"/>
                </a:lnTo>
                <a:lnTo>
                  <a:pt x="440951" y="99187"/>
                </a:lnTo>
                <a:lnTo>
                  <a:pt x="437277" y="99187"/>
                </a:lnTo>
                <a:lnTo>
                  <a:pt x="433602" y="99187"/>
                </a:lnTo>
                <a:lnTo>
                  <a:pt x="429928" y="99187"/>
                </a:lnTo>
                <a:lnTo>
                  <a:pt x="426253" y="99187"/>
                </a:lnTo>
                <a:lnTo>
                  <a:pt x="422578" y="99187"/>
                </a:lnTo>
                <a:lnTo>
                  <a:pt x="418904" y="99187"/>
                </a:lnTo>
                <a:lnTo>
                  <a:pt x="415229" y="99187"/>
                </a:lnTo>
                <a:lnTo>
                  <a:pt x="411555" y="99187"/>
                </a:lnTo>
                <a:lnTo>
                  <a:pt x="407880" y="99187"/>
                </a:lnTo>
                <a:lnTo>
                  <a:pt x="404205" y="99187"/>
                </a:lnTo>
                <a:lnTo>
                  <a:pt x="400531" y="99187"/>
                </a:lnTo>
                <a:lnTo>
                  <a:pt x="396856" y="99187"/>
                </a:lnTo>
                <a:lnTo>
                  <a:pt x="393182" y="99187"/>
                </a:lnTo>
                <a:lnTo>
                  <a:pt x="389507" y="99187"/>
                </a:lnTo>
                <a:lnTo>
                  <a:pt x="385832" y="99187"/>
                </a:lnTo>
                <a:lnTo>
                  <a:pt x="382158" y="99187"/>
                </a:lnTo>
                <a:lnTo>
                  <a:pt x="378483" y="99187"/>
                </a:lnTo>
                <a:lnTo>
                  <a:pt x="374809" y="99187"/>
                </a:lnTo>
                <a:lnTo>
                  <a:pt x="371134" y="99187"/>
                </a:lnTo>
                <a:lnTo>
                  <a:pt x="367459" y="99187"/>
                </a:lnTo>
                <a:lnTo>
                  <a:pt x="363785" y="99187"/>
                </a:lnTo>
                <a:lnTo>
                  <a:pt x="360110" y="99187"/>
                </a:lnTo>
                <a:lnTo>
                  <a:pt x="356436" y="99187"/>
                </a:lnTo>
                <a:lnTo>
                  <a:pt x="352761" y="99187"/>
                </a:lnTo>
                <a:lnTo>
                  <a:pt x="349086" y="99187"/>
                </a:lnTo>
                <a:lnTo>
                  <a:pt x="345412" y="99187"/>
                </a:lnTo>
                <a:lnTo>
                  <a:pt x="341737" y="99187"/>
                </a:lnTo>
                <a:lnTo>
                  <a:pt x="338063" y="99187"/>
                </a:lnTo>
                <a:lnTo>
                  <a:pt x="334388" y="99187"/>
                </a:lnTo>
                <a:lnTo>
                  <a:pt x="330713" y="99187"/>
                </a:lnTo>
                <a:lnTo>
                  <a:pt x="327039" y="99187"/>
                </a:lnTo>
                <a:lnTo>
                  <a:pt x="323364" y="99187"/>
                </a:lnTo>
                <a:lnTo>
                  <a:pt x="319690" y="99187"/>
                </a:lnTo>
                <a:lnTo>
                  <a:pt x="316015" y="99187"/>
                </a:lnTo>
                <a:lnTo>
                  <a:pt x="312340" y="99187"/>
                </a:lnTo>
                <a:lnTo>
                  <a:pt x="308666" y="99187"/>
                </a:lnTo>
                <a:lnTo>
                  <a:pt x="304991" y="99187"/>
                </a:lnTo>
                <a:lnTo>
                  <a:pt x="301317" y="99187"/>
                </a:lnTo>
                <a:lnTo>
                  <a:pt x="297642" y="99187"/>
                </a:lnTo>
                <a:lnTo>
                  <a:pt x="293967" y="99187"/>
                </a:lnTo>
                <a:lnTo>
                  <a:pt x="290293" y="99187"/>
                </a:lnTo>
                <a:lnTo>
                  <a:pt x="286618" y="99187"/>
                </a:lnTo>
                <a:lnTo>
                  <a:pt x="282944" y="99187"/>
                </a:lnTo>
                <a:lnTo>
                  <a:pt x="279269" y="99187"/>
                </a:lnTo>
                <a:lnTo>
                  <a:pt x="275594" y="99187"/>
                </a:lnTo>
                <a:lnTo>
                  <a:pt x="271920" y="99187"/>
                </a:lnTo>
                <a:lnTo>
                  <a:pt x="268245" y="99187"/>
                </a:lnTo>
                <a:lnTo>
                  <a:pt x="264571" y="99187"/>
                </a:lnTo>
                <a:lnTo>
                  <a:pt x="260896" y="99187"/>
                </a:lnTo>
                <a:lnTo>
                  <a:pt x="257221" y="99187"/>
                </a:lnTo>
                <a:lnTo>
                  <a:pt x="253547" y="99187"/>
                </a:lnTo>
                <a:lnTo>
                  <a:pt x="249872" y="99187"/>
                </a:lnTo>
                <a:lnTo>
                  <a:pt x="246198" y="99187"/>
                </a:lnTo>
                <a:lnTo>
                  <a:pt x="242523" y="99187"/>
                </a:lnTo>
                <a:lnTo>
                  <a:pt x="238848" y="99187"/>
                </a:lnTo>
                <a:lnTo>
                  <a:pt x="235174" y="99187"/>
                </a:lnTo>
                <a:lnTo>
                  <a:pt x="231499" y="99187"/>
                </a:lnTo>
                <a:lnTo>
                  <a:pt x="227825" y="99187"/>
                </a:lnTo>
                <a:lnTo>
                  <a:pt x="224150" y="99187"/>
                </a:lnTo>
                <a:lnTo>
                  <a:pt x="220475" y="99187"/>
                </a:lnTo>
                <a:lnTo>
                  <a:pt x="216801" y="99187"/>
                </a:lnTo>
                <a:lnTo>
                  <a:pt x="213126" y="99187"/>
                </a:lnTo>
                <a:lnTo>
                  <a:pt x="209452" y="99187"/>
                </a:lnTo>
                <a:lnTo>
                  <a:pt x="205777" y="99187"/>
                </a:lnTo>
                <a:lnTo>
                  <a:pt x="202102" y="99187"/>
                </a:lnTo>
                <a:lnTo>
                  <a:pt x="198428" y="99187"/>
                </a:lnTo>
                <a:lnTo>
                  <a:pt x="194753" y="99187"/>
                </a:lnTo>
                <a:lnTo>
                  <a:pt x="191079" y="99187"/>
                </a:lnTo>
                <a:lnTo>
                  <a:pt x="187404" y="99187"/>
                </a:lnTo>
                <a:lnTo>
                  <a:pt x="183729" y="99187"/>
                </a:lnTo>
                <a:lnTo>
                  <a:pt x="180055" y="99187"/>
                </a:lnTo>
                <a:lnTo>
                  <a:pt x="176380" y="99187"/>
                </a:lnTo>
                <a:lnTo>
                  <a:pt x="172706" y="99187"/>
                </a:lnTo>
                <a:lnTo>
                  <a:pt x="169031" y="99187"/>
                </a:lnTo>
                <a:lnTo>
                  <a:pt x="165356" y="99187"/>
                </a:lnTo>
                <a:lnTo>
                  <a:pt x="161682" y="99187"/>
                </a:lnTo>
                <a:lnTo>
                  <a:pt x="158007" y="99187"/>
                </a:lnTo>
                <a:lnTo>
                  <a:pt x="154333" y="99187"/>
                </a:lnTo>
                <a:lnTo>
                  <a:pt x="150658" y="99187"/>
                </a:lnTo>
                <a:lnTo>
                  <a:pt x="146983" y="99187"/>
                </a:lnTo>
                <a:lnTo>
                  <a:pt x="143309" y="99187"/>
                </a:lnTo>
                <a:lnTo>
                  <a:pt x="139634" y="99187"/>
                </a:lnTo>
                <a:lnTo>
                  <a:pt x="135960" y="99187"/>
                </a:lnTo>
                <a:lnTo>
                  <a:pt x="132285" y="99187"/>
                </a:lnTo>
                <a:lnTo>
                  <a:pt x="128610" y="99187"/>
                </a:lnTo>
                <a:lnTo>
                  <a:pt x="124936" y="99187"/>
                </a:lnTo>
                <a:lnTo>
                  <a:pt x="121261" y="99187"/>
                </a:lnTo>
                <a:lnTo>
                  <a:pt x="117587" y="99187"/>
                </a:lnTo>
                <a:lnTo>
                  <a:pt x="113912" y="99187"/>
                </a:lnTo>
                <a:lnTo>
                  <a:pt x="110237" y="99187"/>
                </a:lnTo>
                <a:lnTo>
                  <a:pt x="106563" y="99187"/>
                </a:lnTo>
                <a:lnTo>
                  <a:pt x="102888" y="99187"/>
                </a:lnTo>
                <a:lnTo>
                  <a:pt x="99214" y="99187"/>
                </a:lnTo>
                <a:lnTo>
                  <a:pt x="95539" y="99187"/>
                </a:lnTo>
                <a:lnTo>
                  <a:pt x="91864" y="99187"/>
                </a:lnTo>
                <a:lnTo>
                  <a:pt x="88190" y="99187"/>
                </a:lnTo>
                <a:lnTo>
                  <a:pt x="84515" y="99187"/>
                </a:lnTo>
                <a:lnTo>
                  <a:pt x="80841" y="99187"/>
                </a:lnTo>
                <a:lnTo>
                  <a:pt x="77166" y="99187"/>
                </a:lnTo>
                <a:lnTo>
                  <a:pt x="73491" y="99187"/>
                </a:lnTo>
                <a:lnTo>
                  <a:pt x="69817" y="99187"/>
                </a:lnTo>
                <a:lnTo>
                  <a:pt x="66142" y="99187"/>
                </a:lnTo>
                <a:lnTo>
                  <a:pt x="62468" y="99187"/>
                </a:lnTo>
                <a:lnTo>
                  <a:pt x="58793" y="99187"/>
                </a:lnTo>
                <a:lnTo>
                  <a:pt x="55118" y="99187"/>
                </a:lnTo>
                <a:lnTo>
                  <a:pt x="51444" y="99187"/>
                </a:lnTo>
                <a:lnTo>
                  <a:pt x="47769" y="99187"/>
                </a:lnTo>
                <a:lnTo>
                  <a:pt x="44095" y="99187"/>
                </a:lnTo>
                <a:lnTo>
                  <a:pt x="40420" y="99187"/>
                </a:lnTo>
                <a:lnTo>
                  <a:pt x="36745" y="99187"/>
                </a:lnTo>
                <a:lnTo>
                  <a:pt x="33071" y="99187"/>
                </a:lnTo>
                <a:lnTo>
                  <a:pt x="29396" y="99187"/>
                </a:lnTo>
                <a:lnTo>
                  <a:pt x="25722" y="99187"/>
                </a:lnTo>
                <a:lnTo>
                  <a:pt x="22047" y="99187"/>
                </a:lnTo>
                <a:lnTo>
                  <a:pt x="18372" y="99187"/>
                </a:lnTo>
                <a:lnTo>
                  <a:pt x="14698" y="99187"/>
                </a:lnTo>
                <a:lnTo>
                  <a:pt x="11023" y="99187"/>
                </a:lnTo>
                <a:lnTo>
                  <a:pt x="7349" y="99187"/>
                </a:lnTo>
                <a:lnTo>
                  <a:pt x="3674" y="99187"/>
                </a:lnTo>
                <a:lnTo>
                  <a:pt x="0" y="99187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11" name="pl211"/>
          <p:cNvSpPr/>
          <p:nvPr/>
        </p:nvSpPr>
        <p:spPr>
          <a:xfrm>
            <a:off x="8856642" y="3383067"/>
            <a:ext cx="1877720" cy="98533"/>
          </a:xfrm>
          <a:custGeom>
            <a:avLst/>
            <a:gdLst/>
            <a:ahLst/>
            <a:cxnLst/>
            <a:rect l="0" t="0" r="0" b="0"/>
            <a:pathLst>
              <a:path w="1877720" h="98533">
                <a:moveTo>
                  <a:pt x="0" y="98533"/>
                </a:moveTo>
                <a:lnTo>
                  <a:pt x="3674" y="98487"/>
                </a:lnTo>
                <a:lnTo>
                  <a:pt x="7349" y="98440"/>
                </a:lnTo>
                <a:lnTo>
                  <a:pt x="11023" y="98390"/>
                </a:lnTo>
                <a:lnTo>
                  <a:pt x="14698" y="98337"/>
                </a:lnTo>
                <a:lnTo>
                  <a:pt x="18372" y="98281"/>
                </a:lnTo>
                <a:lnTo>
                  <a:pt x="22047" y="98223"/>
                </a:lnTo>
                <a:lnTo>
                  <a:pt x="25722" y="98163"/>
                </a:lnTo>
                <a:lnTo>
                  <a:pt x="29396" y="98099"/>
                </a:lnTo>
                <a:lnTo>
                  <a:pt x="33071" y="98033"/>
                </a:lnTo>
                <a:lnTo>
                  <a:pt x="36745" y="97963"/>
                </a:lnTo>
                <a:lnTo>
                  <a:pt x="40420" y="97891"/>
                </a:lnTo>
                <a:lnTo>
                  <a:pt x="44095" y="97816"/>
                </a:lnTo>
                <a:lnTo>
                  <a:pt x="47769" y="97738"/>
                </a:lnTo>
                <a:lnTo>
                  <a:pt x="51444" y="97657"/>
                </a:lnTo>
                <a:lnTo>
                  <a:pt x="55118" y="97573"/>
                </a:lnTo>
                <a:lnTo>
                  <a:pt x="58793" y="97486"/>
                </a:lnTo>
                <a:lnTo>
                  <a:pt x="62468" y="97397"/>
                </a:lnTo>
                <a:lnTo>
                  <a:pt x="66142" y="97305"/>
                </a:lnTo>
                <a:lnTo>
                  <a:pt x="69817" y="97211"/>
                </a:lnTo>
                <a:lnTo>
                  <a:pt x="73491" y="97114"/>
                </a:lnTo>
                <a:lnTo>
                  <a:pt x="77166" y="97015"/>
                </a:lnTo>
                <a:lnTo>
                  <a:pt x="80841" y="96915"/>
                </a:lnTo>
                <a:lnTo>
                  <a:pt x="84515" y="96812"/>
                </a:lnTo>
                <a:lnTo>
                  <a:pt x="88190" y="96708"/>
                </a:lnTo>
                <a:lnTo>
                  <a:pt x="91864" y="96602"/>
                </a:lnTo>
                <a:lnTo>
                  <a:pt x="95539" y="96496"/>
                </a:lnTo>
                <a:lnTo>
                  <a:pt x="99214" y="96389"/>
                </a:lnTo>
                <a:lnTo>
                  <a:pt x="102888" y="96281"/>
                </a:lnTo>
                <a:lnTo>
                  <a:pt x="106563" y="96172"/>
                </a:lnTo>
                <a:lnTo>
                  <a:pt x="110237" y="96063"/>
                </a:lnTo>
                <a:lnTo>
                  <a:pt x="113912" y="95955"/>
                </a:lnTo>
                <a:lnTo>
                  <a:pt x="117587" y="95846"/>
                </a:lnTo>
                <a:lnTo>
                  <a:pt x="121261" y="95738"/>
                </a:lnTo>
                <a:lnTo>
                  <a:pt x="124936" y="95631"/>
                </a:lnTo>
                <a:lnTo>
                  <a:pt x="128610" y="95524"/>
                </a:lnTo>
                <a:lnTo>
                  <a:pt x="132285" y="95417"/>
                </a:lnTo>
                <a:lnTo>
                  <a:pt x="135960" y="95312"/>
                </a:lnTo>
                <a:lnTo>
                  <a:pt x="139634" y="95207"/>
                </a:lnTo>
                <a:lnTo>
                  <a:pt x="143309" y="95103"/>
                </a:lnTo>
                <a:lnTo>
                  <a:pt x="146983" y="94999"/>
                </a:lnTo>
                <a:lnTo>
                  <a:pt x="150658" y="94896"/>
                </a:lnTo>
                <a:lnTo>
                  <a:pt x="154333" y="94794"/>
                </a:lnTo>
                <a:lnTo>
                  <a:pt x="158007" y="94692"/>
                </a:lnTo>
                <a:lnTo>
                  <a:pt x="161682" y="94590"/>
                </a:lnTo>
                <a:lnTo>
                  <a:pt x="165356" y="94487"/>
                </a:lnTo>
                <a:lnTo>
                  <a:pt x="169031" y="94385"/>
                </a:lnTo>
                <a:lnTo>
                  <a:pt x="172706" y="94282"/>
                </a:lnTo>
                <a:lnTo>
                  <a:pt x="176380" y="94178"/>
                </a:lnTo>
                <a:lnTo>
                  <a:pt x="180055" y="94073"/>
                </a:lnTo>
                <a:lnTo>
                  <a:pt x="183729" y="93966"/>
                </a:lnTo>
                <a:lnTo>
                  <a:pt x="187404" y="93858"/>
                </a:lnTo>
                <a:lnTo>
                  <a:pt x="191079" y="93749"/>
                </a:lnTo>
                <a:lnTo>
                  <a:pt x="194753" y="93637"/>
                </a:lnTo>
                <a:lnTo>
                  <a:pt x="198428" y="93523"/>
                </a:lnTo>
                <a:lnTo>
                  <a:pt x="202102" y="93407"/>
                </a:lnTo>
                <a:lnTo>
                  <a:pt x="205777" y="93289"/>
                </a:lnTo>
                <a:lnTo>
                  <a:pt x="209452" y="93169"/>
                </a:lnTo>
                <a:lnTo>
                  <a:pt x="213126" y="93046"/>
                </a:lnTo>
                <a:lnTo>
                  <a:pt x="216801" y="92921"/>
                </a:lnTo>
                <a:lnTo>
                  <a:pt x="220475" y="92793"/>
                </a:lnTo>
                <a:lnTo>
                  <a:pt x="224150" y="92663"/>
                </a:lnTo>
                <a:lnTo>
                  <a:pt x="227825" y="92532"/>
                </a:lnTo>
                <a:lnTo>
                  <a:pt x="231499" y="92398"/>
                </a:lnTo>
                <a:lnTo>
                  <a:pt x="235174" y="92263"/>
                </a:lnTo>
                <a:lnTo>
                  <a:pt x="238848" y="92127"/>
                </a:lnTo>
                <a:lnTo>
                  <a:pt x="242523" y="91989"/>
                </a:lnTo>
                <a:lnTo>
                  <a:pt x="246198" y="91851"/>
                </a:lnTo>
                <a:lnTo>
                  <a:pt x="249872" y="91713"/>
                </a:lnTo>
                <a:lnTo>
                  <a:pt x="253547" y="91574"/>
                </a:lnTo>
                <a:lnTo>
                  <a:pt x="257221" y="91435"/>
                </a:lnTo>
                <a:lnTo>
                  <a:pt x="260896" y="91297"/>
                </a:lnTo>
                <a:lnTo>
                  <a:pt x="264571" y="91159"/>
                </a:lnTo>
                <a:lnTo>
                  <a:pt x="268245" y="91022"/>
                </a:lnTo>
                <a:lnTo>
                  <a:pt x="271920" y="90886"/>
                </a:lnTo>
                <a:lnTo>
                  <a:pt x="275594" y="90751"/>
                </a:lnTo>
                <a:lnTo>
                  <a:pt x="279269" y="90617"/>
                </a:lnTo>
                <a:lnTo>
                  <a:pt x="282944" y="90484"/>
                </a:lnTo>
                <a:lnTo>
                  <a:pt x="286618" y="90352"/>
                </a:lnTo>
                <a:lnTo>
                  <a:pt x="290293" y="90221"/>
                </a:lnTo>
                <a:lnTo>
                  <a:pt x="293967" y="90090"/>
                </a:lnTo>
                <a:lnTo>
                  <a:pt x="297642" y="89960"/>
                </a:lnTo>
                <a:lnTo>
                  <a:pt x="301317" y="89830"/>
                </a:lnTo>
                <a:lnTo>
                  <a:pt x="304991" y="89699"/>
                </a:lnTo>
                <a:lnTo>
                  <a:pt x="308666" y="89568"/>
                </a:lnTo>
                <a:lnTo>
                  <a:pt x="312340" y="89434"/>
                </a:lnTo>
                <a:lnTo>
                  <a:pt x="316015" y="89298"/>
                </a:lnTo>
                <a:lnTo>
                  <a:pt x="319690" y="89160"/>
                </a:lnTo>
                <a:lnTo>
                  <a:pt x="323364" y="89018"/>
                </a:lnTo>
                <a:lnTo>
                  <a:pt x="327039" y="88871"/>
                </a:lnTo>
                <a:lnTo>
                  <a:pt x="330713" y="88718"/>
                </a:lnTo>
                <a:lnTo>
                  <a:pt x="334388" y="88559"/>
                </a:lnTo>
                <a:lnTo>
                  <a:pt x="338063" y="88393"/>
                </a:lnTo>
                <a:lnTo>
                  <a:pt x="341737" y="88219"/>
                </a:lnTo>
                <a:lnTo>
                  <a:pt x="345412" y="88036"/>
                </a:lnTo>
                <a:lnTo>
                  <a:pt x="349086" y="87842"/>
                </a:lnTo>
                <a:lnTo>
                  <a:pt x="352761" y="87638"/>
                </a:lnTo>
                <a:lnTo>
                  <a:pt x="356436" y="87423"/>
                </a:lnTo>
                <a:lnTo>
                  <a:pt x="360110" y="87196"/>
                </a:lnTo>
                <a:lnTo>
                  <a:pt x="363785" y="86956"/>
                </a:lnTo>
                <a:lnTo>
                  <a:pt x="367459" y="86701"/>
                </a:lnTo>
                <a:lnTo>
                  <a:pt x="371134" y="86433"/>
                </a:lnTo>
                <a:lnTo>
                  <a:pt x="374809" y="86151"/>
                </a:lnTo>
                <a:lnTo>
                  <a:pt x="378483" y="85856"/>
                </a:lnTo>
                <a:lnTo>
                  <a:pt x="382158" y="85546"/>
                </a:lnTo>
                <a:lnTo>
                  <a:pt x="385832" y="85220"/>
                </a:lnTo>
                <a:lnTo>
                  <a:pt x="389507" y="84880"/>
                </a:lnTo>
                <a:lnTo>
                  <a:pt x="393182" y="84528"/>
                </a:lnTo>
                <a:lnTo>
                  <a:pt x="396856" y="84163"/>
                </a:lnTo>
                <a:lnTo>
                  <a:pt x="400531" y="83784"/>
                </a:lnTo>
                <a:lnTo>
                  <a:pt x="404205" y="83392"/>
                </a:lnTo>
                <a:lnTo>
                  <a:pt x="407880" y="82990"/>
                </a:lnTo>
                <a:lnTo>
                  <a:pt x="411555" y="82578"/>
                </a:lnTo>
                <a:lnTo>
                  <a:pt x="415229" y="82157"/>
                </a:lnTo>
                <a:lnTo>
                  <a:pt x="418904" y="81728"/>
                </a:lnTo>
                <a:lnTo>
                  <a:pt x="422578" y="81291"/>
                </a:lnTo>
                <a:lnTo>
                  <a:pt x="426253" y="80850"/>
                </a:lnTo>
                <a:lnTo>
                  <a:pt x="429928" y="80405"/>
                </a:lnTo>
                <a:lnTo>
                  <a:pt x="433602" y="79957"/>
                </a:lnTo>
                <a:lnTo>
                  <a:pt x="437277" y="79507"/>
                </a:lnTo>
                <a:lnTo>
                  <a:pt x="440951" y="79057"/>
                </a:lnTo>
                <a:lnTo>
                  <a:pt x="444626" y="78608"/>
                </a:lnTo>
                <a:lnTo>
                  <a:pt x="448301" y="78162"/>
                </a:lnTo>
                <a:lnTo>
                  <a:pt x="451975" y="77718"/>
                </a:lnTo>
                <a:lnTo>
                  <a:pt x="455650" y="77279"/>
                </a:lnTo>
                <a:lnTo>
                  <a:pt x="459324" y="76846"/>
                </a:lnTo>
                <a:lnTo>
                  <a:pt x="462999" y="76419"/>
                </a:lnTo>
                <a:lnTo>
                  <a:pt x="466674" y="75999"/>
                </a:lnTo>
                <a:lnTo>
                  <a:pt x="470348" y="75585"/>
                </a:lnTo>
                <a:lnTo>
                  <a:pt x="474023" y="75179"/>
                </a:lnTo>
                <a:lnTo>
                  <a:pt x="477697" y="74784"/>
                </a:lnTo>
                <a:lnTo>
                  <a:pt x="481372" y="74397"/>
                </a:lnTo>
                <a:lnTo>
                  <a:pt x="485047" y="74017"/>
                </a:lnTo>
                <a:lnTo>
                  <a:pt x="488721" y="73646"/>
                </a:lnTo>
                <a:lnTo>
                  <a:pt x="492396" y="73284"/>
                </a:lnTo>
                <a:lnTo>
                  <a:pt x="496070" y="72931"/>
                </a:lnTo>
                <a:lnTo>
                  <a:pt x="499745" y="72587"/>
                </a:lnTo>
                <a:lnTo>
                  <a:pt x="503420" y="72250"/>
                </a:lnTo>
                <a:lnTo>
                  <a:pt x="507094" y="71920"/>
                </a:lnTo>
                <a:lnTo>
                  <a:pt x="510769" y="71597"/>
                </a:lnTo>
                <a:lnTo>
                  <a:pt x="514443" y="71283"/>
                </a:lnTo>
                <a:lnTo>
                  <a:pt x="518118" y="70974"/>
                </a:lnTo>
                <a:lnTo>
                  <a:pt x="521793" y="70671"/>
                </a:lnTo>
                <a:lnTo>
                  <a:pt x="525467" y="70373"/>
                </a:lnTo>
                <a:lnTo>
                  <a:pt x="529142" y="70080"/>
                </a:lnTo>
                <a:lnTo>
                  <a:pt x="532816" y="69793"/>
                </a:lnTo>
                <a:lnTo>
                  <a:pt x="536491" y="69509"/>
                </a:lnTo>
                <a:lnTo>
                  <a:pt x="540166" y="69229"/>
                </a:lnTo>
                <a:lnTo>
                  <a:pt x="543840" y="68952"/>
                </a:lnTo>
                <a:lnTo>
                  <a:pt x="547515" y="68677"/>
                </a:lnTo>
                <a:lnTo>
                  <a:pt x="551189" y="68406"/>
                </a:lnTo>
                <a:lnTo>
                  <a:pt x="554864" y="68136"/>
                </a:lnTo>
                <a:lnTo>
                  <a:pt x="558539" y="67867"/>
                </a:lnTo>
                <a:lnTo>
                  <a:pt x="562213" y="67600"/>
                </a:lnTo>
                <a:lnTo>
                  <a:pt x="565888" y="67333"/>
                </a:lnTo>
                <a:lnTo>
                  <a:pt x="569562" y="67066"/>
                </a:lnTo>
                <a:lnTo>
                  <a:pt x="573237" y="66798"/>
                </a:lnTo>
                <a:lnTo>
                  <a:pt x="576912" y="66528"/>
                </a:lnTo>
                <a:lnTo>
                  <a:pt x="580586" y="66257"/>
                </a:lnTo>
                <a:lnTo>
                  <a:pt x="584261" y="65983"/>
                </a:lnTo>
                <a:lnTo>
                  <a:pt x="587935" y="65704"/>
                </a:lnTo>
                <a:lnTo>
                  <a:pt x="591610" y="65421"/>
                </a:lnTo>
                <a:lnTo>
                  <a:pt x="595285" y="65131"/>
                </a:lnTo>
                <a:lnTo>
                  <a:pt x="598959" y="64836"/>
                </a:lnTo>
                <a:lnTo>
                  <a:pt x="602634" y="64532"/>
                </a:lnTo>
                <a:lnTo>
                  <a:pt x="606308" y="64219"/>
                </a:lnTo>
                <a:lnTo>
                  <a:pt x="609983" y="63893"/>
                </a:lnTo>
                <a:lnTo>
                  <a:pt x="613658" y="63557"/>
                </a:lnTo>
                <a:lnTo>
                  <a:pt x="617332" y="63208"/>
                </a:lnTo>
                <a:lnTo>
                  <a:pt x="621007" y="62845"/>
                </a:lnTo>
                <a:lnTo>
                  <a:pt x="624681" y="62465"/>
                </a:lnTo>
                <a:lnTo>
                  <a:pt x="628356" y="62067"/>
                </a:lnTo>
                <a:lnTo>
                  <a:pt x="632031" y="61651"/>
                </a:lnTo>
                <a:lnTo>
                  <a:pt x="635705" y="61217"/>
                </a:lnTo>
                <a:lnTo>
                  <a:pt x="639380" y="60764"/>
                </a:lnTo>
                <a:lnTo>
                  <a:pt x="643054" y="60288"/>
                </a:lnTo>
                <a:lnTo>
                  <a:pt x="646729" y="59788"/>
                </a:lnTo>
                <a:lnTo>
                  <a:pt x="650404" y="59267"/>
                </a:lnTo>
                <a:lnTo>
                  <a:pt x="654078" y="58725"/>
                </a:lnTo>
                <a:lnTo>
                  <a:pt x="657753" y="58161"/>
                </a:lnTo>
                <a:lnTo>
                  <a:pt x="661427" y="57573"/>
                </a:lnTo>
                <a:lnTo>
                  <a:pt x="665102" y="56960"/>
                </a:lnTo>
                <a:lnTo>
                  <a:pt x="668777" y="56326"/>
                </a:lnTo>
                <a:lnTo>
                  <a:pt x="672451" y="55673"/>
                </a:lnTo>
                <a:lnTo>
                  <a:pt x="676126" y="54999"/>
                </a:lnTo>
                <a:lnTo>
                  <a:pt x="679800" y="54306"/>
                </a:lnTo>
                <a:lnTo>
                  <a:pt x="683475" y="53591"/>
                </a:lnTo>
                <a:lnTo>
                  <a:pt x="687150" y="52860"/>
                </a:lnTo>
                <a:lnTo>
                  <a:pt x="690824" y="52115"/>
                </a:lnTo>
                <a:lnTo>
                  <a:pt x="694499" y="51356"/>
                </a:lnTo>
                <a:lnTo>
                  <a:pt x="698173" y="50584"/>
                </a:lnTo>
                <a:lnTo>
                  <a:pt x="701848" y="49800"/>
                </a:lnTo>
                <a:lnTo>
                  <a:pt x="705523" y="49007"/>
                </a:lnTo>
                <a:lnTo>
                  <a:pt x="709197" y="48207"/>
                </a:lnTo>
                <a:lnTo>
                  <a:pt x="712872" y="47402"/>
                </a:lnTo>
                <a:lnTo>
                  <a:pt x="716546" y="46592"/>
                </a:lnTo>
                <a:lnTo>
                  <a:pt x="720221" y="45779"/>
                </a:lnTo>
                <a:lnTo>
                  <a:pt x="723896" y="44966"/>
                </a:lnTo>
                <a:lnTo>
                  <a:pt x="727570" y="44153"/>
                </a:lnTo>
                <a:lnTo>
                  <a:pt x="731245" y="43342"/>
                </a:lnTo>
                <a:lnTo>
                  <a:pt x="734919" y="42534"/>
                </a:lnTo>
                <a:lnTo>
                  <a:pt x="738594" y="41732"/>
                </a:lnTo>
                <a:lnTo>
                  <a:pt x="742269" y="40935"/>
                </a:lnTo>
                <a:lnTo>
                  <a:pt x="745943" y="40145"/>
                </a:lnTo>
                <a:lnTo>
                  <a:pt x="749618" y="39362"/>
                </a:lnTo>
                <a:lnTo>
                  <a:pt x="753292" y="38587"/>
                </a:lnTo>
                <a:lnTo>
                  <a:pt x="756967" y="37824"/>
                </a:lnTo>
                <a:lnTo>
                  <a:pt x="760642" y="37071"/>
                </a:lnTo>
                <a:lnTo>
                  <a:pt x="764316" y="36328"/>
                </a:lnTo>
                <a:lnTo>
                  <a:pt x="767991" y="35596"/>
                </a:lnTo>
                <a:lnTo>
                  <a:pt x="771665" y="34876"/>
                </a:lnTo>
                <a:lnTo>
                  <a:pt x="775340" y="34172"/>
                </a:lnTo>
                <a:lnTo>
                  <a:pt x="779015" y="33481"/>
                </a:lnTo>
                <a:lnTo>
                  <a:pt x="782689" y="32802"/>
                </a:lnTo>
                <a:lnTo>
                  <a:pt x="786364" y="32137"/>
                </a:lnTo>
                <a:lnTo>
                  <a:pt x="790038" y="31486"/>
                </a:lnTo>
                <a:lnTo>
                  <a:pt x="793713" y="30854"/>
                </a:lnTo>
                <a:lnTo>
                  <a:pt x="797388" y="30237"/>
                </a:lnTo>
                <a:lnTo>
                  <a:pt x="801062" y="29634"/>
                </a:lnTo>
                <a:lnTo>
                  <a:pt x="804737" y="29046"/>
                </a:lnTo>
                <a:lnTo>
                  <a:pt x="808411" y="28474"/>
                </a:lnTo>
                <a:lnTo>
                  <a:pt x="812086" y="27921"/>
                </a:lnTo>
                <a:lnTo>
                  <a:pt x="815761" y="27385"/>
                </a:lnTo>
                <a:lnTo>
                  <a:pt x="819435" y="26864"/>
                </a:lnTo>
                <a:lnTo>
                  <a:pt x="823110" y="26358"/>
                </a:lnTo>
                <a:lnTo>
                  <a:pt x="826784" y="25867"/>
                </a:lnTo>
                <a:lnTo>
                  <a:pt x="830459" y="25396"/>
                </a:lnTo>
                <a:lnTo>
                  <a:pt x="834134" y="24940"/>
                </a:lnTo>
                <a:lnTo>
                  <a:pt x="837808" y="24498"/>
                </a:lnTo>
                <a:lnTo>
                  <a:pt x="841483" y="24070"/>
                </a:lnTo>
                <a:lnTo>
                  <a:pt x="845157" y="23655"/>
                </a:lnTo>
                <a:lnTo>
                  <a:pt x="848832" y="23257"/>
                </a:lnTo>
                <a:lnTo>
                  <a:pt x="852507" y="22870"/>
                </a:lnTo>
                <a:lnTo>
                  <a:pt x="856181" y="22495"/>
                </a:lnTo>
                <a:lnTo>
                  <a:pt x="859856" y="22130"/>
                </a:lnTo>
                <a:lnTo>
                  <a:pt x="863530" y="21775"/>
                </a:lnTo>
                <a:lnTo>
                  <a:pt x="867205" y="21430"/>
                </a:lnTo>
                <a:lnTo>
                  <a:pt x="870880" y="21092"/>
                </a:lnTo>
                <a:lnTo>
                  <a:pt x="874554" y="20761"/>
                </a:lnTo>
                <a:lnTo>
                  <a:pt x="878229" y="20435"/>
                </a:lnTo>
                <a:lnTo>
                  <a:pt x="881903" y="20113"/>
                </a:lnTo>
                <a:lnTo>
                  <a:pt x="885578" y="19794"/>
                </a:lnTo>
                <a:lnTo>
                  <a:pt x="889253" y="19478"/>
                </a:lnTo>
                <a:lnTo>
                  <a:pt x="892927" y="19162"/>
                </a:lnTo>
                <a:lnTo>
                  <a:pt x="896602" y="18846"/>
                </a:lnTo>
                <a:lnTo>
                  <a:pt x="900276" y="18529"/>
                </a:lnTo>
                <a:lnTo>
                  <a:pt x="903951" y="18209"/>
                </a:lnTo>
                <a:lnTo>
                  <a:pt x="907626" y="17886"/>
                </a:lnTo>
                <a:lnTo>
                  <a:pt x="911300" y="17560"/>
                </a:lnTo>
                <a:lnTo>
                  <a:pt x="914975" y="17228"/>
                </a:lnTo>
                <a:lnTo>
                  <a:pt x="918649" y="16892"/>
                </a:lnTo>
                <a:lnTo>
                  <a:pt x="922324" y="16550"/>
                </a:lnTo>
                <a:lnTo>
                  <a:pt x="925999" y="16201"/>
                </a:lnTo>
                <a:lnTo>
                  <a:pt x="929673" y="15846"/>
                </a:lnTo>
                <a:lnTo>
                  <a:pt x="933348" y="15485"/>
                </a:lnTo>
                <a:lnTo>
                  <a:pt x="937022" y="15117"/>
                </a:lnTo>
                <a:lnTo>
                  <a:pt x="940697" y="14744"/>
                </a:lnTo>
                <a:lnTo>
                  <a:pt x="944372" y="14363"/>
                </a:lnTo>
                <a:lnTo>
                  <a:pt x="948046" y="13977"/>
                </a:lnTo>
                <a:lnTo>
                  <a:pt x="951721" y="13586"/>
                </a:lnTo>
                <a:lnTo>
                  <a:pt x="955395" y="13191"/>
                </a:lnTo>
                <a:lnTo>
                  <a:pt x="959070" y="12791"/>
                </a:lnTo>
                <a:lnTo>
                  <a:pt x="962745" y="12388"/>
                </a:lnTo>
                <a:lnTo>
                  <a:pt x="966419" y="11982"/>
                </a:lnTo>
                <a:lnTo>
                  <a:pt x="970094" y="11574"/>
                </a:lnTo>
                <a:lnTo>
                  <a:pt x="973768" y="11165"/>
                </a:lnTo>
                <a:lnTo>
                  <a:pt x="977443" y="10756"/>
                </a:lnTo>
                <a:lnTo>
                  <a:pt x="981118" y="10347"/>
                </a:lnTo>
                <a:lnTo>
                  <a:pt x="984792" y="9939"/>
                </a:lnTo>
                <a:lnTo>
                  <a:pt x="988467" y="9533"/>
                </a:lnTo>
                <a:lnTo>
                  <a:pt x="992141" y="9129"/>
                </a:lnTo>
                <a:lnTo>
                  <a:pt x="995816" y="8728"/>
                </a:lnTo>
                <a:lnTo>
                  <a:pt x="999491" y="8332"/>
                </a:lnTo>
                <a:lnTo>
                  <a:pt x="1003165" y="7940"/>
                </a:lnTo>
                <a:lnTo>
                  <a:pt x="1006840" y="7553"/>
                </a:lnTo>
                <a:lnTo>
                  <a:pt x="1010514" y="7171"/>
                </a:lnTo>
                <a:lnTo>
                  <a:pt x="1014189" y="6795"/>
                </a:lnTo>
                <a:lnTo>
                  <a:pt x="1017864" y="6426"/>
                </a:lnTo>
                <a:lnTo>
                  <a:pt x="1021538" y="6064"/>
                </a:lnTo>
                <a:lnTo>
                  <a:pt x="1025213" y="5709"/>
                </a:lnTo>
                <a:lnTo>
                  <a:pt x="1028887" y="5361"/>
                </a:lnTo>
                <a:lnTo>
                  <a:pt x="1032562" y="5020"/>
                </a:lnTo>
                <a:lnTo>
                  <a:pt x="1036237" y="4689"/>
                </a:lnTo>
                <a:lnTo>
                  <a:pt x="1039911" y="4366"/>
                </a:lnTo>
                <a:lnTo>
                  <a:pt x="1043586" y="4052"/>
                </a:lnTo>
                <a:lnTo>
                  <a:pt x="1047260" y="3746"/>
                </a:lnTo>
                <a:lnTo>
                  <a:pt x="1050935" y="3449"/>
                </a:lnTo>
                <a:lnTo>
                  <a:pt x="1054610" y="3164"/>
                </a:lnTo>
                <a:lnTo>
                  <a:pt x="1058284" y="2888"/>
                </a:lnTo>
                <a:lnTo>
                  <a:pt x="1061959" y="2622"/>
                </a:lnTo>
                <a:lnTo>
                  <a:pt x="1065633" y="2367"/>
                </a:lnTo>
                <a:lnTo>
                  <a:pt x="1069308" y="2121"/>
                </a:lnTo>
                <a:lnTo>
                  <a:pt x="1072983" y="1890"/>
                </a:lnTo>
                <a:lnTo>
                  <a:pt x="1076657" y="1670"/>
                </a:lnTo>
                <a:lnTo>
                  <a:pt x="1080332" y="1461"/>
                </a:lnTo>
                <a:lnTo>
                  <a:pt x="1084006" y="1263"/>
                </a:lnTo>
                <a:lnTo>
                  <a:pt x="1087681" y="1078"/>
                </a:lnTo>
                <a:lnTo>
                  <a:pt x="1091356" y="909"/>
                </a:lnTo>
                <a:lnTo>
                  <a:pt x="1095030" y="752"/>
                </a:lnTo>
                <a:lnTo>
                  <a:pt x="1098705" y="609"/>
                </a:lnTo>
                <a:lnTo>
                  <a:pt x="1102379" y="478"/>
                </a:lnTo>
                <a:lnTo>
                  <a:pt x="1106054" y="362"/>
                </a:lnTo>
                <a:lnTo>
                  <a:pt x="1109729" y="263"/>
                </a:lnTo>
                <a:lnTo>
                  <a:pt x="1113403" y="180"/>
                </a:lnTo>
                <a:lnTo>
                  <a:pt x="1117078" y="111"/>
                </a:lnTo>
                <a:lnTo>
                  <a:pt x="1120752" y="57"/>
                </a:lnTo>
                <a:lnTo>
                  <a:pt x="1124427" y="18"/>
                </a:lnTo>
                <a:lnTo>
                  <a:pt x="1128102" y="0"/>
                </a:lnTo>
                <a:lnTo>
                  <a:pt x="1131776" y="0"/>
                </a:lnTo>
                <a:lnTo>
                  <a:pt x="1135451" y="15"/>
                </a:lnTo>
                <a:lnTo>
                  <a:pt x="1139125" y="48"/>
                </a:lnTo>
                <a:lnTo>
                  <a:pt x="1142800" y="99"/>
                </a:lnTo>
                <a:lnTo>
                  <a:pt x="1146475" y="171"/>
                </a:lnTo>
                <a:lnTo>
                  <a:pt x="1150149" y="263"/>
                </a:lnTo>
                <a:lnTo>
                  <a:pt x="1153824" y="374"/>
                </a:lnTo>
                <a:lnTo>
                  <a:pt x="1157498" y="503"/>
                </a:lnTo>
                <a:lnTo>
                  <a:pt x="1161173" y="651"/>
                </a:lnTo>
                <a:lnTo>
                  <a:pt x="1164848" y="822"/>
                </a:lnTo>
                <a:lnTo>
                  <a:pt x="1168522" y="1013"/>
                </a:lnTo>
                <a:lnTo>
                  <a:pt x="1172197" y="1223"/>
                </a:lnTo>
                <a:lnTo>
                  <a:pt x="1175871" y="1451"/>
                </a:lnTo>
                <a:lnTo>
                  <a:pt x="1179546" y="1697"/>
                </a:lnTo>
                <a:lnTo>
                  <a:pt x="1183221" y="1964"/>
                </a:lnTo>
                <a:lnTo>
                  <a:pt x="1186895" y="2249"/>
                </a:lnTo>
                <a:lnTo>
                  <a:pt x="1190570" y="2551"/>
                </a:lnTo>
                <a:lnTo>
                  <a:pt x="1194244" y="2867"/>
                </a:lnTo>
                <a:lnTo>
                  <a:pt x="1197919" y="3198"/>
                </a:lnTo>
                <a:lnTo>
                  <a:pt x="1201594" y="3544"/>
                </a:lnTo>
                <a:lnTo>
                  <a:pt x="1205268" y="3904"/>
                </a:lnTo>
                <a:lnTo>
                  <a:pt x="1208943" y="4273"/>
                </a:lnTo>
                <a:lnTo>
                  <a:pt x="1212617" y="4652"/>
                </a:lnTo>
                <a:lnTo>
                  <a:pt x="1216292" y="5038"/>
                </a:lnTo>
                <a:lnTo>
                  <a:pt x="1219967" y="5431"/>
                </a:lnTo>
                <a:lnTo>
                  <a:pt x="1223641" y="5830"/>
                </a:lnTo>
                <a:lnTo>
                  <a:pt x="1227316" y="6231"/>
                </a:lnTo>
                <a:lnTo>
                  <a:pt x="1230990" y="6633"/>
                </a:lnTo>
                <a:lnTo>
                  <a:pt x="1234665" y="7036"/>
                </a:lnTo>
                <a:lnTo>
                  <a:pt x="1238340" y="7438"/>
                </a:lnTo>
                <a:lnTo>
                  <a:pt x="1242014" y="7836"/>
                </a:lnTo>
                <a:lnTo>
                  <a:pt x="1245689" y="8230"/>
                </a:lnTo>
                <a:lnTo>
                  <a:pt x="1249363" y="8620"/>
                </a:lnTo>
                <a:lnTo>
                  <a:pt x="1253038" y="9004"/>
                </a:lnTo>
                <a:lnTo>
                  <a:pt x="1256713" y="9380"/>
                </a:lnTo>
                <a:lnTo>
                  <a:pt x="1260387" y="9748"/>
                </a:lnTo>
                <a:lnTo>
                  <a:pt x="1264062" y="10109"/>
                </a:lnTo>
                <a:lnTo>
                  <a:pt x="1267736" y="10461"/>
                </a:lnTo>
                <a:lnTo>
                  <a:pt x="1271411" y="10805"/>
                </a:lnTo>
                <a:lnTo>
                  <a:pt x="1275086" y="11141"/>
                </a:lnTo>
                <a:lnTo>
                  <a:pt x="1278760" y="11466"/>
                </a:lnTo>
                <a:lnTo>
                  <a:pt x="1282435" y="11785"/>
                </a:lnTo>
                <a:lnTo>
                  <a:pt x="1286109" y="12096"/>
                </a:lnTo>
                <a:lnTo>
                  <a:pt x="1289784" y="12400"/>
                </a:lnTo>
                <a:lnTo>
                  <a:pt x="1293459" y="12698"/>
                </a:lnTo>
                <a:lnTo>
                  <a:pt x="1297133" y="12989"/>
                </a:lnTo>
                <a:lnTo>
                  <a:pt x="1300808" y="13276"/>
                </a:lnTo>
                <a:lnTo>
                  <a:pt x="1304482" y="13560"/>
                </a:lnTo>
                <a:lnTo>
                  <a:pt x="1308157" y="13841"/>
                </a:lnTo>
                <a:lnTo>
                  <a:pt x="1311832" y="14119"/>
                </a:lnTo>
                <a:lnTo>
                  <a:pt x="1315506" y="14397"/>
                </a:lnTo>
                <a:lnTo>
                  <a:pt x="1319181" y="14675"/>
                </a:lnTo>
                <a:lnTo>
                  <a:pt x="1322855" y="14954"/>
                </a:lnTo>
                <a:lnTo>
                  <a:pt x="1326530" y="15235"/>
                </a:lnTo>
                <a:lnTo>
                  <a:pt x="1330205" y="15519"/>
                </a:lnTo>
                <a:lnTo>
                  <a:pt x="1333879" y="15808"/>
                </a:lnTo>
                <a:lnTo>
                  <a:pt x="1337554" y="16102"/>
                </a:lnTo>
                <a:lnTo>
                  <a:pt x="1341228" y="16401"/>
                </a:lnTo>
                <a:lnTo>
                  <a:pt x="1344903" y="16706"/>
                </a:lnTo>
                <a:lnTo>
                  <a:pt x="1348577" y="17019"/>
                </a:lnTo>
                <a:lnTo>
                  <a:pt x="1352252" y="17342"/>
                </a:lnTo>
                <a:lnTo>
                  <a:pt x="1355927" y="17673"/>
                </a:lnTo>
                <a:lnTo>
                  <a:pt x="1359601" y="18014"/>
                </a:lnTo>
                <a:lnTo>
                  <a:pt x="1363276" y="18365"/>
                </a:lnTo>
                <a:lnTo>
                  <a:pt x="1366950" y="18727"/>
                </a:lnTo>
                <a:lnTo>
                  <a:pt x="1370625" y="19104"/>
                </a:lnTo>
                <a:lnTo>
                  <a:pt x="1374300" y="19493"/>
                </a:lnTo>
                <a:lnTo>
                  <a:pt x="1377974" y="19895"/>
                </a:lnTo>
                <a:lnTo>
                  <a:pt x="1381649" y="20311"/>
                </a:lnTo>
                <a:lnTo>
                  <a:pt x="1385323" y="20742"/>
                </a:lnTo>
                <a:lnTo>
                  <a:pt x="1388998" y="21192"/>
                </a:lnTo>
                <a:lnTo>
                  <a:pt x="1392673" y="21658"/>
                </a:lnTo>
                <a:lnTo>
                  <a:pt x="1396347" y="22139"/>
                </a:lnTo>
                <a:lnTo>
                  <a:pt x="1400022" y="22638"/>
                </a:lnTo>
                <a:lnTo>
                  <a:pt x="1403696" y="23153"/>
                </a:lnTo>
                <a:lnTo>
                  <a:pt x="1407371" y="23692"/>
                </a:lnTo>
                <a:lnTo>
                  <a:pt x="1411046" y="24248"/>
                </a:lnTo>
                <a:lnTo>
                  <a:pt x="1414720" y="24821"/>
                </a:lnTo>
                <a:lnTo>
                  <a:pt x="1418395" y="25412"/>
                </a:lnTo>
                <a:lnTo>
                  <a:pt x="1422069" y="26021"/>
                </a:lnTo>
                <a:lnTo>
                  <a:pt x="1425744" y="26652"/>
                </a:lnTo>
                <a:lnTo>
                  <a:pt x="1429419" y="27301"/>
                </a:lnTo>
                <a:lnTo>
                  <a:pt x="1433093" y="27965"/>
                </a:lnTo>
                <a:lnTo>
                  <a:pt x="1436768" y="28645"/>
                </a:lnTo>
                <a:lnTo>
                  <a:pt x="1440442" y="29340"/>
                </a:lnTo>
                <a:lnTo>
                  <a:pt x="1444117" y="30052"/>
                </a:lnTo>
                <a:lnTo>
                  <a:pt x="1447792" y="30777"/>
                </a:lnTo>
                <a:lnTo>
                  <a:pt x="1451466" y="31514"/>
                </a:lnTo>
                <a:lnTo>
                  <a:pt x="1455141" y="32261"/>
                </a:lnTo>
                <a:lnTo>
                  <a:pt x="1458815" y="33017"/>
                </a:lnTo>
                <a:lnTo>
                  <a:pt x="1462490" y="33782"/>
                </a:lnTo>
                <a:lnTo>
                  <a:pt x="1466165" y="34554"/>
                </a:lnTo>
                <a:lnTo>
                  <a:pt x="1469839" y="35330"/>
                </a:lnTo>
                <a:lnTo>
                  <a:pt x="1473514" y="36110"/>
                </a:lnTo>
                <a:lnTo>
                  <a:pt x="1477188" y="36892"/>
                </a:lnTo>
                <a:lnTo>
                  <a:pt x="1480863" y="37675"/>
                </a:lnTo>
                <a:lnTo>
                  <a:pt x="1484538" y="38457"/>
                </a:lnTo>
                <a:lnTo>
                  <a:pt x="1488212" y="39238"/>
                </a:lnTo>
                <a:lnTo>
                  <a:pt x="1491887" y="40016"/>
                </a:lnTo>
                <a:lnTo>
                  <a:pt x="1495561" y="40790"/>
                </a:lnTo>
                <a:lnTo>
                  <a:pt x="1499236" y="41559"/>
                </a:lnTo>
                <a:lnTo>
                  <a:pt x="1502911" y="42322"/>
                </a:lnTo>
                <a:lnTo>
                  <a:pt x="1506585" y="43079"/>
                </a:lnTo>
                <a:lnTo>
                  <a:pt x="1510260" y="43830"/>
                </a:lnTo>
                <a:lnTo>
                  <a:pt x="1513934" y="44574"/>
                </a:lnTo>
                <a:lnTo>
                  <a:pt x="1517609" y="45310"/>
                </a:lnTo>
                <a:lnTo>
                  <a:pt x="1521284" y="46037"/>
                </a:lnTo>
                <a:lnTo>
                  <a:pt x="1524958" y="46757"/>
                </a:lnTo>
                <a:lnTo>
                  <a:pt x="1528633" y="47470"/>
                </a:lnTo>
                <a:lnTo>
                  <a:pt x="1532307" y="48174"/>
                </a:lnTo>
                <a:lnTo>
                  <a:pt x="1535982" y="48870"/>
                </a:lnTo>
                <a:lnTo>
                  <a:pt x="1539657" y="49557"/>
                </a:lnTo>
                <a:lnTo>
                  <a:pt x="1543331" y="50236"/>
                </a:lnTo>
                <a:lnTo>
                  <a:pt x="1547006" y="50908"/>
                </a:lnTo>
                <a:lnTo>
                  <a:pt x="1550680" y="51572"/>
                </a:lnTo>
                <a:lnTo>
                  <a:pt x="1554355" y="52227"/>
                </a:lnTo>
                <a:lnTo>
                  <a:pt x="1558030" y="52874"/>
                </a:lnTo>
                <a:lnTo>
                  <a:pt x="1561704" y="53512"/>
                </a:lnTo>
                <a:lnTo>
                  <a:pt x="1565379" y="54143"/>
                </a:lnTo>
                <a:lnTo>
                  <a:pt x="1569053" y="54766"/>
                </a:lnTo>
                <a:lnTo>
                  <a:pt x="1572728" y="55380"/>
                </a:lnTo>
                <a:lnTo>
                  <a:pt x="1576403" y="55984"/>
                </a:lnTo>
                <a:lnTo>
                  <a:pt x="1580077" y="56580"/>
                </a:lnTo>
                <a:lnTo>
                  <a:pt x="1583752" y="57167"/>
                </a:lnTo>
                <a:lnTo>
                  <a:pt x="1587426" y="57746"/>
                </a:lnTo>
                <a:lnTo>
                  <a:pt x="1591101" y="58314"/>
                </a:lnTo>
                <a:lnTo>
                  <a:pt x="1594776" y="58871"/>
                </a:lnTo>
                <a:lnTo>
                  <a:pt x="1598450" y="59419"/>
                </a:lnTo>
                <a:lnTo>
                  <a:pt x="1602125" y="59957"/>
                </a:lnTo>
                <a:lnTo>
                  <a:pt x="1605799" y="60485"/>
                </a:lnTo>
                <a:lnTo>
                  <a:pt x="1609474" y="61002"/>
                </a:lnTo>
                <a:lnTo>
                  <a:pt x="1613149" y="61506"/>
                </a:lnTo>
                <a:lnTo>
                  <a:pt x="1616823" y="62001"/>
                </a:lnTo>
                <a:lnTo>
                  <a:pt x="1620498" y="62485"/>
                </a:lnTo>
                <a:lnTo>
                  <a:pt x="1624172" y="62958"/>
                </a:lnTo>
                <a:lnTo>
                  <a:pt x="1627847" y="63421"/>
                </a:lnTo>
                <a:lnTo>
                  <a:pt x="1631522" y="63871"/>
                </a:lnTo>
                <a:lnTo>
                  <a:pt x="1635196" y="64312"/>
                </a:lnTo>
                <a:lnTo>
                  <a:pt x="1638871" y="64742"/>
                </a:lnTo>
                <a:lnTo>
                  <a:pt x="1642545" y="65163"/>
                </a:lnTo>
                <a:lnTo>
                  <a:pt x="1646220" y="65575"/>
                </a:lnTo>
                <a:lnTo>
                  <a:pt x="1649895" y="65975"/>
                </a:lnTo>
                <a:lnTo>
                  <a:pt x="1653569" y="66366"/>
                </a:lnTo>
                <a:lnTo>
                  <a:pt x="1657244" y="66750"/>
                </a:lnTo>
                <a:lnTo>
                  <a:pt x="1660918" y="67126"/>
                </a:lnTo>
                <a:lnTo>
                  <a:pt x="1664593" y="67495"/>
                </a:lnTo>
                <a:lnTo>
                  <a:pt x="1668268" y="67854"/>
                </a:lnTo>
                <a:lnTo>
                  <a:pt x="1671942" y="68208"/>
                </a:lnTo>
                <a:lnTo>
                  <a:pt x="1675617" y="68556"/>
                </a:lnTo>
                <a:lnTo>
                  <a:pt x="1679291" y="68898"/>
                </a:lnTo>
                <a:lnTo>
                  <a:pt x="1682966" y="69235"/>
                </a:lnTo>
                <a:lnTo>
                  <a:pt x="1686641" y="69565"/>
                </a:lnTo>
                <a:lnTo>
                  <a:pt x="1690315" y="69892"/>
                </a:lnTo>
                <a:lnTo>
                  <a:pt x="1693990" y="70214"/>
                </a:lnTo>
                <a:lnTo>
                  <a:pt x="1697664" y="70532"/>
                </a:lnTo>
                <a:lnTo>
                  <a:pt x="1701339" y="70847"/>
                </a:lnTo>
                <a:lnTo>
                  <a:pt x="1705014" y="71158"/>
                </a:lnTo>
                <a:lnTo>
                  <a:pt x="1708688" y="71466"/>
                </a:lnTo>
                <a:lnTo>
                  <a:pt x="1712363" y="71770"/>
                </a:lnTo>
                <a:lnTo>
                  <a:pt x="1716037" y="72072"/>
                </a:lnTo>
                <a:lnTo>
                  <a:pt x="1719712" y="72372"/>
                </a:lnTo>
                <a:lnTo>
                  <a:pt x="1723387" y="72668"/>
                </a:lnTo>
                <a:lnTo>
                  <a:pt x="1727061" y="72962"/>
                </a:lnTo>
                <a:lnTo>
                  <a:pt x="1730736" y="73255"/>
                </a:lnTo>
                <a:lnTo>
                  <a:pt x="1734410" y="73545"/>
                </a:lnTo>
                <a:lnTo>
                  <a:pt x="1738085" y="73834"/>
                </a:lnTo>
                <a:lnTo>
                  <a:pt x="1741760" y="74122"/>
                </a:lnTo>
                <a:lnTo>
                  <a:pt x="1745434" y="74409"/>
                </a:lnTo>
                <a:lnTo>
                  <a:pt x="1749109" y="74695"/>
                </a:lnTo>
                <a:lnTo>
                  <a:pt x="1752783" y="74982"/>
                </a:lnTo>
                <a:lnTo>
                  <a:pt x="1756458" y="75270"/>
                </a:lnTo>
                <a:lnTo>
                  <a:pt x="1760133" y="75559"/>
                </a:lnTo>
                <a:lnTo>
                  <a:pt x="1763807" y="75851"/>
                </a:lnTo>
                <a:lnTo>
                  <a:pt x="1767482" y="76146"/>
                </a:lnTo>
                <a:lnTo>
                  <a:pt x="1771156" y="76445"/>
                </a:lnTo>
                <a:lnTo>
                  <a:pt x="1774831" y="76748"/>
                </a:lnTo>
                <a:lnTo>
                  <a:pt x="1778506" y="77058"/>
                </a:lnTo>
                <a:lnTo>
                  <a:pt x="1782180" y="77375"/>
                </a:lnTo>
                <a:lnTo>
                  <a:pt x="1785855" y="77700"/>
                </a:lnTo>
                <a:lnTo>
                  <a:pt x="1789529" y="78033"/>
                </a:lnTo>
                <a:lnTo>
                  <a:pt x="1793204" y="78376"/>
                </a:lnTo>
                <a:lnTo>
                  <a:pt x="1796879" y="78730"/>
                </a:lnTo>
                <a:lnTo>
                  <a:pt x="1800553" y="79098"/>
                </a:lnTo>
                <a:lnTo>
                  <a:pt x="1804228" y="79477"/>
                </a:lnTo>
                <a:lnTo>
                  <a:pt x="1807902" y="79869"/>
                </a:lnTo>
                <a:lnTo>
                  <a:pt x="1811577" y="80273"/>
                </a:lnTo>
                <a:lnTo>
                  <a:pt x="1815252" y="80694"/>
                </a:lnTo>
                <a:lnTo>
                  <a:pt x="1818926" y="81129"/>
                </a:lnTo>
                <a:lnTo>
                  <a:pt x="1822601" y="81579"/>
                </a:lnTo>
                <a:lnTo>
                  <a:pt x="1826275" y="82041"/>
                </a:lnTo>
                <a:lnTo>
                  <a:pt x="1829950" y="82518"/>
                </a:lnTo>
                <a:lnTo>
                  <a:pt x="1833625" y="83009"/>
                </a:lnTo>
                <a:lnTo>
                  <a:pt x="1837299" y="83514"/>
                </a:lnTo>
                <a:lnTo>
                  <a:pt x="1840974" y="84029"/>
                </a:lnTo>
                <a:lnTo>
                  <a:pt x="1844648" y="84555"/>
                </a:lnTo>
                <a:lnTo>
                  <a:pt x="1848323" y="85091"/>
                </a:lnTo>
                <a:lnTo>
                  <a:pt x="1851998" y="85635"/>
                </a:lnTo>
                <a:lnTo>
                  <a:pt x="1855672" y="86186"/>
                </a:lnTo>
                <a:lnTo>
                  <a:pt x="1859347" y="86742"/>
                </a:lnTo>
                <a:lnTo>
                  <a:pt x="1863021" y="87301"/>
                </a:lnTo>
                <a:lnTo>
                  <a:pt x="1866696" y="87860"/>
                </a:lnTo>
                <a:lnTo>
                  <a:pt x="1870371" y="88420"/>
                </a:lnTo>
                <a:lnTo>
                  <a:pt x="1874045" y="88976"/>
                </a:lnTo>
                <a:lnTo>
                  <a:pt x="1877720" y="89528"/>
                </a:lnTo>
              </a:path>
            </a:pathLst>
          </a:custGeom>
          <a:ln w="27101" cap="flat">
            <a:solidFill>
              <a:srgbClr val="C77C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2" name="rc212"/>
          <p:cNvSpPr/>
          <p:nvPr/>
        </p:nvSpPr>
        <p:spPr>
          <a:xfrm>
            <a:off x="8762756" y="2857989"/>
            <a:ext cx="2065492" cy="653993"/>
          </a:xfrm>
          <a:prstGeom prst="rect">
            <a:avLst/>
          </a:prstGeom>
          <a:ln w="17246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3" name="rc213"/>
          <p:cNvSpPr/>
          <p:nvPr/>
        </p:nvSpPr>
        <p:spPr>
          <a:xfrm>
            <a:off x="8762756" y="3600550"/>
            <a:ext cx="2065492" cy="653993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4" name="pl214"/>
          <p:cNvSpPr/>
          <p:nvPr/>
        </p:nvSpPr>
        <p:spPr>
          <a:xfrm>
            <a:off x="8762756" y="4129570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5" name="pl215"/>
          <p:cNvSpPr/>
          <p:nvPr/>
        </p:nvSpPr>
        <p:spPr>
          <a:xfrm>
            <a:off x="8762756" y="3939079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6" name="pl216"/>
          <p:cNvSpPr/>
          <p:nvPr/>
        </p:nvSpPr>
        <p:spPr>
          <a:xfrm>
            <a:off x="8762756" y="3748587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7" name="pl217"/>
          <p:cNvSpPr/>
          <p:nvPr/>
        </p:nvSpPr>
        <p:spPr>
          <a:xfrm>
            <a:off x="9091357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8" name="pl218"/>
          <p:cNvSpPr/>
          <p:nvPr/>
        </p:nvSpPr>
        <p:spPr>
          <a:xfrm>
            <a:off x="9560787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9" name="pl219"/>
          <p:cNvSpPr/>
          <p:nvPr/>
        </p:nvSpPr>
        <p:spPr>
          <a:xfrm>
            <a:off x="10030217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0" name="pl220"/>
          <p:cNvSpPr/>
          <p:nvPr/>
        </p:nvSpPr>
        <p:spPr>
          <a:xfrm>
            <a:off x="10499647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8623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1" name="pl221"/>
          <p:cNvSpPr/>
          <p:nvPr/>
        </p:nvSpPr>
        <p:spPr>
          <a:xfrm>
            <a:off x="8762756" y="4224816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2" name="pl222"/>
          <p:cNvSpPr/>
          <p:nvPr/>
        </p:nvSpPr>
        <p:spPr>
          <a:xfrm>
            <a:off x="8762756" y="4034324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3" name="pl223"/>
          <p:cNvSpPr/>
          <p:nvPr/>
        </p:nvSpPr>
        <p:spPr>
          <a:xfrm>
            <a:off x="8762756" y="3843833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4" name="pl224"/>
          <p:cNvSpPr/>
          <p:nvPr/>
        </p:nvSpPr>
        <p:spPr>
          <a:xfrm>
            <a:off x="8762756" y="3653342"/>
            <a:ext cx="2065492" cy="0"/>
          </a:xfrm>
          <a:custGeom>
            <a:avLst/>
            <a:gdLst/>
            <a:ahLst/>
            <a:cxnLst/>
            <a:rect l="0" t="0" r="0" b="0"/>
            <a:pathLst>
              <a:path w="2065492">
                <a:moveTo>
                  <a:pt x="0" y="0"/>
                </a:moveTo>
                <a:lnTo>
                  <a:pt x="2065492" y="0"/>
                </a:lnTo>
                <a:lnTo>
                  <a:pt x="2065492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5" name="pl225"/>
          <p:cNvSpPr/>
          <p:nvPr/>
        </p:nvSpPr>
        <p:spPr>
          <a:xfrm>
            <a:off x="8856642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6" name="pl226"/>
          <p:cNvSpPr/>
          <p:nvPr/>
        </p:nvSpPr>
        <p:spPr>
          <a:xfrm>
            <a:off x="9326072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7" name="pl227"/>
          <p:cNvSpPr/>
          <p:nvPr/>
        </p:nvSpPr>
        <p:spPr>
          <a:xfrm>
            <a:off x="9795502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8" name="pl228"/>
          <p:cNvSpPr/>
          <p:nvPr/>
        </p:nvSpPr>
        <p:spPr>
          <a:xfrm>
            <a:off x="10264932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9" name="pl229"/>
          <p:cNvSpPr/>
          <p:nvPr/>
        </p:nvSpPr>
        <p:spPr>
          <a:xfrm>
            <a:off x="10734362" y="3600550"/>
            <a:ext cx="0" cy="653993"/>
          </a:xfrm>
          <a:custGeom>
            <a:avLst/>
            <a:gdLst/>
            <a:ahLst/>
            <a:cxnLst/>
            <a:rect l="0" t="0" r="0" b="0"/>
            <a:pathLst>
              <a:path h="653993">
                <a:moveTo>
                  <a:pt x="0" y="6539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7246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0" name="pg230"/>
          <p:cNvSpPr/>
          <p:nvPr/>
        </p:nvSpPr>
        <p:spPr>
          <a:xfrm>
            <a:off x="8856642" y="3664207"/>
            <a:ext cx="1877720" cy="560608"/>
          </a:xfrm>
          <a:custGeom>
            <a:avLst/>
            <a:gdLst/>
            <a:ahLst/>
            <a:cxnLst/>
            <a:rect l="0" t="0" r="0" b="0"/>
            <a:pathLst>
              <a:path w="1877720" h="560608">
                <a:moveTo>
                  <a:pt x="0" y="560608"/>
                </a:moveTo>
                <a:lnTo>
                  <a:pt x="3674" y="560608"/>
                </a:lnTo>
                <a:lnTo>
                  <a:pt x="7349" y="560608"/>
                </a:lnTo>
                <a:lnTo>
                  <a:pt x="11023" y="560608"/>
                </a:lnTo>
                <a:lnTo>
                  <a:pt x="14698" y="560608"/>
                </a:lnTo>
                <a:lnTo>
                  <a:pt x="18372" y="560608"/>
                </a:lnTo>
                <a:lnTo>
                  <a:pt x="22047" y="560608"/>
                </a:lnTo>
                <a:lnTo>
                  <a:pt x="25722" y="560608"/>
                </a:lnTo>
                <a:lnTo>
                  <a:pt x="29396" y="560608"/>
                </a:lnTo>
                <a:lnTo>
                  <a:pt x="33071" y="560608"/>
                </a:lnTo>
                <a:lnTo>
                  <a:pt x="36745" y="560608"/>
                </a:lnTo>
                <a:lnTo>
                  <a:pt x="40420" y="560608"/>
                </a:lnTo>
                <a:lnTo>
                  <a:pt x="44095" y="560608"/>
                </a:lnTo>
                <a:lnTo>
                  <a:pt x="47769" y="560608"/>
                </a:lnTo>
                <a:lnTo>
                  <a:pt x="51444" y="560608"/>
                </a:lnTo>
                <a:lnTo>
                  <a:pt x="55118" y="560608"/>
                </a:lnTo>
                <a:lnTo>
                  <a:pt x="58793" y="560608"/>
                </a:lnTo>
                <a:lnTo>
                  <a:pt x="62468" y="560608"/>
                </a:lnTo>
                <a:lnTo>
                  <a:pt x="66142" y="560608"/>
                </a:lnTo>
                <a:lnTo>
                  <a:pt x="69817" y="560608"/>
                </a:lnTo>
                <a:lnTo>
                  <a:pt x="73491" y="560608"/>
                </a:lnTo>
                <a:lnTo>
                  <a:pt x="77166" y="560608"/>
                </a:lnTo>
                <a:lnTo>
                  <a:pt x="80841" y="560608"/>
                </a:lnTo>
                <a:lnTo>
                  <a:pt x="84515" y="560608"/>
                </a:lnTo>
                <a:lnTo>
                  <a:pt x="88190" y="560608"/>
                </a:lnTo>
                <a:lnTo>
                  <a:pt x="91864" y="560608"/>
                </a:lnTo>
                <a:lnTo>
                  <a:pt x="95539" y="560608"/>
                </a:lnTo>
                <a:lnTo>
                  <a:pt x="99214" y="560608"/>
                </a:lnTo>
                <a:lnTo>
                  <a:pt x="102888" y="560608"/>
                </a:lnTo>
                <a:lnTo>
                  <a:pt x="106563" y="560608"/>
                </a:lnTo>
                <a:lnTo>
                  <a:pt x="110237" y="560608"/>
                </a:lnTo>
                <a:lnTo>
                  <a:pt x="113912" y="560608"/>
                </a:lnTo>
                <a:lnTo>
                  <a:pt x="117587" y="560608"/>
                </a:lnTo>
                <a:lnTo>
                  <a:pt x="121261" y="560608"/>
                </a:lnTo>
                <a:lnTo>
                  <a:pt x="124936" y="560608"/>
                </a:lnTo>
                <a:lnTo>
                  <a:pt x="128610" y="560608"/>
                </a:lnTo>
                <a:lnTo>
                  <a:pt x="132285" y="560608"/>
                </a:lnTo>
                <a:lnTo>
                  <a:pt x="135960" y="560608"/>
                </a:lnTo>
                <a:lnTo>
                  <a:pt x="139634" y="560608"/>
                </a:lnTo>
                <a:lnTo>
                  <a:pt x="143309" y="560608"/>
                </a:lnTo>
                <a:lnTo>
                  <a:pt x="146983" y="560608"/>
                </a:lnTo>
                <a:lnTo>
                  <a:pt x="150658" y="560608"/>
                </a:lnTo>
                <a:lnTo>
                  <a:pt x="154333" y="560608"/>
                </a:lnTo>
                <a:lnTo>
                  <a:pt x="158007" y="560608"/>
                </a:lnTo>
                <a:lnTo>
                  <a:pt x="161682" y="560608"/>
                </a:lnTo>
                <a:lnTo>
                  <a:pt x="165356" y="560608"/>
                </a:lnTo>
                <a:lnTo>
                  <a:pt x="169031" y="560608"/>
                </a:lnTo>
                <a:lnTo>
                  <a:pt x="172706" y="560608"/>
                </a:lnTo>
                <a:lnTo>
                  <a:pt x="176380" y="560608"/>
                </a:lnTo>
                <a:lnTo>
                  <a:pt x="180055" y="560608"/>
                </a:lnTo>
                <a:lnTo>
                  <a:pt x="183729" y="560608"/>
                </a:lnTo>
                <a:lnTo>
                  <a:pt x="187404" y="560608"/>
                </a:lnTo>
                <a:lnTo>
                  <a:pt x="191079" y="560608"/>
                </a:lnTo>
                <a:lnTo>
                  <a:pt x="194753" y="560608"/>
                </a:lnTo>
                <a:lnTo>
                  <a:pt x="198428" y="560608"/>
                </a:lnTo>
                <a:lnTo>
                  <a:pt x="202102" y="560608"/>
                </a:lnTo>
                <a:lnTo>
                  <a:pt x="205777" y="560608"/>
                </a:lnTo>
                <a:lnTo>
                  <a:pt x="209452" y="560608"/>
                </a:lnTo>
                <a:lnTo>
                  <a:pt x="213126" y="560608"/>
                </a:lnTo>
                <a:lnTo>
                  <a:pt x="216801" y="560608"/>
                </a:lnTo>
                <a:lnTo>
                  <a:pt x="220475" y="560608"/>
                </a:lnTo>
                <a:lnTo>
                  <a:pt x="224150" y="560608"/>
                </a:lnTo>
                <a:lnTo>
                  <a:pt x="227825" y="560608"/>
                </a:lnTo>
                <a:lnTo>
                  <a:pt x="231499" y="560608"/>
                </a:lnTo>
                <a:lnTo>
                  <a:pt x="235174" y="560608"/>
                </a:lnTo>
                <a:lnTo>
                  <a:pt x="238848" y="560608"/>
                </a:lnTo>
                <a:lnTo>
                  <a:pt x="242523" y="560608"/>
                </a:lnTo>
                <a:lnTo>
                  <a:pt x="246198" y="560608"/>
                </a:lnTo>
                <a:lnTo>
                  <a:pt x="249872" y="560608"/>
                </a:lnTo>
                <a:lnTo>
                  <a:pt x="253547" y="560608"/>
                </a:lnTo>
                <a:lnTo>
                  <a:pt x="257221" y="560608"/>
                </a:lnTo>
                <a:lnTo>
                  <a:pt x="260896" y="560608"/>
                </a:lnTo>
                <a:lnTo>
                  <a:pt x="264571" y="560608"/>
                </a:lnTo>
                <a:lnTo>
                  <a:pt x="268245" y="560608"/>
                </a:lnTo>
                <a:lnTo>
                  <a:pt x="271920" y="560608"/>
                </a:lnTo>
                <a:lnTo>
                  <a:pt x="275594" y="560608"/>
                </a:lnTo>
                <a:lnTo>
                  <a:pt x="279269" y="560608"/>
                </a:lnTo>
                <a:lnTo>
                  <a:pt x="282944" y="560608"/>
                </a:lnTo>
                <a:lnTo>
                  <a:pt x="286618" y="560608"/>
                </a:lnTo>
                <a:lnTo>
                  <a:pt x="290293" y="560608"/>
                </a:lnTo>
                <a:lnTo>
                  <a:pt x="293967" y="560608"/>
                </a:lnTo>
                <a:lnTo>
                  <a:pt x="297642" y="560608"/>
                </a:lnTo>
                <a:lnTo>
                  <a:pt x="301317" y="560608"/>
                </a:lnTo>
                <a:lnTo>
                  <a:pt x="304991" y="560608"/>
                </a:lnTo>
                <a:lnTo>
                  <a:pt x="308666" y="560608"/>
                </a:lnTo>
                <a:lnTo>
                  <a:pt x="312340" y="560608"/>
                </a:lnTo>
                <a:lnTo>
                  <a:pt x="316015" y="560608"/>
                </a:lnTo>
                <a:lnTo>
                  <a:pt x="319690" y="560608"/>
                </a:lnTo>
                <a:lnTo>
                  <a:pt x="323364" y="560608"/>
                </a:lnTo>
                <a:lnTo>
                  <a:pt x="327039" y="560608"/>
                </a:lnTo>
                <a:lnTo>
                  <a:pt x="330713" y="560608"/>
                </a:lnTo>
                <a:lnTo>
                  <a:pt x="334388" y="560608"/>
                </a:lnTo>
                <a:lnTo>
                  <a:pt x="338063" y="560608"/>
                </a:lnTo>
                <a:lnTo>
                  <a:pt x="341737" y="560608"/>
                </a:lnTo>
                <a:lnTo>
                  <a:pt x="345412" y="560608"/>
                </a:lnTo>
                <a:lnTo>
                  <a:pt x="349086" y="560608"/>
                </a:lnTo>
                <a:lnTo>
                  <a:pt x="352761" y="560608"/>
                </a:lnTo>
                <a:lnTo>
                  <a:pt x="356436" y="560608"/>
                </a:lnTo>
                <a:lnTo>
                  <a:pt x="360110" y="560608"/>
                </a:lnTo>
                <a:lnTo>
                  <a:pt x="363785" y="560608"/>
                </a:lnTo>
                <a:lnTo>
                  <a:pt x="367459" y="560608"/>
                </a:lnTo>
                <a:lnTo>
                  <a:pt x="371134" y="560608"/>
                </a:lnTo>
                <a:lnTo>
                  <a:pt x="374809" y="560608"/>
                </a:lnTo>
                <a:lnTo>
                  <a:pt x="378483" y="560608"/>
                </a:lnTo>
                <a:lnTo>
                  <a:pt x="382158" y="560608"/>
                </a:lnTo>
                <a:lnTo>
                  <a:pt x="385832" y="560608"/>
                </a:lnTo>
                <a:lnTo>
                  <a:pt x="389507" y="560608"/>
                </a:lnTo>
                <a:lnTo>
                  <a:pt x="393182" y="560608"/>
                </a:lnTo>
                <a:lnTo>
                  <a:pt x="396856" y="560608"/>
                </a:lnTo>
                <a:lnTo>
                  <a:pt x="400531" y="560608"/>
                </a:lnTo>
                <a:lnTo>
                  <a:pt x="404205" y="560608"/>
                </a:lnTo>
                <a:lnTo>
                  <a:pt x="407880" y="560608"/>
                </a:lnTo>
                <a:lnTo>
                  <a:pt x="411555" y="560608"/>
                </a:lnTo>
                <a:lnTo>
                  <a:pt x="415229" y="560608"/>
                </a:lnTo>
                <a:lnTo>
                  <a:pt x="418904" y="560608"/>
                </a:lnTo>
                <a:lnTo>
                  <a:pt x="422578" y="560608"/>
                </a:lnTo>
                <a:lnTo>
                  <a:pt x="426253" y="560608"/>
                </a:lnTo>
                <a:lnTo>
                  <a:pt x="429928" y="560608"/>
                </a:lnTo>
                <a:lnTo>
                  <a:pt x="433602" y="560608"/>
                </a:lnTo>
                <a:lnTo>
                  <a:pt x="437277" y="560608"/>
                </a:lnTo>
                <a:lnTo>
                  <a:pt x="440951" y="560608"/>
                </a:lnTo>
                <a:lnTo>
                  <a:pt x="444626" y="560608"/>
                </a:lnTo>
                <a:lnTo>
                  <a:pt x="448301" y="560608"/>
                </a:lnTo>
                <a:lnTo>
                  <a:pt x="451975" y="560608"/>
                </a:lnTo>
                <a:lnTo>
                  <a:pt x="455650" y="560608"/>
                </a:lnTo>
                <a:lnTo>
                  <a:pt x="459324" y="560608"/>
                </a:lnTo>
                <a:lnTo>
                  <a:pt x="462999" y="560608"/>
                </a:lnTo>
                <a:lnTo>
                  <a:pt x="466674" y="560608"/>
                </a:lnTo>
                <a:lnTo>
                  <a:pt x="470348" y="560608"/>
                </a:lnTo>
                <a:lnTo>
                  <a:pt x="474023" y="560608"/>
                </a:lnTo>
                <a:lnTo>
                  <a:pt x="477697" y="560608"/>
                </a:lnTo>
                <a:lnTo>
                  <a:pt x="481372" y="560608"/>
                </a:lnTo>
                <a:lnTo>
                  <a:pt x="485047" y="560608"/>
                </a:lnTo>
                <a:lnTo>
                  <a:pt x="488721" y="560608"/>
                </a:lnTo>
                <a:lnTo>
                  <a:pt x="492396" y="560608"/>
                </a:lnTo>
                <a:lnTo>
                  <a:pt x="496070" y="560608"/>
                </a:lnTo>
                <a:lnTo>
                  <a:pt x="499745" y="560608"/>
                </a:lnTo>
                <a:lnTo>
                  <a:pt x="503420" y="560608"/>
                </a:lnTo>
                <a:lnTo>
                  <a:pt x="507094" y="560608"/>
                </a:lnTo>
                <a:lnTo>
                  <a:pt x="510769" y="560608"/>
                </a:lnTo>
                <a:lnTo>
                  <a:pt x="514443" y="560608"/>
                </a:lnTo>
                <a:lnTo>
                  <a:pt x="518118" y="560608"/>
                </a:lnTo>
                <a:lnTo>
                  <a:pt x="521793" y="560608"/>
                </a:lnTo>
                <a:lnTo>
                  <a:pt x="525467" y="560608"/>
                </a:lnTo>
                <a:lnTo>
                  <a:pt x="529142" y="560608"/>
                </a:lnTo>
                <a:lnTo>
                  <a:pt x="532816" y="560608"/>
                </a:lnTo>
                <a:lnTo>
                  <a:pt x="536491" y="560608"/>
                </a:lnTo>
                <a:lnTo>
                  <a:pt x="540166" y="560608"/>
                </a:lnTo>
                <a:lnTo>
                  <a:pt x="543840" y="560608"/>
                </a:lnTo>
                <a:lnTo>
                  <a:pt x="547515" y="560608"/>
                </a:lnTo>
                <a:lnTo>
                  <a:pt x="551189" y="560608"/>
                </a:lnTo>
                <a:lnTo>
                  <a:pt x="554864" y="560608"/>
                </a:lnTo>
                <a:lnTo>
                  <a:pt x="558539" y="560608"/>
                </a:lnTo>
                <a:lnTo>
                  <a:pt x="562213" y="560608"/>
                </a:lnTo>
                <a:lnTo>
                  <a:pt x="565888" y="560608"/>
                </a:lnTo>
                <a:lnTo>
                  <a:pt x="569562" y="560608"/>
                </a:lnTo>
                <a:lnTo>
                  <a:pt x="573237" y="560608"/>
                </a:lnTo>
                <a:lnTo>
                  <a:pt x="576912" y="560608"/>
                </a:lnTo>
                <a:lnTo>
                  <a:pt x="580586" y="560608"/>
                </a:lnTo>
                <a:lnTo>
                  <a:pt x="584261" y="560608"/>
                </a:lnTo>
                <a:lnTo>
                  <a:pt x="587935" y="560608"/>
                </a:lnTo>
                <a:lnTo>
                  <a:pt x="591610" y="560608"/>
                </a:lnTo>
                <a:lnTo>
                  <a:pt x="595285" y="560608"/>
                </a:lnTo>
                <a:lnTo>
                  <a:pt x="598959" y="560608"/>
                </a:lnTo>
                <a:lnTo>
                  <a:pt x="602634" y="560608"/>
                </a:lnTo>
                <a:lnTo>
                  <a:pt x="606308" y="560608"/>
                </a:lnTo>
                <a:lnTo>
                  <a:pt x="609983" y="560608"/>
                </a:lnTo>
                <a:lnTo>
                  <a:pt x="613658" y="560608"/>
                </a:lnTo>
                <a:lnTo>
                  <a:pt x="617332" y="560608"/>
                </a:lnTo>
                <a:lnTo>
                  <a:pt x="621007" y="560608"/>
                </a:lnTo>
                <a:lnTo>
                  <a:pt x="624681" y="560608"/>
                </a:lnTo>
                <a:lnTo>
                  <a:pt x="628356" y="560608"/>
                </a:lnTo>
                <a:lnTo>
                  <a:pt x="632031" y="560608"/>
                </a:lnTo>
                <a:lnTo>
                  <a:pt x="635705" y="560608"/>
                </a:lnTo>
                <a:lnTo>
                  <a:pt x="639380" y="560608"/>
                </a:lnTo>
                <a:lnTo>
                  <a:pt x="643054" y="560608"/>
                </a:lnTo>
                <a:lnTo>
                  <a:pt x="646729" y="560608"/>
                </a:lnTo>
                <a:lnTo>
                  <a:pt x="650404" y="560608"/>
                </a:lnTo>
                <a:lnTo>
                  <a:pt x="654078" y="560608"/>
                </a:lnTo>
                <a:lnTo>
                  <a:pt x="657753" y="560608"/>
                </a:lnTo>
                <a:lnTo>
                  <a:pt x="661427" y="560608"/>
                </a:lnTo>
                <a:lnTo>
                  <a:pt x="665102" y="560608"/>
                </a:lnTo>
                <a:lnTo>
                  <a:pt x="668777" y="560608"/>
                </a:lnTo>
                <a:lnTo>
                  <a:pt x="672451" y="560608"/>
                </a:lnTo>
                <a:lnTo>
                  <a:pt x="676126" y="560608"/>
                </a:lnTo>
                <a:lnTo>
                  <a:pt x="679800" y="560608"/>
                </a:lnTo>
                <a:lnTo>
                  <a:pt x="683475" y="560608"/>
                </a:lnTo>
                <a:lnTo>
                  <a:pt x="687150" y="560608"/>
                </a:lnTo>
                <a:lnTo>
                  <a:pt x="690824" y="560608"/>
                </a:lnTo>
                <a:lnTo>
                  <a:pt x="694499" y="560608"/>
                </a:lnTo>
                <a:lnTo>
                  <a:pt x="698173" y="560608"/>
                </a:lnTo>
                <a:lnTo>
                  <a:pt x="701848" y="560608"/>
                </a:lnTo>
                <a:lnTo>
                  <a:pt x="705523" y="560608"/>
                </a:lnTo>
                <a:lnTo>
                  <a:pt x="709197" y="560608"/>
                </a:lnTo>
                <a:lnTo>
                  <a:pt x="712872" y="560608"/>
                </a:lnTo>
                <a:lnTo>
                  <a:pt x="716546" y="560608"/>
                </a:lnTo>
                <a:lnTo>
                  <a:pt x="720221" y="560608"/>
                </a:lnTo>
                <a:lnTo>
                  <a:pt x="723896" y="560608"/>
                </a:lnTo>
                <a:lnTo>
                  <a:pt x="727570" y="560608"/>
                </a:lnTo>
                <a:lnTo>
                  <a:pt x="731245" y="560608"/>
                </a:lnTo>
                <a:lnTo>
                  <a:pt x="734919" y="560608"/>
                </a:lnTo>
                <a:lnTo>
                  <a:pt x="738594" y="560608"/>
                </a:lnTo>
                <a:lnTo>
                  <a:pt x="742269" y="560608"/>
                </a:lnTo>
                <a:lnTo>
                  <a:pt x="745943" y="560608"/>
                </a:lnTo>
                <a:lnTo>
                  <a:pt x="749618" y="560608"/>
                </a:lnTo>
                <a:lnTo>
                  <a:pt x="753292" y="560608"/>
                </a:lnTo>
                <a:lnTo>
                  <a:pt x="756967" y="560608"/>
                </a:lnTo>
                <a:lnTo>
                  <a:pt x="760642" y="560608"/>
                </a:lnTo>
                <a:lnTo>
                  <a:pt x="764316" y="560608"/>
                </a:lnTo>
                <a:lnTo>
                  <a:pt x="767991" y="560608"/>
                </a:lnTo>
                <a:lnTo>
                  <a:pt x="771665" y="560608"/>
                </a:lnTo>
                <a:lnTo>
                  <a:pt x="775340" y="560608"/>
                </a:lnTo>
                <a:lnTo>
                  <a:pt x="779015" y="560608"/>
                </a:lnTo>
                <a:lnTo>
                  <a:pt x="782689" y="560608"/>
                </a:lnTo>
                <a:lnTo>
                  <a:pt x="786364" y="560608"/>
                </a:lnTo>
                <a:lnTo>
                  <a:pt x="790038" y="560608"/>
                </a:lnTo>
                <a:lnTo>
                  <a:pt x="793713" y="560608"/>
                </a:lnTo>
                <a:lnTo>
                  <a:pt x="797388" y="560608"/>
                </a:lnTo>
                <a:lnTo>
                  <a:pt x="801062" y="560608"/>
                </a:lnTo>
                <a:lnTo>
                  <a:pt x="804737" y="560608"/>
                </a:lnTo>
                <a:lnTo>
                  <a:pt x="808411" y="560608"/>
                </a:lnTo>
                <a:lnTo>
                  <a:pt x="812086" y="560608"/>
                </a:lnTo>
                <a:lnTo>
                  <a:pt x="815761" y="560608"/>
                </a:lnTo>
                <a:lnTo>
                  <a:pt x="819435" y="560608"/>
                </a:lnTo>
                <a:lnTo>
                  <a:pt x="823110" y="560608"/>
                </a:lnTo>
                <a:lnTo>
                  <a:pt x="826784" y="560608"/>
                </a:lnTo>
                <a:lnTo>
                  <a:pt x="830459" y="560608"/>
                </a:lnTo>
                <a:lnTo>
                  <a:pt x="834134" y="560608"/>
                </a:lnTo>
                <a:lnTo>
                  <a:pt x="837808" y="560608"/>
                </a:lnTo>
                <a:lnTo>
                  <a:pt x="841483" y="560608"/>
                </a:lnTo>
                <a:lnTo>
                  <a:pt x="845157" y="560608"/>
                </a:lnTo>
                <a:lnTo>
                  <a:pt x="848832" y="560608"/>
                </a:lnTo>
                <a:lnTo>
                  <a:pt x="852507" y="560608"/>
                </a:lnTo>
                <a:lnTo>
                  <a:pt x="856181" y="560608"/>
                </a:lnTo>
                <a:lnTo>
                  <a:pt x="859856" y="560608"/>
                </a:lnTo>
                <a:lnTo>
                  <a:pt x="863530" y="560608"/>
                </a:lnTo>
                <a:lnTo>
                  <a:pt x="867205" y="560608"/>
                </a:lnTo>
                <a:lnTo>
                  <a:pt x="870880" y="560608"/>
                </a:lnTo>
                <a:lnTo>
                  <a:pt x="874554" y="560608"/>
                </a:lnTo>
                <a:lnTo>
                  <a:pt x="878229" y="560608"/>
                </a:lnTo>
                <a:lnTo>
                  <a:pt x="881903" y="560608"/>
                </a:lnTo>
                <a:lnTo>
                  <a:pt x="885578" y="560608"/>
                </a:lnTo>
                <a:lnTo>
                  <a:pt x="889253" y="560608"/>
                </a:lnTo>
                <a:lnTo>
                  <a:pt x="892927" y="560608"/>
                </a:lnTo>
                <a:lnTo>
                  <a:pt x="896602" y="560608"/>
                </a:lnTo>
                <a:lnTo>
                  <a:pt x="900276" y="560608"/>
                </a:lnTo>
                <a:lnTo>
                  <a:pt x="903951" y="560608"/>
                </a:lnTo>
                <a:lnTo>
                  <a:pt x="907626" y="560608"/>
                </a:lnTo>
                <a:lnTo>
                  <a:pt x="911300" y="560608"/>
                </a:lnTo>
                <a:lnTo>
                  <a:pt x="914975" y="560608"/>
                </a:lnTo>
                <a:lnTo>
                  <a:pt x="918649" y="560608"/>
                </a:lnTo>
                <a:lnTo>
                  <a:pt x="922324" y="560608"/>
                </a:lnTo>
                <a:lnTo>
                  <a:pt x="925999" y="560608"/>
                </a:lnTo>
                <a:lnTo>
                  <a:pt x="929673" y="560608"/>
                </a:lnTo>
                <a:lnTo>
                  <a:pt x="933348" y="560608"/>
                </a:lnTo>
                <a:lnTo>
                  <a:pt x="937022" y="560608"/>
                </a:lnTo>
                <a:lnTo>
                  <a:pt x="940697" y="560608"/>
                </a:lnTo>
                <a:lnTo>
                  <a:pt x="944372" y="560608"/>
                </a:lnTo>
                <a:lnTo>
                  <a:pt x="948046" y="560608"/>
                </a:lnTo>
                <a:lnTo>
                  <a:pt x="951721" y="560608"/>
                </a:lnTo>
                <a:lnTo>
                  <a:pt x="955395" y="560608"/>
                </a:lnTo>
                <a:lnTo>
                  <a:pt x="959070" y="560608"/>
                </a:lnTo>
                <a:lnTo>
                  <a:pt x="962745" y="560608"/>
                </a:lnTo>
                <a:lnTo>
                  <a:pt x="966419" y="560608"/>
                </a:lnTo>
                <a:lnTo>
                  <a:pt x="970094" y="560608"/>
                </a:lnTo>
                <a:lnTo>
                  <a:pt x="973768" y="560608"/>
                </a:lnTo>
                <a:lnTo>
                  <a:pt x="977443" y="560607"/>
                </a:lnTo>
                <a:lnTo>
                  <a:pt x="981118" y="560604"/>
                </a:lnTo>
                <a:lnTo>
                  <a:pt x="984792" y="560595"/>
                </a:lnTo>
                <a:lnTo>
                  <a:pt x="988467" y="560572"/>
                </a:lnTo>
                <a:lnTo>
                  <a:pt x="992141" y="560515"/>
                </a:lnTo>
                <a:lnTo>
                  <a:pt x="995816" y="560396"/>
                </a:lnTo>
                <a:lnTo>
                  <a:pt x="999491" y="560171"/>
                </a:lnTo>
                <a:lnTo>
                  <a:pt x="1003165" y="559786"/>
                </a:lnTo>
                <a:lnTo>
                  <a:pt x="1006840" y="559188"/>
                </a:lnTo>
                <a:lnTo>
                  <a:pt x="1010514" y="558335"/>
                </a:lnTo>
                <a:lnTo>
                  <a:pt x="1014189" y="557206"/>
                </a:lnTo>
                <a:lnTo>
                  <a:pt x="1017864" y="555788"/>
                </a:lnTo>
                <a:lnTo>
                  <a:pt x="1021538" y="554064"/>
                </a:lnTo>
                <a:lnTo>
                  <a:pt x="1025213" y="551977"/>
                </a:lnTo>
                <a:lnTo>
                  <a:pt x="1028887" y="549391"/>
                </a:lnTo>
                <a:lnTo>
                  <a:pt x="1032562" y="546171"/>
                </a:lnTo>
                <a:lnTo>
                  <a:pt x="1036237" y="542207"/>
                </a:lnTo>
                <a:lnTo>
                  <a:pt x="1039911" y="537530"/>
                </a:lnTo>
                <a:lnTo>
                  <a:pt x="1043586" y="532344"/>
                </a:lnTo>
                <a:lnTo>
                  <a:pt x="1047260" y="526942"/>
                </a:lnTo>
                <a:lnTo>
                  <a:pt x="1050935" y="521501"/>
                </a:lnTo>
                <a:lnTo>
                  <a:pt x="1054610" y="515884"/>
                </a:lnTo>
                <a:lnTo>
                  <a:pt x="1058284" y="509587"/>
                </a:lnTo>
                <a:lnTo>
                  <a:pt x="1061959" y="501914"/>
                </a:lnTo>
                <a:lnTo>
                  <a:pt x="1065633" y="492311"/>
                </a:lnTo>
                <a:lnTo>
                  <a:pt x="1069308" y="480648"/>
                </a:lnTo>
                <a:lnTo>
                  <a:pt x="1072983" y="467286"/>
                </a:lnTo>
                <a:lnTo>
                  <a:pt x="1076657" y="452848"/>
                </a:lnTo>
                <a:lnTo>
                  <a:pt x="1080332" y="437843"/>
                </a:lnTo>
                <a:lnTo>
                  <a:pt x="1084006" y="422375"/>
                </a:lnTo>
                <a:lnTo>
                  <a:pt x="1087681" y="406144"/>
                </a:lnTo>
                <a:lnTo>
                  <a:pt x="1091356" y="388740"/>
                </a:lnTo>
                <a:lnTo>
                  <a:pt x="1095030" y="370030"/>
                </a:lnTo>
                <a:lnTo>
                  <a:pt x="1098705" y="350362"/>
                </a:lnTo>
                <a:lnTo>
                  <a:pt x="1102379" y="330419"/>
                </a:lnTo>
                <a:lnTo>
                  <a:pt x="1106054" y="310817"/>
                </a:lnTo>
                <a:lnTo>
                  <a:pt x="1109729" y="291743"/>
                </a:lnTo>
                <a:lnTo>
                  <a:pt x="1113403" y="272890"/>
                </a:lnTo>
                <a:lnTo>
                  <a:pt x="1117078" y="253742"/>
                </a:lnTo>
                <a:lnTo>
                  <a:pt x="1120752" y="234045"/>
                </a:lnTo>
                <a:lnTo>
                  <a:pt x="1124427" y="213909"/>
                </a:lnTo>
                <a:lnTo>
                  <a:pt x="1128102" y="193637"/>
                </a:lnTo>
                <a:lnTo>
                  <a:pt x="1131776" y="173436"/>
                </a:lnTo>
                <a:lnTo>
                  <a:pt x="1135451" y="153252"/>
                </a:lnTo>
                <a:lnTo>
                  <a:pt x="1139125" y="132852"/>
                </a:lnTo>
                <a:lnTo>
                  <a:pt x="1142800" y="112103"/>
                </a:lnTo>
                <a:lnTo>
                  <a:pt x="1146475" y="91241"/>
                </a:lnTo>
                <a:lnTo>
                  <a:pt x="1150149" y="70951"/>
                </a:lnTo>
                <a:lnTo>
                  <a:pt x="1153824" y="52183"/>
                </a:lnTo>
                <a:lnTo>
                  <a:pt x="1157498" y="35828"/>
                </a:lnTo>
                <a:lnTo>
                  <a:pt x="1161173" y="22462"/>
                </a:lnTo>
                <a:lnTo>
                  <a:pt x="1164848" y="12292"/>
                </a:lnTo>
                <a:lnTo>
                  <a:pt x="1168522" y="5269"/>
                </a:lnTo>
                <a:lnTo>
                  <a:pt x="1172197" y="1235"/>
                </a:lnTo>
                <a:lnTo>
                  <a:pt x="1175871" y="0"/>
                </a:lnTo>
                <a:lnTo>
                  <a:pt x="1179546" y="1350"/>
                </a:lnTo>
                <a:lnTo>
                  <a:pt x="1183221" y="5049"/>
                </a:lnTo>
                <a:lnTo>
                  <a:pt x="1186895" y="10828"/>
                </a:lnTo>
                <a:lnTo>
                  <a:pt x="1190570" y="18339"/>
                </a:lnTo>
                <a:lnTo>
                  <a:pt x="1194244" y="27082"/>
                </a:lnTo>
                <a:lnTo>
                  <a:pt x="1197919" y="36369"/>
                </a:lnTo>
                <a:lnTo>
                  <a:pt x="1201594" y="45436"/>
                </a:lnTo>
                <a:lnTo>
                  <a:pt x="1205268" y="53824"/>
                </a:lnTo>
                <a:lnTo>
                  <a:pt x="1208943" y="61615"/>
                </a:lnTo>
                <a:lnTo>
                  <a:pt x="1212617" y="69496"/>
                </a:lnTo>
                <a:lnTo>
                  <a:pt x="1216292" y="78595"/>
                </a:lnTo>
                <a:lnTo>
                  <a:pt x="1219967" y="90116"/>
                </a:lnTo>
                <a:lnTo>
                  <a:pt x="1223641" y="104873"/>
                </a:lnTo>
                <a:lnTo>
                  <a:pt x="1227316" y="122897"/>
                </a:lnTo>
                <a:lnTo>
                  <a:pt x="1230990" y="143340"/>
                </a:lnTo>
                <a:lnTo>
                  <a:pt x="1234665" y="164734"/>
                </a:lnTo>
                <a:lnTo>
                  <a:pt x="1238340" y="185536"/>
                </a:lnTo>
                <a:lnTo>
                  <a:pt x="1242014" y="204685"/>
                </a:lnTo>
                <a:lnTo>
                  <a:pt x="1245689" y="221913"/>
                </a:lnTo>
                <a:lnTo>
                  <a:pt x="1249363" y="237697"/>
                </a:lnTo>
                <a:lnTo>
                  <a:pt x="1253038" y="252885"/>
                </a:lnTo>
                <a:lnTo>
                  <a:pt x="1256713" y="268245"/>
                </a:lnTo>
                <a:lnTo>
                  <a:pt x="1260387" y="284123"/>
                </a:lnTo>
                <a:lnTo>
                  <a:pt x="1264062" y="300352"/>
                </a:lnTo>
                <a:lnTo>
                  <a:pt x="1267736" y="316362"/>
                </a:lnTo>
                <a:lnTo>
                  <a:pt x="1271411" y="331429"/>
                </a:lnTo>
                <a:lnTo>
                  <a:pt x="1275086" y="344942"/>
                </a:lnTo>
                <a:lnTo>
                  <a:pt x="1278760" y="356656"/>
                </a:lnTo>
                <a:lnTo>
                  <a:pt x="1282435" y="366830"/>
                </a:lnTo>
                <a:lnTo>
                  <a:pt x="1286109" y="376201"/>
                </a:lnTo>
                <a:lnTo>
                  <a:pt x="1289784" y="385768"/>
                </a:lnTo>
                <a:lnTo>
                  <a:pt x="1293459" y="396224"/>
                </a:lnTo>
                <a:lnTo>
                  <a:pt x="1297133" y="407753"/>
                </a:lnTo>
                <a:lnTo>
                  <a:pt x="1300808" y="420024"/>
                </a:lnTo>
                <a:lnTo>
                  <a:pt x="1304482" y="432418"/>
                </a:lnTo>
                <a:lnTo>
                  <a:pt x="1308157" y="444328"/>
                </a:lnTo>
                <a:lnTo>
                  <a:pt x="1311832" y="455358"/>
                </a:lnTo>
                <a:lnTo>
                  <a:pt x="1315506" y="465344"/>
                </a:lnTo>
                <a:lnTo>
                  <a:pt x="1319181" y="474266"/>
                </a:lnTo>
                <a:lnTo>
                  <a:pt x="1322855" y="482153"/>
                </a:lnTo>
                <a:lnTo>
                  <a:pt x="1326530" y="489042"/>
                </a:lnTo>
                <a:lnTo>
                  <a:pt x="1330205" y="495003"/>
                </a:lnTo>
                <a:lnTo>
                  <a:pt x="1333879" y="500154"/>
                </a:lnTo>
                <a:lnTo>
                  <a:pt x="1337554" y="504647"/>
                </a:lnTo>
                <a:lnTo>
                  <a:pt x="1341228" y="508633"/>
                </a:lnTo>
                <a:lnTo>
                  <a:pt x="1344903" y="512223"/>
                </a:lnTo>
                <a:lnTo>
                  <a:pt x="1348577" y="515498"/>
                </a:lnTo>
                <a:lnTo>
                  <a:pt x="1352252" y="518523"/>
                </a:lnTo>
                <a:lnTo>
                  <a:pt x="1355927" y="521363"/>
                </a:lnTo>
                <a:lnTo>
                  <a:pt x="1359601" y="524065"/>
                </a:lnTo>
                <a:lnTo>
                  <a:pt x="1363276" y="526646"/>
                </a:lnTo>
                <a:lnTo>
                  <a:pt x="1366950" y="529107"/>
                </a:lnTo>
                <a:lnTo>
                  <a:pt x="1370625" y="531477"/>
                </a:lnTo>
                <a:lnTo>
                  <a:pt x="1374300" y="533851"/>
                </a:lnTo>
                <a:lnTo>
                  <a:pt x="1377974" y="536338"/>
                </a:lnTo>
                <a:lnTo>
                  <a:pt x="1381649" y="538973"/>
                </a:lnTo>
                <a:lnTo>
                  <a:pt x="1385323" y="541668"/>
                </a:lnTo>
                <a:lnTo>
                  <a:pt x="1388998" y="544234"/>
                </a:lnTo>
                <a:lnTo>
                  <a:pt x="1392673" y="546470"/>
                </a:lnTo>
                <a:lnTo>
                  <a:pt x="1396347" y="548252"/>
                </a:lnTo>
                <a:lnTo>
                  <a:pt x="1400022" y="549575"/>
                </a:lnTo>
                <a:lnTo>
                  <a:pt x="1403696" y="550545"/>
                </a:lnTo>
                <a:lnTo>
                  <a:pt x="1407371" y="551315"/>
                </a:lnTo>
                <a:lnTo>
                  <a:pt x="1411046" y="552019"/>
                </a:lnTo>
                <a:lnTo>
                  <a:pt x="1414720" y="552728"/>
                </a:lnTo>
                <a:lnTo>
                  <a:pt x="1418395" y="553440"/>
                </a:lnTo>
                <a:lnTo>
                  <a:pt x="1422069" y="554119"/>
                </a:lnTo>
                <a:lnTo>
                  <a:pt x="1425744" y="554731"/>
                </a:lnTo>
                <a:lnTo>
                  <a:pt x="1429419" y="555273"/>
                </a:lnTo>
                <a:lnTo>
                  <a:pt x="1433093" y="555760"/>
                </a:lnTo>
                <a:lnTo>
                  <a:pt x="1436768" y="556211"/>
                </a:lnTo>
                <a:lnTo>
                  <a:pt x="1440442" y="556632"/>
                </a:lnTo>
                <a:lnTo>
                  <a:pt x="1444117" y="557010"/>
                </a:lnTo>
                <a:lnTo>
                  <a:pt x="1447792" y="557332"/>
                </a:lnTo>
                <a:lnTo>
                  <a:pt x="1451466" y="557593"/>
                </a:lnTo>
                <a:lnTo>
                  <a:pt x="1455141" y="557817"/>
                </a:lnTo>
                <a:lnTo>
                  <a:pt x="1458815" y="558045"/>
                </a:lnTo>
                <a:lnTo>
                  <a:pt x="1462490" y="558308"/>
                </a:lnTo>
                <a:lnTo>
                  <a:pt x="1466165" y="558609"/>
                </a:lnTo>
                <a:lnTo>
                  <a:pt x="1469839" y="558919"/>
                </a:lnTo>
                <a:lnTo>
                  <a:pt x="1473514" y="559196"/>
                </a:lnTo>
                <a:lnTo>
                  <a:pt x="1477188" y="559419"/>
                </a:lnTo>
                <a:lnTo>
                  <a:pt x="1480863" y="559593"/>
                </a:lnTo>
                <a:lnTo>
                  <a:pt x="1484538" y="559742"/>
                </a:lnTo>
                <a:lnTo>
                  <a:pt x="1488212" y="559892"/>
                </a:lnTo>
                <a:lnTo>
                  <a:pt x="1491887" y="560051"/>
                </a:lnTo>
                <a:lnTo>
                  <a:pt x="1495561" y="560210"/>
                </a:lnTo>
                <a:lnTo>
                  <a:pt x="1499236" y="560350"/>
                </a:lnTo>
                <a:lnTo>
                  <a:pt x="1502911" y="560458"/>
                </a:lnTo>
                <a:lnTo>
                  <a:pt x="1506585" y="560530"/>
                </a:lnTo>
                <a:lnTo>
                  <a:pt x="1510260" y="560572"/>
                </a:lnTo>
                <a:lnTo>
                  <a:pt x="1513934" y="560594"/>
                </a:lnTo>
                <a:lnTo>
                  <a:pt x="1517609" y="560603"/>
                </a:lnTo>
                <a:lnTo>
                  <a:pt x="1521284" y="560607"/>
                </a:lnTo>
                <a:lnTo>
                  <a:pt x="1524958" y="560608"/>
                </a:lnTo>
                <a:lnTo>
                  <a:pt x="1528633" y="560608"/>
                </a:lnTo>
                <a:lnTo>
                  <a:pt x="1532307" y="560608"/>
                </a:lnTo>
                <a:lnTo>
                  <a:pt x="1535982" y="560608"/>
                </a:lnTo>
                <a:lnTo>
                  <a:pt x="1539657" y="560608"/>
                </a:lnTo>
                <a:lnTo>
                  <a:pt x="1543331" y="560608"/>
                </a:lnTo>
                <a:lnTo>
                  <a:pt x="1547006" y="560608"/>
                </a:lnTo>
                <a:lnTo>
                  <a:pt x="1550680" y="560608"/>
                </a:lnTo>
                <a:lnTo>
                  <a:pt x="1554355" y="560608"/>
                </a:lnTo>
                <a:lnTo>
                  <a:pt x="1558030" y="560608"/>
                </a:lnTo>
                <a:lnTo>
                  <a:pt x="1561704" y="560608"/>
                </a:lnTo>
                <a:lnTo>
                  <a:pt x="1565379" y="560608"/>
                </a:lnTo>
                <a:lnTo>
                  <a:pt x="1569053" y="560608"/>
                </a:lnTo>
                <a:lnTo>
                  <a:pt x="1572728" y="560608"/>
                </a:lnTo>
                <a:lnTo>
                  <a:pt x="1576403" y="560608"/>
                </a:lnTo>
                <a:lnTo>
                  <a:pt x="1580077" y="560608"/>
                </a:lnTo>
                <a:lnTo>
                  <a:pt x="1583752" y="560608"/>
                </a:lnTo>
                <a:lnTo>
                  <a:pt x="1587426" y="560608"/>
                </a:lnTo>
                <a:lnTo>
                  <a:pt x="1591101" y="560608"/>
                </a:lnTo>
                <a:lnTo>
                  <a:pt x="1594776" y="560608"/>
                </a:lnTo>
                <a:lnTo>
                  <a:pt x="1598450" y="560608"/>
                </a:lnTo>
                <a:lnTo>
                  <a:pt x="1602125" y="560608"/>
                </a:lnTo>
                <a:lnTo>
                  <a:pt x="1605799" y="560608"/>
                </a:lnTo>
                <a:lnTo>
                  <a:pt x="1609474" y="560608"/>
                </a:lnTo>
                <a:lnTo>
                  <a:pt x="1613149" y="560608"/>
                </a:lnTo>
                <a:lnTo>
                  <a:pt x="1616823" y="560608"/>
                </a:lnTo>
                <a:lnTo>
                  <a:pt x="1620498" y="560608"/>
                </a:lnTo>
                <a:lnTo>
                  <a:pt x="1624172" y="560608"/>
                </a:lnTo>
                <a:lnTo>
                  <a:pt x="1627847" y="560608"/>
                </a:lnTo>
                <a:lnTo>
                  <a:pt x="1631522" y="560608"/>
                </a:lnTo>
                <a:lnTo>
                  <a:pt x="1635196" y="560608"/>
                </a:lnTo>
                <a:lnTo>
                  <a:pt x="1638871" y="560608"/>
                </a:lnTo>
                <a:lnTo>
                  <a:pt x="1642545" y="560608"/>
                </a:lnTo>
                <a:lnTo>
                  <a:pt x="1646220" y="560608"/>
                </a:lnTo>
                <a:lnTo>
                  <a:pt x="1649895" y="560608"/>
                </a:lnTo>
                <a:lnTo>
                  <a:pt x="1653569" y="560608"/>
                </a:lnTo>
                <a:lnTo>
                  <a:pt x="1657244" y="560608"/>
                </a:lnTo>
                <a:lnTo>
                  <a:pt x="1660918" y="560608"/>
                </a:lnTo>
                <a:lnTo>
                  <a:pt x="1664593" y="560608"/>
                </a:lnTo>
                <a:lnTo>
                  <a:pt x="1668268" y="560608"/>
                </a:lnTo>
                <a:lnTo>
                  <a:pt x="1671942" y="560608"/>
                </a:lnTo>
                <a:lnTo>
                  <a:pt x="1675617" y="560608"/>
                </a:lnTo>
                <a:lnTo>
                  <a:pt x="1679291" y="560608"/>
                </a:lnTo>
                <a:lnTo>
                  <a:pt x="1682966" y="560608"/>
                </a:lnTo>
                <a:lnTo>
                  <a:pt x="1686641" y="560608"/>
                </a:lnTo>
                <a:lnTo>
                  <a:pt x="1690315" y="560608"/>
                </a:lnTo>
                <a:lnTo>
                  <a:pt x="1693990" y="560608"/>
                </a:lnTo>
                <a:lnTo>
                  <a:pt x="1697664" y="560608"/>
                </a:lnTo>
                <a:lnTo>
                  <a:pt x="1701339" y="560608"/>
                </a:lnTo>
                <a:lnTo>
                  <a:pt x="1705014" y="560608"/>
                </a:lnTo>
                <a:lnTo>
                  <a:pt x="1708688" y="560608"/>
                </a:lnTo>
                <a:lnTo>
                  <a:pt x="1712363" y="560608"/>
                </a:lnTo>
                <a:lnTo>
                  <a:pt x="1716037" y="560608"/>
                </a:lnTo>
                <a:lnTo>
                  <a:pt x="1719712" y="560608"/>
                </a:lnTo>
                <a:lnTo>
                  <a:pt x="1723387" y="560608"/>
                </a:lnTo>
                <a:lnTo>
                  <a:pt x="1727061" y="560608"/>
                </a:lnTo>
                <a:lnTo>
                  <a:pt x="1730736" y="560608"/>
                </a:lnTo>
                <a:lnTo>
                  <a:pt x="1734410" y="560608"/>
                </a:lnTo>
                <a:lnTo>
                  <a:pt x="1738085" y="560608"/>
                </a:lnTo>
                <a:lnTo>
                  <a:pt x="1741760" y="560608"/>
                </a:lnTo>
                <a:lnTo>
                  <a:pt x="1745434" y="560608"/>
                </a:lnTo>
                <a:lnTo>
                  <a:pt x="1749109" y="560608"/>
                </a:lnTo>
                <a:lnTo>
                  <a:pt x="1752783" y="560608"/>
                </a:lnTo>
                <a:lnTo>
                  <a:pt x="1756458" y="560608"/>
                </a:lnTo>
                <a:lnTo>
                  <a:pt x="1760133" y="560608"/>
                </a:lnTo>
                <a:lnTo>
                  <a:pt x="1763807" y="560608"/>
                </a:lnTo>
                <a:lnTo>
                  <a:pt x="1767482" y="560608"/>
                </a:lnTo>
                <a:lnTo>
                  <a:pt x="1771156" y="560608"/>
                </a:lnTo>
                <a:lnTo>
                  <a:pt x="1774831" y="560608"/>
                </a:lnTo>
                <a:lnTo>
                  <a:pt x="1778506" y="560608"/>
                </a:lnTo>
                <a:lnTo>
                  <a:pt x="1782180" y="560608"/>
                </a:lnTo>
                <a:lnTo>
                  <a:pt x="1785855" y="560608"/>
                </a:lnTo>
                <a:lnTo>
                  <a:pt x="1789529" y="560608"/>
                </a:lnTo>
                <a:lnTo>
                  <a:pt x="1793204" y="560608"/>
                </a:lnTo>
                <a:lnTo>
                  <a:pt x="1796879" y="560608"/>
                </a:lnTo>
                <a:lnTo>
                  <a:pt x="1800553" y="560608"/>
                </a:lnTo>
                <a:lnTo>
                  <a:pt x="1804228" y="560608"/>
                </a:lnTo>
                <a:lnTo>
                  <a:pt x="1807902" y="560608"/>
                </a:lnTo>
                <a:lnTo>
                  <a:pt x="1811577" y="560608"/>
                </a:lnTo>
                <a:lnTo>
                  <a:pt x="1815252" y="560608"/>
                </a:lnTo>
                <a:lnTo>
                  <a:pt x="1818926" y="560608"/>
                </a:lnTo>
                <a:lnTo>
                  <a:pt x="1822601" y="560608"/>
                </a:lnTo>
                <a:lnTo>
                  <a:pt x="1826275" y="560608"/>
                </a:lnTo>
                <a:lnTo>
                  <a:pt x="1829950" y="560608"/>
                </a:lnTo>
                <a:lnTo>
                  <a:pt x="1833625" y="560608"/>
                </a:lnTo>
                <a:lnTo>
                  <a:pt x="1837299" y="560608"/>
                </a:lnTo>
                <a:lnTo>
                  <a:pt x="1840974" y="560608"/>
                </a:lnTo>
                <a:lnTo>
                  <a:pt x="1844648" y="560608"/>
                </a:lnTo>
                <a:lnTo>
                  <a:pt x="1848323" y="560608"/>
                </a:lnTo>
                <a:lnTo>
                  <a:pt x="1851998" y="560608"/>
                </a:lnTo>
                <a:lnTo>
                  <a:pt x="1855672" y="560608"/>
                </a:lnTo>
                <a:lnTo>
                  <a:pt x="1859347" y="560608"/>
                </a:lnTo>
                <a:lnTo>
                  <a:pt x="1863021" y="560608"/>
                </a:lnTo>
                <a:lnTo>
                  <a:pt x="1866696" y="560608"/>
                </a:lnTo>
                <a:lnTo>
                  <a:pt x="1870371" y="560608"/>
                </a:lnTo>
                <a:lnTo>
                  <a:pt x="1874045" y="560608"/>
                </a:lnTo>
                <a:lnTo>
                  <a:pt x="1877720" y="560608"/>
                </a:lnTo>
                <a:lnTo>
                  <a:pt x="1874045" y="560608"/>
                </a:lnTo>
                <a:lnTo>
                  <a:pt x="1870371" y="560608"/>
                </a:lnTo>
                <a:lnTo>
                  <a:pt x="1866696" y="560608"/>
                </a:lnTo>
                <a:lnTo>
                  <a:pt x="1863021" y="560608"/>
                </a:lnTo>
                <a:lnTo>
                  <a:pt x="1859347" y="560608"/>
                </a:lnTo>
                <a:lnTo>
                  <a:pt x="1855672" y="560608"/>
                </a:lnTo>
                <a:lnTo>
                  <a:pt x="1851998" y="560608"/>
                </a:lnTo>
                <a:lnTo>
                  <a:pt x="1848323" y="560608"/>
                </a:lnTo>
                <a:lnTo>
                  <a:pt x="1844648" y="560608"/>
                </a:lnTo>
                <a:lnTo>
                  <a:pt x="1840974" y="560608"/>
                </a:lnTo>
                <a:lnTo>
                  <a:pt x="1837299" y="560608"/>
                </a:lnTo>
                <a:lnTo>
                  <a:pt x="1833625" y="560608"/>
                </a:lnTo>
                <a:lnTo>
                  <a:pt x="1829950" y="560608"/>
                </a:lnTo>
                <a:lnTo>
                  <a:pt x="1826275" y="560608"/>
                </a:lnTo>
                <a:lnTo>
                  <a:pt x="1822601" y="560608"/>
                </a:lnTo>
                <a:lnTo>
                  <a:pt x="1818926" y="560608"/>
                </a:lnTo>
                <a:lnTo>
                  <a:pt x="1815252" y="560608"/>
                </a:lnTo>
                <a:lnTo>
                  <a:pt x="1811577" y="560608"/>
                </a:lnTo>
                <a:lnTo>
                  <a:pt x="1807902" y="560608"/>
                </a:lnTo>
                <a:lnTo>
                  <a:pt x="1804228" y="560608"/>
                </a:lnTo>
                <a:lnTo>
                  <a:pt x="1800553" y="560608"/>
                </a:lnTo>
                <a:lnTo>
                  <a:pt x="1796879" y="560608"/>
                </a:lnTo>
                <a:lnTo>
                  <a:pt x="1793204" y="560608"/>
                </a:lnTo>
                <a:lnTo>
                  <a:pt x="1789529" y="560608"/>
                </a:lnTo>
                <a:lnTo>
                  <a:pt x="1785855" y="560608"/>
                </a:lnTo>
                <a:lnTo>
                  <a:pt x="1782180" y="560608"/>
                </a:lnTo>
                <a:lnTo>
                  <a:pt x="1778506" y="560608"/>
                </a:lnTo>
                <a:lnTo>
                  <a:pt x="1774831" y="560608"/>
                </a:lnTo>
                <a:lnTo>
                  <a:pt x="1771156" y="560608"/>
                </a:lnTo>
                <a:lnTo>
                  <a:pt x="1767482" y="560608"/>
                </a:lnTo>
                <a:lnTo>
                  <a:pt x="1763807" y="560608"/>
                </a:lnTo>
                <a:lnTo>
                  <a:pt x="1760133" y="560608"/>
                </a:lnTo>
                <a:lnTo>
                  <a:pt x="1756458" y="560608"/>
                </a:lnTo>
                <a:lnTo>
                  <a:pt x="1752783" y="560608"/>
                </a:lnTo>
                <a:lnTo>
                  <a:pt x="1749109" y="560608"/>
                </a:lnTo>
                <a:lnTo>
                  <a:pt x="1745434" y="560608"/>
                </a:lnTo>
                <a:lnTo>
                  <a:pt x="1741760" y="560608"/>
                </a:lnTo>
                <a:lnTo>
                  <a:pt x="1738085" y="560608"/>
                </a:lnTo>
                <a:lnTo>
                  <a:pt x="1734410" y="560608"/>
                </a:lnTo>
                <a:lnTo>
                  <a:pt x="1730736" y="560608"/>
                </a:lnTo>
                <a:lnTo>
                  <a:pt x="1727061" y="560608"/>
                </a:lnTo>
                <a:lnTo>
                  <a:pt x="1723387" y="560608"/>
                </a:lnTo>
                <a:lnTo>
                  <a:pt x="1719712" y="560608"/>
                </a:lnTo>
                <a:lnTo>
                  <a:pt x="1716037" y="560608"/>
                </a:lnTo>
                <a:lnTo>
                  <a:pt x="1712363" y="560608"/>
                </a:lnTo>
                <a:lnTo>
                  <a:pt x="1708688" y="560608"/>
                </a:lnTo>
                <a:lnTo>
                  <a:pt x="1705014" y="560608"/>
                </a:lnTo>
                <a:lnTo>
                  <a:pt x="1701339" y="560608"/>
                </a:lnTo>
                <a:lnTo>
                  <a:pt x="1697664" y="560608"/>
                </a:lnTo>
                <a:lnTo>
                  <a:pt x="1693990" y="560608"/>
                </a:lnTo>
                <a:lnTo>
                  <a:pt x="1690315" y="560608"/>
                </a:lnTo>
                <a:lnTo>
                  <a:pt x="1686641" y="560608"/>
                </a:lnTo>
                <a:lnTo>
                  <a:pt x="1682966" y="560608"/>
                </a:lnTo>
                <a:lnTo>
                  <a:pt x="1679291" y="560608"/>
                </a:lnTo>
                <a:lnTo>
                  <a:pt x="1675617" y="560608"/>
                </a:lnTo>
                <a:lnTo>
                  <a:pt x="1671942" y="560608"/>
                </a:lnTo>
                <a:lnTo>
                  <a:pt x="1668268" y="560608"/>
                </a:lnTo>
                <a:lnTo>
                  <a:pt x="1664593" y="560608"/>
                </a:lnTo>
                <a:lnTo>
                  <a:pt x="1660918" y="560608"/>
                </a:lnTo>
                <a:lnTo>
                  <a:pt x="1657244" y="560608"/>
                </a:lnTo>
                <a:lnTo>
                  <a:pt x="1653569" y="560608"/>
                </a:lnTo>
                <a:lnTo>
                  <a:pt x="1649895" y="560608"/>
                </a:lnTo>
                <a:lnTo>
                  <a:pt x="1646220" y="560608"/>
                </a:lnTo>
                <a:lnTo>
                  <a:pt x="1642545" y="560608"/>
                </a:lnTo>
                <a:lnTo>
                  <a:pt x="1638871" y="560608"/>
                </a:lnTo>
                <a:lnTo>
                  <a:pt x="1635196" y="560608"/>
                </a:lnTo>
                <a:lnTo>
                  <a:pt x="1631522" y="560608"/>
                </a:lnTo>
                <a:lnTo>
                  <a:pt x="1627847" y="560608"/>
                </a:lnTo>
                <a:lnTo>
                  <a:pt x="1624172" y="560608"/>
                </a:lnTo>
                <a:lnTo>
                  <a:pt x="1620498" y="560608"/>
                </a:lnTo>
                <a:lnTo>
                  <a:pt x="1616823" y="560608"/>
                </a:lnTo>
                <a:lnTo>
                  <a:pt x="1613149" y="560608"/>
                </a:lnTo>
                <a:lnTo>
                  <a:pt x="1609474" y="560608"/>
                </a:lnTo>
                <a:lnTo>
                  <a:pt x="1605799" y="560608"/>
                </a:lnTo>
                <a:lnTo>
                  <a:pt x="1602125" y="560608"/>
                </a:lnTo>
                <a:lnTo>
                  <a:pt x="1598450" y="560608"/>
                </a:lnTo>
                <a:lnTo>
                  <a:pt x="1594776" y="560608"/>
                </a:lnTo>
                <a:lnTo>
                  <a:pt x="1591101" y="560608"/>
                </a:lnTo>
                <a:lnTo>
                  <a:pt x="1587426" y="560608"/>
                </a:lnTo>
                <a:lnTo>
                  <a:pt x="1583752" y="560608"/>
                </a:lnTo>
                <a:lnTo>
                  <a:pt x="1580077" y="560608"/>
                </a:lnTo>
                <a:lnTo>
                  <a:pt x="1576403" y="560608"/>
                </a:lnTo>
                <a:lnTo>
                  <a:pt x="1572728" y="560608"/>
                </a:lnTo>
                <a:lnTo>
                  <a:pt x="1569053" y="560608"/>
                </a:lnTo>
                <a:lnTo>
                  <a:pt x="1565379" y="560608"/>
                </a:lnTo>
                <a:lnTo>
                  <a:pt x="1561704" y="560608"/>
                </a:lnTo>
                <a:lnTo>
                  <a:pt x="1558030" y="560608"/>
                </a:lnTo>
                <a:lnTo>
                  <a:pt x="1554355" y="560608"/>
                </a:lnTo>
                <a:lnTo>
                  <a:pt x="1550680" y="560608"/>
                </a:lnTo>
                <a:lnTo>
                  <a:pt x="1547006" y="560608"/>
                </a:lnTo>
                <a:lnTo>
                  <a:pt x="1543331" y="560608"/>
                </a:lnTo>
                <a:lnTo>
                  <a:pt x="1539657" y="560608"/>
                </a:lnTo>
                <a:lnTo>
                  <a:pt x="1535982" y="560608"/>
                </a:lnTo>
                <a:lnTo>
                  <a:pt x="1532307" y="560608"/>
                </a:lnTo>
                <a:lnTo>
                  <a:pt x="1528633" y="560608"/>
                </a:lnTo>
                <a:lnTo>
                  <a:pt x="1524958" y="560608"/>
                </a:lnTo>
                <a:lnTo>
                  <a:pt x="1521284" y="560608"/>
                </a:lnTo>
                <a:lnTo>
                  <a:pt x="1517609" y="560608"/>
                </a:lnTo>
                <a:lnTo>
                  <a:pt x="1513934" y="560608"/>
                </a:lnTo>
                <a:lnTo>
                  <a:pt x="1510260" y="560608"/>
                </a:lnTo>
                <a:lnTo>
                  <a:pt x="1506585" y="560608"/>
                </a:lnTo>
                <a:lnTo>
                  <a:pt x="1502911" y="560608"/>
                </a:lnTo>
                <a:lnTo>
                  <a:pt x="1499236" y="560608"/>
                </a:lnTo>
                <a:lnTo>
                  <a:pt x="1495561" y="560608"/>
                </a:lnTo>
                <a:lnTo>
                  <a:pt x="1491887" y="560608"/>
                </a:lnTo>
                <a:lnTo>
                  <a:pt x="1488212" y="560608"/>
                </a:lnTo>
                <a:lnTo>
                  <a:pt x="1484538" y="560608"/>
                </a:lnTo>
                <a:lnTo>
                  <a:pt x="1480863" y="560608"/>
                </a:lnTo>
                <a:lnTo>
                  <a:pt x="1477188" y="560608"/>
                </a:lnTo>
                <a:lnTo>
                  <a:pt x="1473514" y="560608"/>
                </a:lnTo>
                <a:lnTo>
                  <a:pt x="1469839" y="560608"/>
                </a:lnTo>
                <a:lnTo>
                  <a:pt x="1466165" y="560608"/>
                </a:lnTo>
                <a:lnTo>
                  <a:pt x="1462490" y="560608"/>
                </a:lnTo>
                <a:lnTo>
                  <a:pt x="1458815" y="560608"/>
                </a:lnTo>
                <a:lnTo>
                  <a:pt x="1455141" y="560608"/>
                </a:lnTo>
                <a:lnTo>
                  <a:pt x="1451466" y="560608"/>
                </a:lnTo>
                <a:lnTo>
                  <a:pt x="1447792" y="560608"/>
                </a:lnTo>
                <a:lnTo>
                  <a:pt x="1444117" y="560608"/>
                </a:lnTo>
                <a:lnTo>
                  <a:pt x="1440442" y="560608"/>
                </a:lnTo>
                <a:lnTo>
                  <a:pt x="1436768" y="560608"/>
                </a:lnTo>
                <a:lnTo>
                  <a:pt x="1433093" y="560608"/>
                </a:lnTo>
                <a:lnTo>
                  <a:pt x="1429419" y="560608"/>
                </a:lnTo>
                <a:lnTo>
                  <a:pt x="1425744" y="560608"/>
                </a:lnTo>
                <a:lnTo>
                  <a:pt x="1422069" y="560608"/>
                </a:lnTo>
                <a:lnTo>
                  <a:pt x="1418395" y="560608"/>
                </a:lnTo>
                <a:lnTo>
                  <a:pt x="1414720" y="560608"/>
                </a:lnTo>
                <a:lnTo>
                  <a:pt x="1411046" y="560608"/>
                </a:lnTo>
                <a:lnTo>
                  <a:pt x="1407371" y="560608"/>
                </a:lnTo>
                <a:lnTo>
                  <a:pt x="1403696" y="560608"/>
                </a:lnTo>
                <a:lnTo>
                  <a:pt x="1400022" y="560608"/>
                </a:lnTo>
                <a:lnTo>
                  <a:pt x="1396347" y="560608"/>
                </a:lnTo>
                <a:lnTo>
                  <a:pt x="1392673" y="560608"/>
                </a:lnTo>
                <a:lnTo>
                  <a:pt x="1388998" y="560608"/>
                </a:lnTo>
                <a:lnTo>
                  <a:pt x="1385323" y="560608"/>
                </a:lnTo>
                <a:lnTo>
                  <a:pt x="1381649" y="560608"/>
                </a:lnTo>
                <a:lnTo>
                  <a:pt x="1377974" y="560608"/>
                </a:lnTo>
                <a:lnTo>
                  <a:pt x="1374300" y="560608"/>
                </a:lnTo>
                <a:lnTo>
                  <a:pt x="1370625" y="560608"/>
                </a:lnTo>
                <a:lnTo>
                  <a:pt x="1366950" y="560608"/>
                </a:lnTo>
                <a:lnTo>
                  <a:pt x="1363276" y="560608"/>
                </a:lnTo>
                <a:lnTo>
                  <a:pt x="1359601" y="560608"/>
                </a:lnTo>
                <a:lnTo>
                  <a:pt x="1355927" y="560608"/>
                </a:lnTo>
                <a:lnTo>
                  <a:pt x="1352252" y="560608"/>
                </a:lnTo>
                <a:lnTo>
                  <a:pt x="1348577" y="560608"/>
                </a:lnTo>
                <a:lnTo>
                  <a:pt x="1344903" y="560608"/>
                </a:lnTo>
                <a:lnTo>
                  <a:pt x="1341228" y="560608"/>
                </a:lnTo>
                <a:lnTo>
                  <a:pt x="1337554" y="560608"/>
                </a:lnTo>
                <a:lnTo>
                  <a:pt x="1333879" y="560608"/>
                </a:lnTo>
                <a:lnTo>
                  <a:pt x="1330205" y="560608"/>
                </a:lnTo>
                <a:lnTo>
                  <a:pt x="1326530" y="560608"/>
                </a:lnTo>
                <a:lnTo>
                  <a:pt x="1322855" y="560608"/>
                </a:lnTo>
                <a:lnTo>
                  <a:pt x="1319181" y="560608"/>
                </a:lnTo>
                <a:lnTo>
                  <a:pt x="1315506" y="560608"/>
                </a:lnTo>
                <a:lnTo>
                  <a:pt x="1311832" y="560608"/>
                </a:lnTo>
                <a:lnTo>
                  <a:pt x="1308157" y="560608"/>
                </a:lnTo>
                <a:lnTo>
                  <a:pt x="1304482" y="560608"/>
                </a:lnTo>
                <a:lnTo>
                  <a:pt x="1300808" y="560608"/>
                </a:lnTo>
                <a:lnTo>
                  <a:pt x="1297133" y="560608"/>
                </a:lnTo>
                <a:lnTo>
                  <a:pt x="1293459" y="560608"/>
                </a:lnTo>
                <a:lnTo>
                  <a:pt x="1289784" y="560608"/>
                </a:lnTo>
                <a:lnTo>
                  <a:pt x="1286109" y="560608"/>
                </a:lnTo>
                <a:lnTo>
                  <a:pt x="1282435" y="560608"/>
                </a:lnTo>
                <a:lnTo>
                  <a:pt x="1278760" y="560608"/>
                </a:lnTo>
                <a:lnTo>
                  <a:pt x="1275086" y="560608"/>
                </a:lnTo>
                <a:lnTo>
                  <a:pt x="1271411" y="560608"/>
                </a:lnTo>
                <a:lnTo>
                  <a:pt x="1267736" y="560608"/>
                </a:lnTo>
                <a:lnTo>
                  <a:pt x="1264062" y="560608"/>
                </a:lnTo>
                <a:lnTo>
                  <a:pt x="1260387" y="560608"/>
                </a:lnTo>
                <a:lnTo>
                  <a:pt x="1256713" y="560608"/>
                </a:lnTo>
                <a:lnTo>
                  <a:pt x="1253038" y="560608"/>
                </a:lnTo>
                <a:lnTo>
                  <a:pt x="1249363" y="560608"/>
                </a:lnTo>
                <a:lnTo>
                  <a:pt x="1245689" y="560608"/>
                </a:lnTo>
                <a:lnTo>
                  <a:pt x="1242014" y="560608"/>
                </a:lnTo>
                <a:lnTo>
                  <a:pt x="1238340" y="560608"/>
                </a:lnTo>
                <a:lnTo>
                  <a:pt x="1234665" y="560608"/>
                </a:lnTo>
                <a:lnTo>
                  <a:pt x="1230990" y="560608"/>
                </a:lnTo>
                <a:lnTo>
                  <a:pt x="1227316" y="560608"/>
                </a:lnTo>
                <a:lnTo>
                  <a:pt x="1223641" y="560608"/>
                </a:lnTo>
                <a:lnTo>
                  <a:pt x="1219967" y="560608"/>
                </a:lnTo>
                <a:lnTo>
                  <a:pt x="1216292" y="560608"/>
                </a:lnTo>
                <a:lnTo>
                  <a:pt x="1212617" y="560608"/>
                </a:lnTo>
                <a:lnTo>
                  <a:pt x="1208943" y="560608"/>
                </a:lnTo>
                <a:lnTo>
                  <a:pt x="1205268" y="560608"/>
                </a:lnTo>
                <a:lnTo>
                  <a:pt x="1201594" y="560608"/>
                </a:lnTo>
                <a:lnTo>
                  <a:pt x="1197919" y="560608"/>
                </a:lnTo>
                <a:lnTo>
                  <a:pt x="1194244" y="560608"/>
                </a:lnTo>
                <a:lnTo>
                  <a:pt x="1190570" y="560608"/>
                </a:lnTo>
                <a:lnTo>
                  <a:pt x="1186895" y="560608"/>
                </a:lnTo>
                <a:lnTo>
                  <a:pt x="1183221" y="560608"/>
                </a:lnTo>
                <a:lnTo>
                  <a:pt x="1179546" y="560608"/>
                </a:lnTo>
                <a:lnTo>
                  <a:pt x="1175871" y="560608"/>
                </a:lnTo>
                <a:lnTo>
                  <a:pt x="1172197" y="560608"/>
                </a:lnTo>
                <a:lnTo>
                  <a:pt x="1168522" y="560608"/>
                </a:lnTo>
                <a:lnTo>
                  <a:pt x="1164848" y="560608"/>
                </a:lnTo>
                <a:lnTo>
                  <a:pt x="1161173" y="560608"/>
                </a:lnTo>
                <a:lnTo>
                  <a:pt x="1157498" y="560608"/>
                </a:lnTo>
                <a:lnTo>
                  <a:pt x="1153824" y="560608"/>
                </a:lnTo>
                <a:lnTo>
                  <a:pt x="1150149" y="560608"/>
                </a:lnTo>
                <a:lnTo>
                  <a:pt x="1146475" y="560608"/>
                </a:lnTo>
                <a:lnTo>
                  <a:pt x="1142800" y="560608"/>
                </a:lnTo>
                <a:lnTo>
                  <a:pt x="1139125" y="560608"/>
                </a:lnTo>
                <a:lnTo>
                  <a:pt x="1135451" y="560608"/>
                </a:lnTo>
                <a:lnTo>
                  <a:pt x="1131776" y="560608"/>
                </a:lnTo>
                <a:lnTo>
                  <a:pt x="1128102" y="560608"/>
                </a:lnTo>
                <a:lnTo>
                  <a:pt x="1124427" y="560608"/>
                </a:lnTo>
                <a:lnTo>
                  <a:pt x="1120752" y="560608"/>
                </a:lnTo>
                <a:lnTo>
                  <a:pt x="1117078" y="560608"/>
                </a:lnTo>
                <a:lnTo>
                  <a:pt x="1113403" y="560608"/>
                </a:lnTo>
                <a:lnTo>
                  <a:pt x="1109729" y="560608"/>
                </a:lnTo>
                <a:lnTo>
                  <a:pt x="1106054" y="560608"/>
                </a:lnTo>
                <a:lnTo>
                  <a:pt x="1102379" y="560608"/>
                </a:lnTo>
                <a:lnTo>
                  <a:pt x="1098705" y="560608"/>
                </a:lnTo>
                <a:lnTo>
                  <a:pt x="1095030" y="560608"/>
                </a:lnTo>
                <a:lnTo>
                  <a:pt x="1091356" y="560608"/>
                </a:lnTo>
                <a:lnTo>
                  <a:pt x="1087681" y="560608"/>
                </a:lnTo>
                <a:lnTo>
                  <a:pt x="1084006" y="560608"/>
                </a:lnTo>
                <a:lnTo>
                  <a:pt x="1080332" y="560608"/>
                </a:lnTo>
                <a:lnTo>
                  <a:pt x="1076657" y="560608"/>
                </a:lnTo>
                <a:lnTo>
                  <a:pt x="1072983" y="560608"/>
                </a:lnTo>
                <a:lnTo>
                  <a:pt x="1069308" y="560608"/>
                </a:lnTo>
                <a:lnTo>
                  <a:pt x="1065633" y="560608"/>
                </a:lnTo>
                <a:lnTo>
                  <a:pt x="1061959" y="560608"/>
                </a:lnTo>
                <a:lnTo>
                  <a:pt x="1058284" y="560608"/>
                </a:lnTo>
                <a:lnTo>
                  <a:pt x="1054610" y="560608"/>
                </a:lnTo>
                <a:lnTo>
                  <a:pt x="1050935" y="560608"/>
                </a:lnTo>
                <a:lnTo>
                  <a:pt x="1047260" y="560608"/>
                </a:lnTo>
                <a:lnTo>
                  <a:pt x="1043586" y="560608"/>
                </a:lnTo>
                <a:lnTo>
                  <a:pt x="1039911" y="560608"/>
                </a:lnTo>
                <a:lnTo>
                  <a:pt x="1036237" y="560608"/>
                </a:lnTo>
                <a:lnTo>
                  <a:pt x="1032562" y="560608"/>
                </a:lnTo>
                <a:lnTo>
                  <a:pt x="1028887" y="560608"/>
                </a:lnTo>
                <a:lnTo>
                  <a:pt x="1025213" y="560608"/>
                </a:lnTo>
                <a:lnTo>
                  <a:pt x="1021538" y="560608"/>
                </a:lnTo>
                <a:lnTo>
                  <a:pt x="1017864" y="560608"/>
                </a:lnTo>
                <a:lnTo>
                  <a:pt x="1014189" y="560608"/>
                </a:lnTo>
                <a:lnTo>
                  <a:pt x="1010514" y="560608"/>
                </a:lnTo>
                <a:lnTo>
                  <a:pt x="1006840" y="560608"/>
                </a:lnTo>
                <a:lnTo>
                  <a:pt x="1003165" y="560608"/>
                </a:lnTo>
                <a:lnTo>
                  <a:pt x="999491" y="560608"/>
                </a:lnTo>
                <a:lnTo>
                  <a:pt x="995816" y="560608"/>
                </a:lnTo>
                <a:lnTo>
                  <a:pt x="992141" y="560608"/>
                </a:lnTo>
                <a:lnTo>
                  <a:pt x="988467" y="560608"/>
                </a:lnTo>
                <a:lnTo>
                  <a:pt x="984792" y="560608"/>
                </a:lnTo>
                <a:lnTo>
                  <a:pt x="981118" y="560608"/>
                </a:lnTo>
                <a:lnTo>
                  <a:pt x="977443" y="560608"/>
                </a:lnTo>
                <a:lnTo>
                  <a:pt x="973768" y="560608"/>
                </a:lnTo>
                <a:lnTo>
                  <a:pt x="970094" y="560608"/>
                </a:lnTo>
                <a:lnTo>
                  <a:pt x="966419" y="560608"/>
                </a:lnTo>
                <a:lnTo>
                  <a:pt x="962745" y="560608"/>
                </a:lnTo>
                <a:lnTo>
                  <a:pt x="959070" y="560608"/>
                </a:lnTo>
                <a:lnTo>
                  <a:pt x="955395" y="560608"/>
                </a:lnTo>
                <a:lnTo>
                  <a:pt x="951721" y="560608"/>
                </a:lnTo>
                <a:lnTo>
                  <a:pt x="948046" y="560608"/>
                </a:lnTo>
                <a:lnTo>
                  <a:pt x="944372" y="560608"/>
                </a:lnTo>
                <a:lnTo>
                  <a:pt x="940697" y="560608"/>
                </a:lnTo>
                <a:lnTo>
                  <a:pt x="937022" y="560608"/>
                </a:lnTo>
                <a:lnTo>
                  <a:pt x="933348" y="560608"/>
                </a:lnTo>
                <a:lnTo>
                  <a:pt x="929673" y="560608"/>
                </a:lnTo>
                <a:lnTo>
                  <a:pt x="925999" y="560608"/>
                </a:lnTo>
                <a:lnTo>
                  <a:pt x="922324" y="560608"/>
                </a:lnTo>
                <a:lnTo>
                  <a:pt x="918649" y="560608"/>
                </a:lnTo>
                <a:lnTo>
                  <a:pt x="914975" y="560608"/>
                </a:lnTo>
                <a:lnTo>
                  <a:pt x="911300" y="560608"/>
                </a:lnTo>
                <a:lnTo>
                  <a:pt x="907626" y="560608"/>
                </a:lnTo>
                <a:lnTo>
                  <a:pt x="903951" y="560608"/>
                </a:lnTo>
                <a:lnTo>
                  <a:pt x="900276" y="560608"/>
                </a:lnTo>
                <a:lnTo>
                  <a:pt x="896602" y="560608"/>
                </a:lnTo>
                <a:lnTo>
                  <a:pt x="892927" y="560608"/>
                </a:lnTo>
                <a:lnTo>
                  <a:pt x="889253" y="560608"/>
                </a:lnTo>
                <a:lnTo>
                  <a:pt x="885578" y="560608"/>
                </a:lnTo>
                <a:lnTo>
                  <a:pt x="881903" y="560608"/>
                </a:lnTo>
                <a:lnTo>
                  <a:pt x="878229" y="560608"/>
                </a:lnTo>
                <a:lnTo>
                  <a:pt x="874554" y="560608"/>
                </a:lnTo>
                <a:lnTo>
                  <a:pt x="870880" y="560608"/>
                </a:lnTo>
                <a:lnTo>
                  <a:pt x="867205" y="560608"/>
                </a:lnTo>
                <a:lnTo>
                  <a:pt x="863530" y="560608"/>
                </a:lnTo>
                <a:lnTo>
                  <a:pt x="859856" y="560608"/>
                </a:lnTo>
                <a:lnTo>
                  <a:pt x="856181" y="560608"/>
                </a:lnTo>
                <a:lnTo>
                  <a:pt x="852507" y="560608"/>
                </a:lnTo>
                <a:lnTo>
                  <a:pt x="848832" y="560608"/>
                </a:lnTo>
                <a:lnTo>
                  <a:pt x="845157" y="560608"/>
                </a:lnTo>
                <a:lnTo>
                  <a:pt x="841483" y="560608"/>
                </a:lnTo>
                <a:lnTo>
                  <a:pt x="837808" y="560608"/>
                </a:lnTo>
                <a:lnTo>
                  <a:pt x="834134" y="560608"/>
                </a:lnTo>
                <a:lnTo>
                  <a:pt x="830459" y="560608"/>
                </a:lnTo>
                <a:lnTo>
                  <a:pt x="826784" y="560608"/>
                </a:lnTo>
                <a:lnTo>
                  <a:pt x="823110" y="560608"/>
                </a:lnTo>
                <a:lnTo>
                  <a:pt x="819435" y="560608"/>
                </a:lnTo>
                <a:lnTo>
                  <a:pt x="815761" y="560608"/>
                </a:lnTo>
                <a:lnTo>
                  <a:pt x="812086" y="560608"/>
                </a:lnTo>
                <a:lnTo>
                  <a:pt x="808411" y="560608"/>
                </a:lnTo>
                <a:lnTo>
                  <a:pt x="804737" y="560608"/>
                </a:lnTo>
                <a:lnTo>
                  <a:pt x="801062" y="560608"/>
                </a:lnTo>
                <a:lnTo>
                  <a:pt x="797388" y="560608"/>
                </a:lnTo>
                <a:lnTo>
                  <a:pt x="793713" y="560608"/>
                </a:lnTo>
                <a:lnTo>
                  <a:pt x="790038" y="560608"/>
                </a:lnTo>
                <a:lnTo>
                  <a:pt x="786364" y="560608"/>
                </a:lnTo>
                <a:lnTo>
                  <a:pt x="782689" y="560608"/>
                </a:lnTo>
                <a:lnTo>
                  <a:pt x="779015" y="560608"/>
                </a:lnTo>
                <a:lnTo>
                  <a:pt x="775340" y="560608"/>
                </a:lnTo>
                <a:lnTo>
                  <a:pt x="771665" y="560608"/>
                </a:lnTo>
                <a:lnTo>
                  <a:pt x="767991" y="560608"/>
                </a:lnTo>
                <a:lnTo>
                  <a:pt x="764316" y="560608"/>
                </a:lnTo>
                <a:lnTo>
                  <a:pt x="760642" y="560608"/>
                </a:lnTo>
                <a:lnTo>
                  <a:pt x="756967" y="560608"/>
                </a:lnTo>
                <a:lnTo>
                  <a:pt x="753292" y="560608"/>
                </a:lnTo>
                <a:lnTo>
                  <a:pt x="749618" y="560608"/>
                </a:lnTo>
                <a:lnTo>
                  <a:pt x="745943" y="560608"/>
                </a:lnTo>
                <a:lnTo>
                  <a:pt x="742269" y="560608"/>
                </a:lnTo>
                <a:lnTo>
                  <a:pt x="738594" y="560608"/>
                </a:lnTo>
                <a:lnTo>
                  <a:pt x="734919" y="560608"/>
                </a:lnTo>
                <a:lnTo>
                  <a:pt x="731245" y="560608"/>
                </a:lnTo>
                <a:lnTo>
                  <a:pt x="727570" y="560608"/>
                </a:lnTo>
                <a:lnTo>
                  <a:pt x="723896" y="560608"/>
                </a:lnTo>
                <a:lnTo>
                  <a:pt x="720221" y="560608"/>
                </a:lnTo>
                <a:lnTo>
                  <a:pt x="716546" y="560608"/>
                </a:lnTo>
                <a:lnTo>
                  <a:pt x="712872" y="560608"/>
                </a:lnTo>
                <a:lnTo>
                  <a:pt x="709197" y="560608"/>
                </a:lnTo>
                <a:lnTo>
                  <a:pt x="705523" y="560608"/>
                </a:lnTo>
                <a:lnTo>
                  <a:pt x="701848" y="560608"/>
                </a:lnTo>
                <a:lnTo>
                  <a:pt x="698173" y="560608"/>
                </a:lnTo>
                <a:lnTo>
                  <a:pt x="694499" y="560608"/>
                </a:lnTo>
                <a:lnTo>
                  <a:pt x="690824" y="560608"/>
                </a:lnTo>
                <a:lnTo>
                  <a:pt x="687150" y="560608"/>
                </a:lnTo>
                <a:lnTo>
                  <a:pt x="683475" y="560608"/>
                </a:lnTo>
                <a:lnTo>
                  <a:pt x="679800" y="560608"/>
                </a:lnTo>
                <a:lnTo>
                  <a:pt x="676126" y="560608"/>
                </a:lnTo>
                <a:lnTo>
                  <a:pt x="672451" y="560608"/>
                </a:lnTo>
                <a:lnTo>
                  <a:pt x="668777" y="560608"/>
                </a:lnTo>
                <a:lnTo>
                  <a:pt x="665102" y="560608"/>
                </a:lnTo>
                <a:lnTo>
                  <a:pt x="661427" y="560608"/>
                </a:lnTo>
                <a:lnTo>
                  <a:pt x="657753" y="560608"/>
                </a:lnTo>
                <a:lnTo>
                  <a:pt x="654078" y="560608"/>
                </a:lnTo>
                <a:lnTo>
                  <a:pt x="650404" y="560608"/>
                </a:lnTo>
                <a:lnTo>
                  <a:pt x="646729" y="560608"/>
                </a:lnTo>
                <a:lnTo>
                  <a:pt x="643054" y="560608"/>
                </a:lnTo>
                <a:lnTo>
                  <a:pt x="639380" y="560608"/>
                </a:lnTo>
                <a:lnTo>
                  <a:pt x="635705" y="560608"/>
                </a:lnTo>
                <a:lnTo>
                  <a:pt x="632031" y="560608"/>
                </a:lnTo>
                <a:lnTo>
                  <a:pt x="628356" y="560608"/>
                </a:lnTo>
                <a:lnTo>
                  <a:pt x="624681" y="560608"/>
                </a:lnTo>
                <a:lnTo>
                  <a:pt x="621007" y="560608"/>
                </a:lnTo>
                <a:lnTo>
                  <a:pt x="617332" y="560608"/>
                </a:lnTo>
                <a:lnTo>
                  <a:pt x="613658" y="560608"/>
                </a:lnTo>
                <a:lnTo>
                  <a:pt x="609983" y="560608"/>
                </a:lnTo>
                <a:lnTo>
                  <a:pt x="606308" y="560608"/>
                </a:lnTo>
                <a:lnTo>
                  <a:pt x="602634" y="560608"/>
                </a:lnTo>
                <a:lnTo>
                  <a:pt x="598959" y="560608"/>
                </a:lnTo>
                <a:lnTo>
                  <a:pt x="595285" y="560608"/>
                </a:lnTo>
                <a:lnTo>
                  <a:pt x="591610" y="560608"/>
                </a:lnTo>
                <a:lnTo>
                  <a:pt x="587935" y="560608"/>
                </a:lnTo>
                <a:lnTo>
                  <a:pt x="584261" y="560608"/>
                </a:lnTo>
                <a:lnTo>
                  <a:pt x="580586" y="560608"/>
                </a:lnTo>
                <a:lnTo>
                  <a:pt x="576912" y="560608"/>
                </a:lnTo>
                <a:lnTo>
                  <a:pt x="573237" y="560608"/>
                </a:lnTo>
                <a:lnTo>
                  <a:pt x="569562" y="560608"/>
                </a:lnTo>
                <a:lnTo>
                  <a:pt x="565888" y="560608"/>
                </a:lnTo>
                <a:lnTo>
                  <a:pt x="562213" y="560608"/>
                </a:lnTo>
                <a:lnTo>
                  <a:pt x="558539" y="560608"/>
                </a:lnTo>
                <a:lnTo>
                  <a:pt x="554864" y="560608"/>
                </a:lnTo>
                <a:lnTo>
                  <a:pt x="551189" y="560608"/>
                </a:lnTo>
                <a:lnTo>
                  <a:pt x="547515" y="560608"/>
                </a:lnTo>
                <a:lnTo>
                  <a:pt x="543840" y="560608"/>
                </a:lnTo>
                <a:lnTo>
                  <a:pt x="540166" y="560608"/>
                </a:lnTo>
                <a:lnTo>
                  <a:pt x="536491" y="560608"/>
                </a:lnTo>
                <a:lnTo>
                  <a:pt x="532816" y="560608"/>
                </a:lnTo>
                <a:lnTo>
                  <a:pt x="529142" y="560608"/>
                </a:lnTo>
                <a:lnTo>
                  <a:pt x="525467" y="560608"/>
                </a:lnTo>
                <a:lnTo>
                  <a:pt x="521793" y="560608"/>
                </a:lnTo>
                <a:lnTo>
                  <a:pt x="518118" y="560608"/>
                </a:lnTo>
                <a:lnTo>
                  <a:pt x="514443" y="560608"/>
                </a:lnTo>
                <a:lnTo>
                  <a:pt x="510769" y="560608"/>
                </a:lnTo>
                <a:lnTo>
                  <a:pt x="507094" y="560608"/>
                </a:lnTo>
                <a:lnTo>
                  <a:pt x="503420" y="560608"/>
                </a:lnTo>
                <a:lnTo>
                  <a:pt x="499745" y="560608"/>
                </a:lnTo>
                <a:lnTo>
                  <a:pt x="496070" y="560608"/>
                </a:lnTo>
                <a:lnTo>
                  <a:pt x="492396" y="560608"/>
                </a:lnTo>
                <a:lnTo>
                  <a:pt x="488721" y="560608"/>
                </a:lnTo>
                <a:lnTo>
                  <a:pt x="485047" y="560608"/>
                </a:lnTo>
                <a:lnTo>
                  <a:pt x="481372" y="560608"/>
                </a:lnTo>
                <a:lnTo>
                  <a:pt x="477697" y="560608"/>
                </a:lnTo>
                <a:lnTo>
                  <a:pt x="474023" y="560608"/>
                </a:lnTo>
                <a:lnTo>
                  <a:pt x="470348" y="560608"/>
                </a:lnTo>
                <a:lnTo>
                  <a:pt x="466674" y="560608"/>
                </a:lnTo>
                <a:lnTo>
                  <a:pt x="462999" y="560608"/>
                </a:lnTo>
                <a:lnTo>
                  <a:pt x="459324" y="560608"/>
                </a:lnTo>
                <a:lnTo>
                  <a:pt x="455650" y="560608"/>
                </a:lnTo>
                <a:lnTo>
                  <a:pt x="451975" y="560608"/>
                </a:lnTo>
                <a:lnTo>
                  <a:pt x="448301" y="560608"/>
                </a:lnTo>
                <a:lnTo>
                  <a:pt x="444626" y="560608"/>
                </a:lnTo>
                <a:lnTo>
                  <a:pt x="440951" y="560608"/>
                </a:lnTo>
                <a:lnTo>
                  <a:pt x="437277" y="560608"/>
                </a:lnTo>
                <a:lnTo>
                  <a:pt x="433602" y="560608"/>
                </a:lnTo>
                <a:lnTo>
                  <a:pt x="429928" y="560608"/>
                </a:lnTo>
                <a:lnTo>
                  <a:pt x="426253" y="560608"/>
                </a:lnTo>
                <a:lnTo>
                  <a:pt x="422578" y="560608"/>
                </a:lnTo>
                <a:lnTo>
                  <a:pt x="418904" y="560608"/>
                </a:lnTo>
                <a:lnTo>
                  <a:pt x="415229" y="560608"/>
                </a:lnTo>
                <a:lnTo>
                  <a:pt x="411555" y="560608"/>
                </a:lnTo>
                <a:lnTo>
                  <a:pt x="407880" y="560608"/>
                </a:lnTo>
                <a:lnTo>
                  <a:pt x="404205" y="560608"/>
                </a:lnTo>
                <a:lnTo>
                  <a:pt x="400531" y="560608"/>
                </a:lnTo>
                <a:lnTo>
                  <a:pt x="396856" y="560608"/>
                </a:lnTo>
                <a:lnTo>
                  <a:pt x="393182" y="560608"/>
                </a:lnTo>
                <a:lnTo>
                  <a:pt x="389507" y="560608"/>
                </a:lnTo>
                <a:lnTo>
                  <a:pt x="385832" y="560608"/>
                </a:lnTo>
                <a:lnTo>
                  <a:pt x="382158" y="560608"/>
                </a:lnTo>
                <a:lnTo>
                  <a:pt x="378483" y="560608"/>
                </a:lnTo>
                <a:lnTo>
                  <a:pt x="374809" y="560608"/>
                </a:lnTo>
                <a:lnTo>
                  <a:pt x="371134" y="560608"/>
                </a:lnTo>
                <a:lnTo>
                  <a:pt x="367459" y="560608"/>
                </a:lnTo>
                <a:lnTo>
                  <a:pt x="363785" y="560608"/>
                </a:lnTo>
                <a:lnTo>
                  <a:pt x="360110" y="560608"/>
                </a:lnTo>
                <a:lnTo>
                  <a:pt x="356436" y="560608"/>
                </a:lnTo>
                <a:lnTo>
                  <a:pt x="352761" y="560608"/>
                </a:lnTo>
                <a:lnTo>
                  <a:pt x="349086" y="560608"/>
                </a:lnTo>
                <a:lnTo>
                  <a:pt x="345412" y="560608"/>
                </a:lnTo>
                <a:lnTo>
                  <a:pt x="341737" y="560608"/>
                </a:lnTo>
                <a:lnTo>
                  <a:pt x="338063" y="560608"/>
                </a:lnTo>
                <a:lnTo>
                  <a:pt x="334388" y="560608"/>
                </a:lnTo>
                <a:lnTo>
                  <a:pt x="330713" y="560608"/>
                </a:lnTo>
                <a:lnTo>
                  <a:pt x="327039" y="560608"/>
                </a:lnTo>
                <a:lnTo>
                  <a:pt x="323364" y="560608"/>
                </a:lnTo>
                <a:lnTo>
                  <a:pt x="319690" y="560608"/>
                </a:lnTo>
                <a:lnTo>
                  <a:pt x="316015" y="560608"/>
                </a:lnTo>
                <a:lnTo>
                  <a:pt x="312340" y="560608"/>
                </a:lnTo>
                <a:lnTo>
                  <a:pt x="308666" y="560608"/>
                </a:lnTo>
                <a:lnTo>
                  <a:pt x="304991" y="560608"/>
                </a:lnTo>
                <a:lnTo>
                  <a:pt x="301317" y="560608"/>
                </a:lnTo>
                <a:lnTo>
                  <a:pt x="297642" y="560608"/>
                </a:lnTo>
                <a:lnTo>
                  <a:pt x="293967" y="560608"/>
                </a:lnTo>
                <a:lnTo>
                  <a:pt x="290293" y="560608"/>
                </a:lnTo>
                <a:lnTo>
                  <a:pt x="286618" y="560608"/>
                </a:lnTo>
                <a:lnTo>
                  <a:pt x="282944" y="560608"/>
                </a:lnTo>
                <a:lnTo>
                  <a:pt x="279269" y="560608"/>
                </a:lnTo>
                <a:lnTo>
                  <a:pt x="275594" y="560608"/>
                </a:lnTo>
                <a:lnTo>
                  <a:pt x="271920" y="560608"/>
                </a:lnTo>
                <a:lnTo>
                  <a:pt x="268245" y="560608"/>
                </a:lnTo>
                <a:lnTo>
                  <a:pt x="264571" y="560608"/>
                </a:lnTo>
                <a:lnTo>
                  <a:pt x="260896" y="560608"/>
                </a:lnTo>
                <a:lnTo>
                  <a:pt x="257221" y="560608"/>
                </a:lnTo>
                <a:lnTo>
                  <a:pt x="253547" y="560608"/>
                </a:lnTo>
                <a:lnTo>
                  <a:pt x="249872" y="560608"/>
                </a:lnTo>
                <a:lnTo>
                  <a:pt x="246198" y="560608"/>
                </a:lnTo>
                <a:lnTo>
                  <a:pt x="242523" y="560608"/>
                </a:lnTo>
                <a:lnTo>
                  <a:pt x="238848" y="560608"/>
                </a:lnTo>
                <a:lnTo>
                  <a:pt x="235174" y="560608"/>
                </a:lnTo>
                <a:lnTo>
                  <a:pt x="231499" y="560608"/>
                </a:lnTo>
                <a:lnTo>
                  <a:pt x="227825" y="560608"/>
                </a:lnTo>
                <a:lnTo>
                  <a:pt x="224150" y="560608"/>
                </a:lnTo>
                <a:lnTo>
                  <a:pt x="220475" y="560608"/>
                </a:lnTo>
                <a:lnTo>
                  <a:pt x="216801" y="560608"/>
                </a:lnTo>
                <a:lnTo>
                  <a:pt x="213126" y="560608"/>
                </a:lnTo>
                <a:lnTo>
                  <a:pt x="209452" y="560608"/>
                </a:lnTo>
                <a:lnTo>
                  <a:pt x="205777" y="560608"/>
                </a:lnTo>
                <a:lnTo>
                  <a:pt x="202102" y="560608"/>
                </a:lnTo>
                <a:lnTo>
                  <a:pt x="198428" y="560608"/>
                </a:lnTo>
                <a:lnTo>
                  <a:pt x="194753" y="560608"/>
                </a:lnTo>
                <a:lnTo>
                  <a:pt x="191079" y="560608"/>
                </a:lnTo>
                <a:lnTo>
                  <a:pt x="187404" y="560608"/>
                </a:lnTo>
                <a:lnTo>
                  <a:pt x="183729" y="560608"/>
                </a:lnTo>
                <a:lnTo>
                  <a:pt x="180055" y="560608"/>
                </a:lnTo>
                <a:lnTo>
                  <a:pt x="176380" y="560608"/>
                </a:lnTo>
                <a:lnTo>
                  <a:pt x="172706" y="560608"/>
                </a:lnTo>
                <a:lnTo>
                  <a:pt x="169031" y="560608"/>
                </a:lnTo>
                <a:lnTo>
                  <a:pt x="165356" y="560608"/>
                </a:lnTo>
                <a:lnTo>
                  <a:pt x="161682" y="560608"/>
                </a:lnTo>
                <a:lnTo>
                  <a:pt x="158007" y="560608"/>
                </a:lnTo>
                <a:lnTo>
                  <a:pt x="154333" y="560608"/>
                </a:lnTo>
                <a:lnTo>
                  <a:pt x="150658" y="560608"/>
                </a:lnTo>
                <a:lnTo>
                  <a:pt x="146983" y="560608"/>
                </a:lnTo>
                <a:lnTo>
                  <a:pt x="143309" y="560608"/>
                </a:lnTo>
                <a:lnTo>
                  <a:pt x="139634" y="560608"/>
                </a:lnTo>
                <a:lnTo>
                  <a:pt x="135960" y="560608"/>
                </a:lnTo>
                <a:lnTo>
                  <a:pt x="132285" y="560608"/>
                </a:lnTo>
                <a:lnTo>
                  <a:pt x="128610" y="560608"/>
                </a:lnTo>
                <a:lnTo>
                  <a:pt x="124936" y="560608"/>
                </a:lnTo>
                <a:lnTo>
                  <a:pt x="121261" y="560608"/>
                </a:lnTo>
                <a:lnTo>
                  <a:pt x="117587" y="560608"/>
                </a:lnTo>
                <a:lnTo>
                  <a:pt x="113912" y="560608"/>
                </a:lnTo>
                <a:lnTo>
                  <a:pt x="110237" y="560608"/>
                </a:lnTo>
                <a:lnTo>
                  <a:pt x="106563" y="560608"/>
                </a:lnTo>
                <a:lnTo>
                  <a:pt x="102888" y="560608"/>
                </a:lnTo>
                <a:lnTo>
                  <a:pt x="99214" y="560608"/>
                </a:lnTo>
                <a:lnTo>
                  <a:pt x="95539" y="560608"/>
                </a:lnTo>
                <a:lnTo>
                  <a:pt x="91864" y="560608"/>
                </a:lnTo>
                <a:lnTo>
                  <a:pt x="88190" y="560608"/>
                </a:lnTo>
                <a:lnTo>
                  <a:pt x="84515" y="560608"/>
                </a:lnTo>
                <a:lnTo>
                  <a:pt x="80841" y="560608"/>
                </a:lnTo>
                <a:lnTo>
                  <a:pt x="77166" y="560608"/>
                </a:lnTo>
                <a:lnTo>
                  <a:pt x="73491" y="560608"/>
                </a:lnTo>
                <a:lnTo>
                  <a:pt x="69817" y="560608"/>
                </a:lnTo>
                <a:lnTo>
                  <a:pt x="66142" y="560608"/>
                </a:lnTo>
                <a:lnTo>
                  <a:pt x="62468" y="560608"/>
                </a:lnTo>
                <a:lnTo>
                  <a:pt x="58793" y="560608"/>
                </a:lnTo>
                <a:lnTo>
                  <a:pt x="55118" y="560608"/>
                </a:lnTo>
                <a:lnTo>
                  <a:pt x="51444" y="560608"/>
                </a:lnTo>
                <a:lnTo>
                  <a:pt x="47769" y="560608"/>
                </a:lnTo>
                <a:lnTo>
                  <a:pt x="44095" y="560608"/>
                </a:lnTo>
                <a:lnTo>
                  <a:pt x="40420" y="560608"/>
                </a:lnTo>
                <a:lnTo>
                  <a:pt x="36745" y="560608"/>
                </a:lnTo>
                <a:lnTo>
                  <a:pt x="33071" y="560608"/>
                </a:lnTo>
                <a:lnTo>
                  <a:pt x="29396" y="560608"/>
                </a:lnTo>
                <a:lnTo>
                  <a:pt x="25722" y="560608"/>
                </a:lnTo>
                <a:lnTo>
                  <a:pt x="22047" y="560608"/>
                </a:lnTo>
                <a:lnTo>
                  <a:pt x="18372" y="560608"/>
                </a:lnTo>
                <a:lnTo>
                  <a:pt x="14698" y="560608"/>
                </a:lnTo>
                <a:lnTo>
                  <a:pt x="11023" y="560608"/>
                </a:lnTo>
                <a:lnTo>
                  <a:pt x="7349" y="560608"/>
                </a:lnTo>
                <a:lnTo>
                  <a:pt x="3674" y="560608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31" name="pl231"/>
          <p:cNvSpPr/>
          <p:nvPr/>
        </p:nvSpPr>
        <p:spPr>
          <a:xfrm>
            <a:off x="8856642" y="3664207"/>
            <a:ext cx="1877720" cy="560608"/>
          </a:xfrm>
          <a:custGeom>
            <a:avLst/>
            <a:gdLst/>
            <a:ahLst/>
            <a:cxnLst/>
            <a:rect l="0" t="0" r="0" b="0"/>
            <a:pathLst>
              <a:path w="1877720" h="560608">
                <a:moveTo>
                  <a:pt x="0" y="560608"/>
                </a:moveTo>
                <a:lnTo>
                  <a:pt x="3674" y="560608"/>
                </a:lnTo>
                <a:lnTo>
                  <a:pt x="7349" y="560608"/>
                </a:lnTo>
                <a:lnTo>
                  <a:pt x="11023" y="560608"/>
                </a:lnTo>
                <a:lnTo>
                  <a:pt x="14698" y="560608"/>
                </a:lnTo>
                <a:lnTo>
                  <a:pt x="18372" y="560608"/>
                </a:lnTo>
                <a:lnTo>
                  <a:pt x="22047" y="560608"/>
                </a:lnTo>
                <a:lnTo>
                  <a:pt x="25722" y="560608"/>
                </a:lnTo>
                <a:lnTo>
                  <a:pt x="29396" y="560608"/>
                </a:lnTo>
                <a:lnTo>
                  <a:pt x="33071" y="560608"/>
                </a:lnTo>
                <a:lnTo>
                  <a:pt x="36745" y="560608"/>
                </a:lnTo>
                <a:lnTo>
                  <a:pt x="40420" y="560608"/>
                </a:lnTo>
                <a:lnTo>
                  <a:pt x="44095" y="560608"/>
                </a:lnTo>
                <a:lnTo>
                  <a:pt x="47769" y="560608"/>
                </a:lnTo>
                <a:lnTo>
                  <a:pt x="51444" y="560608"/>
                </a:lnTo>
                <a:lnTo>
                  <a:pt x="55118" y="560608"/>
                </a:lnTo>
                <a:lnTo>
                  <a:pt x="58793" y="560608"/>
                </a:lnTo>
                <a:lnTo>
                  <a:pt x="62468" y="560608"/>
                </a:lnTo>
                <a:lnTo>
                  <a:pt x="66142" y="560608"/>
                </a:lnTo>
                <a:lnTo>
                  <a:pt x="69817" y="560608"/>
                </a:lnTo>
                <a:lnTo>
                  <a:pt x="73491" y="560608"/>
                </a:lnTo>
                <a:lnTo>
                  <a:pt x="77166" y="560608"/>
                </a:lnTo>
                <a:lnTo>
                  <a:pt x="80841" y="560608"/>
                </a:lnTo>
                <a:lnTo>
                  <a:pt x="84515" y="560608"/>
                </a:lnTo>
                <a:lnTo>
                  <a:pt x="88190" y="560608"/>
                </a:lnTo>
                <a:lnTo>
                  <a:pt x="91864" y="560608"/>
                </a:lnTo>
                <a:lnTo>
                  <a:pt x="95539" y="560608"/>
                </a:lnTo>
                <a:lnTo>
                  <a:pt x="99214" y="560608"/>
                </a:lnTo>
                <a:lnTo>
                  <a:pt x="102888" y="560608"/>
                </a:lnTo>
                <a:lnTo>
                  <a:pt x="106563" y="560608"/>
                </a:lnTo>
                <a:lnTo>
                  <a:pt x="110237" y="560608"/>
                </a:lnTo>
                <a:lnTo>
                  <a:pt x="113912" y="560608"/>
                </a:lnTo>
                <a:lnTo>
                  <a:pt x="117587" y="560608"/>
                </a:lnTo>
                <a:lnTo>
                  <a:pt x="121261" y="560608"/>
                </a:lnTo>
                <a:lnTo>
                  <a:pt x="124936" y="560608"/>
                </a:lnTo>
                <a:lnTo>
                  <a:pt x="128610" y="560608"/>
                </a:lnTo>
                <a:lnTo>
                  <a:pt x="132285" y="560608"/>
                </a:lnTo>
                <a:lnTo>
                  <a:pt x="135960" y="560608"/>
                </a:lnTo>
                <a:lnTo>
                  <a:pt x="139634" y="560608"/>
                </a:lnTo>
                <a:lnTo>
                  <a:pt x="143309" y="560608"/>
                </a:lnTo>
                <a:lnTo>
                  <a:pt x="146983" y="560608"/>
                </a:lnTo>
                <a:lnTo>
                  <a:pt x="150658" y="560608"/>
                </a:lnTo>
                <a:lnTo>
                  <a:pt x="154333" y="560608"/>
                </a:lnTo>
                <a:lnTo>
                  <a:pt x="158007" y="560608"/>
                </a:lnTo>
                <a:lnTo>
                  <a:pt x="161682" y="560608"/>
                </a:lnTo>
                <a:lnTo>
                  <a:pt x="165356" y="560608"/>
                </a:lnTo>
                <a:lnTo>
                  <a:pt x="169031" y="560608"/>
                </a:lnTo>
                <a:lnTo>
                  <a:pt x="172706" y="560608"/>
                </a:lnTo>
                <a:lnTo>
                  <a:pt x="176380" y="560608"/>
                </a:lnTo>
                <a:lnTo>
                  <a:pt x="180055" y="560608"/>
                </a:lnTo>
                <a:lnTo>
                  <a:pt x="183729" y="560608"/>
                </a:lnTo>
                <a:lnTo>
                  <a:pt x="187404" y="560608"/>
                </a:lnTo>
                <a:lnTo>
                  <a:pt x="191079" y="560608"/>
                </a:lnTo>
                <a:lnTo>
                  <a:pt x="194753" y="560608"/>
                </a:lnTo>
                <a:lnTo>
                  <a:pt x="198428" y="560608"/>
                </a:lnTo>
                <a:lnTo>
                  <a:pt x="202102" y="560608"/>
                </a:lnTo>
                <a:lnTo>
                  <a:pt x="205777" y="560608"/>
                </a:lnTo>
                <a:lnTo>
                  <a:pt x="209452" y="560608"/>
                </a:lnTo>
                <a:lnTo>
                  <a:pt x="213126" y="560608"/>
                </a:lnTo>
                <a:lnTo>
                  <a:pt x="216801" y="560608"/>
                </a:lnTo>
                <a:lnTo>
                  <a:pt x="220475" y="560608"/>
                </a:lnTo>
                <a:lnTo>
                  <a:pt x="224150" y="560608"/>
                </a:lnTo>
                <a:lnTo>
                  <a:pt x="227825" y="560608"/>
                </a:lnTo>
                <a:lnTo>
                  <a:pt x="231499" y="560608"/>
                </a:lnTo>
                <a:lnTo>
                  <a:pt x="235174" y="560608"/>
                </a:lnTo>
                <a:lnTo>
                  <a:pt x="238848" y="560608"/>
                </a:lnTo>
                <a:lnTo>
                  <a:pt x="242523" y="560608"/>
                </a:lnTo>
                <a:lnTo>
                  <a:pt x="246198" y="560608"/>
                </a:lnTo>
                <a:lnTo>
                  <a:pt x="249872" y="560608"/>
                </a:lnTo>
                <a:lnTo>
                  <a:pt x="253547" y="560608"/>
                </a:lnTo>
                <a:lnTo>
                  <a:pt x="257221" y="560608"/>
                </a:lnTo>
                <a:lnTo>
                  <a:pt x="260896" y="560608"/>
                </a:lnTo>
                <a:lnTo>
                  <a:pt x="264571" y="560608"/>
                </a:lnTo>
                <a:lnTo>
                  <a:pt x="268245" y="560608"/>
                </a:lnTo>
                <a:lnTo>
                  <a:pt x="271920" y="560608"/>
                </a:lnTo>
                <a:lnTo>
                  <a:pt x="275594" y="560608"/>
                </a:lnTo>
                <a:lnTo>
                  <a:pt x="279269" y="560608"/>
                </a:lnTo>
                <a:lnTo>
                  <a:pt x="282944" y="560608"/>
                </a:lnTo>
                <a:lnTo>
                  <a:pt x="286618" y="560608"/>
                </a:lnTo>
                <a:lnTo>
                  <a:pt x="290293" y="560608"/>
                </a:lnTo>
                <a:lnTo>
                  <a:pt x="293967" y="560608"/>
                </a:lnTo>
                <a:lnTo>
                  <a:pt x="297642" y="560608"/>
                </a:lnTo>
                <a:lnTo>
                  <a:pt x="301317" y="560608"/>
                </a:lnTo>
                <a:lnTo>
                  <a:pt x="304991" y="560608"/>
                </a:lnTo>
                <a:lnTo>
                  <a:pt x="308666" y="560608"/>
                </a:lnTo>
                <a:lnTo>
                  <a:pt x="312340" y="560608"/>
                </a:lnTo>
                <a:lnTo>
                  <a:pt x="316015" y="560608"/>
                </a:lnTo>
                <a:lnTo>
                  <a:pt x="319690" y="560608"/>
                </a:lnTo>
                <a:lnTo>
                  <a:pt x="323364" y="560608"/>
                </a:lnTo>
                <a:lnTo>
                  <a:pt x="327039" y="560608"/>
                </a:lnTo>
                <a:lnTo>
                  <a:pt x="330713" y="560608"/>
                </a:lnTo>
                <a:lnTo>
                  <a:pt x="334388" y="560608"/>
                </a:lnTo>
                <a:lnTo>
                  <a:pt x="338063" y="560608"/>
                </a:lnTo>
                <a:lnTo>
                  <a:pt x="341737" y="560608"/>
                </a:lnTo>
                <a:lnTo>
                  <a:pt x="345412" y="560608"/>
                </a:lnTo>
                <a:lnTo>
                  <a:pt x="349086" y="560608"/>
                </a:lnTo>
                <a:lnTo>
                  <a:pt x="352761" y="560608"/>
                </a:lnTo>
                <a:lnTo>
                  <a:pt x="356436" y="560608"/>
                </a:lnTo>
                <a:lnTo>
                  <a:pt x="360110" y="560608"/>
                </a:lnTo>
                <a:lnTo>
                  <a:pt x="363785" y="560608"/>
                </a:lnTo>
                <a:lnTo>
                  <a:pt x="367459" y="560608"/>
                </a:lnTo>
                <a:lnTo>
                  <a:pt x="371134" y="560608"/>
                </a:lnTo>
                <a:lnTo>
                  <a:pt x="374809" y="560608"/>
                </a:lnTo>
                <a:lnTo>
                  <a:pt x="378483" y="560608"/>
                </a:lnTo>
                <a:lnTo>
                  <a:pt x="382158" y="560608"/>
                </a:lnTo>
                <a:lnTo>
                  <a:pt x="385832" y="560608"/>
                </a:lnTo>
                <a:lnTo>
                  <a:pt x="389507" y="560608"/>
                </a:lnTo>
                <a:lnTo>
                  <a:pt x="393182" y="560608"/>
                </a:lnTo>
                <a:lnTo>
                  <a:pt x="396856" y="560608"/>
                </a:lnTo>
                <a:lnTo>
                  <a:pt x="400531" y="560608"/>
                </a:lnTo>
                <a:lnTo>
                  <a:pt x="404205" y="560608"/>
                </a:lnTo>
                <a:lnTo>
                  <a:pt x="407880" y="560608"/>
                </a:lnTo>
                <a:lnTo>
                  <a:pt x="411555" y="560608"/>
                </a:lnTo>
                <a:lnTo>
                  <a:pt x="415229" y="560608"/>
                </a:lnTo>
                <a:lnTo>
                  <a:pt x="418904" y="560608"/>
                </a:lnTo>
                <a:lnTo>
                  <a:pt x="422578" y="560608"/>
                </a:lnTo>
                <a:lnTo>
                  <a:pt x="426253" y="560608"/>
                </a:lnTo>
                <a:lnTo>
                  <a:pt x="429928" y="560608"/>
                </a:lnTo>
                <a:lnTo>
                  <a:pt x="433602" y="560608"/>
                </a:lnTo>
                <a:lnTo>
                  <a:pt x="437277" y="560608"/>
                </a:lnTo>
                <a:lnTo>
                  <a:pt x="440951" y="560608"/>
                </a:lnTo>
                <a:lnTo>
                  <a:pt x="444626" y="560608"/>
                </a:lnTo>
                <a:lnTo>
                  <a:pt x="448301" y="560608"/>
                </a:lnTo>
                <a:lnTo>
                  <a:pt x="451975" y="560608"/>
                </a:lnTo>
                <a:lnTo>
                  <a:pt x="455650" y="560608"/>
                </a:lnTo>
                <a:lnTo>
                  <a:pt x="459324" y="560608"/>
                </a:lnTo>
                <a:lnTo>
                  <a:pt x="462999" y="560608"/>
                </a:lnTo>
                <a:lnTo>
                  <a:pt x="466674" y="560608"/>
                </a:lnTo>
                <a:lnTo>
                  <a:pt x="470348" y="560608"/>
                </a:lnTo>
                <a:lnTo>
                  <a:pt x="474023" y="560608"/>
                </a:lnTo>
                <a:lnTo>
                  <a:pt x="477697" y="560608"/>
                </a:lnTo>
                <a:lnTo>
                  <a:pt x="481372" y="560608"/>
                </a:lnTo>
                <a:lnTo>
                  <a:pt x="485047" y="560608"/>
                </a:lnTo>
                <a:lnTo>
                  <a:pt x="488721" y="560608"/>
                </a:lnTo>
                <a:lnTo>
                  <a:pt x="492396" y="560608"/>
                </a:lnTo>
                <a:lnTo>
                  <a:pt x="496070" y="560608"/>
                </a:lnTo>
                <a:lnTo>
                  <a:pt x="499745" y="560608"/>
                </a:lnTo>
                <a:lnTo>
                  <a:pt x="503420" y="560608"/>
                </a:lnTo>
                <a:lnTo>
                  <a:pt x="507094" y="560608"/>
                </a:lnTo>
                <a:lnTo>
                  <a:pt x="510769" y="560608"/>
                </a:lnTo>
                <a:lnTo>
                  <a:pt x="514443" y="560608"/>
                </a:lnTo>
                <a:lnTo>
                  <a:pt x="518118" y="560608"/>
                </a:lnTo>
                <a:lnTo>
                  <a:pt x="521793" y="560608"/>
                </a:lnTo>
                <a:lnTo>
                  <a:pt x="525467" y="560608"/>
                </a:lnTo>
                <a:lnTo>
                  <a:pt x="529142" y="560608"/>
                </a:lnTo>
                <a:lnTo>
                  <a:pt x="532816" y="560608"/>
                </a:lnTo>
                <a:lnTo>
                  <a:pt x="536491" y="560608"/>
                </a:lnTo>
                <a:lnTo>
                  <a:pt x="540166" y="560608"/>
                </a:lnTo>
                <a:lnTo>
                  <a:pt x="543840" y="560608"/>
                </a:lnTo>
                <a:lnTo>
                  <a:pt x="547515" y="560608"/>
                </a:lnTo>
                <a:lnTo>
                  <a:pt x="551189" y="560608"/>
                </a:lnTo>
                <a:lnTo>
                  <a:pt x="554864" y="560608"/>
                </a:lnTo>
                <a:lnTo>
                  <a:pt x="558539" y="560608"/>
                </a:lnTo>
                <a:lnTo>
                  <a:pt x="562213" y="560608"/>
                </a:lnTo>
                <a:lnTo>
                  <a:pt x="565888" y="560608"/>
                </a:lnTo>
                <a:lnTo>
                  <a:pt x="569562" y="560608"/>
                </a:lnTo>
                <a:lnTo>
                  <a:pt x="573237" y="560608"/>
                </a:lnTo>
                <a:lnTo>
                  <a:pt x="576912" y="560608"/>
                </a:lnTo>
                <a:lnTo>
                  <a:pt x="580586" y="560608"/>
                </a:lnTo>
                <a:lnTo>
                  <a:pt x="584261" y="560608"/>
                </a:lnTo>
                <a:lnTo>
                  <a:pt x="587935" y="560608"/>
                </a:lnTo>
                <a:lnTo>
                  <a:pt x="591610" y="560608"/>
                </a:lnTo>
                <a:lnTo>
                  <a:pt x="595285" y="560608"/>
                </a:lnTo>
                <a:lnTo>
                  <a:pt x="598959" y="560608"/>
                </a:lnTo>
                <a:lnTo>
                  <a:pt x="602634" y="560608"/>
                </a:lnTo>
                <a:lnTo>
                  <a:pt x="606308" y="560608"/>
                </a:lnTo>
                <a:lnTo>
                  <a:pt x="609983" y="560608"/>
                </a:lnTo>
                <a:lnTo>
                  <a:pt x="613658" y="560608"/>
                </a:lnTo>
                <a:lnTo>
                  <a:pt x="617332" y="560608"/>
                </a:lnTo>
                <a:lnTo>
                  <a:pt x="621007" y="560608"/>
                </a:lnTo>
                <a:lnTo>
                  <a:pt x="624681" y="560608"/>
                </a:lnTo>
                <a:lnTo>
                  <a:pt x="628356" y="560608"/>
                </a:lnTo>
                <a:lnTo>
                  <a:pt x="632031" y="560608"/>
                </a:lnTo>
                <a:lnTo>
                  <a:pt x="635705" y="560608"/>
                </a:lnTo>
                <a:lnTo>
                  <a:pt x="639380" y="560608"/>
                </a:lnTo>
                <a:lnTo>
                  <a:pt x="643054" y="560608"/>
                </a:lnTo>
                <a:lnTo>
                  <a:pt x="646729" y="560608"/>
                </a:lnTo>
                <a:lnTo>
                  <a:pt x="650404" y="560608"/>
                </a:lnTo>
                <a:lnTo>
                  <a:pt x="654078" y="560608"/>
                </a:lnTo>
                <a:lnTo>
                  <a:pt x="657753" y="560608"/>
                </a:lnTo>
                <a:lnTo>
                  <a:pt x="661427" y="560608"/>
                </a:lnTo>
                <a:lnTo>
                  <a:pt x="665102" y="560608"/>
                </a:lnTo>
                <a:lnTo>
                  <a:pt x="668777" y="560608"/>
                </a:lnTo>
                <a:lnTo>
                  <a:pt x="672451" y="560608"/>
                </a:lnTo>
                <a:lnTo>
                  <a:pt x="676126" y="560608"/>
                </a:lnTo>
                <a:lnTo>
                  <a:pt x="679800" y="560608"/>
                </a:lnTo>
                <a:lnTo>
                  <a:pt x="683475" y="560608"/>
                </a:lnTo>
                <a:lnTo>
                  <a:pt x="687150" y="560608"/>
                </a:lnTo>
                <a:lnTo>
                  <a:pt x="690824" y="560608"/>
                </a:lnTo>
                <a:lnTo>
                  <a:pt x="694499" y="560608"/>
                </a:lnTo>
                <a:lnTo>
                  <a:pt x="698173" y="560608"/>
                </a:lnTo>
                <a:lnTo>
                  <a:pt x="701848" y="560608"/>
                </a:lnTo>
                <a:lnTo>
                  <a:pt x="705523" y="560608"/>
                </a:lnTo>
                <a:lnTo>
                  <a:pt x="709197" y="560608"/>
                </a:lnTo>
                <a:lnTo>
                  <a:pt x="712872" y="560608"/>
                </a:lnTo>
                <a:lnTo>
                  <a:pt x="716546" y="560608"/>
                </a:lnTo>
                <a:lnTo>
                  <a:pt x="720221" y="560608"/>
                </a:lnTo>
                <a:lnTo>
                  <a:pt x="723896" y="560608"/>
                </a:lnTo>
                <a:lnTo>
                  <a:pt x="727570" y="560608"/>
                </a:lnTo>
                <a:lnTo>
                  <a:pt x="731245" y="560608"/>
                </a:lnTo>
                <a:lnTo>
                  <a:pt x="734919" y="560608"/>
                </a:lnTo>
                <a:lnTo>
                  <a:pt x="738594" y="560608"/>
                </a:lnTo>
                <a:lnTo>
                  <a:pt x="742269" y="560608"/>
                </a:lnTo>
                <a:lnTo>
                  <a:pt x="745943" y="560608"/>
                </a:lnTo>
                <a:lnTo>
                  <a:pt x="749618" y="560608"/>
                </a:lnTo>
                <a:lnTo>
                  <a:pt x="753292" y="560608"/>
                </a:lnTo>
                <a:lnTo>
                  <a:pt x="756967" y="560608"/>
                </a:lnTo>
                <a:lnTo>
                  <a:pt x="760642" y="560608"/>
                </a:lnTo>
                <a:lnTo>
                  <a:pt x="764316" y="560608"/>
                </a:lnTo>
                <a:lnTo>
                  <a:pt x="767991" y="560608"/>
                </a:lnTo>
                <a:lnTo>
                  <a:pt x="771665" y="560608"/>
                </a:lnTo>
                <a:lnTo>
                  <a:pt x="775340" y="560608"/>
                </a:lnTo>
                <a:lnTo>
                  <a:pt x="779015" y="560608"/>
                </a:lnTo>
                <a:lnTo>
                  <a:pt x="782689" y="560608"/>
                </a:lnTo>
                <a:lnTo>
                  <a:pt x="786364" y="560608"/>
                </a:lnTo>
                <a:lnTo>
                  <a:pt x="790038" y="560608"/>
                </a:lnTo>
                <a:lnTo>
                  <a:pt x="793713" y="560608"/>
                </a:lnTo>
                <a:lnTo>
                  <a:pt x="797388" y="560608"/>
                </a:lnTo>
                <a:lnTo>
                  <a:pt x="801062" y="560608"/>
                </a:lnTo>
                <a:lnTo>
                  <a:pt x="804737" y="560608"/>
                </a:lnTo>
                <a:lnTo>
                  <a:pt x="808411" y="560608"/>
                </a:lnTo>
                <a:lnTo>
                  <a:pt x="812086" y="560608"/>
                </a:lnTo>
                <a:lnTo>
                  <a:pt x="815761" y="560608"/>
                </a:lnTo>
                <a:lnTo>
                  <a:pt x="819435" y="560608"/>
                </a:lnTo>
                <a:lnTo>
                  <a:pt x="823110" y="560608"/>
                </a:lnTo>
                <a:lnTo>
                  <a:pt x="826784" y="560608"/>
                </a:lnTo>
                <a:lnTo>
                  <a:pt x="830459" y="560608"/>
                </a:lnTo>
                <a:lnTo>
                  <a:pt x="834134" y="560608"/>
                </a:lnTo>
                <a:lnTo>
                  <a:pt x="837808" y="560608"/>
                </a:lnTo>
                <a:lnTo>
                  <a:pt x="841483" y="560608"/>
                </a:lnTo>
                <a:lnTo>
                  <a:pt x="845157" y="560608"/>
                </a:lnTo>
                <a:lnTo>
                  <a:pt x="848832" y="560608"/>
                </a:lnTo>
                <a:lnTo>
                  <a:pt x="852507" y="560608"/>
                </a:lnTo>
                <a:lnTo>
                  <a:pt x="856181" y="560608"/>
                </a:lnTo>
                <a:lnTo>
                  <a:pt x="859856" y="560608"/>
                </a:lnTo>
                <a:lnTo>
                  <a:pt x="863530" y="560608"/>
                </a:lnTo>
                <a:lnTo>
                  <a:pt x="867205" y="560608"/>
                </a:lnTo>
                <a:lnTo>
                  <a:pt x="870880" y="560608"/>
                </a:lnTo>
                <a:lnTo>
                  <a:pt x="874554" y="560608"/>
                </a:lnTo>
                <a:lnTo>
                  <a:pt x="878229" y="560608"/>
                </a:lnTo>
                <a:lnTo>
                  <a:pt x="881903" y="560608"/>
                </a:lnTo>
                <a:lnTo>
                  <a:pt x="885578" y="560608"/>
                </a:lnTo>
                <a:lnTo>
                  <a:pt x="889253" y="560608"/>
                </a:lnTo>
                <a:lnTo>
                  <a:pt x="892927" y="560608"/>
                </a:lnTo>
                <a:lnTo>
                  <a:pt x="896602" y="560608"/>
                </a:lnTo>
                <a:lnTo>
                  <a:pt x="900276" y="560608"/>
                </a:lnTo>
                <a:lnTo>
                  <a:pt x="903951" y="560608"/>
                </a:lnTo>
                <a:lnTo>
                  <a:pt x="907626" y="560608"/>
                </a:lnTo>
                <a:lnTo>
                  <a:pt x="911300" y="560608"/>
                </a:lnTo>
                <a:lnTo>
                  <a:pt x="914975" y="560608"/>
                </a:lnTo>
                <a:lnTo>
                  <a:pt x="918649" y="560608"/>
                </a:lnTo>
                <a:lnTo>
                  <a:pt x="922324" y="560608"/>
                </a:lnTo>
                <a:lnTo>
                  <a:pt x="925999" y="560608"/>
                </a:lnTo>
                <a:lnTo>
                  <a:pt x="929673" y="560608"/>
                </a:lnTo>
                <a:lnTo>
                  <a:pt x="933348" y="560608"/>
                </a:lnTo>
                <a:lnTo>
                  <a:pt x="937022" y="560608"/>
                </a:lnTo>
                <a:lnTo>
                  <a:pt x="940697" y="560608"/>
                </a:lnTo>
                <a:lnTo>
                  <a:pt x="944372" y="560608"/>
                </a:lnTo>
                <a:lnTo>
                  <a:pt x="948046" y="560608"/>
                </a:lnTo>
                <a:lnTo>
                  <a:pt x="951721" y="560608"/>
                </a:lnTo>
                <a:lnTo>
                  <a:pt x="955395" y="560608"/>
                </a:lnTo>
                <a:lnTo>
                  <a:pt x="959070" y="560608"/>
                </a:lnTo>
                <a:lnTo>
                  <a:pt x="962745" y="560608"/>
                </a:lnTo>
                <a:lnTo>
                  <a:pt x="966419" y="560608"/>
                </a:lnTo>
                <a:lnTo>
                  <a:pt x="970094" y="560608"/>
                </a:lnTo>
                <a:lnTo>
                  <a:pt x="973768" y="560608"/>
                </a:lnTo>
                <a:lnTo>
                  <a:pt x="977443" y="560607"/>
                </a:lnTo>
                <a:lnTo>
                  <a:pt x="981118" y="560604"/>
                </a:lnTo>
                <a:lnTo>
                  <a:pt x="984792" y="560595"/>
                </a:lnTo>
                <a:lnTo>
                  <a:pt x="988467" y="560572"/>
                </a:lnTo>
                <a:lnTo>
                  <a:pt x="992141" y="560515"/>
                </a:lnTo>
                <a:lnTo>
                  <a:pt x="995816" y="560396"/>
                </a:lnTo>
                <a:lnTo>
                  <a:pt x="999491" y="560171"/>
                </a:lnTo>
                <a:lnTo>
                  <a:pt x="1003165" y="559786"/>
                </a:lnTo>
                <a:lnTo>
                  <a:pt x="1006840" y="559188"/>
                </a:lnTo>
                <a:lnTo>
                  <a:pt x="1010514" y="558335"/>
                </a:lnTo>
                <a:lnTo>
                  <a:pt x="1014189" y="557206"/>
                </a:lnTo>
                <a:lnTo>
                  <a:pt x="1017864" y="555788"/>
                </a:lnTo>
                <a:lnTo>
                  <a:pt x="1021538" y="554064"/>
                </a:lnTo>
                <a:lnTo>
                  <a:pt x="1025213" y="551977"/>
                </a:lnTo>
                <a:lnTo>
                  <a:pt x="1028887" y="549391"/>
                </a:lnTo>
                <a:lnTo>
                  <a:pt x="1032562" y="546171"/>
                </a:lnTo>
                <a:lnTo>
                  <a:pt x="1036237" y="542207"/>
                </a:lnTo>
                <a:lnTo>
                  <a:pt x="1039911" y="537530"/>
                </a:lnTo>
                <a:lnTo>
                  <a:pt x="1043586" y="532344"/>
                </a:lnTo>
                <a:lnTo>
                  <a:pt x="1047260" y="526942"/>
                </a:lnTo>
                <a:lnTo>
                  <a:pt x="1050935" y="521501"/>
                </a:lnTo>
                <a:lnTo>
                  <a:pt x="1054610" y="515884"/>
                </a:lnTo>
                <a:lnTo>
                  <a:pt x="1058284" y="509587"/>
                </a:lnTo>
                <a:lnTo>
                  <a:pt x="1061959" y="501914"/>
                </a:lnTo>
                <a:lnTo>
                  <a:pt x="1065633" y="492311"/>
                </a:lnTo>
                <a:lnTo>
                  <a:pt x="1069308" y="480648"/>
                </a:lnTo>
                <a:lnTo>
                  <a:pt x="1072983" y="467286"/>
                </a:lnTo>
                <a:lnTo>
                  <a:pt x="1076657" y="452848"/>
                </a:lnTo>
                <a:lnTo>
                  <a:pt x="1080332" y="437843"/>
                </a:lnTo>
                <a:lnTo>
                  <a:pt x="1084006" y="422375"/>
                </a:lnTo>
                <a:lnTo>
                  <a:pt x="1087681" y="406144"/>
                </a:lnTo>
                <a:lnTo>
                  <a:pt x="1091356" y="388740"/>
                </a:lnTo>
                <a:lnTo>
                  <a:pt x="1095030" y="370030"/>
                </a:lnTo>
                <a:lnTo>
                  <a:pt x="1098705" y="350362"/>
                </a:lnTo>
                <a:lnTo>
                  <a:pt x="1102379" y="330419"/>
                </a:lnTo>
                <a:lnTo>
                  <a:pt x="1106054" y="310817"/>
                </a:lnTo>
                <a:lnTo>
                  <a:pt x="1109729" y="291743"/>
                </a:lnTo>
                <a:lnTo>
                  <a:pt x="1113403" y="272890"/>
                </a:lnTo>
                <a:lnTo>
                  <a:pt x="1117078" y="253742"/>
                </a:lnTo>
                <a:lnTo>
                  <a:pt x="1120752" y="234045"/>
                </a:lnTo>
                <a:lnTo>
                  <a:pt x="1124427" y="213909"/>
                </a:lnTo>
                <a:lnTo>
                  <a:pt x="1128102" y="193637"/>
                </a:lnTo>
                <a:lnTo>
                  <a:pt x="1131776" y="173436"/>
                </a:lnTo>
                <a:lnTo>
                  <a:pt x="1135451" y="153252"/>
                </a:lnTo>
                <a:lnTo>
                  <a:pt x="1139125" y="132852"/>
                </a:lnTo>
                <a:lnTo>
                  <a:pt x="1142800" y="112103"/>
                </a:lnTo>
                <a:lnTo>
                  <a:pt x="1146475" y="91241"/>
                </a:lnTo>
                <a:lnTo>
                  <a:pt x="1150149" y="70951"/>
                </a:lnTo>
                <a:lnTo>
                  <a:pt x="1153824" y="52183"/>
                </a:lnTo>
                <a:lnTo>
                  <a:pt x="1157498" y="35828"/>
                </a:lnTo>
                <a:lnTo>
                  <a:pt x="1161173" y="22462"/>
                </a:lnTo>
                <a:lnTo>
                  <a:pt x="1164848" y="12292"/>
                </a:lnTo>
                <a:lnTo>
                  <a:pt x="1168522" y="5269"/>
                </a:lnTo>
                <a:lnTo>
                  <a:pt x="1172197" y="1235"/>
                </a:lnTo>
                <a:lnTo>
                  <a:pt x="1175871" y="0"/>
                </a:lnTo>
                <a:lnTo>
                  <a:pt x="1179546" y="1350"/>
                </a:lnTo>
                <a:lnTo>
                  <a:pt x="1183221" y="5049"/>
                </a:lnTo>
                <a:lnTo>
                  <a:pt x="1186895" y="10828"/>
                </a:lnTo>
                <a:lnTo>
                  <a:pt x="1190570" y="18339"/>
                </a:lnTo>
                <a:lnTo>
                  <a:pt x="1194244" y="27082"/>
                </a:lnTo>
                <a:lnTo>
                  <a:pt x="1197919" y="36369"/>
                </a:lnTo>
                <a:lnTo>
                  <a:pt x="1201594" y="45436"/>
                </a:lnTo>
                <a:lnTo>
                  <a:pt x="1205268" y="53824"/>
                </a:lnTo>
                <a:lnTo>
                  <a:pt x="1208943" y="61615"/>
                </a:lnTo>
                <a:lnTo>
                  <a:pt x="1212617" y="69496"/>
                </a:lnTo>
                <a:lnTo>
                  <a:pt x="1216292" y="78595"/>
                </a:lnTo>
                <a:lnTo>
                  <a:pt x="1219967" y="90116"/>
                </a:lnTo>
                <a:lnTo>
                  <a:pt x="1223641" y="104873"/>
                </a:lnTo>
                <a:lnTo>
                  <a:pt x="1227316" y="122897"/>
                </a:lnTo>
                <a:lnTo>
                  <a:pt x="1230990" y="143340"/>
                </a:lnTo>
                <a:lnTo>
                  <a:pt x="1234665" y="164734"/>
                </a:lnTo>
                <a:lnTo>
                  <a:pt x="1238340" y="185536"/>
                </a:lnTo>
                <a:lnTo>
                  <a:pt x="1242014" y="204685"/>
                </a:lnTo>
                <a:lnTo>
                  <a:pt x="1245689" y="221913"/>
                </a:lnTo>
                <a:lnTo>
                  <a:pt x="1249363" y="237697"/>
                </a:lnTo>
                <a:lnTo>
                  <a:pt x="1253038" y="252885"/>
                </a:lnTo>
                <a:lnTo>
                  <a:pt x="1256713" y="268245"/>
                </a:lnTo>
                <a:lnTo>
                  <a:pt x="1260387" y="284123"/>
                </a:lnTo>
                <a:lnTo>
                  <a:pt x="1264062" y="300352"/>
                </a:lnTo>
                <a:lnTo>
                  <a:pt x="1267736" y="316362"/>
                </a:lnTo>
                <a:lnTo>
                  <a:pt x="1271411" y="331429"/>
                </a:lnTo>
                <a:lnTo>
                  <a:pt x="1275086" y="344942"/>
                </a:lnTo>
                <a:lnTo>
                  <a:pt x="1278760" y="356656"/>
                </a:lnTo>
                <a:lnTo>
                  <a:pt x="1282435" y="366830"/>
                </a:lnTo>
                <a:lnTo>
                  <a:pt x="1286109" y="376201"/>
                </a:lnTo>
                <a:lnTo>
                  <a:pt x="1289784" y="385768"/>
                </a:lnTo>
                <a:lnTo>
                  <a:pt x="1293459" y="396224"/>
                </a:lnTo>
                <a:lnTo>
                  <a:pt x="1297133" y="407753"/>
                </a:lnTo>
                <a:lnTo>
                  <a:pt x="1300808" y="420024"/>
                </a:lnTo>
                <a:lnTo>
                  <a:pt x="1304482" y="432418"/>
                </a:lnTo>
                <a:lnTo>
                  <a:pt x="1308157" y="444328"/>
                </a:lnTo>
                <a:lnTo>
                  <a:pt x="1311832" y="455358"/>
                </a:lnTo>
                <a:lnTo>
                  <a:pt x="1315506" y="465344"/>
                </a:lnTo>
                <a:lnTo>
                  <a:pt x="1319181" y="474266"/>
                </a:lnTo>
                <a:lnTo>
                  <a:pt x="1322855" y="482153"/>
                </a:lnTo>
                <a:lnTo>
                  <a:pt x="1326530" y="489042"/>
                </a:lnTo>
                <a:lnTo>
                  <a:pt x="1330205" y="495003"/>
                </a:lnTo>
                <a:lnTo>
                  <a:pt x="1333879" y="500154"/>
                </a:lnTo>
                <a:lnTo>
                  <a:pt x="1337554" y="504647"/>
                </a:lnTo>
                <a:lnTo>
                  <a:pt x="1341228" y="508633"/>
                </a:lnTo>
                <a:lnTo>
                  <a:pt x="1344903" y="512223"/>
                </a:lnTo>
                <a:lnTo>
                  <a:pt x="1348577" y="515498"/>
                </a:lnTo>
                <a:lnTo>
                  <a:pt x="1352252" y="518523"/>
                </a:lnTo>
                <a:lnTo>
                  <a:pt x="1355927" y="521363"/>
                </a:lnTo>
                <a:lnTo>
                  <a:pt x="1359601" y="524065"/>
                </a:lnTo>
                <a:lnTo>
                  <a:pt x="1363276" y="526646"/>
                </a:lnTo>
                <a:lnTo>
                  <a:pt x="1366950" y="529107"/>
                </a:lnTo>
                <a:lnTo>
                  <a:pt x="1370625" y="531477"/>
                </a:lnTo>
                <a:lnTo>
                  <a:pt x="1374300" y="533851"/>
                </a:lnTo>
                <a:lnTo>
                  <a:pt x="1377974" y="536338"/>
                </a:lnTo>
                <a:lnTo>
                  <a:pt x="1381649" y="538973"/>
                </a:lnTo>
                <a:lnTo>
                  <a:pt x="1385323" y="541668"/>
                </a:lnTo>
                <a:lnTo>
                  <a:pt x="1388998" y="544234"/>
                </a:lnTo>
                <a:lnTo>
                  <a:pt x="1392673" y="546470"/>
                </a:lnTo>
                <a:lnTo>
                  <a:pt x="1396347" y="548252"/>
                </a:lnTo>
                <a:lnTo>
                  <a:pt x="1400022" y="549575"/>
                </a:lnTo>
                <a:lnTo>
                  <a:pt x="1403696" y="550545"/>
                </a:lnTo>
                <a:lnTo>
                  <a:pt x="1407371" y="551315"/>
                </a:lnTo>
                <a:lnTo>
                  <a:pt x="1411046" y="552019"/>
                </a:lnTo>
                <a:lnTo>
                  <a:pt x="1414720" y="552728"/>
                </a:lnTo>
                <a:lnTo>
                  <a:pt x="1418395" y="553440"/>
                </a:lnTo>
                <a:lnTo>
                  <a:pt x="1422069" y="554119"/>
                </a:lnTo>
                <a:lnTo>
                  <a:pt x="1425744" y="554731"/>
                </a:lnTo>
                <a:lnTo>
                  <a:pt x="1429419" y="555273"/>
                </a:lnTo>
                <a:lnTo>
                  <a:pt x="1433093" y="555760"/>
                </a:lnTo>
                <a:lnTo>
                  <a:pt x="1436768" y="556211"/>
                </a:lnTo>
                <a:lnTo>
                  <a:pt x="1440442" y="556632"/>
                </a:lnTo>
                <a:lnTo>
                  <a:pt x="1444117" y="557010"/>
                </a:lnTo>
                <a:lnTo>
                  <a:pt x="1447792" y="557332"/>
                </a:lnTo>
                <a:lnTo>
                  <a:pt x="1451466" y="557593"/>
                </a:lnTo>
                <a:lnTo>
                  <a:pt x="1455141" y="557817"/>
                </a:lnTo>
                <a:lnTo>
                  <a:pt x="1458815" y="558045"/>
                </a:lnTo>
                <a:lnTo>
                  <a:pt x="1462490" y="558308"/>
                </a:lnTo>
                <a:lnTo>
                  <a:pt x="1466165" y="558609"/>
                </a:lnTo>
                <a:lnTo>
                  <a:pt x="1469839" y="558919"/>
                </a:lnTo>
                <a:lnTo>
                  <a:pt x="1473514" y="559196"/>
                </a:lnTo>
                <a:lnTo>
                  <a:pt x="1477188" y="559419"/>
                </a:lnTo>
                <a:lnTo>
                  <a:pt x="1480863" y="559593"/>
                </a:lnTo>
                <a:lnTo>
                  <a:pt x="1484538" y="559742"/>
                </a:lnTo>
                <a:lnTo>
                  <a:pt x="1488212" y="559892"/>
                </a:lnTo>
                <a:lnTo>
                  <a:pt x="1491887" y="560051"/>
                </a:lnTo>
                <a:lnTo>
                  <a:pt x="1495561" y="560210"/>
                </a:lnTo>
                <a:lnTo>
                  <a:pt x="1499236" y="560350"/>
                </a:lnTo>
                <a:lnTo>
                  <a:pt x="1502911" y="560458"/>
                </a:lnTo>
                <a:lnTo>
                  <a:pt x="1506585" y="560530"/>
                </a:lnTo>
                <a:lnTo>
                  <a:pt x="1510260" y="560572"/>
                </a:lnTo>
                <a:lnTo>
                  <a:pt x="1513934" y="560594"/>
                </a:lnTo>
                <a:lnTo>
                  <a:pt x="1517609" y="560603"/>
                </a:lnTo>
                <a:lnTo>
                  <a:pt x="1521284" y="560607"/>
                </a:lnTo>
                <a:lnTo>
                  <a:pt x="1524958" y="560608"/>
                </a:lnTo>
                <a:lnTo>
                  <a:pt x="1528633" y="560608"/>
                </a:lnTo>
                <a:lnTo>
                  <a:pt x="1532307" y="560608"/>
                </a:lnTo>
                <a:lnTo>
                  <a:pt x="1535982" y="560608"/>
                </a:lnTo>
                <a:lnTo>
                  <a:pt x="1539657" y="560608"/>
                </a:lnTo>
                <a:lnTo>
                  <a:pt x="1543331" y="560608"/>
                </a:lnTo>
                <a:lnTo>
                  <a:pt x="1547006" y="560608"/>
                </a:lnTo>
                <a:lnTo>
                  <a:pt x="1550680" y="560608"/>
                </a:lnTo>
                <a:lnTo>
                  <a:pt x="1554355" y="560608"/>
                </a:lnTo>
                <a:lnTo>
                  <a:pt x="1558030" y="560608"/>
                </a:lnTo>
                <a:lnTo>
                  <a:pt x="1561704" y="560608"/>
                </a:lnTo>
                <a:lnTo>
                  <a:pt x="1565379" y="560608"/>
                </a:lnTo>
                <a:lnTo>
                  <a:pt x="1569053" y="560608"/>
                </a:lnTo>
                <a:lnTo>
                  <a:pt x="1572728" y="560608"/>
                </a:lnTo>
                <a:lnTo>
                  <a:pt x="1576403" y="560608"/>
                </a:lnTo>
                <a:lnTo>
                  <a:pt x="1580077" y="560608"/>
                </a:lnTo>
                <a:lnTo>
                  <a:pt x="1583752" y="560608"/>
                </a:lnTo>
                <a:lnTo>
                  <a:pt x="1587426" y="560608"/>
                </a:lnTo>
                <a:lnTo>
                  <a:pt x="1591101" y="560608"/>
                </a:lnTo>
                <a:lnTo>
                  <a:pt x="1594776" y="560608"/>
                </a:lnTo>
                <a:lnTo>
                  <a:pt x="1598450" y="560608"/>
                </a:lnTo>
                <a:lnTo>
                  <a:pt x="1602125" y="560608"/>
                </a:lnTo>
                <a:lnTo>
                  <a:pt x="1605799" y="560608"/>
                </a:lnTo>
                <a:lnTo>
                  <a:pt x="1609474" y="560608"/>
                </a:lnTo>
                <a:lnTo>
                  <a:pt x="1613149" y="560608"/>
                </a:lnTo>
                <a:lnTo>
                  <a:pt x="1616823" y="560608"/>
                </a:lnTo>
                <a:lnTo>
                  <a:pt x="1620498" y="560608"/>
                </a:lnTo>
                <a:lnTo>
                  <a:pt x="1624172" y="560608"/>
                </a:lnTo>
                <a:lnTo>
                  <a:pt x="1627847" y="560608"/>
                </a:lnTo>
                <a:lnTo>
                  <a:pt x="1631522" y="560608"/>
                </a:lnTo>
                <a:lnTo>
                  <a:pt x="1635196" y="560608"/>
                </a:lnTo>
                <a:lnTo>
                  <a:pt x="1638871" y="560608"/>
                </a:lnTo>
                <a:lnTo>
                  <a:pt x="1642545" y="560608"/>
                </a:lnTo>
                <a:lnTo>
                  <a:pt x="1646220" y="560608"/>
                </a:lnTo>
                <a:lnTo>
                  <a:pt x="1649895" y="560608"/>
                </a:lnTo>
                <a:lnTo>
                  <a:pt x="1653569" y="560608"/>
                </a:lnTo>
                <a:lnTo>
                  <a:pt x="1657244" y="560608"/>
                </a:lnTo>
                <a:lnTo>
                  <a:pt x="1660918" y="560608"/>
                </a:lnTo>
                <a:lnTo>
                  <a:pt x="1664593" y="560608"/>
                </a:lnTo>
                <a:lnTo>
                  <a:pt x="1668268" y="560608"/>
                </a:lnTo>
                <a:lnTo>
                  <a:pt x="1671942" y="560608"/>
                </a:lnTo>
                <a:lnTo>
                  <a:pt x="1675617" y="560608"/>
                </a:lnTo>
                <a:lnTo>
                  <a:pt x="1679291" y="560608"/>
                </a:lnTo>
                <a:lnTo>
                  <a:pt x="1682966" y="560608"/>
                </a:lnTo>
                <a:lnTo>
                  <a:pt x="1686641" y="560608"/>
                </a:lnTo>
                <a:lnTo>
                  <a:pt x="1690315" y="560608"/>
                </a:lnTo>
                <a:lnTo>
                  <a:pt x="1693990" y="560608"/>
                </a:lnTo>
                <a:lnTo>
                  <a:pt x="1697664" y="560608"/>
                </a:lnTo>
                <a:lnTo>
                  <a:pt x="1701339" y="560608"/>
                </a:lnTo>
                <a:lnTo>
                  <a:pt x="1705014" y="560608"/>
                </a:lnTo>
                <a:lnTo>
                  <a:pt x="1708688" y="560608"/>
                </a:lnTo>
                <a:lnTo>
                  <a:pt x="1712363" y="560608"/>
                </a:lnTo>
                <a:lnTo>
                  <a:pt x="1716037" y="560608"/>
                </a:lnTo>
                <a:lnTo>
                  <a:pt x="1719712" y="560608"/>
                </a:lnTo>
                <a:lnTo>
                  <a:pt x="1723387" y="560608"/>
                </a:lnTo>
                <a:lnTo>
                  <a:pt x="1727061" y="560608"/>
                </a:lnTo>
                <a:lnTo>
                  <a:pt x="1730736" y="560608"/>
                </a:lnTo>
                <a:lnTo>
                  <a:pt x="1734410" y="560608"/>
                </a:lnTo>
                <a:lnTo>
                  <a:pt x="1738085" y="560608"/>
                </a:lnTo>
                <a:lnTo>
                  <a:pt x="1741760" y="560608"/>
                </a:lnTo>
                <a:lnTo>
                  <a:pt x="1745434" y="560608"/>
                </a:lnTo>
                <a:lnTo>
                  <a:pt x="1749109" y="560608"/>
                </a:lnTo>
                <a:lnTo>
                  <a:pt x="1752783" y="560608"/>
                </a:lnTo>
                <a:lnTo>
                  <a:pt x="1756458" y="560608"/>
                </a:lnTo>
                <a:lnTo>
                  <a:pt x="1760133" y="560608"/>
                </a:lnTo>
                <a:lnTo>
                  <a:pt x="1763807" y="560608"/>
                </a:lnTo>
                <a:lnTo>
                  <a:pt x="1767482" y="560608"/>
                </a:lnTo>
                <a:lnTo>
                  <a:pt x="1771156" y="560608"/>
                </a:lnTo>
                <a:lnTo>
                  <a:pt x="1774831" y="560608"/>
                </a:lnTo>
                <a:lnTo>
                  <a:pt x="1778506" y="560608"/>
                </a:lnTo>
                <a:lnTo>
                  <a:pt x="1782180" y="560608"/>
                </a:lnTo>
                <a:lnTo>
                  <a:pt x="1785855" y="560608"/>
                </a:lnTo>
                <a:lnTo>
                  <a:pt x="1789529" y="560608"/>
                </a:lnTo>
                <a:lnTo>
                  <a:pt x="1793204" y="560608"/>
                </a:lnTo>
                <a:lnTo>
                  <a:pt x="1796879" y="560608"/>
                </a:lnTo>
                <a:lnTo>
                  <a:pt x="1800553" y="560608"/>
                </a:lnTo>
                <a:lnTo>
                  <a:pt x="1804228" y="560608"/>
                </a:lnTo>
                <a:lnTo>
                  <a:pt x="1807902" y="560608"/>
                </a:lnTo>
                <a:lnTo>
                  <a:pt x="1811577" y="560608"/>
                </a:lnTo>
                <a:lnTo>
                  <a:pt x="1815252" y="560608"/>
                </a:lnTo>
                <a:lnTo>
                  <a:pt x="1818926" y="560608"/>
                </a:lnTo>
                <a:lnTo>
                  <a:pt x="1822601" y="560608"/>
                </a:lnTo>
                <a:lnTo>
                  <a:pt x="1826275" y="560608"/>
                </a:lnTo>
                <a:lnTo>
                  <a:pt x="1829950" y="560608"/>
                </a:lnTo>
                <a:lnTo>
                  <a:pt x="1833625" y="560608"/>
                </a:lnTo>
                <a:lnTo>
                  <a:pt x="1837299" y="560608"/>
                </a:lnTo>
                <a:lnTo>
                  <a:pt x="1840974" y="560608"/>
                </a:lnTo>
                <a:lnTo>
                  <a:pt x="1844648" y="560608"/>
                </a:lnTo>
                <a:lnTo>
                  <a:pt x="1848323" y="560608"/>
                </a:lnTo>
                <a:lnTo>
                  <a:pt x="1851998" y="560608"/>
                </a:lnTo>
                <a:lnTo>
                  <a:pt x="1855672" y="560608"/>
                </a:lnTo>
                <a:lnTo>
                  <a:pt x="1859347" y="560608"/>
                </a:lnTo>
                <a:lnTo>
                  <a:pt x="1863021" y="560608"/>
                </a:lnTo>
                <a:lnTo>
                  <a:pt x="1866696" y="560608"/>
                </a:lnTo>
                <a:lnTo>
                  <a:pt x="1870371" y="560608"/>
                </a:lnTo>
                <a:lnTo>
                  <a:pt x="1874045" y="560608"/>
                </a:lnTo>
                <a:lnTo>
                  <a:pt x="1877720" y="560608"/>
                </a:lnTo>
              </a:path>
            </a:pathLst>
          </a:custGeom>
          <a:ln w="27101" cap="flat">
            <a:solidFill>
              <a:srgbClr val="F8766D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2" name="pg232"/>
          <p:cNvSpPr/>
          <p:nvPr/>
        </p:nvSpPr>
        <p:spPr>
          <a:xfrm>
            <a:off x="8856642" y="3945919"/>
            <a:ext cx="1877720" cy="278896"/>
          </a:xfrm>
          <a:custGeom>
            <a:avLst/>
            <a:gdLst/>
            <a:ahLst/>
            <a:cxnLst/>
            <a:rect l="0" t="0" r="0" b="0"/>
            <a:pathLst>
              <a:path w="1877720" h="278896">
                <a:moveTo>
                  <a:pt x="0" y="278896"/>
                </a:moveTo>
                <a:lnTo>
                  <a:pt x="3674" y="278896"/>
                </a:lnTo>
                <a:lnTo>
                  <a:pt x="7349" y="278896"/>
                </a:lnTo>
                <a:lnTo>
                  <a:pt x="11023" y="278896"/>
                </a:lnTo>
                <a:lnTo>
                  <a:pt x="14698" y="278896"/>
                </a:lnTo>
                <a:lnTo>
                  <a:pt x="18372" y="278896"/>
                </a:lnTo>
                <a:lnTo>
                  <a:pt x="22047" y="278896"/>
                </a:lnTo>
                <a:lnTo>
                  <a:pt x="25722" y="278896"/>
                </a:lnTo>
                <a:lnTo>
                  <a:pt x="29396" y="278896"/>
                </a:lnTo>
                <a:lnTo>
                  <a:pt x="33071" y="278896"/>
                </a:lnTo>
                <a:lnTo>
                  <a:pt x="36745" y="278896"/>
                </a:lnTo>
                <a:lnTo>
                  <a:pt x="40420" y="278896"/>
                </a:lnTo>
                <a:lnTo>
                  <a:pt x="44095" y="278896"/>
                </a:lnTo>
                <a:lnTo>
                  <a:pt x="47769" y="278896"/>
                </a:lnTo>
                <a:lnTo>
                  <a:pt x="51444" y="278896"/>
                </a:lnTo>
                <a:lnTo>
                  <a:pt x="55118" y="278896"/>
                </a:lnTo>
                <a:lnTo>
                  <a:pt x="58793" y="278896"/>
                </a:lnTo>
                <a:lnTo>
                  <a:pt x="62468" y="278896"/>
                </a:lnTo>
                <a:lnTo>
                  <a:pt x="66142" y="278896"/>
                </a:lnTo>
                <a:lnTo>
                  <a:pt x="69817" y="278896"/>
                </a:lnTo>
                <a:lnTo>
                  <a:pt x="73491" y="278896"/>
                </a:lnTo>
                <a:lnTo>
                  <a:pt x="77166" y="278896"/>
                </a:lnTo>
                <a:lnTo>
                  <a:pt x="80841" y="278896"/>
                </a:lnTo>
                <a:lnTo>
                  <a:pt x="84515" y="278896"/>
                </a:lnTo>
                <a:lnTo>
                  <a:pt x="88190" y="278896"/>
                </a:lnTo>
                <a:lnTo>
                  <a:pt x="91864" y="278896"/>
                </a:lnTo>
                <a:lnTo>
                  <a:pt x="95539" y="278896"/>
                </a:lnTo>
                <a:lnTo>
                  <a:pt x="99214" y="278896"/>
                </a:lnTo>
                <a:lnTo>
                  <a:pt x="102888" y="278896"/>
                </a:lnTo>
                <a:lnTo>
                  <a:pt x="106563" y="278896"/>
                </a:lnTo>
                <a:lnTo>
                  <a:pt x="110237" y="278896"/>
                </a:lnTo>
                <a:lnTo>
                  <a:pt x="113912" y="278896"/>
                </a:lnTo>
                <a:lnTo>
                  <a:pt x="117587" y="278896"/>
                </a:lnTo>
                <a:lnTo>
                  <a:pt x="121261" y="278896"/>
                </a:lnTo>
                <a:lnTo>
                  <a:pt x="124936" y="278896"/>
                </a:lnTo>
                <a:lnTo>
                  <a:pt x="128610" y="278896"/>
                </a:lnTo>
                <a:lnTo>
                  <a:pt x="132285" y="278896"/>
                </a:lnTo>
                <a:lnTo>
                  <a:pt x="135960" y="278896"/>
                </a:lnTo>
                <a:lnTo>
                  <a:pt x="139634" y="278896"/>
                </a:lnTo>
                <a:lnTo>
                  <a:pt x="143309" y="278896"/>
                </a:lnTo>
                <a:lnTo>
                  <a:pt x="146983" y="278896"/>
                </a:lnTo>
                <a:lnTo>
                  <a:pt x="150658" y="278896"/>
                </a:lnTo>
                <a:lnTo>
                  <a:pt x="154333" y="278896"/>
                </a:lnTo>
                <a:lnTo>
                  <a:pt x="158007" y="278896"/>
                </a:lnTo>
                <a:lnTo>
                  <a:pt x="161682" y="278896"/>
                </a:lnTo>
                <a:lnTo>
                  <a:pt x="165356" y="278896"/>
                </a:lnTo>
                <a:lnTo>
                  <a:pt x="169031" y="278896"/>
                </a:lnTo>
                <a:lnTo>
                  <a:pt x="172706" y="278896"/>
                </a:lnTo>
                <a:lnTo>
                  <a:pt x="176380" y="278896"/>
                </a:lnTo>
                <a:lnTo>
                  <a:pt x="180055" y="278896"/>
                </a:lnTo>
                <a:lnTo>
                  <a:pt x="183729" y="278896"/>
                </a:lnTo>
                <a:lnTo>
                  <a:pt x="187404" y="278896"/>
                </a:lnTo>
                <a:lnTo>
                  <a:pt x="191079" y="278896"/>
                </a:lnTo>
                <a:lnTo>
                  <a:pt x="194753" y="278896"/>
                </a:lnTo>
                <a:lnTo>
                  <a:pt x="198428" y="278896"/>
                </a:lnTo>
                <a:lnTo>
                  <a:pt x="202102" y="278896"/>
                </a:lnTo>
                <a:lnTo>
                  <a:pt x="205777" y="278896"/>
                </a:lnTo>
                <a:lnTo>
                  <a:pt x="209452" y="278896"/>
                </a:lnTo>
                <a:lnTo>
                  <a:pt x="213126" y="278896"/>
                </a:lnTo>
                <a:lnTo>
                  <a:pt x="216801" y="278896"/>
                </a:lnTo>
                <a:lnTo>
                  <a:pt x="220475" y="278896"/>
                </a:lnTo>
                <a:lnTo>
                  <a:pt x="224150" y="278896"/>
                </a:lnTo>
                <a:lnTo>
                  <a:pt x="227825" y="278896"/>
                </a:lnTo>
                <a:lnTo>
                  <a:pt x="231499" y="278896"/>
                </a:lnTo>
                <a:lnTo>
                  <a:pt x="235174" y="278896"/>
                </a:lnTo>
                <a:lnTo>
                  <a:pt x="238848" y="278896"/>
                </a:lnTo>
                <a:lnTo>
                  <a:pt x="242523" y="278896"/>
                </a:lnTo>
                <a:lnTo>
                  <a:pt x="246198" y="278896"/>
                </a:lnTo>
                <a:lnTo>
                  <a:pt x="249872" y="278896"/>
                </a:lnTo>
                <a:lnTo>
                  <a:pt x="253547" y="278896"/>
                </a:lnTo>
                <a:lnTo>
                  <a:pt x="257221" y="278896"/>
                </a:lnTo>
                <a:lnTo>
                  <a:pt x="260896" y="278896"/>
                </a:lnTo>
                <a:lnTo>
                  <a:pt x="264571" y="278896"/>
                </a:lnTo>
                <a:lnTo>
                  <a:pt x="268245" y="278896"/>
                </a:lnTo>
                <a:lnTo>
                  <a:pt x="271920" y="278896"/>
                </a:lnTo>
                <a:lnTo>
                  <a:pt x="275594" y="278896"/>
                </a:lnTo>
                <a:lnTo>
                  <a:pt x="279269" y="278896"/>
                </a:lnTo>
                <a:lnTo>
                  <a:pt x="282944" y="278896"/>
                </a:lnTo>
                <a:lnTo>
                  <a:pt x="286618" y="278896"/>
                </a:lnTo>
                <a:lnTo>
                  <a:pt x="290293" y="278896"/>
                </a:lnTo>
                <a:lnTo>
                  <a:pt x="293967" y="278896"/>
                </a:lnTo>
                <a:lnTo>
                  <a:pt x="297642" y="278896"/>
                </a:lnTo>
                <a:lnTo>
                  <a:pt x="301317" y="278896"/>
                </a:lnTo>
                <a:lnTo>
                  <a:pt x="304991" y="278896"/>
                </a:lnTo>
                <a:lnTo>
                  <a:pt x="308666" y="278896"/>
                </a:lnTo>
                <a:lnTo>
                  <a:pt x="312340" y="278896"/>
                </a:lnTo>
                <a:lnTo>
                  <a:pt x="316015" y="278896"/>
                </a:lnTo>
                <a:lnTo>
                  <a:pt x="319690" y="278896"/>
                </a:lnTo>
                <a:lnTo>
                  <a:pt x="323364" y="278896"/>
                </a:lnTo>
                <a:lnTo>
                  <a:pt x="327039" y="278896"/>
                </a:lnTo>
                <a:lnTo>
                  <a:pt x="330713" y="278896"/>
                </a:lnTo>
                <a:lnTo>
                  <a:pt x="334388" y="278896"/>
                </a:lnTo>
                <a:lnTo>
                  <a:pt x="338063" y="278896"/>
                </a:lnTo>
                <a:lnTo>
                  <a:pt x="341737" y="278896"/>
                </a:lnTo>
                <a:lnTo>
                  <a:pt x="345412" y="278896"/>
                </a:lnTo>
                <a:lnTo>
                  <a:pt x="349086" y="278896"/>
                </a:lnTo>
                <a:lnTo>
                  <a:pt x="352761" y="278896"/>
                </a:lnTo>
                <a:lnTo>
                  <a:pt x="356436" y="278896"/>
                </a:lnTo>
                <a:lnTo>
                  <a:pt x="360110" y="278896"/>
                </a:lnTo>
                <a:lnTo>
                  <a:pt x="363785" y="278896"/>
                </a:lnTo>
                <a:lnTo>
                  <a:pt x="367459" y="278896"/>
                </a:lnTo>
                <a:lnTo>
                  <a:pt x="371134" y="278896"/>
                </a:lnTo>
                <a:lnTo>
                  <a:pt x="374809" y="278896"/>
                </a:lnTo>
                <a:lnTo>
                  <a:pt x="378483" y="278896"/>
                </a:lnTo>
                <a:lnTo>
                  <a:pt x="382158" y="278896"/>
                </a:lnTo>
                <a:lnTo>
                  <a:pt x="385832" y="278896"/>
                </a:lnTo>
                <a:lnTo>
                  <a:pt x="389507" y="278896"/>
                </a:lnTo>
                <a:lnTo>
                  <a:pt x="393182" y="278896"/>
                </a:lnTo>
                <a:lnTo>
                  <a:pt x="396856" y="278896"/>
                </a:lnTo>
                <a:lnTo>
                  <a:pt x="400531" y="278896"/>
                </a:lnTo>
                <a:lnTo>
                  <a:pt x="404205" y="278896"/>
                </a:lnTo>
                <a:lnTo>
                  <a:pt x="407880" y="278896"/>
                </a:lnTo>
                <a:lnTo>
                  <a:pt x="411555" y="278896"/>
                </a:lnTo>
                <a:lnTo>
                  <a:pt x="415229" y="278896"/>
                </a:lnTo>
                <a:lnTo>
                  <a:pt x="418904" y="278896"/>
                </a:lnTo>
                <a:lnTo>
                  <a:pt x="422578" y="278896"/>
                </a:lnTo>
                <a:lnTo>
                  <a:pt x="426253" y="278896"/>
                </a:lnTo>
                <a:lnTo>
                  <a:pt x="429928" y="278896"/>
                </a:lnTo>
                <a:lnTo>
                  <a:pt x="433602" y="278896"/>
                </a:lnTo>
                <a:lnTo>
                  <a:pt x="437277" y="278896"/>
                </a:lnTo>
                <a:lnTo>
                  <a:pt x="440951" y="278896"/>
                </a:lnTo>
                <a:lnTo>
                  <a:pt x="444626" y="278896"/>
                </a:lnTo>
                <a:lnTo>
                  <a:pt x="448301" y="278896"/>
                </a:lnTo>
                <a:lnTo>
                  <a:pt x="451975" y="278896"/>
                </a:lnTo>
                <a:lnTo>
                  <a:pt x="455650" y="278896"/>
                </a:lnTo>
                <a:lnTo>
                  <a:pt x="459324" y="278896"/>
                </a:lnTo>
                <a:lnTo>
                  <a:pt x="462999" y="278896"/>
                </a:lnTo>
                <a:lnTo>
                  <a:pt x="466674" y="278896"/>
                </a:lnTo>
                <a:lnTo>
                  <a:pt x="470348" y="278896"/>
                </a:lnTo>
                <a:lnTo>
                  <a:pt x="474023" y="278896"/>
                </a:lnTo>
                <a:lnTo>
                  <a:pt x="477697" y="278896"/>
                </a:lnTo>
                <a:lnTo>
                  <a:pt x="481372" y="278896"/>
                </a:lnTo>
                <a:lnTo>
                  <a:pt x="485047" y="278896"/>
                </a:lnTo>
                <a:lnTo>
                  <a:pt x="488721" y="278896"/>
                </a:lnTo>
                <a:lnTo>
                  <a:pt x="492396" y="278896"/>
                </a:lnTo>
                <a:lnTo>
                  <a:pt x="496070" y="278896"/>
                </a:lnTo>
                <a:lnTo>
                  <a:pt x="499745" y="278896"/>
                </a:lnTo>
                <a:lnTo>
                  <a:pt x="503420" y="278896"/>
                </a:lnTo>
                <a:lnTo>
                  <a:pt x="507094" y="278896"/>
                </a:lnTo>
                <a:lnTo>
                  <a:pt x="510769" y="278896"/>
                </a:lnTo>
                <a:lnTo>
                  <a:pt x="514443" y="278896"/>
                </a:lnTo>
                <a:lnTo>
                  <a:pt x="518118" y="278896"/>
                </a:lnTo>
                <a:lnTo>
                  <a:pt x="521793" y="278896"/>
                </a:lnTo>
                <a:lnTo>
                  <a:pt x="525467" y="278896"/>
                </a:lnTo>
                <a:lnTo>
                  <a:pt x="529142" y="278896"/>
                </a:lnTo>
                <a:lnTo>
                  <a:pt x="532816" y="278896"/>
                </a:lnTo>
                <a:lnTo>
                  <a:pt x="536491" y="278896"/>
                </a:lnTo>
                <a:lnTo>
                  <a:pt x="540166" y="278896"/>
                </a:lnTo>
                <a:lnTo>
                  <a:pt x="543840" y="278896"/>
                </a:lnTo>
                <a:lnTo>
                  <a:pt x="547515" y="278896"/>
                </a:lnTo>
                <a:lnTo>
                  <a:pt x="551189" y="278896"/>
                </a:lnTo>
                <a:lnTo>
                  <a:pt x="554864" y="278896"/>
                </a:lnTo>
                <a:lnTo>
                  <a:pt x="558539" y="278896"/>
                </a:lnTo>
                <a:lnTo>
                  <a:pt x="562213" y="278896"/>
                </a:lnTo>
                <a:lnTo>
                  <a:pt x="565888" y="278896"/>
                </a:lnTo>
                <a:lnTo>
                  <a:pt x="569562" y="278896"/>
                </a:lnTo>
                <a:lnTo>
                  <a:pt x="573237" y="278896"/>
                </a:lnTo>
                <a:lnTo>
                  <a:pt x="576912" y="278896"/>
                </a:lnTo>
                <a:lnTo>
                  <a:pt x="580586" y="278896"/>
                </a:lnTo>
                <a:lnTo>
                  <a:pt x="584261" y="278896"/>
                </a:lnTo>
                <a:lnTo>
                  <a:pt x="587935" y="278896"/>
                </a:lnTo>
                <a:lnTo>
                  <a:pt x="591610" y="278896"/>
                </a:lnTo>
                <a:lnTo>
                  <a:pt x="595285" y="278896"/>
                </a:lnTo>
                <a:lnTo>
                  <a:pt x="598959" y="278896"/>
                </a:lnTo>
                <a:lnTo>
                  <a:pt x="602634" y="278896"/>
                </a:lnTo>
                <a:lnTo>
                  <a:pt x="606308" y="278896"/>
                </a:lnTo>
                <a:lnTo>
                  <a:pt x="609983" y="278896"/>
                </a:lnTo>
                <a:lnTo>
                  <a:pt x="613658" y="278896"/>
                </a:lnTo>
                <a:lnTo>
                  <a:pt x="617332" y="278896"/>
                </a:lnTo>
                <a:lnTo>
                  <a:pt x="621007" y="278896"/>
                </a:lnTo>
                <a:lnTo>
                  <a:pt x="624681" y="278896"/>
                </a:lnTo>
                <a:lnTo>
                  <a:pt x="628356" y="278896"/>
                </a:lnTo>
                <a:lnTo>
                  <a:pt x="632031" y="278896"/>
                </a:lnTo>
                <a:lnTo>
                  <a:pt x="635705" y="278896"/>
                </a:lnTo>
                <a:lnTo>
                  <a:pt x="639380" y="278896"/>
                </a:lnTo>
                <a:lnTo>
                  <a:pt x="643054" y="278896"/>
                </a:lnTo>
                <a:lnTo>
                  <a:pt x="646729" y="278896"/>
                </a:lnTo>
                <a:lnTo>
                  <a:pt x="650404" y="278896"/>
                </a:lnTo>
                <a:lnTo>
                  <a:pt x="654078" y="278896"/>
                </a:lnTo>
                <a:lnTo>
                  <a:pt x="657753" y="278896"/>
                </a:lnTo>
                <a:lnTo>
                  <a:pt x="661427" y="278896"/>
                </a:lnTo>
                <a:lnTo>
                  <a:pt x="665102" y="278896"/>
                </a:lnTo>
                <a:lnTo>
                  <a:pt x="668777" y="278896"/>
                </a:lnTo>
                <a:lnTo>
                  <a:pt x="672451" y="278896"/>
                </a:lnTo>
                <a:lnTo>
                  <a:pt x="676126" y="278896"/>
                </a:lnTo>
                <a:lnTo>
                  <a:pt x="679800" y="278896"/>
                </a:lnTo>
                <a:lnTo>
                  <a:pt x="683475" y="278896"/>
                </a:lnTo>
                <a:lnTo>
                  <a:pt x="687150" y="278896"/>
                </a:lnTo>
                <a:lnTo>
                  <a:pt x="690824" y="278896"/>
                </a:lnTo>
                <a:lnTo>
                  <a:pt x="694499" y="278896"/>
                </a:lnTo>
                <a:lnTo>
                  <a:pt x="698173" y="278896"/>
                </a:lnTo>
                <a:lnTo>
                  <a:pt x="701848" y="278896"/>
                </a:lnTo>
                <a:lnTo>
                  <a:pt x="705523" y="278896"/>
                </a:lnTo>
                <a:lnTo>
                  <a:pt x="709197" y="278896"/>
                </a:lnTo>
                <a:lnTo>
                  <a:pt x="712872" y="278896"/>
                </a:lnTo>
                <a:lnTo>
                  <a:pt x="716546" y="278896"/>
                </a:lnTo>
                <a:lnTo>
                  <a:pt x="720221" y="278896"/>
                </a:lnTo>
                <a:lnTo>
                  <a:pt x="723896" y="278896"/>
                </a:lnTo>
                <a:lnTo>
                  <a:pt x="727570" y="278896"/>
                </a:lnTo>
                <a:lnTo>
                  <a:pt x="731245" y="278896"/>
                </a:lnTo>
                <a:lnTo>
                  <a:pt x="734919" y="278896"/>
                </a:lnTo>
                <a:lnTo>
                  <a:pt x="738594" y="278896"/>
                </a:lnTo>
                <a:lnTo>
                  <a:pt x="742269" y="278896"/>
                </a:lnTo>
                <a:lnTo>
                  <a:pt x="745943" y="278896"/>
                </a:lnTo>
                <a:lnTo>
                  <a:pt x="749618" y="278896"/>
                </a:lnTo>
                <a:lnTo>
                  <a:pt x="753292" y="278896"/>
                </a:lnTo>
                <a:lnTo>
                  <a:pt x="756967" y="278896"/>
                </a:lnTo>
                <a:lnTo>
                  <a:pt x="760642" y="278896"/>
                </a:lnTo>
                <a:lnTo>
                  <a:pt x="764316" y="278896"/>
                </a:lnTo>
                <a:lnTo>
                  <a:pt x="767991" y="278896"/>
                </a:lnTo>
                <a:lnTo>
                  <a:pt x="771665" y="278896"/>
                </a:lnTo>
                <a:lnTo>
                  <a:pt x="775340" y="278896"/>
                </a:lnTo>
                <a:lnTo>
                  <a:pt x="779015" y="278896"/>
                </a:lnTo>
                <a:lnTo>
                  <a:pt x="782689" y="278896"/>
                </a:lnTo>
                <a:lnTo>
                  <a:pt x="786364" y="278896"/>
                </a:lnTo>
                <a:lnTo>
                  <a:pt x="790038" y="278896"/>
                </a:lnTo>
                <a:lnTo>
                  <a:pt x="793713" y="278896"/>
                </a:lnTo>
                <a:lnTo>
                  <a:pt x="797388" y="278896"/>
                </a:lnTo>
                <a:lnTo>
                  <a:pt x="801062" y="278896"/>
                </a:lnTo>
                <a:lnTo>
                  <a:pt x="804737" y="278896"/>
                </a:lnTo>
                <a:lnTo>
                  <a:pt x="808411" y="278895"/>
                </a:lnTo>
                <a:lnTo>
                  <a:pt x="812086" y="278895"/>
                </a:lnTo>
                <a:lnTo>
                  <a:pt x="815761" y="278894"/>
                </a:lnTo>
                <a:lnTo>
                  <a:pt x="819435" y="278892"/>
                </a:lnTo>
                <a:lnTo>
                  <a:pt x="823110" y="278889"/>
                </a:lnTo>
                <a:lnTo>
                  <a:pt x="826784" y="278885"/>
                </a:lnTo>
                <a:lnTo>
                  <a:pt x="830459" y="278879"/>
                </a:lnTo>
                <a:lnTo>
                  <a:pt x="834134" y="278871"/>
                </a:lnTo>
                <a:lnTo>
                  <a:pt x="837808" y="278860"/>
                </a:lnTo>
                <a:lnTo>
                  <a:pt x="841483" y="278845"/>
                </a:lnTo>
                <a:lnTo>
                  <a:pt x="845157" y="278825"/>
                </a:lnTo>
                <a:lnTo>
                  <a:pt x="848832" y="278801"/>
                </a:lnTo>
                <a:lnTo>
                  <a:pt x="852507" y="278771"/>
                </a:lnTo>
                <a:lnTo>
                  <a:pt x="856181" y="278734"/>
                </a:lnTo>
                <a:lnTo>
                  <a:pt x="859856" y="278692"/>
                </a:lnTo>
                <a:lnTo>
                  <a:pt x="863530" y="278645"/>
                </a:lnTo>
                <a:lnTo>
                  <a:pt x="867205" y="278591"/>
                </a:lnTo>
                <a:lnTo>
                  <a:pt x="870880" y="278531"/>
                </a:lnTo>
                <a:lnTo>
                  <a:pt x="874554" y="278464"/>
                </a:lnTo>
                <a:lnTo>
                  <a:pt x="878229" y="278388"/>
                </a:lnTo>
                <a:lnTo>
                  <a:pt x="881903" y="278302"/>
                </a:lnTo>
                <a:lnTo>
                  <a:pt x="885578" y="278202"/>
                </a:lnTo>
                <a:lnTo>
                  <a:pt x="889253" y="278087"/>
                </a:lnTo>
                <a:lnTo>
                  <a:pt x="892927" y="277952"/>
                </a:lnTo>
                <a:lnTo>
                  <a:pt x="896602" y="277794"/>
                </a:lnTo>
                <a:lnTo>
                  <a:pt x="900276" y="277610"/>
                </a:lnTo>
                <a:lnTo>
                  <a:pt x="903951" y="277399"/>
                </a:lnTo>
                <a:lnTo>
                  <a:pt x="907626" y="277161"/>
                </a:lnTo>
                <a:lnTo>
                  <a:pt x="911300" y="276894"/>
                </a:lnTo>
                <a:lnTo>
                  <a:pt x="914975" y="276598"/>
                </a:lnTo>
                <a:lnTo>
                  <a:pt x="918649" y="276272"/>
                </a:lnTo>
                <a:lnTo>
                  <a:pt x="922324" y="275910"/>
                </a:lnTo>
                <a:lnTo>
                  <a:pt x="925999" y="275508"/>
                </a:lnTo>
                <a:lnTo>
                  <a:pt x="929673" y="275058"/>
                </a:lnTo>
                <a:lnTo>
                  <a:pt x="933348" y="274551"/>
                </a:lnTo>
                <a:lnTo>
                  <a:pt x="937022" y="273976"/>
                </a:lnTo>
                <a:lnTo>
                  <a:pt x="940697" y="273317"/>
                </a:lnTo>
                <a:lnTo>
                  <a:pt x="944372" y="272561"/>
                </a:lnTo>
                <a:lnTo>
                  <a:pt x="948046" y="271705"/>
                </a:lnTo>
                <a:lnTo>
                  <a:pt x="951721" y="270742"/>
                </a:lnTo>
                <a:lnTo>
                  <a:pt x="955395" y="269666"/>
                </a:lnTo>
                <a:lnTo>
                  <a:pt x="959070" y="268475"/>
                </a:lnTo>
                <a:lnTo>
                  <a:pt x="962745" y="267166"/>
                </a:lnTo>
                <a:lnTo>
                  <a:pt x="966419" y="265737"/>
                </a:lnTo>
                <a:lnTo>
                  <a:pt x="970094" y="264184"/>
                </a:lnTo>
                <a:lnTo>
                  <a:pt x="973768" y="262503"/>
                </a:lnTo>
                <a:lnTo>
                  <a:pt x="977443" y="260687"/>
                </a:lnTo>
                <a:lnTo>
                  <a:pt x="981118" y="258730"/>
                </a:lnTo>
                <a:lnTo>
                  <a:pt x="984792" y="256614"/>
                </a:lnTo>
                <a:lnTo>
                  <a:pt x="988467" y="254338"/>
                </a:lnTo>
                <a:lnTo>
                  <a:pt x="992141" y="251909"/>
                </a:lnTo>
                <a:lnTo>
                  <a:pt x="995816" y="249331"/>
                </a:lnTo>
                <a:lnTo>
                  <a:pt x="999491" y="246616"/>
                </a:lnTo>
                <a:lnTo>
                  <a:pt x="1003165" y="243781"/>
                </a:lnTo>
                <a:lnTo>
                  <a:pt x="1006840" y="240844"/>
                </a:lnTo>
                <a:lnTo>
                  <a:pt x="1010514" y="237828"/>
                </a:lnTo>
                <a:lnTo>
                  <a:pt x="1014189" y="234749"/>
                </a:lnTo>
                <a:lnTo>
                  <a:pt x="1017864" y="231623"/>
                </a:lnTo>
                <a:lnTo>
                  <a:pt x="1021538" y="228455"/>
                </a:lnTo>
                <a:lnTo>
                  <a:pt x="1025213" y="225243"/>
                </a:lnTo>
                <a:lnTo>
                  <a:pt x="1028887" y="221968"/>
                </a:lnTo>
                <a:lnTo>
                  <a:pt x="1032562" y="218609"/>
                </a:lnTo>
                <a:lnTo>
                  <a:pt x="1036237" y="215140"/>
                </a:lnTo>
                <a:lnTo>
                  <a:pt x="1039911" y="211536"/>
                </a:lnTo>
                <a:lnTo>
                  <a:pt x="1043586" y="207776"/>
                </a:lnTo>
                <a:lnTo>
                  <a:pt x="1047260" y="203847"/>
                </a:lnTo>
                <a:lnTo>
                  <a:pt x="1050935" y="199746"/>
                </a:lnTo>
                <a:lnTo>
                  <a:pt x="1054610" y="195482"/>
                </a:lnTo>
                <a:lnTo>
                  <a:pt x="1058284" y="191071"/>
                </a:lnTo>
                <a:lnTo>
                  <a:pt x="1061959" y="186536"/>
                </a:lnTo>
                <a:lnTo>
                  <a:pt x="1065633" y="181906"/>
                </a:lnTo>
                <a:lnTo>
                  <a:pt x="1069308" y="177202"/>
                </a:lnTo>
                <a:lnTo>
                  <a:pt x="1072983" y="172439"/>
                </a:lnTo>
                <a:lnTo>
                  <a:pt x="1076657" y="167630"/>
                </a:lnTo>
                <a:lnTo>
                  <a:pt x="1080332" y="162775"/>
                </a:lnTo>
                <a:lnTo>
                  <a:pt x="1084006" y="157865"/>
                </a:lnTo>
                <a:lnTo>
                  <a:pt x="1087681" y="152893"/>
                </a:lnTo>
                <a:lnTo>
                  <a:pt x="1091356" y="147850"/>
                </a:lnTo>
                <a:lnTo>
                  <a:pt x="1095030" y="142735"/>
                </a:lnTo>
                <a:lnTo>
                  <a:pt x="1098705" y="137550"/>
                </a:lnTo>
                <a:lnTo>
                  <a:pt x="1102379" y="132303"/>
                </a:lnTo>
                <a:lnTo>
                  <a:pt x="1106054" y="127005"/>
                </a:lnTo>
                <a:lnTo>
                  <a:pt x="1109729" y="121666"/>
                </a:lnTo>
                <a:lnTo>
                  <a:pt x="1113403" y="116291"/>
                </a:lnTo>
                <a:lnTo>
                  <a:pt x="1117078" y="110876"/>
                </a:lnTo>
                <a:lnTo>
                  <a:pt x="1120752" y="105409"/>
                </a:lnTo>
                <a:lnTo>
                  <a:pt x="1124427" y="99870"/>
                </a:lnTo>
                <a:lnTo>
                  <a:pt x="1128102" y="94237"/>
                </a:lnTo>
                <a:lnTo>
                  <a:pt x="1131776" y="88487"/>
                </a:lnTo>
                <a:lnTo>
                  <a:pt x="1135451" y="82603"/>
                </a:lnTo>
                <a:lnTo>
                  <a:pt x="1139125" y="76581"/>
                </a:lnTo>
                <a:lnTo>
                  <a:pt x="1142800" y="70432"/>
                </a:lnTo>
                <a:lnTo>
                  <a:pt x="1146475" y="64183"/>
                </a:lnTo>
                <a:lnTo>
                  <a:pt x="1150149" y="57881"/>
                </a:lnTo>
                <a:lnTo>
                  <a:pt x="1153824" y="51590"/>
                </a:lnTo>
                <a:lnTo>
                  <a:pt x="1157498" y="45389"/>
                </a:lnTo>
                <a:lnTo>
                  <a:pt x="1161173" y="39395"/>
                </a:lnTo>
                <a:lnTo>
                  <a:pt x="1164848" y="33695"/>
                </a:lnTo>
                <a:lnTo>
                  <a:pt x="1168522" y="28377"/>
                </a:lnTo>
                <a:lnTo>
                  <a:pt x="1172197" y="23520"/>
                </a:lnTo>
                <a:lnTo>
                  <a:pt x="1175871" y="19185"/>
                </a:lnTo>
                <a:lnTo>
                  <a:pt x="1179546" y="15413"/>
                </a:lnTo>
                <a:lnTo>
                  <a:pt x="1183221" y="12217"/>
                </a:lnTo>
                <a:lnTo>
                  <a:pt x="1186895" y="9589"/>
                </a:lnTo>
                <a:lnTo>
                  <a:pt x="1190570" y="7490"/>
                </a:lnTo>
                <a:lnTo>
                  <a:pt x="1194244" y="5861"/>
                </a:lnTo>
                <a:lnTo>
                  <a:pt x="1197919" y="4625"/>
                </a:lnTo>
                <a:lnTo>
                  <a:pt x="1201594" y="3694"/>
                </a:lnTo>
                <a:lnTo>
                  <a:pt x="1205268" y="2985"/>
                </a:lnTo>
                <a:lnTo>
                  <a:pt x="1208943" y="2392"/>
                </a:lnTo>
                <a:lnTo>
                  <a:pt x="1212617" y="1855"/>
                </a:lnTo>
                <a:lnTo>
                  <a:pt x="1216292" y="1346"/>
                </a:lnTo>
                <a:lnTo>
                  <a:pt x="1219967" y="862"/>
                </a:lnTo>
                <a:lnTo>
                  <a:pt x="1223641" y="435"/>
                </a:lnTo>
                <a:lnTo>
                  <a:pt x="1227316" y="122"/>
                </a:lnTo>
                <a:lnTo>
                  <a:pt x="1230990" y="0"/>
                </a:lnTo>
                <a:lnTo>
                  <a:pt x="1234665" y="154"/>
                </a:lnTo>
                <a:lnTo>
                  <a:pt x="1238340" y="670"/>
                </a:lnTo>
                <a:lnTo>
                  <a:pt x="1242014" y="1618"/>
                </a:lnTo>
                <a:lnTo>
                  <a:pt x="1245689" y="3054"/>
                </a:lnTo>
                <a:lnTo>
                  <a:pt x="1249363" y="5022"/>
                </a:lnTo>
                <a:lnTo>
                  <a:pt x="1253038" y="7451"/>
                </a:lnTo>
                <a:lnTo>
                  <a:pt x="1256713" y="10285"/>
                </a:lnTo>
                <a:lnTo>
                  <a:pt x="1260387" y="13446"/>
                </a:lnTo>
                <a:lnTo>
                  <a:pt x="1264062" y="16847"/>
                </a:lnTo>
                <a:lnTo>
                  <a:pt x="1267736" y="20403"/>
                </a:lnTo>
                <a:lnTo>
                  <a:pt x="1271411" y="24036"/>
                </a:lnTo>
                <a:lnTo>
                  <a:pt x="1275086" y="27684"/>
                </a:lnTo>
                <a:lnTo>
                  <a:pt x="1278760" y="31302"/>
                </a:lnTo>
                <a:lnTo>
                  <a:pt x="1282435" y="34864"/>
                </a:lnTo>
                <a:lnTo>
                  <a:pt x="1286109" y="38355"/>
                </a:lnTo>
                <a:lnTo>
                  <a:pt x="1289784" y="41770"/>
                </a:lnTo>
                <a:lnTo>
                  <a:pt x="1293459" y="45110"/>
                </a:lnTo>
                <a:lnTo>
                  <a:pt x="1297133" y="48383"/>
                </a:lnTo>
                <a:lnTo>
                  <a:pt x="1300808" y="51592"/>
                </a:lnTo>
                <a:lnTo>
                  <a:pt x="1304482" y="54737"/>
                </a:lnTo>
                <a:lnTo>
                  <a:pt x="1308157" y="57823"/>
                </a:lnTo>
                <a:lnTo>
                  <a:pt x="1311832" y="60850"/>
                </a:lnTo>
                <a:lnTo>
                  <a:pt x="1315506" y="63827"/>
                </a:lnTo>
                <a:lnTo>
                  <a:pt x="1319181" y="66761"/>
                </a:lnTo>
                <a:lnTo>
                  <a:pt x="1322855" y="69664"/>
                </a:lnTo>
                <a:lnTo>
                  <a:pt x="1326530" y="72546"/>
                </a:lnTo>
                <a:lnTo>
                  <a:pt x="1330205" y="75419"/>
                </a:lnTo>
                <a:lnTo>
                  <a:pt x="1333879" y="78293"/>
                </a:lnTo>
                <a:lnTo>
                  <a:pt x="1337554" y="81177"/>
                </a:lnTo>
                <a:lnTo>
                  <a:pt x="1341228" y="84080"/>
                </a:lnTo>
                <a:lnTo>
                  <a:pt x="1344903" y="87011"/>
                </a:lnTo>
                <a:lnTo>
                  <a:pt x="1348577" y="89984"/>
                </a:lnTo>
                <a:lnTo>
                  <a:pt x="1352252" y="93017"/>
                </a:lnTo>
                <a:lnTo>
                  <a:pt x="1355927" y="96134"/>
                </a:lnTo>
                <a:lnTo>
                  <a:pt x="1359601" y="99362"/>
                </a:lnTo>
                <a:lnTo>
                  <a:pt x="1363276" y="102725"/>
                </a:lnTo>
                <a:lnTo>
                  <a:pt x="1366950" y="106249"/>
                </a:lnTo>
                <a:lnTo>
                  <a:pt x="1370625" y="109949"/>
                </a:lnTo>
                <a:lnTo>
                  <a:pt x="1374300" y="113834"/>
                </a:lnTo>
                <a:lnTo>
                  <a:pt x="1377974" y="117909"/>
                </a:lnTo>
                <a:lnTo>
                  <a:pt x="1381649" y="122153"/>
                </a:lnTo>
                <a:lnTo>
                  <a:pt x="1385323" y="126533"/>
                </a:lnTo>
                <a:lnTo>
                  <a:pt x="1388998" y="131013"/>
                </a:lnTo>
                <a:lnTo>
                  <a:pt x="1392673" y="135560"/>
                </a:lnTo>
                <a:lnTo>
                  <a:pt x="1396347" y="140138"/>
                </a:lnTo>
                <a:lnTo>
                  <a:pt x="1400022" y="144713"/>
                </a:lnTo>
                <a:lnTo>
                  <a:pt x="1403696" y="149255"/>
                </a:lnTo>
                <a:lnTo>
                  <a:pt x="1407371" y="153737"/>
                </a:lnTo>
                <a:lnTo>
                  <a:pt x="1411046" y="158134"/>
                </a:lnTo>
                <a:lnTo>
                  <a:pt x="1414720" y="162422"/>
                </a:lnTo>
                <a:lnTo>
                  <a:pt x="1418395" y="166583"/>
                </a:lnTo>
                <a:lnTo>
                  <a:pt x="1422069" y="170585"/>
                </a:lnTo>
                <a:lnTo>
                  <a:pt x="1425744" y="174410"/>
                </a:lnTo>
                <a:lnTo>
                  <a:pt x="1429419" y="178048"/>
                </a:lnTo>
                <a:lnTo>
                  <a:pt x="1433093" y="181487"/>
                </a:lnTo>
                <a:lnTo>
                  <a:pt x="1436768" y="184718"/>
                </a:lnTo>
                <a:lnTo>
                  <a:pt x="1440442" y="187738"/>
                </a:lnTo>
                <a:lnTo>
                  <a:pt x="1444117" y="190551"/>
                </a:lnTo>
                <a:lnTo>
                  <a:pt x="1447792" y="193164"/>
                </a:lnTo>
                <a:lnTo>
                  <a:pt x="1451466" y="195594"/>
                </a:lnTo>
                <a:lnTo>
                  <a:pt x="1455141" y="197860"/>
                </a:lnTo>
                <a:lnTo>
                  <a:pt x="1458815" y="199990"/>
                </a:lnTo>
                <a:lnTo>
                  <a:pt x="1462490" y="202013"/>
                </a:lnTo>
                <a:lnTo>
                  <a:pt x="1466165" y="203961"/>
                </a:lnTo>
                <a:lnTo>
                  <a:pt x="1469839" y="205876"/>
                </a:lnTo>
                <a:lnTo>
                  <a:pt x="1473514" y="207792"/>
                </a:lnTo>
                <a:lnTo>
                  <a:pt x="1477188" y="209739"/>
                </a:lnTo>
                <a:lnTo>
                  <a:pt x="1480863" y="211741"/>
                </a:lnTo>
                <a:lnTo>
                  <a:pt x="1484538" y="213810"/>
                </a:lnTo>
                <a:lnTo>
                  <a:pt x="1488212" y="215955"/>
                </a:lnTo>
                <a:lnTo>
                  <a:pt x="1491887" y="218170"/>
                </a:lnTo>
                <a:lnTo>
                  <a:pt x="1495561" y="220444"/>
                </a:lnTo>
                <a:lnTo>
                  <a:pt x="1499236" y="222757"/>
                </a:lnTo>
                <a:lnTo>
                  <a:pt x="1502911" y="225081"/>
                </a:lnTo>
                <a:lnTo>
                  <a:pt x="1506585" y="227389"/>
                </a:lnTo>
                <a:lnTo>
                  <a:pt x="1510260" y="229644"/>
                </a:lnTo>
                <a:lnTo>
                  <a:pt x="1513934" y="231822"/>
                </a:lnTo>
                <a:lnTo>
                  <a:pt x="1517609" y="233904"/>
                </a:lnTo>
                <a:lnTo>
                  <a:pt x="1521284" y="235878"/>
                </a:lnTo>
                <a:lnTo>
                  <a:pt x="1524958" y="237740"/>
                </a:lnTo>
                <a:lnTo>
                  <a:pt x="1528633" y="239493"/>
                </a:lnTo>
                <a:lnTo>
                  <a:pt x="1532307" y="241145"/>
                </a:lnTo>
                <a:lnTo>
                  <a:pt x="1535982" y="242707"/>
                </a:lnTo>
                <a:lnTo>
                  <a:pt x="1539657" y="244192"/>
                </a:lnTo>
                <a:lnTo>
                  <a:pt x="1543331" y="245610"/>
                </a:lnTo>
                <a:lnTo>
                  <a:pt x="1547006" y="246971"/>
                </a:lnTo>
                <a:lnTo>
                  <a:pt x="1550680" y="248276"/>
                </a:lnTo>
                <a:lnTo>
                  <a:pt x="1554355" y="249521"/>
                </a:lnTo>
                <a:lnTo>
                  <a:pt x="1558030" y="250704"/>
                </a:lnTo>
                <a:lnTo>
                  <a:pt x="1561704" y="251821"/>
                </a:lnTo>
                <a:lnTo>
                  <a:pt x="1565379" y="252867"/>
                </a:lnTo>
                <a:lnTo>
                  <a:pt x="1569053" y="253845"/>
                </a:lnTo>
                <a:lnTo>
                  <a:pt x="1572728" y="254758"/>
                </a:lnTo>
                <a:lnTo>
                  <a:pt x="1576403" y="255619"/>
                </a:lnTo>
                <a:lnTo>
                  <a:pt x="1580077" y="256440"/>
                </a:lnTo>
                <a:lnTo>
                  <a:pt x="1583752" y="257237"/>
                </a:lnTo>
                <a:lnTo>
                  <a:pt x="1587426" y="258024"/>
                </a:lnTo>
                <a:lnTo>
                  <a:pt x="1591101" y="258814"/>
                </a:lnTo>
                <a:lnTo>
                  <a:pt x="1594776" y="259612"/>
                </a:lnTo>
                <a:lnTo>
                  <a:pt x="1598450" y="260422"/>
                </a:lnTo>
                <a:lnTo>
                  <a:pt x="1602125" y="261235"/>
                </a:lnTo>
                <a:lnTo>
                  <a:pt x="1605799" y="262045"/>
                </a:lnTo>
                <a:lnTo>
                  <a:pt x="1609474" y="262839"/>
                </a:lnTo>
                <a:lnTo>
                  <a:pt x="1613149" y="263609"/>
                </a:lnTo>
                <a:lnTo>
                  <a:pt x="1616823" y="264345"/>
                </a:lnTo>
                <a:lnTo>
                  <a:pt x="1620498" y="265040"/>
                </a:lnTo>
                <a:lnTo>
                  <a:pt x="1624172" y="265688"/>
                </a:lnTo>
                <a:lnTo>
                  <a:pt x="1627847" y="266289"/>
                </a:lnTo>
                <a:lnTo>
                  <a:pt x="1631522" y="266842"/>
                </a:lnTo>
                <a:lnTo>
                  <a:pt x="1635196" y="267352"/>
                </a:lnTo>
                <a:lnTo>
                  <a:pt x="1638871" y="267823"/>
                </a:lnTo>
                <a:lnTo>
                  <a:pt x="1642545" y="268266"/>
                </a:lnTo>
                <a:lnTo>
                  <a:pt x="1646220" y="268693"/>
                </a:lnTo>
                <a:lnTo>
                  <a:pt x="1649895" y="269119"/>
                </a:lnTo>
                <a:lnTo>
                  <a:pt x="1653569" y="269554"/>
                </a:lnTo>
                <a:lnTo>
                  <a:pt x="1657244" y="270008"/>
                </a:lnTo>
                <a:lnTo>
                  <a:pt x="1660918" y="270484"/>
                </a:lnTo>
                <a:lnTo>
                  <a:pt x="1664593" y="270984"/>
                </a:lnTo>
                <a:lnTo>
                  <a:pt x="1668268" y="271502"/>
                </a:lnTo>
                <a:lnTo>
                  <a:pt x="1671942" y="272027"/>
                </a:lnTo>
                <a:lnTo>
                  <a:pt x="1675617" y="272544"/>
                </a:lnTo>
                <a:lnTo>
                  <a:pt x="1679291" y="273037"/>
                </a:lnTo>
                <a:lnTo>
                  <a:pt x="1682966" y="273490"/>
                </a:lnTo>
                <a:lnTo>
                  <a:pt x="1686641" y="273882"/>
                </a:lnTo>
                <a:lnTo>
                  <a:pt x="1690315" y="274212"/>
                </a:lnTo>
                <a:lnTo>
                  <a:pt x="1693990" y="274477"/>
                </a:lnTo>
                <a:lnTo>
                  <a:pt x="1697664" y="274683"/>
                </a:lnTo>
                <a:lnTo>
                  <a:pt x="1701339" y="274838"/>
                </a:lnTo>
                <a:lnTo>
                  <a:pt x="1705014" y="274954"/>
                </a:lnTo>
                <a:lnTo>
                  <a:pt x="1708688" y="275047"/>
                </a:lnTo>
                <a:lnTo>
                  <a:pt x="1712363" y="275130"/>
                </a:lnTo>
                <a:lnTo>
                  <a:pt x="1716037" y="275214"/>
                </a:lnTo>
                <a:lnTo>
                  <a:pt x="1719712" y="275310"/>
                </a:lnTo>
                <a:lnTo>
                  <a:pt x="1723387" y="275421"/>
                </a:lnTo>
                <a:lnTo>
                  <a:pt x="1727061" y="275553"/>
                </a:lnTo>
                <a:lnTo>
                  <a:pt x="1730736" y="275702"/>
                </a:lnTo>
                <a:lnTo>
                  <a:pt x="1734410" y="275864"/>
                </a:lnTo>
                <a:lnTo>
                  <a:pt x="1738085" y="276033"/>
                </a:lnTo>
                <a:lnTo>
                  <a:pt x="1741760" y="276205"/>
                </a:lnTo>
                <a:lnTo>
                  <a:pt x="1745434" y="276375"/>
                </a:lnTo>
                <a:lnTo>
                  <a:pt x="1749109" y="276538"/>
                </a:lnTo>
                <a:lnTo>
                  <a:pt x="1752783" y="276693"/>
                </a:lnTo>
                <a:lnTo>
                  <a:pt x="1756458" y="276837"/>
                </a:lnTo>
                <a:lnTo>
                  <a:pt x="1760133" y="276971"/>
                </a:lnTo>
                <a:lnTo>
                  <a:pt x="1763807" y="277097"/>
                </a:lnTo>
                <a:lnTo>
                  <a:pt x="1767482" y="277216"/>
                </a:lnTo>
                <a:lnTo>
                  <a:pt x="1771156" y="277330"/>
                </a:lnTo>
                <a:lnTo>
                  <a:pt x="1774831" y="277444"/>
                </a:lnTo>
                <a:lnTo>
                  <a:pt x="1778506" y="277558"/>
                </a:lnTo>
                <a:lnTo>
                  <a:pt x="1782180" y="277674"/>
                </a:lnTo>
                <a:lnTo>
                  <a:pt x="1785855" y="277793"/>
                </a:lnTo>
                <a:lnTo>
                  <a:pt x="1789529" y="277914"/>
                </a:lnTo>
                <a:lnTo>
                  <a:pt x="1793204" y="278035"/>
                </a:lnTo>
                <a:lnTo>
                  <a:pt x="1796879" y="278154"/>
                </a:lnTo>
                <a:lnTo>
                  <a:pt x="1800553" y="278268"/>
                </a:lnTo>
                <a:lnTo>
                  <a:pt x="1804228" y="278374"/>
                </a:lnTo>
                <a:lnTo>
                  <a:pt x="1807902" y="278471"/>
                </a:lnTo>
                <a:lnTo>
                  <a:pt x="1811577" y="278556"/>
                </a:lnTo>
                <a:lnTo>
                  <a:pt x="1815252" y="278627"/>
                </a:lnTo>
                <a:lnTo>
                  <a:pt x="1818926" y="278684"/>
                </a:lnTo>
                <a:lnTo>
                  <a:pt x="1822601" y="278726"/>
                </a:lnTo>
                <a:lnTo>
                  <a:pt x="1826275" y="278754"/>
                </a:lnTo>
                <a:lnTo>
                  <a:pt x="1829950" y="278770"/>
                </a:lnTo>
                <a:lnTo>
                  <a:pt x="1833625" y="278773"/>
                </a:lnTo>
                <a:lnTo>
                  <a:pt x="1837299" y="278766"/>
                </a:lnTo>
                <a:lnTo>
                  <a:pt x="1840974" y="278750"/>
                </a:lnTo>
                <a:lnTo>
                  <a:pt x="1844648" y="278728"/>
                </a:lnTo>
                <a:lnTo>
                  <a:pt x="1848323" y="278700"/>
                </a:lnTo>
                <a:lnTo>
                  <a:pt x="1851998" y="278669"/>
                </a:lnTo>
                <a:lnTo>
                  <a:pt x="1855672" y="278638"/>
                </a:lnTo>
                <a:lnTo>
                  <a:pt x="1859347" y="278610"/>
                </a:lnTo>
                <a:lnTo>
                  <a:pt x="1863021" y="278588"/>
                </a:lnTo>
                <a:lnTo>
                  <a:pt x="1866696" y="278573"/>
                </a:lnTo>
                <a:lnTo>
                  <a:pt x="1870371" y="278566"/>
                </a:lnTo>
                <a:lnTo>
                  <a:pt x="1874045" y="278569"/>
                </a:lnTo>
                <a:lnTo>
                  <a:pt x="1877720" y="278581"/>
                </a:lnTo>
                <a:lnTo>
                  <a:pt x="1877720" y="278896"/>
                </a:lnTo>
                <a:lnTo>
                  <a:pt x="1874045" y="278896"/>
                </a:lnTo>
                <a:lnTo>
                  <a:pt x="1870371" y="278896"/>
                </a:lnTo>
                <a:lnTo>
                  <a:pt x="1866696" y="278896"/>
                </a:lnTo>
                <a:lnTo>
                  <a:pt x="1863021" y="278896"/>
                </a:lnTo>
                <a:lnTo>
                  <a:pt x="1859347" y="278896"/>
                </a:lnTo>
                <a:lnTo>
                  <a:pt x="1855672" y="278896"/>
                </a:lnTo>
                <a:lnTo>
                  <a:pt x="1851998" y="278896"/>
                </a:lnTo>
                <a:lnTo>
                  <a:pt x="1848323" y="278896"/>
                </a:lnTo>
                <a:lnTo>
                  <a:pt x="1844648" y="278896"/>
                </a:lnTo>
                <a:lnTo>
                  <a:pt x="1840974" y="278896"/>
                </a:lnTo>
                <a:lnTo>
                  <a:pt x="1837299" y="278896"/>
                </a:lnTo>
                <a:lnTo>
                  <a:pt x="1833625" y="278896"/>
                </a:lnTo>
                <a:lnTo>
                  <a:pt x="1829950" y="278896"/>
                </a:lnTo>
                <a:lnTo>
                  <a:pt x="1826275" y="278896"/>
                </a:lnTo>
                <a:lnTo>
                  <a:pt x="1822601" y="278896"/>
                </a:lnTo>
                <a:lnTo>
                  <a:pt x="1818926" y="278896"/>
                </a:lnTo>
                <a:lnTo>
                  <a:pt x="1815252" y="278896"/>
                </a:lnTo>
                <a:lnTo>
                  <a:pt x="1811577" y="278896"/>
                </a:lnTo>
                <a:lnTo>
                  <a:pt x="1807902" y="278896"/>
                </a:lnTo>
                <a:lnTo>
                  <a:pt x="1804228" y="278896"/>
                </a:lnTo>
                <a:lnTo>
                  <a:pt x="1800553" y="278896"/>
                </a:lnTo>
                <a:lnTo>
                  <a:pt x="1796879" y="278896"/>
                </a:lnTo>
                <a:lnTo>
                  <a:pt x="1793204" y="278896"/>
                </a:lnTo>
                <a:lnTo>
                  <a:pt x="1789529" y="278896"/>
                </a:lnTo>
                <a:lnTo>
                  <a:pt x="1785855" y="278896"/>
                </a:lnTo>
                <a:lnTo>
                  <a:pt x="1782180" y="278896"/>
                </a:lnTo>
                <a:lnTo>
                  <a:pt x="1778506" y="278896"/>
                </a:lnTo>
                <a:lnTo>
                  <a:pt x="1774831" y="278896"/>
                </a:lnTo>
                <a:lnTo>
                  <a:pt x="1771156" y="278896"/>
                </a:lnTo>
                <a:lnTo>
                  <a:pt x="1767482" y="278896"/>
                </a:lnTo>
                <a:lnTo>
                  <a:pt x="1763807" y="278896"/>
                </a:lnTo>
                <a:lnTo>
                  <a:pt x="1760133" y="278896"/>
                </a:lnTo>
                <a:lnTo>
                  <a:pt x="1756458" y="278896"/>
                </a:lnTo>
                <a:lnTo>
                  <a:pt x="1752783" y="278896"/>
                </a:lnTo>
                <a:lnTo>
                  <a:pt x="1749109" y="278896"/>
                </a:lnTo>
                <a:lnTo>
                  <a:pt x="1745434" y="278896"/>
                </a:lnTo>
                <a:lnTo>
                  <a:pt x="1741760" y="278896"/>
                </a:lnTo>
                <a:lnTo>
                  <a:pt x="1738085" y="278896"/>
                </a:lnTo>
                <a:lnTo>
                  <a:pt x="1734410" y="278896"/>
                </a:lnTo>
                <a:lnTo>
                  <a:pt x="1730736" y="278896"/>
                </a:lnTo>
                <a:lnTo>
                  <a:pt x="1727061" y="278896"/>
                </a:lnTo>
                <a:lnTo>
                  <a:pt x="1723387" y="278896"/>
                </a:lnTo>
                <a:lnTo>
                  <a:pt x="1719712" y="278896"/>
                </a:lnTo>
                <a:lnTo>
                  <a:pt x="1716037" y="278896"/>
                </a:lnTo>
                <a:lnTo>
                  <a:pt x="1712363" y="278896"/>
                </a:lnTo>
                <a:lnTo>
                  <a:pt x="1708688" y="278896"/>
                </a:lnTo>
                <a:lnTo>
                  <a:pt x="1705014" y="278896"/>
                </a:lnTo>
                <a:lnTo>
                  <a:pt x="1701339" y="278896"/>
                </a:lnTo>
                <a:lnTo>
                  <a:pt x="1697664" y="278896"/>
                </a:lnTo>
                <a:lnTo>
                  <a:pt x="1693990" y="278896"/>
                </a:lnTo>
                <a:lnTo>
                  <a:pt x="1690315" y="278896"/>
                </a:lnTo>
                <a:lnTo>
                  <a:pt x="1686641" y="278896"/>
                </a:lnTo>
                <a:lnTo>
                  <a:pt x="1682966" y="278896"/>
                </a:lnTo>
                <a:lnTo>
                  <a:pt x="1679291" y="278896"/>
                </a:lnTo>
                <a:lnTo>
                  <a:pt x="1675617" y="278896"/>
                </a:lnTo>
                <a:lnTo>
                  <a:pt x="1671942" y="278896"/>
                </a:lnTo>
                <a:lnTo>
                  <a:pt x="1668268" y="278896"/>
                </a:lnTo>
                <a:lnTo>
                  <a:pt x="1664593" y="278896"/>
                </a:lnTo>
                <a:lnTo>
                  <a:pt x="1660918" y="278896"/>
                </a:lnTo>
                <a:lnTo>
                  <a:pt x="1657244" y="278896"/>
                </a:lnTo>
                <a:lnTo>
                  <a:pt x="1653569" y="278896"/>
                </a:lnTo>
                <a:lnTo>
                  <a:pt x="1649895" y="278896"/>
                </a:lnTo>
                <a:lnTo>
                  <a:pt x="1646220" y="278896"/>
                </a:lnTo>
                <a:lnTo>
                  <a:pt x="1642545" y="278896"/>
                </a:lnTo>
                <a:lnTo>
                  <a:pt x="1638871" y="278896"/>
                </a:lnTo>
                <a:lnTo>
                  <a:pt x="1635196" y="278896"/>
                </a:lnTo>
                <a:lnTo>
                  <a:pt x="1631522" y="278896"/>
                </a:lnTo>
                <a:lnTo>
                  <a:pt x="1627847" y="278896"/>
                </a:lnTo>
                <a:lnTo>
                  <a:pt x="1624172" y="278896"/>
                </a:lnTo>
                <a:lnTo>
                  <a:pt x="1620498" y="278896"/>
                </a:lnTo>
                <a:lnTo>
                  <a:pt x="1616823" y="278896"/>
                </a:lnTo>
                <a:lnTo>
                  <a:pt x="1613149" y="278896"/>
                </a:lnTo>
                <a:lnTo>
                  <a:pt x="1609474" y="278896"/>
                </a:lnTo>
                <a:lnTo>
                  <a:pt x="1605799" y="278896"/>
                </a:lnTo>
                <a:lnTo>
                  <a:pt x="1602125" y="278896"/>
                </a:lnTo>
                <a:lnTo>
                  <a:pt x="1598450" y="278896"/>
                </a:lnTo>
                <a:lnTo>
                  <a:pt x="1594776" y="278896"/>
                </a:lnTo>
                <a:lnTo>
                  <a:pt x="1591101" y="278896"/>
                </a:lnTo>
                <a:lnTo>
                  <a:pt x="1587426" y="278896"/>
                </a:lnTo>
                <a:lnTo>
                  <a:pt x="1583752" y="278896"/>
                </a:lnTo>
                <a:lnTo>
                  <a:pt x="1580077" y="278896"/>
                </a:lnTo>
                <a:lnTo>
                  <a:pt x="1576403" y="278896"/>
                </a:lnTo>
                <a:lnTo>
                  <a:pt x="1572728" y="278896"/>
                </a:lnTo>
                <a:lnTo>
                  <a:pt x="1569053" y="278896"/>
                </a:lnTo>
                <a:lnTo>
                  <a:pt x="1565379" y="278896"/>
                </a:lnTo>
                <a:lnTo>
                  <a:pt x="1561704" y="278896"/>
                </a:lnTo>
                <a:lnTo>
                  <a:pt x="1558030" y="278896"/>
                </a:lnTo>
                <a:lnTo>
                  <a:pt x="1554355" y="278896"/>
                </a:lnTo>
                <a:lnTo>
                  <a:pt x="1550680" y="278896"/>
                </a:lnTo>
                <a:lnTo>
                  <a:pt x="1547006" y="278896"/>
                </a:lnTo>
                <a:lnTo>
                  <a:pt x="1543331" y="278896"/>
                </a:lnTo>
                <a:lnTo>
                  <a:pt x="1539657" y="278896"/>
                </a:lnTo>
                <a:lnTo>
                  <a:pt x="1535982" y="278896"/>
                </a:lnTo>
                <a:lnTo>
                  <a:pt x="1532307" y="278896"/>
                </a:lnTo>
                <a:lnTo>
                  <a:pt x="1528633" y="278896"/>
                </a:lnTo>
                <a:lnTo>
                  <a:pt x="1524958" y="278896"/>
                </a:lnTo>
                <a:lnTo>
                  <a:pt x="1521284" y="278896"/>
                </a:lnTo>
                <a:lnTo>
                  <a:pt x="1517609" y="278896"/>
                </a:lnTo>
                <a:lnTo>
                  <a:pt x="1513934" y="278896"/>
                </a:lnTo>
                <a:lnTo>
                  <a:pt x="1510260" y="278896"/>
                </a:lnTo>
                <a:lnTo>
                  <a:pt x="1506585" y="278896"/>
                </a:lnTo>
                <a:lnTo>
                  <a:pt x="1502911" y="278896"/>
                </a:lnTo>
                <a:lnTo>
                  <a:pt x="1499236" y="278896"/>
                </a:lnTo>
                <a:lnTo>
                  <a:pt x="1495561" y="278896"/>
                </a:lnTo>
                <a:lnTo>
                  <a:pt x="1491887" y="278896"/>
                </a:lnTo>
                <a:lnTo>
                  <a:pt x="1488212" y="278896"/>
                </a:lnTo>
                <a:lnTo>
                  <a:pt x="1484538" y="278896"/>
                </a:lnTo>
                <a:lnTo>
                  <a:pt x="1480863" y="278896"/>
                </a:lnTo>
                <a:lnTo>
                  <a:pt x="1477188" y="278896"/>
                </a:lnTo>
                <a:lnTo>
                  <a:pt x="1473514" y="278896"/>
                </a:lnTo>
                <a:lnTo>
                  <a:pt x="1469839" y="278896"/>
                </a:lnTo>
                <a:lnTo>
                  <a:pt x="1466165" y="278896"/>
                </a:lnTo>
                <a:lnTo>
                  <a:pt x="1462490" y="278896"/>
                </a:lnTo>
                <a:lnTo>
                  <a:pt x="1458815" y="278896"/>
                </a:lnTo>
                <a:lnTo>
                  <a:pt x="1455141" y="278896"/>
                </a:lnTo>
                <a:lnTo>
                  <a:pt x="1451466" y="278896"/>
                </a:lnTo>
                <a:lnTo>
                  <a:pt x="1447792" y="278896"/>
                </a:lnTo>
                <a:lnTo>
                  <a:pt x="1444117" y="278896"/>
                </a:lnTo>
                <a:lnTo>
                  <a:pt x="1440442" y="278896"/>
                </a:lnTo>
                <a:lnTo>
                  <a:pt x="1436768" y="278896"/>
                </a:lnTo>
                <a:lnTo>
                  <a:pt x="1433093" y="278896"/>
                </a:lnTo>
                <a:lnTo>
                  <a:pt x="1429419" y="278896"/>
                </a:lnTo>
                <a:lnTo>
                  <a:pt x="1425744" y="278896"/>
                </a:lnTo>
                <a:lnTo>
                  <a:pt x="1422069" y="278896"/>
                </a:lnTo>
                <a:lnTo>
                  <a:pt x="1418395" y="278896"/>
                </a:lnTo>
                <a:lnTo>
                  <a:pt x="1414720" y="278896"/>
                </a:lnTo>
                <a:lnTo>
                  <a:pt x="1411046" y="278896"/>
                </a:lnTo>
                <a:lnTo>
                  <a:pt x="1407371" y="278896"/>
                </a:lnTo>
                <a:lnTo>
                  <a:pt x="1403696" y="278896"/>
                </a:lnTo>
                <a:lnTo>
                  <a:pt x="1400022" y="278896"/>
                </a:lnTo>
                <a:lnTo>
                  <a:pt x="1396347" y="278896"/>
                </a:lnTo>
                <a:lnTo>
                  <a:pt x="1392673" y="278896"/>
                </a:lnTo>
                <a:lnTo>
                  <a:pt x="1388998" y="278896"/>
                </a:lnTo>
                <a:lnTo>
                  <a:pt x="1385323" y="278896"/>
                </a:lnTo>
                <a:lnTo>
                  <a:pt x="1381649" y="278896"/>
                </a:lnTo>
                <a:lnTo>
                  <a:pt x="1377974" y="278896"/>
                </a:lnTo>
                <a:lnTo>
                  <a:pt x="1374300" y="278896"/>
                </a:lnTo>
                <a:lnTo>
                  <a:pt x="1370625" y="278896"/>
                </a:lnTo>
                <a:lnTo>
                  <a:pt x="1366950" y="278896"/>
                </a:lnTo>
                <a:lnTo>
                  <a:pt x="1363276" y="278896"/>
                </a:lnTo>
                <a:lnTo>
                  <a:pt x="1359601" y="278896"/>
                </a:lnTo>
                <a:lnTo>
                  <a:pt x="1355927" y="278896"/>
                </a:lnTo>
                <a:lnTo>
                  <a:pt x="1352252" y="278896"/>
                </a:lnTo>
                <a:lnTo>
                  <a:pt x="1348577" y="278896"/>
                </a:lnTo>
                <a:lnTo>
                  <a:pt x="1344903" y="278896"/>
                </a:lnTo>
                <a:lnTo>
                  <a:pt x="1341228" y="278896"/>
                </a:lnTo>
                <a:lnTo>
                  <a:pt x="1337554" y="278896"/>
                </a:lnTo>
                <a:lnTo>
                  <a:pt x="1333879" y="278896"/>
                </a:lnTo>
                <a:lnTo>
                  <a:pt x="1330205" y="278896"/>
                </a:lnTo>
                <a:lnTo>
                  <a:pt x="1326530" y="278896"/>
                </a:lnTo>
                <a:lnTo>
                  <a:pt x="1322855" y="278896"/>
                </a:lnTo>
                <a:lnTo>
                  <a:pt x="1319181" y="278896"/>
                </a:lnTo>
                <a:lnTo>
                  <a:pt x="1315506" y="278896"/>
                </a:lnTo>
                <a:lnTo>
                  <a:pt x="1311832" y="278896"/>
                </a:lnTo>
                <a:lnTo>
                  <a:pt x="1308157" y="278896"/>
                </a:lnTo>
                <a:lnTo>
                  <a:pt x="1304482" y="278896"/>
                </a:lnTo>
                <a:lnTo>
                  <a:pt x="1300808" y="278896"/>
                </a:lnTo>
                <a:lnTo>
                  <a:pt x="1297133" y="278896"/>
                </a:lnTo>
                <a:lnTo>
                  <a:pt x="1293459" y="278896"/>
                </a:lnTo>
                <a:lnTo>
                  <a:pt x="1289784" y="278896"/>
                </a:lnTo>
                <a:lnTo>
                  <a:pt x="1286109" y="278896"/>
                </a:lnTo>
                <a:lnTo>
                  <a:pt x="1282435" y="278896"/>
                </a:lnTo>
                <a:lnTo>
                  <a:pt x="1278760" y="278896"/>
                </a:lnTo>
                <a:lnTo>
                  <a:pt x="1275086" y="278896"/>
                </a:lnTo>
                <a:lnTo>
                  <a:pt x="1271411" y="278896"/>
                </a:lnTo>
                <a:lnTo>
                  <a:pt x="1267736" y="278896"/>
                </a:lnTo>
                <a:lnTo>
                  <a:pt x="1264062" y="278896"/>
                </a:lnTo>
                <a:lnTo>
                  <a:pt x="1260387" y="278896"/>
                </a:lnTo>
                <a:lnTo>
                  <a:pt x="1256713" y="278896"/>
                </a:lnTo>
                <a:lnTo>
                  <a:pt x="1253038" y="278896"/>
                </a:lnTo>
                <a:lnTo>
                  <a:pt x="1249363" y="278896"/>
                </a:lnTo>
                <a:lnTo>
                  <a:pt x="1245689" y="278896"/>
                </a:lnTo>
                <a:lnTo>
                  <a:pt x="1242014" y="278896"/>
                </a:lnTo>
                <a:lnTo>
                  <a:pt x="1238340" y="278896"/>
                </a:lnTo>
                <a:lnTo>
                  <a:pt x="1234665" y="278896"/>
                </a:lnTo>
                <a:lnTo>
                  <a:pt x="1230990" y="278896"/>
                </a:lnTo>
                <a:lnTo>
                  <a:pt x="1227316" y="278896"/>
                </a:lnTo>
                <a:lnTo>
                  <a:pt x="1223641" y="278896"/>
                </a:lnTo>
                <a:lnTo>
                  <a:pt x="1219967" y="278896"/>
                </a:lnTo>
                <a:lnTo>
                  <a:pt x="1216292" y="278896"/>
                </a:lnTo>
                <a:lnTo>
                  <a:pt x="1212617" y="278896"/>
                </a:lnTo>
                <a:lnTo>
                  <a:pt x="1208943" y="278896"/>
                </a:lnTo>
                <a:lnTo>
                  <a:pt x="1205268" y="278896"/>
                </a:lnTo>
                <a:lnTo>
                  <a:pt x="1201594" y="278896"/>
                </a:lnTo>
                <a:lnTo>
                  <a:pt x="1197919" y="278896"/>
                </a:lnTo>
                <a:lnTo>
                  <a:pt x="1194244" y="278896"/>
                </a:lnTo>
                <a:lnTo>
                  <a:pt x="1190570" y="278896"/>
                </a:lnTo>
                <a:lnTo>
                  <a:pt x="1186895" y="278896"/>
                </a:lnTo>
                <a:lnTo>
                  <a:pt x="1183221" y="278896"/>
                </a:lnTo>
                <a:lnTo>
                  <a:pt x="1179546" y="278896"/>
                </a:lnTo>
                <a:lnTo>
                  <a:pt x="1175871" y="278896"/>
                </a:lnTo>
                <a:lnTo>
                  <a:pt x="1172197" y="278896"/>
                </a:lnTo>
                <a:lnTo>
                  <a:pt x="1168522" y="278896"/>
                </a:lnTo>
                <a:lnTo>
                  <a:pt x="1164848" y="278896"/>
                </a:lnTo>
                <a:lnTo>
                  <a:pt x="1161173" y="278896"/>
                </a:lnTo>
                <a:lnTo>
                  <a:pt x="1157498" y="278896"/>
                </a:lnTo>
                <a:lnTo>
                  <a:pt x="1153824" y="278896"/>
                </a:lnTo>
                <a:lnTo>
                  <a:pt x="1150149" y="278896"/>
                </a:lnTo>
                <a:lnTo>
                  <a:pt x="1146475" y="278896"/>
                </a:lnTo>
                <a:lnTo>
                  <a:pt x="1142800" y="278896"/>
                </a:lnTo>
                <a:lnTo>
                  <a:pt x="1139125" y="278896"/>
                </a:lnTo>
                <a:lnTo>
                  <a:pt x="1135451" y="278896"/>
                </a:lnTo>
                <a:lnTo>
                  <a:pt x="1131776" y="278896"/>
                </a:lnTo>
                <a:lnTo>
                  <a:pt x="1128102" y="278896"/>
                </a:lnTo>
                <a:lnTo>
                  <a:pt x="1124427" y="278896"/>
                </a:lnTo>
                <a:lnTo>
                  <a:pt x="1120752" y="278896"/>
                </a:lnTo>
                <a:lnTo>
                  <a:pt x="1117078" y="278896"/>
                </a:lnTo>
                <a:lnTo>
                  <a:pt x="1113403" y="278896"/>
                </a:lnTo>
                <a:lnTo>
                  <a:pt x="1109729" y="278896"/>
                </a:lnTo>
                <a:lnTo>
                  <a:pt x="1106054" y="278896"/>
                </a:lnTo>
                <a:lnTo>
                  <a:pt x="1102379" y="278896"/>
                </a:lnTo>
                <a:lnTo>
                  <a:pt x="1098705" y="278896"/>
                </a:lnTo>
                <a:lnTo>
                  <a:pt x="1095030" y="278896"/>
                </a:lnTo>
                <a:lnTo>
                  <a:pt x="1091356" y="278896"/>
                </a:lnTo>
                <a:lnTo>
                  <a:pt x="1087681" y="278896"/>
                </a:lnTo>
                <a:lnTo>
                  <a:pt x="1084006" y="278896"/>
                </a:lnTo>
                <a:lnTo>
                  <a:pt x="1080332" y="278896"/>
                </a:lnTo>
                <a:lnTo>
                  <a:pt x="1076657" y="278896"/>
                </a:lnTo>
                <a:lnTo>
                  <a:pt x="1072983" y="278896"/>
                </a:lnTo>
                <a:lnTo>
                  <a:pt x="1069308" y="278896"/>
                </a:lnTo>
                <a:lnTo>
                  <a:pt x="1065633" y="278896"/>
                </a:lnTo>
                <a:lnTo>
                  <a:pt x="1061959" y="278896"/>
                </a:lnTo>
                <a:lnTo>
                  <a:pt x="1058284" y="278896"/>
                </a:lnTo>
                <a:lnTo>
                  <a:pt x="1054610" y="278896"/>
                </a:lnTo>
                <a:lnTo>
                  <a:pt x="1050935" y="278896"/>
                </a:lnTo>
                <a:lnTo>
                  <a:pt x="1047260" y="278896"/>
                </a:lnTo>
                <a:lnTo>
                  <a:pt x="1043586" y="278896"/>
                </a:lnTo>
                <a:lnTo>
                  <a:pt x="1039911" y="278896"/>
                </a:lnTo>
                <a:lnTo>
                  <a:pt x="1036237" y="278896"/>
                </a:lnTo>
                <a:lnTo>
                  <a:pt x="1032562" y="278896"/>
                </a:lnTo>
                <a:lnTo>
                  <a:pt x="1028887" y="278896"/>
                </a:lnTo>
                <a:lnTo>
                  <a:pt x="1025213" y="278896"/>
                </a:lnTo>
                <a:lnTo>
                  <a:pt x="1021538" y="278896"/>
                </a:lnTo>
                <a:lnTo>
                  <a:pt x="1017864" y="278896"/>
                </a:lnTo>
                <a:lnTo>
                  <a:pt x="1014189" y="278896"/>
                </a:lnTo>
                <a:lnTo>
                  <a:pt x="1010514" y="278896"/>
                </a:lnTo>
                <a:lnTo>
                  <a:pt x="1006840" y="278896"/>
                </a:lnTo>
                <a:lnTo>
                  <a:pt x="1003165" y="278896"/>
                </a:lnTo>
                <a:lnTo>
                  <a:pt x="999491" y="278896"/>
                </a:lnTo>
                <a:lnTo>
                  <a:pt x="995816" y="278896"/>
                </a:lnTo>
                <a:lnTo>
                  <a:pt x="992141" y="278896"/>
                </a:lnTo>
                <a:lnTo>
                  <a:pt x="988467" y="278896"/>
                </a:lnTo>
                <a:lnTo>
                  <a:pt x="984792" y="278896"/>
                </a:lnTo>
                <a:lnTo>
                  <a:pt x="981118" y="278896"/>
                </a:lnTo>
                <a:lnTo>
                  <a:pt x="977443" y="278896"/>
                </a:lnTo>
                <a:lnTo>
                  <a:pt x="973768" y="278896"/>
                </a:lnTo>
                <a:lnTo>
                  <a:pt x="970094" y="278896"/>
                </a:lnTo>
                <a:lnTo>
                  <a:pt x="966419" y="278896"/>
                </a:lnTo>
                <a:lnTo>
                  <a:pt x="962745" y="278896"/>
                </a:lnTo>
                <a:lnTo>
                  <a:pt x="959070" y="278896"/>
                </a:lnTo>
                <a:lnTo>
                  <a:pt x="955395" y="278896"/>
                </a:lnTo>
                <a:lnTo>
                  <a:pt x="951721" y="278896"/>
                </a:lnTo>
                <a:lnTo>
                  <a:pt x="948046" y="278896"/>
                </a:lnTo>
                <a:lnTo>
                  <a:pt x="944372" y="278896"/>
                </a:lnTo>
                <a:lnTo>
                  <a:pt x="940697" y="278896"/>
                </a:lnTo>
                <a:lnTo>
                  <a:pt x="937022" y="278896"/>
                </a:lnTo>
                <a:lnTo>
                  <a:pt x="933348" y="278896"/>
                </a:lnTo>
                <a:lnTo>
                  <a:pt x="929673" y="278896"/>
                </a:lnTo>
                <a:lnTo>
                  <a:pt x="925999" y="278896"/>
                </a:lnTo>
                <a:lnTo>
                  <a:pt x="922324" y="278896"/>
                </a:lnTo>
                <a:lnTo>
                  <a:pt x="918649" y="278896"/>
                </a:lnTo>
                <a:lnTo>
                  <a:pt x="914975" y="278896"/>
                </a:lnTo>
                <a:lnTo>
                  <a:pt x="911300" y="278896"/>
                </a:lnTo>
                <a:lnTo>
                  <a:pt x="907626" y="278896"/>
                </a:lnTo>
                <a:lnTo>
                  <a:pt x="903951" y="278896"/>
                </a:lnTo>
                <a:lnTo>
                  <a:pt x="900276" y="278896"/>
                </a:lnTo>
                <a:lnTo>
                  <a:pt x="896602" y="278896"/>
                </a:lnTo>
                <a:lnTo>
                  <a:pt x="892927" y="278896"/>
                </a:lnTo>
                <a:lnTo>
                  <a:pt x="889253" y="278896"/>
                </a:lnTo>
                <a:lnTo>
                  <a:pt x="885578" y="278896"/>
                </a:lnTo>
                <a:lnTo>
                  <a:pt x="881903" y="278896"/>
                </a:lnTo>
                <a:lnTo>
                  <a:pt x="878229" y="278896"/>
                </a:lnTo>
                <a:lnTo>
                  <a:pt x="874554" y="278896"/>
                </a:lnTo>
                <a:lnTo>
                  <a:pt x="870880" y="278896"/>
                </a:lnTo>
                <a:lnTo>
                  <a:pt x="867205" y="278896"/>
                </a:lnTo>
                <a:lnTo>
                  <a:pt x="863530" y="278896"/>
                </a:lnTo>
                <a:lnTo>
                  <a:pt x="859856" y="278896"/>
                </a:lnTo>
                <a:lnTo>
                  <a:pt x="856181" y="278896"/>
                </a:lnTo>
                <a:lnTo>
                  <a:pt x="852507" y="278896"/>
                </a:lnTo>
                <a:lnTo>
                  <a:pt x="848832" y="278896"/>
                </a:lnTo>
                <a:lnTo>
                  <a:pt x="845157" y="278896"/>
                </a:lnTo>
                <a:lnTo>
                  <a:pt x="841483" y="278896"/>
                </a:lnTo>
                <a:lnTo>
                  <a:pt x="837808" y="278896"/>
                </a:lnTo>
                <a:lnTo>
                  <a:pt x="834134" y="278896"/>
                </a:lnTo>
                <a:lnTo>
                  <a:pt x="830459" y="278896"/>
                </a:lnTo>
                <a:lnTo>
                  <a:pt x="826784" y="278896"/>
                </a:lnTo>
                <a:lnTo>
                  <a:pt x="823110" y="278896"/>
                </a:lnTo>
                <a:lnTo>
                  <a:pt x="819435" y="278896"/>
                </a:lnTo>
                <a:lnTo>
                  <a:pt x="815761" y="278896"/>
                </a:lnTo>
                <a:lnTo>
                  <a:pt x="812086" y="278896"/>
                </a:lnTo>
                <a:lnTo>
                  <a:pt x="808411" y="278896"/>
                </a:lnTo>
                <a:lnTo>
                  <a:pt x="804737" y="278896"/>
                </a:lnTo>
                <a:lnTo>
                  <a:pt x="801062" y="278896"/>
                </a:lnTo>
                <a:lnTo>
                  <a:pt x="797388" y="278896"/>
                </a:lnTo>
                <a:lnTo>
                  <a:pt x="793713" y="278896"/>
                </a:lnTo>
                <a:lnTo>
                  <a:pt x="790038" y="278896"/>
                </a:lnTo>
                <a:lnTo>
                  <a:pt x="786364" y="278896"/>
                </a:lnTo>
                <a:lnTo>
                  <a:pt x="782689" y="278896"/>
                </a:lnTo>
                <a:lnTo>
                  <a:pt x="779015" y="278896"/>
                </a:lnTo>
                <a:lnTo>
                  <a:pt x="775340" y="278896"/>
                </a:lnTo>
                <a:lnTo>
                  <a:pt x="771665" y="278896"/>
                </a:lnTo>
                <a:lnTo>
                  <a:pt x="767991" y="278896"/>
                </a:lnTo>
                <a:lnTo>
                  <a:pt x="764316" y="278896"/>
                </a:lnTo>
                <a:lnTo>
                  <a:pt x="760642" y="278896"/>
                </a:lnTo>
                <a:lnTo>
                  <a:pt x="756967" y="278896"/>
                </a:lnTo>
                <a:lnTo>
                  <a:pt x="753292" y="278896"/>
                </a:lnTo>
                <a:lnTo>
                  <a:pt x="749618" y="278896"/>
                </a:lnTo>
                <a:lnTo>
                  <a:pt x="745943" y="278896"/>
                </a:lnTo>
                <a:lnTo>
                  <a:pt x="742269" y="278896"/>
                </a:lnTo>
                <a:lnTo>
                  <a:pt x="738594" y="278896"/>
                </a:lnTo>
                <a:lnTo>
                  <a:pt x="734919" y="278896"/>
                </a:lnTo>
                <a:lnTo>
                  <a:pt x="731245" y="278896"/>
                </a:lnTo>
                <a:lnTo>
                  <a:pt x="727570" y="278896"/>
                </a:lnTo>
                <a:lnTo>
                  <a:pt x="723896" y="278896"/>
                </a:lnTo>
                <a:lnTo>
                  <a:pt x="720221" y="278896"/>
                </a:lnTo>
                <a:lnTo>
                  <a:pt x="716546" y="278896"/>
                </a:lnTo>
                <a:lnTo>
                  <a:pt x="712872" y="278896"/>
                </a:lnTo>
                <a:lnTo>
                  <a:pt x="709197" y="278896"/>
                </a:lnTo>
                <a:lnTo>
                  <a:pt x="705523" y="278896"/>
                </a:lnTo>
                <a:lnTo>
                  <a:pt x="701848" y="278896"/>
                </a:lnTo>
                <a:lnTo>
                  <a:pt x="698173" y="278896"/>
                </a:lnTo>
                <a:lnTo>
                  <a:pt x="694499" y="278896"/>
                </a:lnTo>
                <a:lnTo>
                  <a:pt x="690824" y="278896"/>
                </a:lnTo>
                <a:lnTo>
                  <a:pt x="687150" y="278896"/>
                </a:lnTo>
                <a:lnTo>
                  <a:pt x="683475" y="278896"/>
                </a:lnTo>
                <a:lnTo>
                  <a:pt x="679800" y="278896"/>
                </a:lnTo>
                <a:lnTo>
                  <a:pt x="676126" y="278896"/>
                </a:lnTo>
                <a:lnTo>
                  <a:pt x="672451" y="278896"/>
                </a:lnTo>
                <a:lnTo>
                  <a:pt x="668777" y="278896"/>
                </a:lnTo>
                <a:lnTo>
                  <a:pt x="665102" y="278896"/>
                </a:lnTo>
                <a:lnTo>
                  <a:pt x="661427" y="278896"/>
                </a:lnTo>
                <a:lnTo>
                  <a:pt x="657753" y="278896"/>
                </a:lnTo>
                <a:lnTo>
                  <a:pt x="654078" y="278896"/>
                </a:lnTo>
                <a:lnTo>
                  <a:pt x="650404" y="278896"/>
                </a:lnTo>
                <a:lnTo>
                  <a:pt x="646729" y="278896"/>
                </a:lnTo>
                <a:lnTo>
                  <a:pt x="643054" y="278896"/>
                </a:lnTo>
                <a:lnTo>
                  <a:pt x="639380" y="278896"/>
                </a:lnTo>
                <a:lnTo>
                  <a:pt x="635705" y="278896"/>
                </a:lnTo>
                <a:lnTo>
                  <a:pt x="632031" y="278896"/>
                </a:lnTo>
                <a:lnTo>
                  <a:pt x="628356" y="278896"/>
                </a:lnTo>
                <a:lnTo>
                  <a:pt x="624681" y="278896"/>
                </a:lnTo>
                <a:lnTo>
                  <a:pt x="621007" y="278896"/>
                </a:lnTo>
                <a:lnTo>
                  <a:pt x="617332" y="278896"/>
                </a:lnTo>
                <a:lnTo>
                  <a:pt x="613658" y="278896"/>
                </a:lnTo>
                <a:lnTo>
                  <a:pt x="609983" y="278896"/>
                </a:lnTo>
                <a:lnTo>
                  <a:pt x="606308" y="278896"/>
                </a:lnTo>
                <a:lnTo>
                  <a:pt x="602634" y="278896"/>
                </a:lnTo>
                <a:lnTo>
                  <a:pt x="598959" y="278896"/>
                </a:lnTo>
                <a:lnTo>
                  <a:pt x="595285" y="278896"/>
                </a:lnTo>
                <a:lnTo>
                  <a:pt x="591610" y="278896"/>
                </a:lnTo>
                <a:lnTo>
                  <a:pt x="587935" y="278896"/>
                </a:lnTo>
                <a:lnTo>
                  <a:pt x="584261" y="278896"/>
                </a:lnTo>
                <a:lnTo>
                  <a:pt x="580586" y="278896"/>
                </a:lnTo>
                <a:lnTo>
                  <a:pt x="576912" y="278896"/>
                </a:lnTo>
                <a:lnTo>
                  <a:pt x="573237" y="278896"/>
                </a:lnTo>
                <a:lnTo>
                  <a:pt x="569562" y="278896"/>
                </a:lnTo>
                <a:lnTo>
                  <a:pt x="565888" y="278896"/>
                </a:lnTo>
                <a:lnTo>
                  <a:pt x="562213" y="278896"/>
                </a:lnTo>
                <a:lnTo>
                  <a:pt x="558539" y="278896"/>
                </a:lnTo>
                <a:lnTo>
                  <a:pt x="554864" y="278896"/>
                </a:lnTo>
                <a:lnTo>
                  <a:pt x="551189" y="278896"/>
                </a:lnTo>
                <a:lnTo>
                  <a:pt x="547515" y="278896"/>
                </a:lnTo>
                <a:lnTo>
                  <a:pt x="543840" y="278896"/>
                </a:lnTo>
                <a:lnTo>
                  <a:pt x="540166" y="278896"/>
                </a:lnTo>
                <a:lnTo>
                  <a:pt x="536491" y="278896"/>
                </a:lnTo>
                <a:lnTo>
                  <a:pt x="532816" y="278896"/>
                </a:lnTo>
                <a:lnTo>
                  <a:pt x="529142" y="278896"/>
                </a:lnTo>
                <a:lnTo>
                  <a:pt x="525467" y="278896"/>
                </a:lnTo>
                <a:lnTo>
                  <a:pt x="521793" y="278896"/>
                </a:lnTo>
                <a:lnTo>
                  <a:pt x="518118" y="278896"/>
                </a:lnTo>
                <a:lnTo>
                  <a:pt x="514443" y="278896"/>
                </a:lnTo>
                <a:lnTo>
                  <a:pt x="510769" y="278896"/>
                </a:lnTo>
                <a:lnTo>
                  <a:pt x="507094" y="278896"/>
                </a:lnTo>
                <a:lnTo>
                  <a:pt x="503420" y="278896"/>
                </a:lnTo>
                <a:lnTo>
                  <a:pt x="499745" y="278896"/>
                </a:lnTo>
                <a:lnTo>
                  <a:pt x="496070" y="278896"/>
                </a:lnTo>
                <a:lnTo>
                  <a:pt x="492396" y="278896"/>
                </a:lnTo>
                <a:lnTo>
                  <a:pt x="488721" y="278896"/>
                </a:lnTo>
                <a:lnTo>
                  <a:pt x="485047" y="278896"/>
                </a:lnTo>
                <a:lnTo>
                  <a:pt x="481372" y="278896"/>
                </a:lnTo>
                <a:lnTo>
                  <a:pt x="477697" y="278896"/>
                </a:lnTo>
                <a:lnTo>
                  <a:pt x="474023" y="278896"/>
                </a:lnTo>
                <a:lnTo>
                  <a:pt x="470348" y="278896"/>
                </a:lnTo>
                <a:lnTo>
                  <a:pt x="466674" y="278896"/>
                </a:lnTo>
                <a:lnTo>
                  <a:pt x="462999" y="278896"/>
                </a:lnTo>
                <a:lnTo>
                  <a:pt x="459324" y="278896"/>
                </a:lnTo>
                <a:lnTo>
                  <a:pt x="455650" y="278896"/>
                </a:lnTo>
                <a:lnTo>
                  <a:pt x="451975" y="278896"/>
                </a:lnTo>
                <a:lnTo>
                  <a:pt x="448301" y="278896"/>
                </a:lnTo>
                <a:lnTo>
                  <a:pt x="444626" y="278896"/>
                </a:lnTo>
                <a:lnTo>
                  <a:pt x="440951" y="278896"/>
                </a:lnTo>
                <a:lnTo>
                  <a:pt x="437277" y="278896"/>
                </a:lnTo>
                <a:lnTo>
                  <a:pt x="433602" y="278896"/>
                </a:lnTo>
                <a:lnTo>
                  <a:pt x="429928" y="278896"/>
                </a:lnTo>
                <a:lnTo>
                  <a:pt x="426253" y="278896"/>
                </a:lnTo>
                <a:lnTo>
                  <a:pt x="422578" y="278896"/>
                </a:lnTo>
                <a:lnTo>
                  <a:pt x="418904" y="278896"/>
                </a:lnTo>
                <a:lnTo>
                  <a:pt x="415229" y="278896"/>
                </a:lnTo>
                <a:lnTo>
                  <a:pt x="411555" y="278896"/>
                </a:lnTo>
                <a:lnTo>
                  <a:pt x="407880" y="278896"/>
                </a:lnTo>
                <a:lnTo>
                  <a:pt x="404205" y="278896"/>
                </a:lnTo>
                <a:lnTo>
                  <a:pt x="400531" y="278896"/>
                </a:lnTo>
                <a:lnTo>
                  <a:pt x="396856" y="278896"/>
                </a:lnTo>
                <a:lnTo>
                  <a:pt x="393182" y="278896"/>
                </a:lnTo>
                <a:lnTo>
                  <a:pt x="389507" y="278896"/>
                </a:lnTo>
                <a:lnTo>
                  <a:pt x="385832" y="278896"/>
                </a:lnTo>
                <a:lnTo>
                  <a:pt x="382158" y="278896"/>
                </a:lnTo>
                <a:lnTo>
                  <a:pt x="378483" y="278896"/>
                </a:lnTo>
                <a:lnTo>
                  <a:pt x="374809" y="278896"/>
                </a:lnTo>
                <a:lnTo>
                  <a:pt x="371134" y="278896"/>
                </a:lnTo>
                <a:lnTo>
                  <a:pt x="367459" y="278896"/>
                </a:lnTo>
                <a:lnTo>
                  <a:pt x="363785" y="278896"/>
                </a:lnTo>
                <a:lnTo>
                  <a:pt x="360110" y="278896"/>
                </a:lnTo>
                <a:lnTo>
                  <a:pt x="356436" y="278896"/>
                </a:lnTo>
                <a:lnTo>
                  <a:pt x="352761" y="278896"/>
                </a:lnTo>
                <a:lnTo>
                  <a:pt x="349086" y="278896"/>
                </a:lnTo>
                <a:lnTo>
                  <a:pt x="345412" y="278896"/>
                </a:lnTo>
                <a:lnTo>
                  <a:pt x="341737" y="278896"/>
                </a:lnTo>
                <a:lnTo>
                  <a:pt x="338063" y="278896"/>
                </a:lnTo>
                <a:lnTo>
                  <a:pt x="334388" y="278896"/>
                </a:lnTo>
                <a:lnTo>
                  <a:pt x="330713" y="278896"/>
                </a:lnTo>
                <a:lnTo>
                  <a:pt x="327039" y="278896"/>
                </a:lnTo>
                <a:lnTo>
                  <a:pt x="323364" y="278896"/>
                </a:lnTo>
                <a:lnTo>
                  <a:pt x="319690" y="278896"/>
                </a:lnTo>
                <a:lnTo>
                  <a:pt x="316015" y="278896"/>
                </a:lnTo>
                <a:lnTo>
                  <a:pt x="312340" y="278896"/>
                </a:lnTo>
                <a:lnTo>
                  <a:pt x="308666" y="278896"/>
                </a:lnTo>
                <a:lnTo>
                  <a:pt x="304991" y="278896"/>
                </a:lnTo>
                <a:lnTo>
                  <a:pt x="301317" y="278896"/>
                </a:lnTo>
                <a:lnTo>
                  <a:pt x="297642" y="278896"/>
                </a:lnTo>
                <a:lnTo>
                  <a:pt x="293967" y="278896"/>
                </a:lnTo>
                <a:lnTo>
                  <a:pt x="290293" y="278896"/>
                </a:lnTo>
                <a:lnTo>
                  <a:pt x="286618" y="278896"/>
                </a:lnTo>
                <a:lnTo>
                  <a:pt x="282944" y="278896"/>
                </a:lnTo>
                <a:lnTo>
                  <a:pt x="279269" y="278896"/>
                </a:lnTo>
                <a:lnTo>
                  <a:pt x="275594" y="278896"/>
                </a:lnTo>
                <a:lnTo>
                  <a:pt x="271920" y="278896"/>
                </a:lnTo>
                <a:lnTo>
                  <a:pt x="268245" y="278896"/>
                </a:lnTo>
                <a:lnTo>
                  <a:pt x="264571" y="278896"/>
                </a:lnTo>
                <a:lnTo>
                  <a:pt x="260896" y="278896"/>
                </a:lnTo>
                <a:lnTo>
                  <a:pt x="257221" y="278896"/>
                </a:lnTo>
                <a:lnTo>
                  <a:pt x="253547" y="278896"/>
                </a:lnTo>
                <a:lnTo>
                  <a:pt x="249872" y="278896"/>
                </a:lnTo>
                <a:lnTo>
                  <a:pt x="246198" y="278896"/>
                </a:lnTo>
                <a:lnTo>
                  <a:pt x="242523" y="278896"/>
                </a:lnTo>
                <a:lnTo>
                  <a:pt x="238848" y="278896"/>
                </a:lnTo>
                <a:lnTo>
                  <a:pt x="235174" y="278896"/>
                </a:lnTo>
                <a:lnTo>
                  <a:pt x="231499" y="278896"/>
                </a:lnTo>
                <a:lnTo>
                  <a:pt x="227825" y="278896"/>
                </a:lnTo>
                <a:lnTo>
                  <a:pt x="224150" y="278896"/>
                </a:lnTo>
                <a:lnTo>
                  <a:pt x="220475" y="278896"/>
                </a:lnTo>
                <a:lnTo>
                  <a:pt x="216801" y="278896"/>
                </a:lnTo>
                <a:lnTo>
                  <a:pt x="213126" y="278896"/>
                </a:lnTo>
                <a:lnTo>
                  <a:pt x="209452" y="278896"/>
                </a:lnTo>
                <a:lnTo>
                  <a:pt x="205777" y="278896"/>
                </a:lnTo>
                <a:lnTo>
                  <a:pt x="202102" y="278896"/>
                </a:lnTo>
                <a:lnTo>
                  <a:pt x="198428" y="278896"/>
                </a:lnTo>
                <a:lnTo>
                  <a:pt x="194753" y="278896"/>
                </a:lnTo>
                <a:lnTo>
                  <a:pt x="191079" y="278896"/>
                </a:lnTo>
                <a:lnTo>
                  <a:pt x="187404" y="278896"/>
                </a:lnTo>
                <a:lnTo>
                  <a:pt x="183729" y="278896"/>
                </a:lnTo>
                <a:lnTo>
                  <a:pt x="180055" y="278896"/>
                </a:lnTo>
                <a:lnTo>
                  <a:pt x="176380" y="278896"/>
                </a:lnTo>
                <a:lnTo>
                  <a:pt x="172706" y="278896"/>
                </a:lnTo>
                <a:lnTo>
                  <a:pt x="169031" y="278896"/>
                </a:lnTo>
                <a:lnTo>
                  <a:pt x="165356" y="278896"/>
                </a:lnTo>
                <a:lnTo>
                  <a:pt x="161682" y="278896"/>
                </a:lnTo>
                <a:lnTo>
                  <a:pt x="158007" y="278896"/>
                </a:lnTo>
                <a:lnTo>
                  <a:pt x="154333" y="278896"/>
                </a:lnTo>
                <a:lnTo>
                  <a:pt x="150658" y="278896"/>
                </a:lnTo>
                <a:lnTo>
                  <a:pt x="146983" y="278896"/>
                </a:lnTo>
                <a:lnTo>
                  <a:pt x="143309" y="278896"/>
                </a:lnTo>
                <a:lnTo>
                  <a:pt x="139634" y="278896"/>
                </a:lnTo>
                <a:lnTo>
                  <a:pt x="135960" y="278896"/>
                </a:lnTo>
                <a:lnTo>
                  <a:pt x="132285" y="278896"/>
                </a:lnTo>
                <a:lnTo>
                  <a:pt x="128610" y="278896"/>
                </a:lnTo>
                <a:lnTo>
                  <a:pt x="124936" y="278896"/>
                </a:lnTo>
                <a:lnTo>
                  <a:pt x="121261" y="278896"/>
                </a:lnTo>
                <a:lnTo>
                  <a:pt x="117587" y="278896"/>
                </a:lnTo>
                <a:lnTo>
                  <a:pt x="113912" y="278896"/>
                </a:lnTo>
                <a:lnTo>
                  <a:pt x="110237" y="278896"/>
                </a:lnTo>
                <a:lnTo>
                  <a:pt x="106563" y="278896"/>
                </a:lnTo>
                <a:lnTo>
                  <a:pt x="102888" y="278896"/>
                </a:lnTo>
                <a:lnTo>
                  <a:pt x="99214" y="278896"/>
                </a:lnTo>
                <a:lnTo>
                  <a:pt x="95539" y="278896"/>
                </a:lnTo>
                <a:lnTo>
                  <a:pt x="91864" y="278896"/>
                </a:lnTo>
                <a:lnTo>
                  <a:pt x="88190" y="278896"/>
                </a:lnTo>
                <a:lnTo>
                  <a:pt x="84515" y="278896"/>
                </a:lnTo>
                <a:lnTo>
                  <a:pt x="80841" y="278896"/>
                </a:lnTo>
                <a:lnTo>
                  <a:pt x="77166" y="278896"/>
                </a:lnTo>
                <a:lnTo>
                  <a:pt x="73491" y="278896"/>
                </a:lnTo>
                <a:lnTo>
                  <a:pt x="69817" y="278896"/>
                </a:lnTo>
                <a:lnTo>
                  <a:pt x="66142" y="278896"/>
                </a:lnTo>
                <a:lnTo>
                  <a:pt x="62468" y="278896"/>
                </a:lnTo>
                <a:lnTo>
                  <a:pt x="58793" y="278896"/>
                </a:lnTo>
                <a:lnTo>
                  <a:pt x="55118" y="278896"/>
                </a:lnTo>
                <a:lnTo>
                  <a:pt x="51444" y="278896"/>
                </a:lnTo>
                <a:lnTo>
                  <a:pt x="47769" y="278896"/>
                </a:lnTo>
                <a:lnTo>
                  <a:pt x="44095" y="278896"/>
                </a:lnTo>
                <a:lnTo>
                  <a:pt x="40420" y="278896"/>
                </a:lnTo>
                <a:lnTo>
                  <a:pt x="36745" y="278896"/>
                </a:lnTo>
                <a:lnTo>
                  <a:pt x="33071" y="278896"/>
                </a:lnTo>
                <a:lnTo>
                  <a:pt x="29396" y="278896"/>
                </a:lnTo>
                <a:lnTo>
                  <a:pt x="25722" y="278896"/>
                </a:lnTo>
                <a:lnTo>
                  <a:pt x="22047" y="278896"/>
                </a:lnTo>
                <a:lnTo>
                  <a:pt x="18372" y="278896"/>
                </a:lnTo>
                <a:lnTo>
                  <a:pt x="14698" y="278896"/>
                </a:lnTo>
                <a:lnTo>
                  <a:pt x="11023" y="278896"/>
                </a:lnTo>
                <a:lnTo>
                  <a:pt x="7349" y="278896"/>
                </a:lnTo>
                <a:lnTo>
                  <a:pt x="3674" y="278896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33" name="pl233"/>
          <p:cNvSpPr/>
          <p:nvPr/>
        </p:nvSpPr>
        <p:spPr>
          <a:xfrm>
            <a:off x="8856642" y="3945919"/>
            <a:ext cx="1877720" cy="278896"/>
          </a:xfrm>
          <a:custGeom>
            <a:avLst/>
            <a:gdLst/>
            <a:ahLst/>
            <a:cxnLst/>
            <a:rect l="0" t="0" r="0" b="0"/>
            <a:pathLst>
              <a:path w="1877720" h="278896">
                <a:moveTo>
                  <a:pt x="0" y="278896"/>
                </a:moveTo>
                <a:lnTo>
                  <a:pt x="3674" y="278896"/>
                </a:lnTo>
                <a:lnTo>
                  <a:pt x="7349" y="278896"/>
                </a:lnTo>
                <a:lnTo>
                  <a:pt x="11023" y="278896"/>
                </a:lnTo>
                <a:lnTo>
                  <a:pt x="14698" y="278896"/>
                </a:lnTo>
                <a:lnTo>
                  <a:pt x="18372" y="278896"/>
                </a:lnTo>
                <a:lnTo>
                  <a:pt x="22047" y="278896"/>
                </a:lnTo>
                <a:lnTo>
                  <a:pt x="25722" y="278896"/>
                </a:lnTo>
                <a:lnTo>
                  <a:pt x="29396" y="278896"/>
                </a:lnTo>
                <a:lnTo>
                  <a:pt x="33071" y="278896"/>
                </a:lnTo>
                <a:lnTo>
                  <a:pt x="36745" y="278896"/>
                </a:lnTo>
                <a:lnTo>
                  <a:pt x="40420" y="278896"/>
                </a:lnTo>
                <a:lnTo>
                  <a:pt x="44095" y="278896"/>
                </a:lnTo>
                <a:lnTo>
                  <a:pt x="47769" y="278896"/>
                </a:lnTo>
                <a:lnTo>
                  <a:pt x="51444" y="278896"/>
                </a:lnTo>
                <a:lnTo>
                  <a:pt x="55118" y="278896"/>
                </a:lnTo>
                <a:lnTo>
                  <a:pt x="58793" y="278896"/>
                </a:lnTo>
                <a:lnTo>
                  <a:pt x="62468" y="278896"/>
                </a:lnTo>
                <a:lnTo>
                  <a:pt x="66142" y="278896"/>
                </a:lnTo>
                <a:lnTo>
                  <a:pt x="69817" y="278896"/>
                </a:lnTo>
                <a:lnTo>
                  <a:pt x="73491" y="278896"/>
                </a:lnTo>
                <a:lnTo>
                  <a:pt x="77166" y="278896"/>
                </a:lnTo>
                <a:lnTo>
                  <a:pt x="80841" y="278896"/>
                </a:lnTo>
                <a:lnTo>
                  <a:pt x="84515" y="278896"/>
                </a:lnTo>
                <a:lnTo>
                  <a:pt x="88190" y="278896"/>
                </a:lnTo>
                <a:lnTo>
                  <a:pt x="91864" y="278896"/>
                </a:lnTo>
                <a:lnTo>
                  <a:pt x="95539" y="278896"/>
                </a:lnTo>
                <a:lnTo>
                  <a:pt x="99214" y="278896"/>
                </a:lnTo>
                <a:lnTo>
                  <a:pt x="102888" y="278896"/>
                </a:lnTo>
                <a:lnTo>
                  <a:pt x="106563" y="278896"/>
                </a:lnTo>
                <a:lnTo>
                  <a:pt x="110237" y="278896"/>
                </a:lnTo>
                <a:lnTo>
                  <a:pt x="113912" y="278896"/>
                </a:lnTo>
                <a:lnTo>
                  <a:pt x="117587" y="278896"/>
                </a:lnTo>
                <a:lnTo>
                  <a:pt x="121261" y="278896"/>
                </a:lnTo>
                <a:lnTo>
                  <a:pt x="124936" y="278896"/>
                </a:lnTo>
                <a:lnTo>
                  <a:pt x="128610" y="278896"/>
                </a:lnTo>
                <a:lnTo>
                  <a:pt x="132285" y="278896"/>
                </a:lnTo>
                <a:lnTo>
                  <a:pt x="135960" y="278896"/>
                </a:lnTo>
                <a:lnTo>
                  <a:pt x="139634" y="278896"/>
                </a:lnTo>
                <a:lnTo>
                  <a:pt x="143309" y="278896"/>
                </a:lnTo>
                <a:lnTo>
                  <a:pt x="146983" y="278896"/>
                </a:lnTo>
                <a:lnTo>
                  <a:pt x="150658" y="278896"/>
                </a:lnTo>
                <a:lnTo>
                  <a:pt x="154333" y="278896"/>
                </a:lnTo>
                <a:lnTo>
                  <a:pt x="158007" y="278896"/>
                </a:lnTo>
                <a:lnTo>
                  <a:pt x="161682" y="278896"/>
                </a:lnTo>
                <a:lnTo>
                  <a:pt x="165356" y="278896"/>
                </a:lnTo>
                <a:lnTo>
                  <a:pt x="169031" y="278896"/>
                </a:lnTo>
                <a:lnTo>
                  <a:pt x="172706" y="278896"/>
                </a:lnTo>
                <a:lnTo>
                  <a:pt x="176380" y="278896"/>
                </a:lnTo>
                <a:lnTo>
                  <a:pt x="180055" y="278896"/>
                </a:lnTo>
                <a:lnTo>
                  <a:pt x="183729" y="278896"/>
                </a:lnTo>
                <a:lnTo>
                  <a:pt x="187404" y="278896"/>
                </a:lnTo>
                <a:lnTo>
                  <a:pt x="191079" y="278896"/>
                </a:lnTo>
                <a:lnTo>
                  <a:pt x="194753" y="278896"/>
                </a:lnTo>
                <a:lnTo>
                  <a:pt x="198428" y="278896"/>
                </a:lnTo>
                <a:lnTo>
                  <a:pt x="202102" y="278896"/>
                </a:lnTo>
                <a:lnTo>
                  <a:pt x="205777" y="278896"/>
                </a:lnTo>
                <a:lnTo>
                  <a:pt x="209452" y="278896"/>
                </a:lnTo>
                <a:lnTo>
                  <a:pt x="213126" y="278896"/>
                </a:lnTo>
                <a:lnTo>
                  <a:pt x="216801" y="278896"/>
                </a:lnTo>
                <a:lnTo>
                  <a:pt x="220475" y="278896"/>
                </a:lnTo>
                <a:lnTo>
                  <a:pt x="224150" y="278896"/>
                </a:lnTo>
                <a:lnTo>
                  <a:pt x="227825" y="278896"/>
                </a:lnTo>
                <a:lnTo>
                  <a:pt x="231499" y="278896"/>
                </a:lnTo>
                <a:lnTo>
                  <a:pt x="235174" y="278896"/>
                </a:lnTo>
                <a:lnTo>
                  <a:pt x="238848" y="278896"/>
                </a:lnTo>
                <a:lnTo>
                  <a:pt x="242523" y="278896"/>
                </a:lnTo>
                <a:lnTo>
                  <a:pt x="246198" y="278896"/>
                </a:lnTo>
                <a:lnTo>
                  <a:pt x="249872" y="278896"/>
                </a:lnTo>
                <a:lnTo>
                  <a:pt x="253547" y="278896"/>
                </a:lnTo>
                <a:lnTo>
                  <a:pt x="257221" y="278896"/>
                </a:lnTo>
                <a:lnTo>
                  <a:pt x="260896" y="278896"/>
                </a:lnTo>
                <a:lnTo>
                  <a:pt x="264571" y="278896"/>
                </a:lnTo>
                <a:lnTo>
                  <a:pt x="268245" y="278896"/>
                </a:lnTo>
                <a:lnTo>
                  <a:pt x="271920" y="278896"/>
                </a:lnTo>
                <a:lnTo>
                  <a:pt x="275594" y="278896"/>
                </a:lnTo>
                <a:lnTo>
                  <a:pt x="279269" y="278896"/>
                </a:lnTo>
                <a:lnTo>
                  <a:pt x="282944" y="278896"/>
                </a:lnTo>
                <a:lnTo>
                  <a:pt x="286618" y="278896"/>
                </a:lnTo>
                <a:lnTo>
                  <a:pt x="290293" y="278896"/>
                </a:lnTo>
                <a:lnTo>
                  <a:pt x="293967" y="278896"/>
                </a:lnTo>
                <a:lnTo>
                  <a:pt x="297642" y="278896"/>
                </a:lnTo>
                <a:lnTo>
                  <a:pt x="301317" y="278896"/>
                </a:lnTo>
                <a:lnTo>
                  <a:pt x="304991" y="278896"/>
                </a:lnTo>
                <a:lnTo>
                  <a:pt x="308666" y="278896"/>
                </a:lnTo>
                <a:lnTo>
                  <a:pt x="312340" y="278896"/>
                </a:lnTo>
                <a:lnTo>
                  <a:pt x="316015" y="278896"/>
                </a:lnTo>
                <a:lnTo>
                  <a:pt x="319690" y="278896"/>
                </a:lnTo>
                <a:lnTo>
                  <a:pt x="323364" y="278896"/>
                </a:lnTo>
                <a:lnTo>
                  <a:pt x="327039" y="278896"/>
                </a:lnTo>
                <a:lnTo>
                  <a:pt x="330713" y="278896"/>
                </a:lnTo>
                <a:lnTo>
                  <a:pt x="334388" y="278896"/>
                </a:lnTo>
                <a:lnTo>
                  <a:pt x="338063" y="278896"/>
                </a:lnTo>
                <a:lnTo>
                  <a:pt x="341737" y="278896"/>
                </a:lnTo>
                <a:lnTo>
                  <a:pt x="345412" y="278896"/>
                </a:lnTo>
                <a:lnTo>
                  <a:pt x="349086" y="278896"/>
                </a:lnTo>
                <a:lnTo>
                  <a:pt x="352761" y="278896"/>
                </a:lnTo>
                <a:lnTo>
                  <a:pt x="356436" y="278896"/>
                </a:lnTo>
                <a:lnTo>
                  <a:pt x="360110" y="278896"/>
                </a:lnTo>
                <a:lnTo>
                  <a:pt x="363785" y="278896"/>
                </a:lnTo>
                <a:lnTo>
                  <a:pt x="367459" y="278896"/>
                </a:lnTo>
                <a:lnTo>
                  <a:pt x="371134" y="278896"/>
                </a:lnTo>
                <a:lnTo>
                  <a:pt x="374809" y="278896"/>
                </a:lnTo>
                <a:lnTo>
                  <a:pt x="378483" y="278896"/>
                </a:lnTo>
                <a:lnTo>
                  <a:pt x="382158" y="278896"/>
                </a:lnTo>
                <a:lnTo>
                  <a:pt x="385832" y="278896"/>
                </a:lnTo>
                <a:lnTo>
                  <a:pt x="389507" y="278896"/>
                </a:lnTo>
                <a:lnTo>
                  <a:pt x="393182" y="278896"/>
                </a:lnTo>
                <a:lnTo>
                  <a:pt x="396856" y="278896"/>
                </a:lnTo>
                <a:lnTo>
                  <a:pt x="400531" y="278896"/>
                </a:lnTo>
                <a:lnTo>
                  <a:pt x="404205" y="278896"/>
                </a:lnTo>
                <a:lnTo>
                  <a:pt x="407880" y="278896"/>
                </a:lnTo>
                <a:lnTo>
                  <a:pt x="411555" y="278896"/>
                </a:lnTo>
                <a:lnTo>
                  <a:pt x="415229" y="278896"/>
                </a:lnTo>
                <a:lnTo>
                  <a:pt x="418904" y="278896"/>
                </a:lnTo>
                <a:lnTo>
                  <a:pt x="422578" y="278896"/>
                </a:lnTo>
                <a:lnTo>
                  <a:pt x="426253" y="278896"/>
                </a:lnTo>
                <a:lnTo>
                  <a:pt x="429928" y="278896"/>
                </a:lnTo>
                <a:lnTo>
                  <a:pt x="433602" y="278896"/>
                </a:lnTo>
                <a:lnTo>
                  <a:pt x="437277" y="278896"/>
                </a:lnTo>
                <a:lnTo>
                  <a:pt x="440951" y="278896"/>
                </a:lnTo>
                <a:lnTo>
                  <a:pt x="444626" y="278896"/>
                </a:lnTo>
                <a:lnTo>
                  <a:pt x="448301" y="278896"/>
                </a:lnTo>
                <a:lnTo>
                  <a:pt x="451975" y="278896"/>
                </a:lnTo>
                <a:lnTo>
                  <a:pt x="455650" y="278896"/>
                </a:lnTo>
                <a:lnTo>
                  <a:pt x="459324" y="278896"/>
                </a:lnTo>
                <a:lnTo>
                  <a:pt x="462999" y="278896"/>
                </a:lnTo>
                <a:lnTo>
                  <a:pt x="466674" y="278896"/>
                </a:lnTo>
                <a:lnTo>
                  <a:pt x="470348" y="278896"/>
                </a:lnTo>
                <a:lnTo>
                  <a:pt x="474023" y="278896"/>
                </a:lnTo>
                <a:lnTo>
                  <a:pt x="477697" y="278896"/>
                </a:lnTo>
                <a:lnTo>
                  <a:pt x="481372" y="278896"/>
                </a:lnTo>
                <a:lnTo>
                  <a:pt x="485047" y="278896"/>
                </a:lnTo>
                <a:lnTo>
                  <a:pt x="488721" y="278896"/>
                </a:lnTo>
                <a:lnTo>
                  <a:pt x="492396" y="278896"/>
                </a:lnTo>
                <a:lnTo>
                  <a:pt x="496070" y="278896"/>
                </a:lnTo>
                <a:lnTo>
                  <a:pt x="499745" y="278896"/>
                </a:lnTo>
                <a:lnTo>
                  <a:pt x="503420" y="278896"/>
                </a:lnTo>
                <a:lnTo>
                  <a:pt x="507094" y="278896"/>
                </a:lnTo>
                <a:lnTo>
                  <a:pt x="510769" y="278896"/>
                </a:lnTo>
                <a:lnTo>
                  <a:pt x="514443" y="278896"/>
                </a:lnTo>
                <a:lnTo>
                  <a:pt x="518118" y="278896"/>
                </a:lnTo>
                <a:lnTo>
                  <a:pt x="521793" y="278896"/>
                </a:lnTo>
                <a:lnTo>
                  <a:pt x="525467" y="278896"/>
                </a:lnTo>
                <a:lnTo>
                  <a:pt x="529142" y="278896"/>
                </a:lnTo>
                <a:lnTo>
                  <a:pt x="532816" y="278896"/>
                </a:lnTo>
                <a:lnTo>
                  <a:pt x="536491" y="278896"/>
                </a:lnTo>
                <a:lnTo>
                  <a:pt x="540166" y="278896"/>
                </a:lnTo>
                <a:lnTo>
                  <a:pt x="543840" y="278896"/>
                </a:lnTo>
                <a:lnTo>
                  <a:pt x="547515" y="278896"/>
                </a:lnTo>
                <a:lnTo>
                  <a:pt x="551189" y="278896"/>
                </a:lnTo>
                <a:lnTo>
                  <a:pt x="554864" y="278896"/>
                </a:lnTo>
                <a:lnTo>
                  <a:pt x="558539" y="278896"/>
                </a:lnTo>
                <a:lnTo>
                  <a:pt x="562213" y="278896"/>
                </a:lnTo>
                <a:lnTo>
                  <a:pt x="565888" y="278896"/>
                </a:lnTo>
                <a:lnTo>
                  <a:pt x="569562" y="278896"/>
                </a:lnTo>
                <a:lnTo>
                  <a:pt x="573237" y="278896"/>
                </a:lnTo>
                <a:lnTo>
                  <a:pt x="576912" y="278896"/>
                </a:lnTo>
                <a:lnTo>
                  <a:pt x="580586" y="278896"/>
                </a:lnTo>
                <a:lnTo>
                  <a:pt x="584261" y="278896"/>
                </a:lnTo>
                <a:lnTo>
                  <a:pt x="587935" y="278896"/>
                </a:lnTo>
                <a:lnTo>
                  <a:pt x="591610" y="278896"/>
                </a:lnTo>
                <a:lnTo>
                  <a:pt x="595285" y="278896"/>
                </a:lnTo>
                <a:lnTo>
                  <a:pt x="598959" y="278896"/>
                </a:lnTo>
                <a:lnTo>
                  <a:pt x="602634" y="278896"/>
                </a:lnTo>
                <a:lnTo>
                  <a:pt x="606308" y="278896"/>
                </a:lnTo>
                <a:lnTo>
                  <a:pt x="609983" y="278896"/>
                </a:lnTo>
                <a:lnTo>
                  <a:pt x="613658" y="278896"/>
                </a:lnTo>
                <a:lnTo>
                  <a:pt x="617332" y="278896"/>
                </a:lnTo>
                <a:lnTo>
                  <a:pt x="621007" y="278896"/>
                </a:lnTo>
                <a:lnTo>
                  <a:pt x="624681" y="278896"/>
                </a:lnTo>
                <a:lnTo>
                  <a:pt x="628356" y="278896"/>
                </a:lnTo>
                <a:lnTo>
                  <a:pt x="632031" y="278896"/>
                </a:lnTo>
                <a:lnTo>
                  <a:pt x="635705" y="278896"/>
                </a:lnTo>
                <a:lnTo>
                  <a:pt x="639380" y="278896"/>
                </a:lnTo>
                <a:lnTo>
                  <a:pt x="643054" y="278896"/>
                </a:lnTo>
                <a:lnTo>
                  <a:pt x="646729" y="278896"/>
                </a:lnTo>
                <a:lnTo>
                  <a:pt x="650404" y="278896"/>
                </a:lnTo>
                <a:lnTo>
                  <a:pt x="654078" y="278896"/>
                </a:lnTo>
                <a:lnTo>
                  <a:pt x="657753" y="278896"/>
                </a:lnTo>
                <a:lnTo>
                  <a:pt x="661427" y="278896"/>
                </a:lnTo>
                <a:lnTo>
                  <a:pt x="665102" y="278896"/>
                </a:lnTo>
                <a:lnTo>
                  <a:pt x="668777" y="278896"/>
                </a:lnTo>
                <a:lnTo>
                  <a:pt x="672451" y="278896"/>
                </a:lnTo>
                <a:lnTo>
                  <a:pt x="676126" y="278896"/>
                </a:lnTo>
                <a:lnTo>
                  <a:pt x="679800" y="278896"/>
                </a:lnTo>
                <a:lnTo>
                  <a:pt x="683475" y="278896"/>
                </a:lnTo>
                <a:lnTo>
                  <a:pt x="687150" y="278896"/>
                </a:lnTo>
                <a:lnTo>
                  <a:pt x="690824" y="278896"/>
                </a:lnTo>
                <a:lnTo>
                  <a:pt x="694499" y="278896"/>
                </a:lnTo>
                <a:lnTo>
                  <a:pt x="698173" y="278896"/>
                </a:lnTo>
                <a:lnTo>
                  <a:pt x="701848" y="278896"/>
                </a:lnTo>
                <a:lnTo>
                  <a:pt x="705523" y="278896"/>
                </a:lnTo>
                <a:lnTo>
                  <a:pt x="709197" y="278896"/>
                </a:lnTo>
                <a:lnTo>
                  <a:pt x="712872" y="278896"/>
                </a:lnTo>
                <a:lnTo>
                  <a:pt x="716546" y="278896"/>
                </a:lnTo>
                <a:lnTo>
                  <a:pt x="720221" y="278896"/>
                </a:lnTo>
                <a:lnTo>
                  <a:pt x="723896" y="278896"/>
                </a:lnTo>
                <a:lnTo>
                  <a:pt x="727570" y="278896"/>
                </a:lnTo>
                <a:lnTo>
                  <a:pt x="731245" y="278896"/>
                </a:lnTo>
                <a:lnTo>
                  <a:pt x="734919" y="278896"/>
                </a:lnTo>
                <a:lnTo>
                  <a:pt x="738594" y="278896"/>
                </a:lnTo>
                <a:lnTo>
                  <a:pt x="742269" y="278896"/>
                </a:lnTo>
                <a:lnTo>
                  <a:pt x="745943" y="278896"/>
                </a:lnTo>
                <a:lnTo>
                  <a:pt x="749618" y="278896"/>
                </a:lnTo>
                <a:lnTo>
                  <a:pt x="753292" y="278896"/>
                </a:lnTo>
                <a:lnTo>
                  <a:pt x="756967" y="278896"/>
                </a:lnTo>
                <a:lnTo>
                  <a:pt x="760642" y="278896"/>
                </a:lnTo>
                <a:lnTo>
                  <a:pt x="764316" y="278896"/>
                </a:lnTo>
                <a:lnTo>
                  <a:pt x="767991" y="278896"/>
                </a:lnTo>
                <a:lnTo>
                  <a:pt x="771665" y="278896"/>
                </a:lnTo>
                <a:lnTo>
                  <a:pt x="775340" y="278896"/>
                </a:lnTo>
                <a:lnTo>
                  <a:pt x="779015" y="278896"/>
                </a:lnTo>
                <a:lnTo>
                  <a:pt x="782689" y="278896"/>
                </a:lnTo>
                <a:lnTo>
                  <a:pt x="786364" y="278896"/>
                </a:lnTo>
                <a:lnTo>
                  <a:pt x="790038" y="278896"/>
                </a:lnTo>
                <a:lnTo>
                  <a:pt x="793713" y="278896"/>
                </a:lnTo>
                <a:lnTo>
                  <a:pt x="797388" y="278896"/>
                </a:lnTo>
                <a:lnTo>
                  <a:pt x="801062" y="278896"/>
                </a:lnTo>
                <a:lnTo>
                  <a:pt x="804737" y="278896"/>
                </a:lnTo>
                <a:lnTo>
                  <a:pt x="808411" y="278895"/>
                </a:lnTo>
                <a:lnTo>
                  <a:pt x="812086" y="278895"/>
                </a:lnTo>
                <a:lnTo>
                  <a:pt x="815761" y="278894"/>
                </a:lnTo>
                <a:lnTo>
                  <a:pt x="819435" y="278892"/>
                </a:lnTo>
                <a:lnTo>
                  <a:pt x="823110" y="278889"/>
                </a:lnTo>
                <a:lnTo>
                  <a:pt x="826784" y="278885"/>
                </a:lnTo>
                <a:lnTo>
                  <a:pt x="830459" y="278879"/>
                </a:lnTo>
                <a:lnTo>
                  <a:pt x="834134" y="278871"/>
                </a:lnTo>
                <a:lnTo>
                  <a:pt x="837808" y="278860"/>
                </a:lnTo>
                <a:lnTo>
                  <a:pt x="841483" y="278845"/>
                </a:lnTo>
                <a:lnTo>
                  <a:pt x="845157" y="278825"/>
                </a:lnTo>
                <a:lnTo>
                  <a:pt x="848832" y="278801"/>
                </a:lnTo>
                <a:lnTo>
                  <a:pt x="852507" y="278771"/>
                </a:lnTo>
                <a:lnTo>
                  <a:pt x="856181" y="278734"/>
                </a:lnTo>
                <a:lnTo>
                  <a:pt x="859856" y="278692"/>
                </a:lnTo>
                <a:lnTo>
                  <a:pt x="863530" y="278645"/>
                </a:lnTo>
                <a:lnTo>
                  <a:pt x="867205" y="278591"/>
                </a:lnTo>
                <a:lnTo>
                  <a:pt x="870880" y="278531"/>
                </a:lnTo>
                <a:lnTo>
                  <a:pt x="874554" y="278464"/>
                </a:lnTo>
                <a:lnTo>
                  <a:pt x="878229" y="278388"/>
                </a:lnTo>
                <a:lnTo>
                  <a:pt x="881903" y="278302"/>
                </a:lnTo>
                <a:lnTo>
                  <a:pt x="885578" y="278202"/>
                </a:lnTo>
                <a:lnTo>
                  <a:pt x="889253" y="278087"/>
                </a:lnTo>
                <a:lnTo>
                  <a:pt x="892927" y="277952"/>
                </a:lnTo>
                <a:lnTo>
                  <a:pt x="896602" y="277794"/>
                </a:lnTo>
                <a:lnTo>
                  <a:pt x="900276" y="277610"/>
                </a:lnTo>
                <a:lnTo>
                  <a:pt x="903951" y="277399"/>
                </a:lnTo>
                <a:lnTo>
                  <a:pt x="907626" y="277161"/>
                </a:lnTo>
                <a:lnTo>
                  <a:pt x="911300" y="276894"/>
                </a:lnTo>
                <a:lnTo>
                  <a:pt x="914975" y="276598"/>
                </a:lnTo>
                <a:lnTo>
                  <a:pt x="918649" y="276272"/>
                </a:lnTo>
                <a:lnTo>
                  <a:pt x="922324" y="275910"/>
                </a:lnTo>
                <a:lnTo>
                  <a:pt x="925999" y="275508"/>
                </a:lnTo>
                <a:lnTo>
                  <a:pt x="929673" y="275058"/>
                </a:lnTo>
                <a:lnTo>
                  <a:pt x="933348" y="274551"/>
                </a:lnTo>
                <a:lnTo>
                  <a:pt x="937022" y="273976"/>
                </a:lnTo>
                <a:lnTo>
                  <a:pt x="940697" y="273317"/>
                </a:lnTo>
                <a:lnTo>
                  <a:pt x="944372" y="272561"/>
                </a:lnTo>
                <a:lnTo>
                  <a:pt x="948046" y="271705"/>
                </a:lnTo>
                <a:lnTo>
                  <a:pt x="951721" y="270742"/>
                </a:lnTo>
                <a:lnTo>
                  <a:pt x="955395" y="269666"/>
                </a:lnTo>
                <a:lnTo>
                  <a:pt x="959070" y="268475"/>
                </a:lnTo>
                <a:lnTo>
                  <a:pt x="962745" y="267166"/>
                </a:lnTo>
                <a:lnTo>
                  <a:pt x="966419" y="265737"/>
                </a:lnTo>
                <a:lnTo>
                  <a:pt x="970094" y="264184"/>
                </a:lnTo>
                <a:lnTo>
                  <a:pt x="973768" y="262503"/>
                </a:lnTo>
                <a:lnTo>
                  <a:pt x="977443" y="260687"/>
                </a:lnTo>
                <a:lnTo>
                  <a:pt x="981118" y="258730"/>
                </a:lnTo>
                <a:lnTo>
                  <a:pt x="984792" y="256614"/>
                </a:lnTo>
                <a:lnTo>
                  <a:pt x="988467" y="254338"/>
                </a:lnTo>
                <a:lnTo>
                  <a:pt x="992141" y="251909"/>
                </a:lnTo>
                <a:lnTo>
                  <a:pt x="995816" y="249331"/>
                </a:lnTo>
                <a:lnTo>
                  <a:pt x="999491" y="246616"/>
                </a:lnTo>
                <a:lnTo>
                  <a:pt x="1003165" y="243781"/>
                </a:lnTo>
                <a:lnTo>
                  <a:pt x="1006840" y="240844"/>
                </a:lnTo>
                <a:lnTo>
                  <a:pt x="1010514" y="237828"/>
                </a:lnTo>
                <a:lnTo>
                  <a:pt x="1014189" y="234749"/>
                </a:lnTo>
                <a:lnTo>
                  <a:pt x="1017864" y="231623"/>
                </a:lnTo>
                <a:lnTo>
                  <a:pt x="1021538" y="228455"/>
                </a:lnTo>
                <a:lnTo>
                  <a:pt x="1025213" y="225243"/>
                </a:lnTo>
                <a:lnTo>
                  <a:pt x="1028887" y="221968"/>
                </a:lnTo>
                <a:lnTo>
                  <a:pt x="1032562" y="218609"/>
                </a:lnTo>
                <a:lnTo>
                  <a:pt x="1036237" y="215140"/>
                </a:lnTo>
                <a:lnTo>
                  <a:pt x="1039911" y="211536"/>
                </a:lnTo>
                <a:lnTo>
                  <a:pt x="1043586" y="207776"/>
                </a:lnTo>
                <a:lnTo>
                  <a:pt x="1047260" y="203847"/>
                </a:lnTo>
                <a:lnTo>
                  <a:pt x="1050935" y="199746"/>
                </a:lnTo>
                <a:lnTo>
                  <a:pt x="1054610" y="195482"/>
                </a:lnTo>
                <a:lnTo>
                  <a:pt x="1058284" y="191071"/>
                </a:lnTo>
                <a:lnTo>
                  <a:pt x="1061959" y="186536"/>
                </a:lnTo>
                <a:lnTo>
                  <a:pt x="1065633" y="181906"/>
                </a:lnTo>
                <a:lnTo>
                  <a:pt x="1069308" y="177202"/>
                </a:lnTo>
                <a:lnTo>
                  <a:pt x="1072983" y="172439"/>
                </a:lnTo>
                <a:lnTo>
                  <a:pt x="1076657" y="167630"/>
                </a:lnTo>
                <a:lnTo>
                  <a:pt x="1080332" y="162775"/>
                </a:lnTo>
                <a:lnTo>
                  <a:pt x="1084006" y="157865"/>
                </a:lnTo>
                <a:lnTo>
                  <a:pt x="1087681" y="152893"/>
                </a:lnTo>
                <a:lnTo>
                  <a:pt x="1091356" y="147850"/>
                </a:lnTo>
                <a:lnTo>
                  <a:pt x="1095030" y="142735"/>
                </a:lnTo>
                <a:lnTo>
                  <a:pt x="1098705" y="137550"/>
                </a:lnTo>
                <a:lnTo>
                  <a:pt x="1102379" y="132303"/>
                </a:lnTo>
                <a:lnTo>
                  <a:pt x="1106054" y="127005"/>
                </a:lnTo>
                <a:lnTo>
                  <a:pt x="1109729" y="121666"/>
                </a:lnTo>
                <a:lnTo>
                  <a:pt x="1113403" y="116291"/>
                </a:lnTo>
                <a:lnTo>
                  <a:pt x="1117078" y="110876"/>
                </a:lnTo>
                <a:lnTo>
                  <a:pt x="1120752" y="105409"/>
                </a:lnTo>
                <a:lnTo>
                  <a:pt x="1124427" y="99870"/>
                </a:lnTo>
                <a:lnTo>
                  <a:pt x="1128102" y="94237"/>
                </a:lnTo>
                <a:lnTo>
                  <a:pt x="1131776" y="88487"/>
                </a:lnTo>
                <a:lnTo>
                  <a:pt x="1135451" y="82603"/>
                </a:lnTo>
                <a:lnTo>
                  <a:pt x="1139125" y="76581"/>
                </a:lnTo>
                <a:lnTo>
                  <a:pt x="1142800" y="70432"/>
                </a:lnTo>
                <a:lnTo>
                  <a:pt x="1146475" y="64183"/>
                </a:lnTo>
                <a:lnTo>
                  <a:pt x="1150149" y="57881"/>
                </a:lnTo>
                <a:lnTo>
                  <a:pt x="1153824" y="51590"/>
                </a:lnTo>
                <a:lnTo>
                  <a:pt x="1157498" y="45389"/>
                </a:lnTo>
                <a:lnTo>
                  <a:pt x="1161173" y="39395"/>
                </a:lnTo>
                <a:lnTo>
                  <a:pt x="1164848" y="33695"/>
                </a:lnTo>
                <a:lnTo>
                  <a:pt x="1168522" y="28377"/>
                </a:lnTo>
                <a:lnTo>
                  <a:pt x="1172197" y="23520"/>
                </a:lnTo>
                <a:lnTo>
                  <a:pt x="1175871" y="19185"/>
                </a:lnTo>
                <a:lnTo>
                  <a:pt x="1179546" y="15413"/>
                </a:lnTo>
                <a:lnTo>
                  <a:pt x="1183221" y="12217"/>
                </a:lnTo>
                <a:lnTo>
                  <a:pt x="1186895" y="9589"/>
                </a:lnTo>
                <a:lnTo>
                  <a:pt x="1190570" y="7490"/>
                </a:lnTo>
                <a:lnTo>
                  <a:pt x="1194244" y="5861"/>
                </a:lnTo>
                <a:lnTo>
                  <a:pt x="1197919" y="4625"/>
                </a:lnTo>
                <a:lnTo>
                  <a:pt x="1201594" y="3694"/>
                </a:lnTo>
                <a:lnTo>
                  <a:pt x="1205268" y="2985"/>
                </a:lnTo>
                <a:lnTo>
                  <a:pt x="1208943" y="2392"/>
                </a:lnTo>
                <a:lnTo>
                  <a:pt x="1212617" y="1855"/>
                </a:lnTo>
                <a:lnTo>
                  <a:pt x="1216292" y="1346"/>
                </a:lnTo>
                <a:lnTo>
                  <a:pt x="1219967" y="862"/>
                </a:lnTo>
                <a:lnTo>
                  <a:pt x="1223641" y="435"/>
                </a:lnTo>
                <a:lnTo>
                  <a:pt x="1227316" y="122"/>
                </a:lnTo>
                <a:lnTo>
                  <a:pt x="1230990" y="0"/>
                </a:lnTo>
                <a:lnTo>
                  <a:pt x="1234665" y="154"/>
                </a:lnTo>
                <a:lnTo>
                  <a:pt x="1238340" y="670"/>
                </a:lnTo>
                <a:lnTo>
                  <a:pt x="1242014" y="1618"/>
                </a:lnTo>
                <a:lnTo>
                  <a:pt x="1245689" y="3054"/>
                </a:lnTo>
                <a:lnTo>
                  <a:pt x="1249363" y="5022"/>
                </a:lnTo>
                <a:lnTo>
                  <a:pt x="1253038" y="7451"/>
                </a:lnTo>
                <a:lnTo>
                  <a:pt x="1256713" y="10285"/>
                </a:lnTo>
                <a:lnTo>
                  <a:pt x="1260387" y="13446"/>
                </a:lnTo>
                <a:lnTo>
                  <a:pt x="1264062" y="16847"/>
                </a:lnTo>
                <a:lnTo>
                  <a:pt x="1267736" y="20403"/>
                </a:lnTo>
                <a:lnTo>
                  <a:pt x="1271411" y="24036"/>
                </a:lnTo>
                <a:lnTo>
                  <a:pt x="1275086" y="27684"/>
                </a:lnTo>
                <a:lnTo>
                  <a:pt x="1278760" y="31302"/>
                </a:lnTo>
                <a:lnTo>
                  <a:pt x="1282435" y="34864"/>
                </a:lnTo>
                <a:lnTo>
                  <a:pt x="1286109" y="38355"/>
                </a:lnTo>
                <a:lnTo>
                  <a:pt x="1289784" y="41770"/>
                </a:lnTo>
                <a:lnTo>
                  <a:pt x="1293459" y="45110"/>
                </a:lnTo>
                <a:lnTo>
                  <a:pt x="1297133" y="48383"/>
                </a:lnTo>
                <a:lnTo>
                  <a:pt x="1300808" y="51592"/>
                </a:lnTo>
                <a:lnTo>
                  <a:pt x="1304482" y="54737"/>
                </a:lnTo>
                <a:lnTo>
                  <a:pt x="1308157" y="57823"/>
                </a:lnTo>
                <a:lnTo>
                  <a:pt x="1311832" y="60850"/>
                </a:lnTo>
                <a:lnTo>
                  <a:pt x="1315506" y="63827"/>
                </a:lnTo>
                <a:lnTo>
                  <a:pt x="1319181" y="66761"/>
                </a:lnTo>
                <a:lnTo>
                  <a:pt x="1322855" y="69664"/>
                </a:lnTo>
                <a:lnTo>
                  <a:pt x="1326530" y="72546"/>
                </a:lnTo>
                <a:lnTo>
                  <a:pt x="1330205" y="75419"/>
                </a:lnTo>
                <a:lnTo>
                  <a:pt x="1333879" y="78293"/>
                </a:lnTo>
                <a:lnTo>
                  <a:pt x="1337554" y="81177"/>
                </a:lnTo>
                <a:lnTo>
                  <a:pt x="1341228" y="84080"/>
                </a:lnTo>
                <a:lnTo>
                  <a:pt x="1344903" y="87011"/>
                </a:lnTo>
                <a:lnTo>
                  <a:pt x="1348577" y="89984"/>
                </a:lnTo>
                <a:lnTo>
                  <a:pt x="1352252" y="93017"/>
                </a:lnTo>
                <a:lnTo>
                  <a:pt x="1355927" y="96134"/>
                </a:lnTo>
                <a:lnTo>
                  <a:pt x="1359601" y="99362"/>
                </a:lnTo>
                <a:lnTo>
                  <a:pt x="1363276" y="102725"/>
                </a:lnTo>
                <a:lnTo>
                  <a:pt x="1366950" y="106249"/>
                </a:lnTo>
                <a:lnTo>
                  <a:pt x="1370625" y="109949"/>
                </a:lnTo>
                <a:lnTo>
                  <a:pt x="1374300" y="113834"/>
                </a:lnTo>
                <a:lnTo>
                  <a:pt x="1377974" y="117909"/>
                </a:lnTo>
                <a:lnTo>
                  <a:pt x="1381649" y="122153"/>
                </a:lnTo>
                <a:lnTo>
                  <a:pt x="1385323" y="126533"/>
                </a:lnTo>
                <a:lnTo>
                  <a:pt x="1388998" y="131013"/>
                </a:lnTo>
                <a:lnTo>
                  <a:pt x="1392673" y="135560"/>
                </a:lnTo>
                <a:lnTo>
                  <a:pt x="1396347" y="140138"/>
                </a:lnTo>
                <a:lnTo>
                  <a:pt x="1400022" y="144713"/>
                </a:lnTo>
                <a:lnTo>
                  <a:pt x="1403696" y="149255"/>
                </a:lnTo>
                <a:lnTo>
                  <a:pt x="1407371" y="153737"/>
                </a:lnTo>
                <a:lnTo>
                  <a:pt x="1411046" y="158134"/>
                </a:lnTo>
                <a:lnTo>
                  <a:pt x="1414720" y="162422"/>
                </a:lnTo>
                <a:lnTo>
                  <a:pt x="1418395" y="166583"/>
                </a:lnTo>
                <a:lnTo>
                  <a:pt x="1422069" y="170585"/>
                </a:lnTo>
                <a:lnTo>
                  <a:pt x="1425744" y="174410"/>
                </a:lnTo>
                <a:lnTo>
                  <a:pt x="1429419" y="178048"/>
                </a:lnTo>
                <a:lnTo>
                  <a:pt x="1433093" y="181487"/>
                </a:lnTo>
                <a:lnTo>
                  <a:pt x="1436768" y="184718"/>
                </a:lnTo>
                <a:lnTo>
                  <a:pt x="1440442" y="187738"/>
                </a:lnTo>
                <a:lnTo>
                  <a:pt x="1444117" y="190551"/>
                </a:lnTo>
                <a:lnTo>
                  <a:pt x="1447792" y="193164"/>
                </a:lnTo>
                <a:lnTo>
                  <a:pt x="1451466" y="195594"/>
                </a:lnTo>
                <a:lnTo>
                  <a:pt x="1455141" y="197860"/>
                </a:lnTo>
                <a:lnTo>
                  <a:pt x="1458815" y="199990"/>
                </a:lnTo>
                <a:lnTo>
                  <a:pt x="1462490" y="202013"/>
                </a:lnTo>
                <a:lnTo>
                  <a:pt x="1466165" y="203961"/>
                </a:lnTo>
                <a:lnTo>
                  <a:pt x="1469839" y="205876"/>
                </a:lnTo>
                <a:lnTo>
                  <a:pt x="1473514" y="207792"/>
                </a:lnTo>
                <a:lnTo>
                  <a:pt x="1477188" y="209739"/>
                </a:lnTo>
                <a:lnTo>
                  <a:pt x="1480863" y="211741"/>
                </a:lnTo>
                <a:lnTo>
                  <a:pt x="1484538" y="213810"/>
                </a:lnTo>
                <a:lnTo>
                  <a:pt x="1488212" y="215955"/>
                </a:lnTo>
                <a:lnTo>
                  <a:pt x="1491887" y="218170"/>
                </a:lnTo>
                <a:lnTo>
                  <a:pt x="1495561" y="220444"/>
                </a:lnTo>
                <a:lnTo>
                  <a:pt x="1499236" y="222757"/>
                </a:lnTo>
                <a:lnTo>
                  <a:pt x="1502911" y="225081"/>
                </a:lnTo>
                <a:lnTo>
                  <a:pt x="1506585" y="227389"/>
                </a:lnTo>
                <a:lnTo>
                  <a:pt x="1510260" y="229644"/>
                </a:lnTo>
                <a:lnTo>
                  <a:pt x="1513934" y="231822"/>
                </a:lnTo>
                <a:lnTo>
                  <a:pt x="1517609" y="233904"/>
                </a:lnTo>
                <a:lnTo>
                  <a:pt x="1521284" y="235878"/>
                </a:lnTo>
                <a:lnTo>
                  <a:pt x="1524958" y="237740"/>
                </a:lnTo>
                <a:lnTo>
                  <a:pt x="1528633" y="239493"/>
                </a:lnTo>
                <a:lnTo>
                  <a:pt x="1532307" y="241145"/>
                </a:lnTo>
                <a:lnTo>
                  <a:pt x="1535982" y="242707"/>
                </a:lnTo>
                <a:lnTo>
                  <a:pt x="1539657" y="244192"/>
                </a:lnTo>
                <a:lnTo>
                  <a:pt x="1543331" y="245610"/>
                </a:lnTo>
                <a:lnTo>
                  <a:pt x="1547006" y="246971"/>
                </a:lnTo>
                <a:lnTo>
                  <a:pt x="1550680" y="248276"/>
                </a:lnTo>
                <a:lnTo>
                  <a:pt x="1554355" y="249521"/>
                </a:lnTo>
                <a:lnTo>
                  <a:pt x="1558030" y="250704"/>
                </a:lnTo>
                <a:lnTo>
                  <a:pt x="1561704" y="251821"/>
                </a:lnTo>
                <a:lnTo>
                  <a:pt x="1565379" y="252867"/>
                </a:lnTo>
                <a:lnTo>
                  <a:pt x="1569053" y="253845"/>
                </a:lnTo>
                <a:lnTo>
                  <a:pt x="1572728" y="254758"/>
                </a:lnTo>
                <a:lnTo>
                  <a:pt x="1576403" y="255619"/>
                </a:lnTo>
                <a:lnTo>
                  <a:pt x="1580077" y="256440"/>
                </a:lnTo>
                <a:lnTo>
                  <a:pt x="1583752" y="257237"/>
                </a:lnTo>
                <a:lnTo>
                  <a:pt x="1587426" y="258024"/>
                </a:lnTo>
                <a:lnTo>
                  <a:pt x="1591101" y="258814"/>
                </a:lnTo>
                <a:lnTo>
                  <a:pt x="1594776" y="259612"/>
                </a:lnTo>
                <a:lnTo>
                  <a:pt x="1598450" y="260422"/>
                </a:lnTo>
                <a:lnTo>
                  <a:pt x="1602125" y="261235"/>
                </a:lnTo>
                <a:lnTo>
                  <a:pt x="1605799" y="262045"/>
                </a:lnTo>
                <a:lnTo>
                  <a:pt x="1609474" y="262839"/>
                </a:lnTo>
                <a:lnTo>
                  <a:pt x="1613149" y="263609"/>
                </a:lnTo>
                <a:lnTo>
                  <a:pt x="1616823" y="264345"/>
                </a:lnTo>
                <a:lnTo>
                  <a:pt x="1620498" y="265040"/>
                </a:lnTo>
                <a:lnTo>
                  <a:pt x="1624172" y="265688"/>
                </a:lnTo>
                <a:lnTo>
                  <a:pt x="1627847" y="266289"/>
                </a:lnTo>
                <a:lnTo>
                  <a:pt x="1631522" y="266842"/>
                </a:lnTo>
                <a:lnTo>
                  <a:pt x="1635196" y="267352"/>
                </a:lnTo>
                <a:lnTo>
                  <a:pt x="1638871" y="267823"/>
                </a:lnTo>
                <a:lnTo>
                  <a:pt x="1642545" y="268266"/>
                </a:lnTo>
                <a:lnTo>
                  <a:pt x="1646220" y="268693"/>
                </a:lnTo>
                <a:lnTo>
                  <a:pt x="1649895" y="269119"/>
                </a:lnTo>
                <a:lnTo>
                  <a:pt x="1653569" y="269554"/>
                </a:lnTo>
                <a:lnTo>
                  <a:pt x="1657244" y="270008"/>
                </a:lnTo>
                <a:lnTo>
                  <a:pt x="1660918" y="270484"/>
                </a:lnTo>
                <a:lnTo>
                  <a:pt x="1664593" y="270984"/>
                </a:lnTo>
                <a:lnTo>
                  <a:pt x="1668268" y="271502"/>
                </a:lnTo>
                <a:lnTo>
                  <a:pt x="1671942" y="272027"/>
                </a:lnTo>
                <a:lnTo>
                  <a:pt x="1675617" y="272544"/>
                </a:lnTo>
                <a:lnTo>
                  <a:pt x="1679291" y="273037"/>
                </a:lnTo>
                <a:lnTo>
                  <a:pt x="1682966" y="273490"/>
                </a:lnTo>
                <a:lnTo>
                  <a:pt x="1686641" y="273882"/>
                </a:lnTo>
                <a:lnTo>
                  <a:pt x="1690315" y="274212"/>
                </a:lnTo>
                <a:lnTo>
                  <a:pt x="1693990" y="274477"/>
                </a:lnTo>
                <a:lnTo>
                  <a:pt x="1697664" y="274683"/>
                </a:lnTo>
                <a:lnTo>
                  <a:pt x="1701339" y="274838"/>
                </a:lnTo>
                <a:lnTo>
                  <a:pt x="1705014" y="274954"/>
                </a:lnTo>
                <a:lnTo>
                  <a:pt x="1708688" y="275047"/>
                </a:lnTo>
                <a:lnTo>
                  <a:pt x="1712363" y="275130"/>
                </a:lnTo>
                <a:lnTo>
                  <a:pt x="1716037" y="275214"/>
                </a:lnTo>
                <a:lnTo>
                  <a:pt x="1719712" y="275310"/>
                </a:lnTo>
                <a:lnTo>
                  <a:pt x="1723387" y="275421"/>
                </a:lnTo>
                <a:lnTo>
                  <a:pt x="1727061" y="275553"/>
                </a:lnTo>
                <a:lnTo>
                  <a:pt x="1730736" y="275702"/>
                </a:lnTo>
                <a:lnTo>
                  <a:pt x="1734410" y="275864"/>
                </a:lnTo>
                <a:lnTo>
                  <a:pt x="1738085" y="276033"/>
                </a:lnTo>
                <a:lnTo>
                  <a:pt x="1741760" y="276205"/>
                </a:lnTo>
                <a:lnTo>
                  <a:pt x="1745434" y="276375"/>
                </a:lnTo>
                <a:lnTo>
                  <a:pt x="1749109" y="276538"/>
                </a:lnTo>
                <a:lnTo>
                  <a:pt x="1752783" y="276693"/>
                </a:lnTo>
                <a:lnTo>
                  <a:pt x="1756458" y="276837"/>
                </a:lnTo>
                <a:lnTo>
                  <a:pt x="1760133" y="276971"/>
                </a:lnTo>
                <a:lnTo>
                  <a:pt x="1763807" y="277097"/>
                </a:lnTo>
                <a:lnTo>
                  <a:pt x="1767482" y="277216"/>
                </a:lnTo>
                <a:lnTo>
                  <a:pt x="1771156" y="277330"/>
                </a:lnTo>
                <a:lnTo>
                  <a:pt x="1774831" y="277444"/>
                </a:lnTo>
                <a:lnTo>
                  <a:pt x="1778506" y="277558"/>
                </a:lnTo>
                <a:lnTo>
                  <a:pt x="1782180" y="277674"/>
                </a:lnTo>
                <a:lnTo>
                  <a:pt x="1785855" y="277793"/>
                </a:lnTo>
                <a:lnTo>
                  <a:pt x="1789529" y="277914"/>
                </a:lnTo>
                <a:lnTo>
                  <a:pt x="1793204" y="278035"/>
                </a:lnTo>
                <a:lnTo>
                  <a:pt x="1796879" y="278154"/>
                </a:lnTo>
                <a:lnTo>
                  <a:pt x="1800553" y="278268"/>
                </a:lnTo>
                <a:lnTo>
                  <a:pt x="1804228" y="278374"/>
                </a:lnTo>
                <a:lnTo>
                  <a:pt x="1807902" y="278471"/>
                </a:lnTo>
                <a:lnTo>
                  <a:pt x="1811577" y="278556"/>
                </a:lnTo>
                <a:lnTo>
                  <a:pt x="1815252" y="278627"/>
                </a:lnTo>
                <a:lnTo>
                  <a:pt x="1818926" y="278684"/>
                </a:lnTo>
                <a:lnTo>
                  <a:pt x="1822601" y="278726"/>
                </a:lnTo>
                <a:lnTo>
                  <a:pt x="1826275" y="278754"/>
                </a:lnTo>
                <a:lnTo>
                  <a:pt x="1829950" y="278770"/>
                </a:lnTo>
                <a:lnTo>
                  <a:pt x="1833625" y="278773"/>
                </a:lnTo>
                <a:lnTo>
                  <a:pt x="1837299" y="278766"/>
                </a:lnTo>
                <a:lnTo>
                  <a:pt x="1840974" y="278750"/>
                </a:lnTo>
                <a:lnTo>
                  <a:pt x="1844648" y="278728"/>
                </a:lnTo>
                <a:lnTo>
                  <a:pt x="1848323" y="278700"/>
                </a:lnTo>
                <a:lnTo>
                  <a:pt x="1851998" y="278669"/>
                </a:lnTo>
                <a:lnTo>
                  <a:pt x="1855672" y="278638"/>
                </a:lnTo>
                <a:lnTo>
                  <a:pt x="1859347" y="278610"/>
                </a:lnTo>
                <a:lnTo>
                  <a:pt x="1863021" y="278588"/>
                </a:lnTo>
                <a:lnTo>
                  <a:pt x="1866696" y="278573"/>
                </a:lnTo>
                <a:lnTo>
                  <a:pt x="1870371" y="278566"/>
                </a:lnTo>
                <a:lnTo>
                  <a:pt x="1874045" y="278569"/>
                </a:lnTo>
                <a:lnTo>
                  <a:pt x="1877720" y="278581"/>
                </a:lnTo>
              </a:path>
            </a:pathLst>
          </a:custGeom>
          <a:ln w="27101" cap="flat">
            <a:solidFill>
              <a:srgbClr val="7CAE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4" name="pg234"/>
          <p:cNvSpPr/>
          <p:nvPr/>
        </p:nvSpPr>
        <p:spPr>
          <a:xfrm>
            <a:off x="8856642" y="4038342"/>
            <a:ext cx="1877720" cy="186473"/>
          </a:xfrm>
          <a:custGeom>
            <a:avLst/>
            <a:gdLst/>
            <a:ahLst/>
            <a:cxnLst/>
            <a:rect l="0" t="0" r="0" b="0"/>
            <a:pathLst>
              <a:path w="1877720" h="186473">
                <a:moveTo>
                  <a:pt x="0" y="186473"/>
                </a:moveTo>
                <a:lnTo>
                  <a:pt x="3674" y="186473"/>
                </a:lnTo>
                <a:lnTo>
                  <a:pt x="7349" y="186473"/>
                </a:lnTo>
                <a:lnTo>
                  <a:pt x="11023" y="186473"/>
                </a:lnTo>
                <a:lnTo>
                  <a:pt x="14698" y="186473"/>
                </a:lnTo>
                <a:lnTo>
                  <a:pt x="18372" y="186473"/>
                </a:lnTo>
                <a:lnTo>
                  <a:pt x="22047" y="186473"/>
                </a:lnTo>
                <a:lnTo>
                  <a:pt x="25722" y="186473"/>
                </a:lnTo>
                <a:lnTo>
                  <a:pt x="29396" y="186473"/>
                </a:lnTo>
                <a:lnTo>
                  <a:pt x="33071" y="186473"/>
                </a:lnTo>
                <a:lnTo>
                  <a:pt x="36745" y="186473"/>
                </a:lnTo>
                <a:lnTo>
                  <a:pt x="40420" y="186473"/>
                </a:lnTo>
                <a:lnTo>
                  <a:pt x="44095" y="186473"/>
                </a:lnTo>
                <a:lnTo>
                  <a:pt x="47769" y="186473"/>
                </a:lnTo>
                <a:lnTo>
                  <a:pt x="51444" y="186473"/>
                </a:lnTo>
                <a:lnTo>
                  <a:pt x="55118" y="186473"/>
                </a:lnTo>
                <a:lnTo>
                  <a:pt x="58793" y="186473"/>
                </a:lnTo>
                <a:lnTo>
                  <a:pt x="62468" y="186473"/>
                </a:lnTo>
                <a:lnTo>
                  <a:pt x="66142" y="186473"/>
                </a:lnTo>
                <a:lnTo>
                  <a:pt x="69817" y="186473"/>
                </a:lnTo>
                <a:lnTo>
                  <a:pt x="73491" y="186473"/>
                </a:lnTo>
                <a:lnTo>
                  <a:pt x="77166" y="186473"/>
                </a:lnTo>
                <a:lnTo>
                  <a:pt x="80841" y="186473"/>
                </a:lnTo>
                <a:lnTo>
                  <a:pt x="84515" y="186473"/>
                </a:lnTo>
                <a:lnTo>
                  <a:pt x="88190" y="186473"/>
                </a:lnTo>
                <a:lnTo>
                  <a:pt x="91864" y="186473"/>
                </a:lnTo>
                <a:lnTo>
                  <a:pt x="95539" y="186473"/>
                </a:lnTo>
                <a:lnTo>
                  <a:pt x="99214" y="186473"/>
                </a:lnTo>
                <a:lnTo>
                  <a:pt x="102888" y="186473"/>
                </a:lnTo>
                <a:lnTo>
                  <a:pt x="106563" y="186473"/>
                </a:lnTo>
                <a:lnTo>
                  <a:pt x="110237" y="186473"/>
                </a:lnTo>
                <a:lnTo>
                  <a:pt x="113912" y="186473"/>
                </a:lnTo>
                <a:lnTo>
                  <a:pt x="117587" y="186473"/>
                </a:lnTo>
                <a:lnTo>
                  <a:pt x="121261" y="186473"/>
                </a:lnTo>
                <a:lnTo>
                  <a:pt x="124936" y="186473"/>
                </a:lnTo>
                <a:lnTo>
                  <a:pt x="128610" y="186473"/>
                </a:lnTo>
                <a:lnTo>
                  <a:pt x="132285" y="186473"/>
                </a:lnTo>
                <a:lnTo>
                  <a:pt x="135960" y="186473"/>
                </a:lnTo>
                <a:lnTo>
                  <a:pt x="139634" y="186473"/>
                </a:lnTo>
                <a:lnTo>
                  <a:pt x="143309" y="186473"/>
                </a:lnTo>
                <a:lnTo>
                  <a:pt x="146983" y="186473"/>
                </a:lnTo>
                <a:lnTo>
                  <a:pt x="150658" y="186473"/>
                </a:lnTo>
                <a:lnTo>
                  <a:pt x="154333" y="186473"/>
                </a:lnTo>
                <a:lnTo>
                  <a:pt x="158007" y="186473"/>
                </a:lnTo>
                <a:lnTo>
                  <a:pt x="161682" y="186473"/>
                </a:lnTo>
                <a:lnTo>
                  <a:pt x="165356" y="186473"/>
                </a:lnTo>
                <a:lnTo>
                  <a:pt x="169031" y="186473"/>
                </a:lnTo>
                <a:lnTo>
                  <a:pt x="172706" y="186473"/>
                </a:lnTo>
                <a:lnTo>
                  <a:pt x="176380" y="186473"/>
                </a:lnTo>
                <a:lnTo>
                  <a:pt x="180055" y="186473"/>
                </a:lnTo>
                <a:lnTo>
                  <a:pt x="183729" y="186473"/>
                </a:lnTo>
                <a:lnTo>
                  <a:pt x="187404" y="186473"/>
                </a:lnTo>
                <a:lnTo>
                  <a:pt x="191079" y="186473"/>
                </a:lnTo>
                <a:lnTo>
                  <a:pt x="194753" y="186473"/>
                </a:lnTo>
                <a:lnTo>
                  <a:pt x="198428" y="186473"/>
                </a:lnTo>
                <a:lnTo>
                  <a:pt x="202102" y="186473"/>
                </a:lnTo>
                <a:lnTo>
                  <a:pt x="205777" y="186473"/>
                </a:lnTo>
                <a:lnTo>
                  <a:pt x="209452" y="186473"/>
                </a:lnTo>
                <a:lnTo>
                  <a:pt x="213126" y="186473"/>
                </a:lnTo>
                <a:lnTo>
                  <a:pt x="216801" y="186473"/>
                </a:lnTo>
                <a:lnTo>
                  <a:pt x="220475" y="186473"/>
                </a:lnTo>
                <a:lnTo>
                  <a:pt x="224150" y="186473"/>
                </a:lnTo>
                <a:lnTo>
                  <a:pt x="227825" y="186473"/>
                </a:lnTo>
                <a:lnTo>
                  <a:pt x="231499" y="186473"/>
                </a:lnTo>
                <a:lnTo>
                  <a:pt x="235174" y="186473"/>
                </a:lnTo>
                <a:lnTo>
                  <a:pt x="238848" y="186473"/>
                </a:lnTo>
                <a:lnTo>
                  <a:pt x="242523" y="186473"/>
                </a:lnTo>
                <a:lnTo>
                  <a:pt x="246198" y="186473"/>
                </a:lnTo>
                <a:lnTo>
                  <a:pt x="249872" y="186473"/>
                </a:lnTo>
                <a:lnTo>
                  <a:pt x="253547" y="186473"/>
                </a:lnTo>
                <a:lnTo>
                  <a:pt x="257221" y="186473"/>
                </a:lnTo>
                <a:lnTo>
                  <a:pt x="260896" y="186473"/>
                </a:lnTo>
                <a:lnTo>
                  <a:pt x="264571" y="186473"/>
                </a:lnTo>
                <a:lnTo>
                  <a:pt x="268245" y="186473"/>
                </a:lnTo>
                <a:lnTo>
                  <a:pt x="271920" y="186473"/>
                </a:lnTo>
                <a:lnTo>
                  <a:pt x="275594" y="186473"/>
                </a:lnTo>
                <a:lnTo>
                  <a:pt x="279269" y="186473"/>
                </a:lnTo>
                <a:lnTo>
                  <a:pt x="282944" y="186473"/>
                </a:lnTo>
                <a:lnTo>
                  <a:pt x="286618" y="186473"/>
                </a:lnTo>
                <a:lnTo>
                  <a:pt x="290293" y="186473"/>
                </a:lnTo>
                <a:lnTo>
                  <a:pt x="293967" y="186473"/>
                </a:lnTo>
                <a:lnTo>
                  <a:pt x="297642" y="186473"/>
                </a:lnTo>
                <a:lnTo>
                  <a:pt x="301317" y="186473"/>
                </a:lnTo>
                <a:lnTo>
                  <a:pt x="304991" y="186473"/>
                </a:lnTo>
                <a:lnTo>
                  <a:pt x="308666" y="186473"/>
                </a:lnTo>
                <a:lnTo>
                  <a:pt x="312340" y="186473"/>
                </a:lnTo>
                <a:lnTo>
                  <a:pt x="316015" y="186473"/>
                </a:lnTo>
                <a:lnTo>
                  <a:pt x="319690" y="186473"/>
                </a:lnTo>
                <a:lnTo>
                  <a:pt x="323364" y="186473"/>
                </a:lnTo>
                <a:lnTo>
                  <a:pt x="327039" y="186473"/>
                </a:lnTo>
                <a:lnTo>
                  <a:pt x="330713" y="186473"/>
                </a:lnTo>
                <a:lnTo>
                  <a:pt x="334388" y="186473"/>
                </a:lnTo>
                <a:lnTo>
                  <a:pt x="338063" y="186473"/>
                </a:lnTo>
                <a:lnTo>
                  <a:pt x="341737" y="186473"/>
                </a:lnTo>
                <a:lnTo>
                  <a:pt x="345412" y="186473"/>
                </a:lnTo>
                <a:lnTo>
                  <a:pt x="349086" y="186473"/>
                </a:lnTo>
                <a:lnTo>
                  <a:pt x="352761" y="186473"/>
                </a:lnTo>
                <a:lnTo>
                  <a:pt x="356436" y="186473"/>
                </a:lnTo>
                <a:lnTo>
                  <a:pt x="360110" y="186473"/>
                </a:lnTo>
                <a:lnTo>
                  <a:pt x="363785" y="186473"/>
                </a:lnTo>
                <a:lnTo>
                  <a:pt x="367459" y="186473"/>
                </a:lnTo>
                <a:lnTo>
                  <a:pt x="371134" y="186473"/>
                </a:lnTo>
                <a:lnTo>
                  <a:pt x="374809" y="186473"/>
                </a:lnTo>
                <a:lnTo>
                  <a:pt x="378483" y="186473"/>
                </a:lnTo>
                <a:lnTo>
                  <a:pt x="382158" y="186473"/>
                </a:lnTo>
                <a:lnTo>
                  <a:pt x="385832" y="186473"/>
                </a:lnTo>
                <a:lnTo>
                  <a:pt x="389507" y="186473"/>
                </a:lnTo>
                <a:lnTo>
                  <a:pt x="393182" y="186473"/>
                </a:lnTo>
                <a:lnTo>
                  <a:pt x="396856" y="186473"/>
                </a:lnTo>
                <a:lnTo>
                  <a:pt x="400531" y="186473"/>
                </a:lnTo>
                <a:lnTo>
                  <a:pt x="404205" y="186473"/>
                </a:lnTo>
                <a:lnTo>
                  <a:pt x="407880" y="186473"/>
                </a:lnTo>
                <a:lnTo>
                  <a:pt x="411555" y="186473"/>
                </a:lnTo>
                <a:lnTo>
                  <a:pt x="415229" y="186473"/>
                </a:lnTo>
                <a:lnTo>
                  <a:pt x="418904" y="186473"/>
                </a:lnTo>
                <a:lnTo>
                  <a:pt x="422578" y="186473"/>
                </a:lnTo>
                <a:lnTo>
                  <a:pt x="426253" y="186473"/>
                </a:lnTo>
                <a:lnTo>
                  <a:pt x="429928" y="186473"/>
                </a:lnTo>
                <a:lnTo>
                  <a:pt x="433602" y="186473"/>
                </a:lnTo>
                <a:lnTo>
                  <a:pt x="437277" y="186473"/>
                </a:lnTo>
                <a:lnTo>
                  <a:pt x="440951" y="186473"/>
                </a:lnTo>
                <a:lnTo>
                  <a:pt x="444626" y="186473"/>
                </a:lnTo>
                <a:lnTo>
                  <a:pt x="448301" y="186473"/>
                </a:lnTo>
                <a:lnTo>
                  <a:pt x="451975" y="186473"/>
                </a:lnTo>
                <a:lnTo>
                  <a:pt x="455650" y="186473"/>
                </a:lnTo>
                <a:lnTo>
                  <a:pt x="459324" y="186473"/>
                </a:lnTo>
                <a:lnTo>
                  <a:pt x="462999" y="186473"/>
                </a:lnTo>
                <a:lnTo>
                  <a:pt x="466674" y="186473"/>
                </a:lnTo>
                <a:lnTo>
                  <a:pt x="470348" y="186473"/>
                </a:lnTo>
                <a:lnTo>
                  <a:pt x="474023" y="186473"/>
                </a:lnTo>
                <a:lnTo>
                  <a:pt x="477697" y="186473"/>
                </a:lnTo>
                <a:lnTo>
                  <a:pt x="481372" y="186473"/>
                </a:lnTo>
                <a:lnTo>
                  <a:pt x="485047" y="186473"/>
                </a:lnTo>
                <a:lnTo>
                  <a:pt x="488721" y="186473"/>
                </a:lnTo>
                <a:lnTo>
                  <a:pt x="492396" y="186473"/>
                </a:lnTo>
                <a:lnTo>
                  <a:pt x="496070" y="186473"/>
                </a:lnTo>
                <a:lnTo>
                  <a:pt x="499745" y="186473"/>
                </a:lnTo>
                <a:lnTo>
                  <a:pt x="503420" y="186473"/>
                </a:lnTo>
                <a:lnTo>
                  <a:pt x="507094" y="186473"/>
                </a:lnTo>
                <a:lnTo>
                  <a:pt x="510769" y="186473"/>
                </a:lnTo>
                <a:lnTo>
                  <a:pt x="514443" y="186473"/>
                </a:lnTo>
                <a:lnTo>
                  <a:pt x="518118" y="186473"/>
                </a:lnTo>
                <a:lnTo>
                  <a:pt x="521793" y="186473"/>
                </a:lnTo>
                <a:lnTo>
                  <a:pt x="525467" y="186473"/>
                </a:lnTo>
                <a:lnTo>
                  <a:pt x="529142" y="186473"/>
                </a:lnTo>
                <a:lnTo>
                  <a:pt x="532816" y="186473"/>
                </a:lnTo>
                <a:lnTo>
                  <a:pt x="536491" y="186473"/>
                </a:lnTo>
                <a:lnTo>
                  <a:pt x="540166" y="186473"/>
                </a:lnTo>
                <a:lnTo>
                  <a:pt x="543840" y="186473"/>
                </a:lnTo>
                <a:lnTo>
                  <a:pt x="547515" y="186473"/>
                </a:lnTo>
                <a:lnTo>
                  <a:pt x="551189" y="186473"/>
                </a:lnTo>
                <a:lnTo>
                  <a:pt x="554864" y="186473"/>
                </a:lnTo>
                <a:lnTo>
                  <a:pt x="558539" y="186473"/>
                </a:lnTo>
                <a:lnTo>
                  <a:pt x="562213" y="186473"/>
                </a:lnTo>
                <a:lnTo>
                  <a:pt x="565888" y="186473"/>
                </a:lnTo>
                <a:lnTo>
                  <a:pt x="569562" y="186473"/>
                </a:lnTo>
                <a:lnTo>
                  <a:pt x="573237" y="186473"/>
                </a:lnTo>
                <a:lnTo>
                  <a:pt x="576912" y="186473"/>
                </a:lnTo>
                <a:lnTo>
                  <a:pt x="580586" y="186473"/>
                </a:lnTo>
                <a:lnTo>
                  <a:pt x="584261" y="186473"/>
                </a:lnTo>
                <a:lnTo>
                  <a:pt x="587935" y="186473"/>
                </a:lnTo>
                <a:lnTo>
                  <a:pt x="591610" y="186473"/>
                </a:lnTo>
                <a:lnTo>
                  <a:pt x="595285" y="186473"/>
                </a:lnTo>
                <a:lnTo>
                  <a:pt x="598959" y="186473"/>
                </a:lnTo>
                <a:lnTo>
                  <a:pt x="602634" y="186473"/>
                </a:lnTo>
                <a:lnTo>
                  <a:pt x="606308" y="186473"/>
                </a:lnTo>
                <a:lnTo>
                  <a:pt x="609983" y="186473"/>
                </a:lnTo>
                <a:lnTo>
                  <a:pt x="613658" y="186473"/>
                </a:lnTo>
                <a:lnTo>
                  <a:pt x="617332" y="186473"/>
                </a:lnTo>
                <a:lnTo>
                  <a:pt x="621007" y="186473"/>
                </a:lnTo>
                <a:lnTo>
                  <a:pt x="624681" y="186473"/>
                </a:lnTo>
                <a:lnTo>
                  <a:pt x="628356" y="186473"/>
                </a:lnTo>
                <a:lnTo>
                  <a:pt x="632031" y="186473"/>
                </a:lnTo>
                <a:lnTo>
                  <a:pt x="635705" y="186473"/>
                </a:lnTo>
                <a:lnTo>
                  <a:pt x="639380" y="186473"/>
                </a:lnTo>
                <a:lnTo>
                  <a:pt x="643054" y="186473"/>
                </a:lnTo>
                <a:lnTo>
                  <a:pt x="646729" y="186473"/>
                </a:lnTo>
                <a:lnTo>
                  <a:pt x="650404" y="186473"/>
                </a:lnTo>
                <a:lnTo>
                  <a:pt x="654078" y="186473"/>
                </a:lnTo>
                <a:lnTo>
                  <a:pt x="657753" y="186472"/>
                </a:lnTo>
                <a:lnTo>
                  <a:pt x="661427" y="186472"/>
                </a:lnTo>
                <a:lnTo>
                  <a:pt x="665102" y="186471"/>
                </a:lnTo>
                <a:lnTo>
                  <a:pt x="668777" y="186470"/>
                </a:lnTo>
                <a:lnTo>
                  <a:pt x="672451" y="186469"/>
                </a:lnTo>
                <a:lnTo>
                  <a:pt x="676126" y="186467"/>
                </a:lnTo>
                <a:lnTo>
                  <a:pt x="679800" y="186464"/>
                </a:lnTo>
                <a:lnTo>
                  <a:pt x="683475" y="186461"/>
                </a:lnTo>
                <a:lnTo>
                  <a:pt x="687150" y="186457"/>
                </a:lnTo>
                <a:lnTo>
                  <a:pt x="690824" y="186451"/>
                </a:lnTo>
                <a:lnTo>
                  <a:pt x="694499" y="186443"/>
                </a:lnTo>
                <a:lnTo>
                  <a:pt x="698173" y="186433"/>
                </a:lnTo>
                <a:lnTo>
                  <a:pt x="701848" y="186420"/>
                </a:lnTo>
                <a:lnTo>
                  <a:pt x="705523" y="186405"/>
                </a:lnTo>
                <a:lnTo>
                  <a:pt x="709197" y="186386"/>
                </a:lnTo>
                <a:lnTo>
                  <a:pt x="712872" y="186364"/>
                </a:lnTo>
                <a:lnTo>
                  <a:pt x="716546" y="186337"/>
                </a:lnTo>
                <a:lnTo>
                  <a:pt x="720221" y="186305"/>
                </a:lnTo>
                <a:lnTo>
                  <a:pt x="723896" y="186268"/>
                </a:lnTo>
                <a:lnTo>
                  <a:pt x="727570" y="186225"/>
                </a:lnTo>
                <a:lnTo>
                  <a:pt x="731245" y="186177"/>
                </a:lnTo>
                <a:lnTo>
                  <a:pt x="734919" y="186122"/>
                </a:lnTo>
                <a:lnTo>
                  <a:pt x="738594" y="186062"/>
                </a:lnTo>
                <a:lnTo>
                  <a:pt x="742269" y="185996"/>
                </a:lnTo>
                <a:lnTo>
                  <a:pt x="745943" y="185924"/>
                </a:lnTo>
                <a:lnTo>
                  <a:pt x="749618" y="185846"/>
                </a:lnTo>
                <a:lnTo>
                  <a:pt x="753292" y="185762"/>
                </a:lnTo>
                <a:lnTo>
                  <a:pt x="756967" y="185672"/>
                </a:lnTo>
                <a:lnTo>
                  <a:pt x="760642" y="185576"/>
                </a:lnTo>
                <a:lnTo>
                  <a:pt x="764316" y="185475"/>
                </a:lnTo>
                <a:lnTo>
                  <a:pt x="767991" y="185368"/>
                </a:lnTo>
                <a:lnTo>
                  <a:pt x="771665" y="185255"/>
                </a:lnTo>
                <a:lnTo>
                  <a:pt x="775340" y="185136"/>
                </a:lnTo>
                <a:lnTo>
                  <a:pt x="779015" y="185010"/>
                </a:lnTo>
                <a:lnTo>
                  <a:pt x="782689" y="184877"/>
                </a:lnTo>
                <a:lnTo>
                  <a:pt x="786364" y="184735"/>
                </a:lnTo>
                <a:lnTo>
                  <a:pt x="790038" y="184583"/>
                </a:lnTo>
                <a:lnTo>
                  <a:pt x="793713" y="184422"/>
                </a:lnTo>
                <a:lnTo>
                  <a:pt x="797388" y="184251"/>
                </a:lnTo>
                <a:lnTo>
                  <a:pt x="801062" y="184069"/>
                </a:lnTo>
                <a:lnTo>
                  <a:pt x="804737" y="183875"/>
                </a:lnTo>
                <a:lnTo>
                  <a:pt x="808411" y="183668"/>
                </a:lnTo>
                <a:lnTo>
                  <a:pt x="812086" y="183450"/>
                </a:lnTo>
                <a:lnTo>
                  <a:pt x="815761" y="183217"/>
                </a:lnTo>
                <a:lnTo>
                  <a:pt x="819435" y="182972"/>
                </a:lnTo>
                <a:lnTo>
                  <a:pt x="823110" y="182715"/>
                </a:lnTo>
                <a:lnTo>
                  <a:pt x="826784" y="182446"/>
                </a:lnTo>
                <a:lnTo>
                  <a:pt x="830459" y="182167"/>
                </a:lnTo>
                <a:lnTo>
                  <a:pt x="834134" y="181879"/>
                </a:lnTo>
                <a:lnTo>
                  <a:pt x="837808" y="181582"/>
                </a:lnTo>
                <a:lnTo>
                  <a:pt x="841483" y="181279"/>
                </a:lnTo>
                <a:lnTo>
                  <a:pt x="845157" y="180968"/>
                </a:lnTo>
                <a:lnTo>
                  <a:pt x="848832" y="180652"/>
                </a:lnTo>
                <a:lnTo>
                  <a:pt x="852507" y="180331"/>
                </a:lnTo>
                <a:lnTo>
                  <a:pt x="856181" y="180006"/>
                </a:lnTo>
                <a:lnTo>
                  <a:pt x="859856" y="179676"/>
                </a:lnTo>
                <a:lnTo>
                  <a:pt x="863530" y="179340"/>
                </a:lnTo>
                <a:lnTo>
                  <a:pt x="867205" y="178998"/>
                </a:lnTo>
                <a:lnTo>
                  <a:pt x="870880" y="178649"/>
                </a:lnTo>
                <a:lnTo>
                  <a:pt x="874554" y="178289"/>
                </a:lnTo>
                <a:lnTo>
                  <a:pt x="878229" y="177917"/>
                </a:lnTo>
                <a:lnTo>
                  <a:pt x="881903" y="177529"/>
                </a:lnTo>
                <a:lnTo>
                  <a:pt x="885578" y="177122"/>
                </a:lnTo>
                <a:lnTo>
                  <a:pt x="889253" y="176696"/>
                </a:lnTo>
                <a:lnTo>
                  <a:pt x="892927" y="176245"/>
                </a:lnTo>
                <a:lnTo>
                  <a:pt x="896602" y="175768"/>
                </a:lnTo>
                <a:lnTo>
                  <a:pt x="900276" y="175261"/>
                </a:lnTo>
                <a:lnTo>
                  <a:pt x="903951" y="174722"/>
                </a:lnTo>
                <a:lnTo>
                  <a:pt x="907626" y="174146"/>
                </a:lnTo>
                <a:lnTo>
                  <a:pt x="911300" y="173525"/>
                </a:lnTo>
                <a:lnTo>
                  <a:pt x="914975" y="172860"/>
                </a:lnTo>
                <a:lnTo>
                  <a:pt x="918649" y="172147"/>
                </a:lnTo>
                <a:lnTo>
                  <a:pt x="922324" y="171383"/>
                </a:lnTo>
                <a:lnTo>
                  <a:pt x="925999" y="170565"/>
                </a:lnTo>
                <a:lnTo>
                  <a:pt x="929673" y="169689"/>
                </a:lnTo>
                <a:lnTo>
                  <a:pt x="933348" y="168752"/>
                </a:lnTo>
                <a:lnTo>
                  <a:pt x="937022" y="167749"/>
                </a:lnTo>
                <a:lnTo>
                  <a:pt x="940697" y="166673"/>
                </a:lnTo>
                <a:lnTo>
                  <a:pt x="944372" y="165520"/>
                </a:lnTo>
                <a:lnTo>
                  <a:pt x="948046" y="164294"/>
                </a:lnTo>
                <a:lnTo>
                  <a:pt x="951721" y="162992"/>
                </a:lnTo>
                <a:lnTo>
                  <a:pt x="955395" y="161613"/>
                </a:lnTo>
                <a:lnTo>
                  <a:pt x="959070" y="160156"/>
                </a:lnTo>
                <a:lnTo>
                  <a:pt x="962745" y="158623"/>
                </a:lnTo>
                <a:lnTo>
                  <a:pt x="966419" y="157012"/>
                </a:lnTo>
                <a:lnTo>
                  <a:pt x="970094" y="155325"/>
                </a:lnTo>
                <a:lnTo>
                  <a:pt x="973768" y="153553"/>
                </a:lnTo>
                <a:lnTo>
                  <a:pt x="977443" y="151709"/>
                </a:lnTo>
                <a:lnTo>
                  <a:pt x="981118" y="149799"/>
                </a:lnTo>
                <a:lnTo>
                  <a:pt x="984792" y="147827"/>
                </a:lnTo>
                <a:lnTo>
                  <a:pt x="988467" y="145799"/>
                </a:lnTo>
                <a:lnTo>
                  <a:pt x="992141" y="143721"/>
                </a:lnTo>
                <a:lnTo>
                  <a:pt x="995816" y="141601"/>
                </a:lnTo>
                <a:lnTo>
                  <a:pt x="999491" y="139448"/>
                </a:lnTo>
                <a:lnTo>
                  <a:pt x="1003165" y="137269"/>
                </a:lnTo>
                <a:lnTo>
                  <a:pt x="1006840" y="135076"/>
                </a:lnTo>
                <a:lnTo>
                  <a:pt x="1010514" y="132881"/>
                </a:lnTo>
                <a:lnTo>
                  <a:pt x="1014189" y="130689"/>
                </a:lnTo>
                <a:lnTo>
                  <a:pt x="1017864" y="128510"/>
                </a:lnTo>
                <a:lnTo>
                  <a:pt x="1021538" y="126347"/>
                </a:lnTo>
                <a:lnTo>
                  <a:pt x="1025213" y="124203"/>
                </a:lnTo>
                <a:lnTo>
                  <a:pt x="1028887" y="122081"/>
                </a:lnTo>
                <a:lnTo>
                  <a:pt x="1032562" y="119980"/>
                </a:lnTo>
                <a:lnTo>
                  <a:pt x="1036237" y="117899"/>
                </a:lnTo>
                <a:lnTo>
                  <a:pt x="1039911" y="115830"/>
                </a:lnTo>
                <a:lnTo>
                  <a:pt x="1043586" y="113767"/>
                </a:lnTo>
                <a:lnTo>
                  <a:pt x="1047260" y="111704"/>
                </a:lnTo>
                <a:lnTo>
                  <a:pt x="1050935" y="109635"/>
                </a:lnTo>
                <a:lnTo>
                  <a:pt x="1054610" y="107554"/>
                </a:lnTo>
                <a:lnTo>
                  <a:pt x="1058284" y="105456"/>
                </a:lnTo>
                <a:lnTo>
                  <a:pt x="1061959" y="103337"/>
                </a:lnTo>
                <a:lnTo>
                  <a:pt x="1065633" y="101193"/>
                </a:lnTo>
                <a:lnTo>
                  <a:pt x="1069308" y="99021"/>
                </a:lnTo>
                <a:lnTo>
                  <a:pt x="1072983" y="96824"/>
                </a:lnTo>
                <a:lnTo>
                  <a:pt x="1076657" y="94603"/>
                </a:lnTo>
                <a:lnTo>
                  <a:pt x="1080332" y="92359"/>
                </a:lnTo>
                <a:lnTo>
                  <a:pt x="1084006" y="90094"/>
                </a:lnTo>
                <a:lnTo>
                  <a:pt x="1087681" y="87810"/>
                </a:lnTo>
                <a:lnTo>
                  <a:pt x="1091356" y="85507"/>
                </a:lnTo>
                <a:lnTo>
                  <a:pt x="1095030" y="83188"/>
                </a:lnTo>
                <a:lnTo>
                  <a:pt x="1098705" y="80849"/>
                </a:lnTo>
                <a:lnTo>
                  <a:pt x="1102379" y="78493"/>
                </a:lnTo>
                <a:lnTo>
                  <a:pt x="1106054" y="76119"/>
                </a:lnTo>
                <a:lnTo>
                  <a:pt x="1109729" y="73727"/>
                </a:lnTo>
                <a:lnTo>
                  <a:pt x="1113403" y="71317"/>
                </a:lnTo>
                <a:lnTo>
                  <a:pt x="1117078" y="68889"/>
                </a:lnTo>
                <a:lnTo>
                  <a:pt x="1120752" y="66446"/>
                </a:lnTo>
                <a:lnTo>
                  <a:pt x="1124427" y="63988"/>
                </a:lnTo>
                <a:lnTo>
                  <a:pt x="1128102" y="61520"/>
                </a:lnTo>
                <a:lnTo>
                  <a:pt x="1131776" y="59046"/>
                </a:lnTo>
                <a:lnTo>
                  <a:pt x="1135451" y="56573"/>
                </a:lnTo>
                <a:lnTo>
                  <a:pt x="1139125" y="54108"/>
                </a:lnTo>
                <a:lnTo>
                  <a:pt x="1142800" y="51657"/>
                </a:lnTo>
                <a:lnTo>
                  <a:pt x="1146475" y="49228"/>
                </a:lnTo>
                <a:lnTo>
                  <a:pt x="1150149" y="46827"/>
                </a:lnTo>
                <a:lnTo>
                  <a:pt x="1153824" y="44460"/>
                </a:lnTo>
                <a:lnTo>
                  <a:pt x="1157498" y="42135"/>
                </a:lnTo>
                <a:lnTo>
                  <a:pt x="1161173" y="39862"/>
                </a:lnTo>
                <a:lnTo>
                  <a:pt x="1164848" y="37644"/>
                </a:lnTo>
                <a:lnTo>
                  <a:pt x="1168522" y="35483"/>
                </a:lnTo>
                <a:lnTo>
                  <a:pt x="1172197" y="33381"/>
                </a:lnTo>
                <a:lnTo>
                  <a:pt x="1175871" y="31340"/>
                </a:lnTo>
                <a:lnTo>
                  <a:pt x="1179546" y="29362"/>
                </a:lnTo>
                <a:lnTo>
                  <a:pt x="1183221" y="27446"/>
                </a:lnTo>
                <a:lnTo>
                  <a:pt x="1186895" y="25593"/>
                </a:lnTo>
                <a:lnTo>
                  <a:pt x="1190570" y="23802"/>
                </a:lnTo>
                <a:lnTo>
                  <a:pt x="1194244" y="22076"/>
                </a:lnTo>
                <a:lnTo>
                  <a:pt x="1197919" y="20404"/>
                </a:lnTo>
                <a:lnTo>
                  <a:pt x="1201594" y="18784"/>
                </a:lnTo>
                <a:lnTo>
                  <a:pt x="1205268" y="17211"/>
                </a:lnTo>
                <a:lnTo>
                  <a:pt x="1208943" y="15682"/>
                </a:lnTo>
                <a:lnTo>
                  <a:pt x="1212617" y="14196"/>
                </a:lnTo>
                <a:lnTo>
                  <a:pt x="1216292" y="12751"/>
                </a:lnTo>
                <a:lnTo>
                  <a:pt x="1219967" y="11347"/>
                </a:lnTo>
                <a:lnTo>
                  <a:pt x="1223641" y="9990"/>
                </a:lnTo>
                <a:lnTo>
                  <a:pt x="1227316" y="8686"/>
                </a:lnTo>
                <a:lnTo>
                  <a:pt x="1230990" y="7437"/>
                </a:lnTo>
                <a:lnTo>
                  <a:pt x="1234665" y="6254"/>
                </a:lnTo>
                <a:lnTo>
                  <a:pt x="1238340" y="5145"/>
                </a:lnTo>
                <a:lnTo>
                  <a:pt x="1242014" y="4121"/>
                </a:lnTo>
                <a:lnTo>
                  <a:pt x="1245689" y="3192"/>
                </a:lnTo>
                <a:lnTo>
                  <a:pt x="1249363" y="2368"/>
                </a:lnTo>
                <a:lnTo>
                  <a:pt x="1253038" y="1660"/>
                </a:lnTo>
                <a:lnTo>
                  <a:pt x="1256713" y="1089"/>
                </a:lnTo>
                <a:lnTo>
                  <a:pt x="1260387" y="641"/>
                </a:lnTo>
                <a:lnTo>
                  <a:pt x="1264062" y="315"/>
                </a:lnTo>
                <a:lnTo>
                  <a:pt x="1267736" y="106"/>
                </a:lnTo>
                <a:lnTo>
                  <a:pt x="1271411" y="4"/>
                </a:lnTo>
                <a:lnTo>
                  <a:pt x="1275086" y="0"/>
                </a:lnTo>
                <a:lnTo>
                  <a:pt x="1278760" y="78"/>
                </a:lnTo>
                <a:lnTo>
                  <a:pt x="1282435" y="226"/>
                </a:lnTo>
                <a:lnTo>
                  <a:pt x="1286109" y="428"/>
                </a:lnTo>
                <a:lnTo>
                  <a:pt x="1289784" y="666"/>
                </a:lnTo>
                <a:lnTo>
                  <a:pt x="1293459" y="921"/>
                </a:lnTo>
                <a:lnTo>
                  <a:pt x="1297133" y="1183"/>
                </a:lnTo>
                <a:lnTo>
                  <a:pt x="1300808" y="1443"/>
                </a:lnTo>
                <a:lnTo>
                  <a:pt x="1304482" y="1694"/>
                </a:lnTo>
                <a:lnTo>
                  <a:pt x="1308157" y="1935"/>
                </a:lnTo>
                <a:lnTo>
                  <a:pt x="1311832" y="2166"/>
                </a:lnTo>
                <a:lnTo>
                  <a:pt x="1315506" y="2392"/>
                </a:lnTo>
                <a:lnTo>
                  <a:pt x="1319181" y="2623"/>
                </a:lnTo>
                <a:lnTo>
                  <a:pt x="1322855" y="2869"/>
                </a:lnTo>
                <a:lnTo>
                  <a:pt x="1326530" y="3144"/>
                </a:lnTo>
                <a:lnTo>
                  <a:pt x="1330205" y="3462"/>
                </a:lnTo>
                <a:lnTo>
                  <a:pt x="1333879" y="3836"/>
                </a:lnTo>
                <a:lnTo>
                  <a:pt x="1337554" y="4280"/>
                </a:lnTo>
                <a:lnTo>
                  <a:pt x="1341228" y="4806"/>
                </a:lnTo>
                <a:lnTo>
                  <a:pt x="1344903" y="5425"/>
                </a:lnTo>
                <a:lnTo>
                  <a:pt x="1348577" y="6154"/>
                </a:lnTo>
                <a:lnTo>
                  <a:pt x="1352252" y="7002"/>
                </a:lnTo>
                <a:lnTo>
                  <a:pt x="1355927" y="7963"/>
                </a:lnTo>
                <a:lnTo>
                  <a:pt x="1359601" y="9037"/>
                </a:lnTo>
                <a:lnTo>
                  <a:pt x="1363276" y="10219"/>
                </a:lnTo>
                <a:lnTo>
                  <a:pt x="1366950" y="11506"/>
                </a:lnTo>
                <a:lnTo>
                  <a:pt x="1370625" y="12890"/>
                </a:lnTo>
                <a:lnTo>
                  <a:pt x="1374300" y="14362"/>
                </a:lnTo>
                <a:lnTo>
                  <a:pt x="1377974" y="15914"/>
                </a:lnTo>
                <a:lnTo>
                  <a:pt x="1381649" y="17541"/>
                </a:lnTo>
                <a:lnTo>
                  <a:pt x="1385323" y="19227"/>
                </a:lnTo>
                <a:lnTo>
                  <a:pt x="1388998" y="20960"/>
                </a:lnTo>
                <a:lnTo>
                  <a:pt x="1392673" y="22734"/>
                </a:lnTo>
                <a:lnTo>
                  <a:pt x="1396347" y="24544"/>
                </a:lnTo>
                <a:lnTo>
                  <a:pt x="1400022" y="26388"/>
                </a:lnTo>
                <a:lnTo>
                  <a:pt x="1403696" y="28263"/>
                </a:lnTo>
                <a:lnTo>
                  <a:pt x="1407371" y="30173"/>
                </a:lnTo>
                <a:lnTo>
                  <a:pt x="1411046" y="32120"/>
                </a:lnTo>
                <a:lnTo>
                  <a:pt x="1414720" y="34113"/>
                </a:lnTo>
                <a:lnTo>
                  <a:pt x="1418395" y="36156"/>
                </a:lnTo>
                <a:lnTo>
                  <a:pt x="1422069" y="38252"/>
                </a:lnTo>
                <a:lnTo>
                  <a:pt x="1425744" y="40407"/>
                </a:lnTo>
                <a:lnTo>
                  <a:pt x="1429419" y="42626"/>
                </a:lnTo>
                <a:lnTo>
                  <a:pt x="1433093" y="44909"/>
                </a:lnTo>
                <a:lnTo>
                  <a:pt x="1436768" y="47256"/>
                </a:lnTo>
                <a:lnTo>
                  <a:pt x="1440442" y="49664"/>
                </a:lnTo>
                <a:lnTo>
                  <a:pt x="1444117" y="52129"/>
                </a:lnTo>
                <a:lnTo>
                  <a:pt x="1447792" y="54634"/>
                </a:lnTo>
                <a:lnTo>
                  <a:pt x="1451466" y="57162"/>
                </a:lnTo>
                <a:lnTo>
                  <a:pt x="1455141" y="59696"/>
                </a:lnTo>
                <a:lnTo>
                  <a:pt x="1458815" y="62217"/>
                </a:lnTo>
                <a:lnTo>
                  <a:pt x="1462490" y="64707"/>
                </a:lnTo>
                <a:lnTo>
                  <a:pt x="1466165" y="67147"/>
                </a:lnTo>
                <a:lnTo>
                  <a:pt x="1469839" y="69520"/>
                </a:lnTo>
                <a:lnTo>
                  <a:pt x="1473514" y="71808"/>
                </a:lnTo>
                <a:lnTo>
                  <a:pt x="1477188" y="73992"/>
                </a:lnTo>
                <a:lnTo>
                  <a:pt x="1480863" y="76074"/>
                </a:lnTo>
                <a:lnTo>
                  <a:pt x="1484538" y="78055"/>
                </a:lnTo>
                <a:lnTo>
                  <a:pt x="1488212" y="79937"/>
                </a:lnTo>
                <a:lnTo>
                  <a:pt x="1491887" y="81725"/>
                </a:lnTo>
                <a:lnTo>
                  <a:pt x="1495561" y="83430"/>
                </a:lnTo>
                <a:lnTo>
                  <a:pt x="1499236" y="85061"/>
                </a:lnTo>
                <a:lnTo>
                  <a:pt x="1502911" y="86631"/>
                </a:lnTo>
                <a:lnTo>
                  <a:pt x="1506585" y="88151"/>
                </a:lnTo>
                <a:lnTo>
                  <a:pt x="1510260" y="89637"/>
                </a:lnTo>
                <a:lnTo>
                  <a:pt x="1513934" y="91104"/>
                </a:lnTo>
                <a:lnTo>
                  <a:pt x="1517609" y="92560"/>
                </a:lnTo>
                <a:lnTo>
                  <a:pt x="1521284" y="94013"/>
                </a:lnTo>
                <a:lnTo>
                  <a:pt x="1524958" y="95468"/>
                </a:lnTo>
                <a:lnTo>
                  <a:pt x="1528633" y="96929"/>
                </a:lnTo>
                <a:lnTo>
                  <a:pt x="1532307" y="98397"/>
                </a:lnTo>
                <a:lnTo>
                  <a:pt x="1535982" y="99874"/>
                </a:lnTo>
                <a:lnTo>
                  <a:pt x="1539657" y="101358"/>
                </a:lnTo>
                <a:lnTo>
                  <a:pt x="1543331" y="102849"/>
                </a:lnTo>
                <a:lnTo>
                  <a:pt x="1547006" y="104343"/>
                </a:lnTo>
                <a:lnTo>
                  <a:pt x="1550680" y="105839"/>
                </a:lnTo>
                <a:lnTo>
                  <a:pt x="1554355" y="107336"/>
                </a:lnTo>
                <a:lnTo>
                  <a:pt x="1558030" y="108831"/>
                </a:lnTo>
                <a:lnTo>
                  <a:pt x="1561704" y="110323"/>
                </a:lnTo>
                <a:lnTo>
                  <a:pt x="1565379" y="111810"/>
                </a:lnTo>
                <a:lnTo>
                  <a:pt x="1569053" y="113289"/>
                </a:lnTo>
                <a:lnTo>
                  <a:pt x="1572728" y="114757"/>
                </a:lnTo>
                <a:lnTo>
                  <a:pt x="1576403" y="116211"/>
                </a:lnTo>
                <a:lnTo>
                  <a:pt x="1580077" y="117650"/>
                </a:lnTo>
                <a:lnTo>
                  <a:pt x="1583752" y="119069"/>
                </a:lnTo>
                <a:lnTo>
                  <a:pt x="1587426" y="120466"/>
                </a:lnTo>
                <a:lnTo>
                  <a:pt x="1591101" y="121837"/>
                </a:lnTo>
                <a:lnTo>
                  <a:pt x="1594776" y="123179"/>
                </a:lnTo>
                <a:lnTo>
                  <a:pt x="1598450" y="124492"/>
                </a:lnTo>
                <a:lnTo>
                  <a:pt x="1602125" y="125768"/>
                </a:lnTo>
                <a:lnTo>
                  <a:pt x="1605799" y="127012"/>
                </a:lnTo>
                <a:lnTo>
                  <a:pt x="1609474" y="128226"/>
                </a:lnTo>
                <a:lnTo>
                  <a:pt x="1613149" y="129413"/>
                </a:lnTo>
                <a:lnTo>
                  <a:pt x="1616823" y="130574"/>
                </a:lnTo>
                <a:lnTo>
                  <a:pt x="1620498" y="131714"/>
                </a:lnTo>
                <a:lnTo>
                  <a:pt x="1624172" y="132837"/>
                </a:lnTo>
                <a:lnTo>
                  <a:pt x="1627847" y="133947"/>
                </a:lnTo>
                <a:lnTo>
                  <a:pt x="1631522" y="135050"/>
                </a:lnTo>
                <a:lnTo>
                  <a:pt x="1635196" y="136150"/>
                </a:lnTo>
                <a:lnTo>
                  <a:pt x="1638871" y="137250"/>
                </a:lnTo>
                <a:lnTo>
                  <a:pt x="1642545" y="138354"/>
                </a:lnTo>
                <a:lnTo>
                  <a:pt x="1646220" y="139462"/>
                </a:lnTo>
                <a:lnTo>
                  <a:pt x="1649895" y="140574"/>
                </a:lnTo>
                <a:lnTo>
                  <a:pt x="1653569" y="141691"/>
                </a:lnTo>
                <a:lnTo>
                  <a:pt x="1657244" y="142811"/>
                </a:lnTo>
                <a:lnTo>
                  <a:pt x="1660918" y="143930"/>
                </a:lnTo>
                <a:lnTo>
                  <a:pt x="1664593" y="145045"/>
                </a:lnTo>
                <a:lnTo>
                  <a:pt x="1668268" y="146152"/>
                </a:lnTo>
                <a:lnTo>
                  <a:pt x="1671942" y="147247"/>
                </a:lnTo>
                <a:lnTo>
                  <a:pt x="1675617" y="148325"/>
                </a:lnTo>
                <a:lnTo>
                  <a:pt x="1679291" y="149384"/>
                </a:lnTo>
                <a:lnTo>
                  <a:pt x="1682966" y="150419"/>
                </a:lnTo>
                <a:lnTo>
                  <a:pt x="1686641" y="151427"/>
                </a:lnTo>
                <a:lnTo>
                  <a:pt x="1690315" y="152406"/>
                </a:lnTo>
                <a:lnTo>
                  <a:pt x="1693990" y="153352"/>
                </a:lnTo>
                <a:lnTo>
                  <a:pt x="1697664" y="154263"/>
                </a:lnTo>
                <a:lnTo>
                  <a:pt x="1701339" y="155142"/>
                </a:lnTo>
                <a:lnTo>
                  <a:pt x="1705014" y="155988"/>
                </a:lnTo>
                <a:lnTo>
                  <a:pt x="1708688" y="156804"/>
                </a:lnTo>
                <a:lnTo>
                  <a:pt x="1712363" y="157590"/>
                </a:lnTo>
                <a:lnTo>
                  <a:pt x="1716037" y="158349"/>
                </a:lnTo>
                <a:lnTo>
                  <a:pt x="1719712" y="159084"/>
                </a:lnTo>
                <a:lnTo>
                  <a:pt x="1723387" y="159796"/>
                </a:lnTo>
                <a:lnTo>
                  <a:pt x="1727061" y="160487"/>
                </a:lnTo>
                <a:lnTo>
                  <a:pt x="1730736" y="161164"/>
                </a:lnTo>
                <a:lnTo>
                  <a:pt x="1734410" y="161829"/>
                </a:lnTo>
                <a:lnTo>
                  <a:pt x="1738085" y="162485"/>
                </a:lnTo>
                <a:lnTo>
                  <a:pt x="1741760" y="163136"/>
                </a:lnTo>
                <a:lnTo>
                  <a:pt x="1745434" y="163782"/>
                </a:lnTo>
                <a:lnTo>
                  <a:pt x="1749109" y="164426"/>
                </a:lnTo>
                <a:lnTo>
                  <a:pt x="1752783" y="165068"/>
                </a:lnTo>
                <a:lnTo>
                  <a:pt x="1756458" y="165707"/>
                </a:lnTo>
                <a:lnTo>
                  <a:pt x="1760133" y="166342"/>
                </a:lnTo>
                <a:lnTo>
                  <a:pt x="1763807" y="166971"/>
                </a:lnTo>
                <a:lnTo>
                  <a:pt x="1767482" y="167591"/>
                </a:lnTo>
                <a:lnTo>
                  <a:pt x="1771156" y="168198"/>
                </a:lnTo>
                <a:lnTo>
                  <a:pt x="1774831" y="168789"/>
                </a:lnTo>
                <a:lnTo>
                  <a:pt x="1778506" y="169360"/>
                </a:lnTo>
                <a:lnTo>
                  <a:pt x="1782180" y="169907"/>
                </a:lnTo>
                <a:lnTo>
                  <a:pt x="1785855" y="170428"/>
                </a:lnTo>
                <a:lnTo>
                  <a:pt x="1789529" y="170917"/>
                </a:lnTo>
                <a:lnTo>
                  <a:pt x="1793204" y="171375"/>
                </a:lnTo>
                <a:lnTo>
                  <a:pt x="1796879" y="171803"/>
                </a:lnTo>
                <a:lnTo>
                  <a:pt x="1800553" y="172205"/>
                </a:lnTo>
                <a:lnTo>
                  <a:pt x="1804228" y="172581"/>
                </a:lnTo>
                <a:lnTo>
                  <a:pt x="1807902" y="172936"/>
                </a:lnTo>
                <a:lnTo>
                  <a:pt x="1811577" y="173274"/>
                </a:lnTo>
                <a:lnTo>
                  <a:pt x="1815252" y="173601"/>
                </a:lnTo>
                <a:lnTo>
                  <a:pt x="1818926" y="173920"/>
                </a:lnTo>
                <a:lnTo>
                  <a:pt x="1822601" y="174239"/>
                </a:lnTo>
                <a:lnTo>
                  <a:pt x="1826275" y="174565"/>
                </a:lnTo>
                <a:lnTo>
                  <a:pt x="1829950" y="174901"/>
                </a:lnTo>
                <a:lnTo>
                  <a:pt x="1833625" y="175252"/>
                </a:lnTo>
                <a:lnTo>
                  <a:pt x="1837299" y="175623"/>
                </a:lnTo>
                <a:lnTo>
                  <a:pt x="1840974" y="176015"/>
                </a:lnTo>
                <a:lnTo>
                  <a:pt x="1844648" y="176431"/>
                </a:lnTo>
                <a:lnTo>
                  <a:pt x="1848323" y="176872"/>
                </a:lnTo>
                <a:lnTo>
                  <a:pt x="1851998" y="177340"/>
                </a:lnTo>
                <a:lnTo>
                  <a:pt x="1855672" y="177833"/>
                </a:lnTo>
                <a:lnTo>
                  <a:pt x="1859347" y="178347"/>
                </a:lnTo>
                <a:lnTo>
                  <a:pt x="1863021" y="178878"/>
                </a:lnTo>
                <a:lnTo>
                  <a:pt x="1866696" y="179423"/>
                </a:lnTo>
                <a:lnTo>
                  <a:pt x="1870371" y="179976"/>
                </a:lnTo>
                <a:lnTo>
                  <a:pt x="1874045" y="180532"/>
                </a:lnTo>
                <a:lnTo>
                  <a:pt x="1877720" y="181085"/>
                </a:lnTo>
                <a:lnTo>
                  <a:pt x="1877720" y="186473"/>
                </a:lnTo>
                <a:lnTo>
                  <a:pt x="1874045" y="186473"/>
                </a:lnTo>
                <a:lnTo>
                  <a:pt x="1870371" y="186473"/>
                </a:lnTo>
                <a:lnTo>
                  <a:pt x="1866696" y="186473"/>
                </a:lnTo>
                <a:lnTo>
                  <a:pt x="1863021" y="186473"/>
                </a:lnTo>
                <a:lnTo>
                  <a:pt x="1859347" y="186473"/>
                </a:lnTo>
                <a:lnTo>
                  <a:pt x="1855672" y="186473"/>
                </a:lnTo>
                <a:lnTo>
                  <a:pt x="1851998" y="186473"/>
                </a:lnTo>
                <a:lnTo>
                  <a:pt x="1848323" y="186473"/>
                </a:lnTo>
                <a:lnTo>
                  <a:pt x="1844648" y="186473"/>
                </a:lnTo>
                <a:lnTo>
                  <a:pt x="1840974" y="186473"/>
                </a:lnTo>
                <a:lnTo>
                  <a:pt x="1837299" y="186473"/>
                </a:lnTo>
                <a:lnTo>
                  <a:pt x="1833625" y="186473"/>
                </a:lnTo>
                <a:lnTo>
                  <a:pt x="1829950" y="186473"/>
                </a:lnTo>
                <a:lnTo>
                  <a:pt x="1826275" y="186473"/>
                </a:lnTo>
                <a:lnTo>
                  <a:pt x="1822601" y="186473"/>
                </a:lnTo>
                <a:lnTo>
                  <a:pt x="1818926" y="186473"/>
                </a:lnTo>
                <a:lnTo>
                  <a:pt x="1815252" y="186473"/>
                </a:lnTo>
                <a:lnTo>
                  <a:pt x="1811577" y="186473"/>
                </a:lnTo>
                <a:lnTo>
                  <a:pt x="1807902" y="186473"/>
                </a:lnTo>
                <a:lnTo>
                  <a:pt x="1804228" y="186473"/>
                </a:lnTo>
                <a:lnTo>
                  <a:pt x="1800553" y="186473"/>
                </a:lnTo>
                <a:lnTo>
                  <a:pt x="1796879" y="186473"/>
                </a:lnTo>
                <a:lnTo>
                  <a:pt x="1793204" y="186473"/>
                </a:lnTo>
                <a:lnTo>
                  <a:pt x="1789529" y="186473"/>
                </a:lnTo>
                <a:lnTo>
                  <a:pt x="1785855" y="186473"/>
                </a:lnTo>
                <a:lnTo>
                  <a:pt x="1782180" y="186473"/>
                </a:lnTo>
                <a:lnTo>
                  <a:pt x="1778506" y="186473"/>
                </a:lnTo>
                <a:lnTo>
                  <a:pt x="1774831" y="186473"/>
                </a:lnTo>
                <a:lnTo>
                  <a:pt x="1771156" y="186473"/>
                </a:lnTo>
                <a:lnTo>
                  <a:pt x="1767482" y="186473"/>
                </a:lnTo>
                <a:lnTo>
                  <a:pt x="1763807" y="186473"/>
                </a:lnTo>
                <a:lnTo>
                  <a:pt x="1760133" y="186473"/>
                </a:lnTo>
                <a:lnTo>
                  <a:pt x="1756458" y="186473"/>
                </a:lnTo>
                <a:lnTo>
                  <a:pt x="1752783" y="186473"/>
                </a:lnTo>
                <a:lnTo>
                  <a:pt x="1749109" y="186473"/>
                </a:lnTo>
                <a:lnTo>
                  <a:pt x="1745434" y="186473"/>
                </a:lnTo>
                <a:lnTo>
                  <a:pt x="1741760" y="186473"/>
                </a:lnTo>
                <a:lnTo>
                  <a:pt x="1738085" y="186473"/>
                </a:lnTo>
                <a:lnTo>
                  <a:pt x="1734410" y="186473"/>
                </a:lnTo>
                <a:lnTo>
                  <a:pt x="1730736" y="186473"/>
                </a:lnTo>
                <a:lnTo>
                  <a:pt x="1727061" y="186473"/>
                </a:lnTo>
                <a:lnTo>
                  <a:pt x="1723387" y="186473"/>
                </a:lnTo>
                <a:lnTo>
                  <a:pt x="1719712" y="186473"/>
                </a:lnTo>
                <a:lnTo>
                  <a:pt x="1716037" y="186473"/>
                </a:lnTo>
                <a:lnTo>
                  <a:pt x="1712363" y="186473"/>
                </a:lnTo>
                <a:lnTo>
                  <a:pt x="1708688" y="186473"/>
                </a:lnTo>
                <a:lnTo>
                  <a:pt x="1705014" y="186473"/>
                </a:lnTo>
                <a:lnTo>
                  <a:pt x="1701339" y="186473"/>
                </a:lnTo>
                <a:lnTo>
                  <a:pt x="1697664" y="186473"/>
                </a:lnTo>
                <a:lnTo>
                  <a:pt x="1693990" y="186473"/>
                </a:lnTo>
                <a:lnTo>
                  <a:pt x="1690315" y="186473"/>
                </a:lnTo>
                <a:lnTo>
                  <a:pt x="1686641" y="186473"/>
                </a:lnTo>
                <a:lnTo>
                  <a:pt x="1682966" y="186473"/>
                </a:lnTo>
                <a:lnTo>
                  <a:pt x="1679291" y="186473"/>
                </a:lnTo>
                <a:lnTo>
                  <a:pt x="1675617" y="186473"/>
                </a:lnTo>
                <a:lnTo>
                  <a:pt x="1671942" y="186473"/>
                </a:lnTo>
                <a:lnTo>
                  <a:pt x="1668268" y="186473"/>
                </a:lnTo>
                <a:lnTo>
                  <a:pt x="1664593" y="186473"/>
                </a:lnTo>
                <a:lnTo>
                  <a:pt x="1660918" y="186473"/>
                </a:lnTo>
                <a:lnTo>
                  <a:pt x="1657244" y="186473"/>
                </a:lnTo>
                <a:lnTo>
                  <a:pt x="1653569" y="186473"/>
                </a:lnTo>
                <a:lnTo>
                  <a:pt x="1649895" y="186473"/>
                </a:lnTo>
                <a:lnTo>
                  <a:pt x="1646220" y="186473"/>
                </a:lnTo>
                <a:lnTo>
                  <a:pt x="1642545" y="186473"/>
                </a:lnTo>
                <a:lnTo>
                  <a:pt x="1638871" y="186473"/>
                </a:lnTo>
                <a:lnTo>
                  <a:pt x="1635196" y="186473"/>
                </a:lnTo>
                <a:lnTo>
                  <a:pt x="1631522" y="186473"/>
                </a:lnTo>
                <a:lnTo>
                  <a:pt x="1627847" y="186473"/>
                </a:lnTo>
                <a:lnTo>
                  <a:pt x="1624172" y="186473"/>
                </a:lnTo>
                <a:lnTo>
                  <a:pt x="1620498" y="186473"/>
                </a:lnTo>
                <a:lnTo>
                  <a:pt x="1616823" y="186473"/>
                </a:lnTo>
                <a:lnTo>
                  <a:pt x="1613149" y="186473"/>
                </a:lnTo>
                <a:lnTo>
                  <a:pt x="1609474" y="186473"/>
                </a:lnTo>
                <a:lnTo>
                  <a:pt x="1605799" y="186473"/>
                </a:lnTo>
                <a:lnTo>
                  <a:pt x="1602125" y="186473"/>
                </a:lnTo>
                <a:lnTo>
                  <a:pt x="1598450" y="186473"/>
                </a:lnTo>
                <a:lnTo>
                  <a:pt x="1594776" y="186473"/>
                </a:lnTo>
                <a:lnTo>
                  <a:pt x="1591101" y="186473"/>
                </a:lnTo>
                <a:lnTo>
                  <a:pt x="1587426" y="186473"/>
                </a:lnTo>
                <a:lnTo>
                  <a:pt x="1583752" y="186473"/>
                </a:lnTo>
                <a:lnTo>
                  <a:pt x="1580077" y="186473"/>
                </a:lnTo>
                <a:lnTo>
                  <a:pt x="1576403" y="186473"/>
                </a:lnTo>
                <a:lnTo>
                  <a:pt x="1572728" y="186473"/>
                </a:lnTo>
                <a:lnTo>
                  <a:pt x="1569053" y="186473"/>
                </a:lnTo>
                <a:lnTo>
                  <a:pt x="1565379" y="186473"/>
                </a:lnTo>
                <a:lnTo>
                  <a:pt x="1561704" y="186473"/>
                </a:lnTo>
                <a:lnTo>
                  <a:pt x="1558030" y="186473"/>
                </a:lnTo>
                <a:lnTo>
                  <a:pt x="1554355" y="186473"/>
                </a:lnTo>
                <a:lnTo>
                  <a:pt x="1550680" y="186473"/>
                </a:lnTo>
                <a:lnTo>
                  <a:pt x="1547006" y="186473"/>
                </a:lnTo>
                <a:lnTo>
                  <a:pt x="1543331" y="186473"/>
                </a:lnTo>
                <a:lnTo>
                  <a:pt x="1539657" y="186473"/>
                </a:lnTo>
                <a:lnTo>
                  <a:pt x="1535982" y="186473"/>
                </a:lnTo>
                <a:lnTo>
                  <a:pt x="1532307" y="186473"/>
                </a:lnTo>
                <a:lnTo>
                  <a:pt x="1528633" y="186473"/>
                </a:lnTo>
                <a:lnTo>
                  <a:pt x="1524958" y="186473"/>
                </a:lnTo>
                <a:lnTo>
                  <a:pt x="1521284" y="186473"/>
                </a:lnTo>
                <a:lnTo>
                  <a:pt x="1517609" y="186473"/>
                </a:lnTo>
                <a:lnTo>
                  <a:pt x="1513934" y="186473"/>
                </a:lnTo>
                <a:lnTo>
                  <a:pt x="1510260" y="186473"/>
                </a:lnTo>
                <a:lnTo>
                  <a:pt x="1506585" y="186473"/>
                </a:lnTo>
                <a:lnTo>
                  <a:pt x="1502911" y="186473"/>
                </a:lnTo>
                <a:lnTo>
                  <a:pt x="1499236" y="186473"/>
                </a:lnTo>
                <a:lnTo>
                  <a:pt x="1495561" y="186473"/>
                </a:lnTo>
                <a:lnTo>
                  <a:pt x="1491887" y="186473"/>
                </a:lnTo>
                <a:lnTo>
                  <a:pt x="1488212" y="186473"/>
                </a:lnTo>
                <a:lnTo>
                  <a:pt x="1484538" y="186473"/>
                </a:lnTo>
                <a:lnTo>
                  <a:pt x="1480863" y="186473"/>
                </a:lnTo>
                <a:lnTo>
                  <a:pt x="1477188" y="186473"/>
                </a:lnTo>
                <a:lnTo>
                  <a:pt x="1473514" y="186473"/>
                </a:lnTo>
                <a:lnTo>
                  <a:pt x="1469839" y="186473"/>
                </a:lnTo>
                <a:lnTo>
                  <a:pt x="1466165" y="186473"/>
                </a:lnTo>
                <a:lnTo>
                  <a:pt x="1462490" y="186473"/>
                </a:lnTo>
                <a:lnTo>
                  <a:pt x="1458815" y="186473"/>
                </a:lnTo>
                <a:lnTo>
                  <a:pt x="1455141" y="186473"/>
                </a:lnTo>
                <a:lnTo>
                  <a:pt x="1451466" y="186473"/>
                </a:lnTo>
                <a:lnTo>
                  <a:pt x="1447792" y="186473"/>
                </a:lnTo>
                <a:lnTo>
                  <a:pt x="1444117" y="186473"/>
                </a:lnTo>
                <a:lnTo>
                  <a:pt x="1440442" y="186473"/>
                </a:lnTo>
                <a:lnTo>
                  <a:pt x="1436768" y="186473"/>
                </a:lnTo>
                <a:lnTo>
                  <a:pt x="1433093" y="186473"/>
                </a:lnTo>
                <a:lnTo>
                  <a:pt x="1429419" y="186473"/>
                </a:lnTo>
                <a:lnTo>
                  <a:pt x="1425744" y="186473"/>
                </a:lnTo>
                <a:lnTo>
                  <a:pt x="1422069" y="186473"/>
                </a:lnTo>
                <a:lnTo>
                  <a:pt x="1418395" y="186473"/>
                </a:lnTo>
                <a:lnTo>
                  <a:pt x="1414720" y="186473"/>
                </a:lnTo>
                <a:lnTo>
                  <a:pt x="1411046" y="186473"/>
                </a:lnTo>
                <a:lnTo>
                  <a:pt x="1407371" y="186473"/>
                </a:lnTo>
                <a:lnTo>
                  <a:pt x="1403696" y="186473"/>
                </a:lnTo>
                <a:lnTo>
                  <a:pt x="1400022" y="186473"/>
                </a:lnTo>
                <a:lnTo>
                  <a:pt x="1396347" y="186473"/>
                </a:lnTo>
                <a:lnTo>
                  <a:pt x="1392673" y="186473"/>
                </a:lnTo>
                <a:lnTo>
                  <a:pt x="1388998" y="186473"/>
                </a:lnTo>
                <a:lnTo>
                  <a:pt x="1385323" y="186473"/>
                </a:lnTo>
                <a:lnTo>
                  <a:pt x="1381649" y="186473"/>
                </a:lnTo>
                <a:lnTo>
                  <a:pt x="1377974" y="186473"/>
                </a:lnTo>
                <a:lnTo>
                  <a:pt x="1374300" y="186473"/>
                </a:lnTo>
                <a:lnTo>
                  <a:pt x="1370625" y="186473"/>
                </a:lnTo>
                <a:lnTo>
                  <a:pt x="1366950" y="186473"/>
                </a:lnTo>
                <a:lnTo>
                  <a:pt x="1363276" y="186473"/>
                </a:lnTo>
                <a:lnTo>
                  <a:pt x="1359601" y="186473"/>
                </a:lnTo>
                <a:lnTo>
                  <a:pt x="1355927" y="186473"/>
                </a:lnTo>
                <a:lnTo>
                  <a:pt x="1352252" y="186473"/>
                </a:lnTo>
                <a:lnTo>
                  <a:pt x="1348577" y="186473"/>
                </a:lnTo>
                <a:lnTo>
                  <a:pt x="1344903" y="186473"/>
                </a:lnTo>
                <a:lnTo>
                  <a:pt x="1341228" y="186473"/>
                </a:lnTo>
                <a:lnTo>
                  <a:pt x="1337554" y="186473"/>
                </a:lnTo>
                <a:lnTo>
                  <a:pt x="1333879" y="186473"/>
                </a:lnTo>
                <a:lnTo>
                  <a:pt x="1330205" y="186473"/>
                </a:lnTo>
                <a:lnTo>
                  <a:pt x="1326530" y="186473"/>
                </a:lnTo>
                <a:lnTo>
                  <a:pt x="1322855" y="186473"/>
                </a:lnTo>
                <a:lnTo>
                  <a:pt x="1319181" y="186473"/>
                </a:lnTo>
                <a:lnTo>
                  <a:pt x="1315506" y="186473"/>
                </a:lnTo>
                <a:lnTo>
                  <a:pt x="1311832" y="186473"/>
                </a:lnTo>
                <a:lnTo>
                  <a:pt x="1308157" y="186473"/>
                </a:lnTo>
                <a:lnTo>
                  <a:pt x="1304482" y="186473"/>
                </a:lnTo>
                <a:lnTo>
                  <a:pt x="1300808" y="186473"/>
                </a:lnTo>
                <a:lnTo>
                  <a:pt x="1297133" y="186473"/>
                </a:lnTo>
                <a:lnTo>
                  <a:pt x="1293459" y="186473"/>
                </a:lnTo>
                <a:lnTo>
                  <a:pt x="1289784" y="186473"/>
                </a:lnTo>
                <a:lnTo>
                  <a:pt x="1286109" y="186473"/>
                </a:lnTo>
                <a:lnTo>
                  <a:pt x="1282435" y="186473"/>
                </a:lnTo>
                <a:lnTo>
                  <a:pt x="1278760" y="186473"/>
                </a:lnTo>
                <a:lnTo>
                  <a:pt x="1275086" y="186473"/>
                </a:lnTo>
                <a:lnTo>
                  <a:pt x="1271411" y="186473"/>
                </a:lnTo>
                <a:lnTo>
                  <a:pt x="1267736" y="186473"/>
                </a:lnTo>
                <a:lnTo>
                  <a:pt x="1264062" y="186473"/>
                </a:lnTo>
                <a:lnTo>
                  <a:pt x="1260387" y="186473"/>
                </a:lnTo>
                <a:lnTo>
                  <a:pt x="1256713" y="186473"/>
                </a:lnTo>
                <a:lnTo>
                  <a:pt x="1253038" y="186473"/>
                </a:lnTo>
                <a:lnTo>
                  <a:pt x="1249363" y="186473"/>
                </a:lnTo>
                <a:lnTo>
                  <a:pt x="1245689" y="186473"/>
                </a:lnTo>
                <a:lnTo>
                  <a:pt x="1242014" y="186473"/>
                </a:lnTo>
                <a:lnTo>
                  <a:pt x="1238340" y="186473"/>
                </a:lnTo>
                <a:lnTo>
                  <a:pt x="1234665" y="186473"/>
                </a:lnTo>
                <a:lnTo>
                  <a:pt x="1230990" y="186473"/>
                </a:lnTo>
                <a:lnTo>
                  <a:pt x="1227316" y="186473"/>
                </a:lnTo>
                <a:lnTo>
                  <a:pt x="1223641" y="186473"/>
                </a:lnTo>
                <a:lnTo>
                  <a:pt x="1219967" y="186473"/>
                </a:lnTo>
                <a:lnTo>
                  <a:pt x="1216292" y="186473"/>
                </a:lnTo>
                <a:lnTo>
                  <a:pt x="1212617" y="186473"/>
                </a:lnTo>
                <a:lnTo>
                  <a:pt x="1208943" y="186473"/>
                </a:lnTo>
                <a:lnTo>
                  <a:pt x="1205268" y="186473"/>
                </a:lnTo>
                <a:lnTo>
                  <a:pt x="1201594" y="186473"/>
                </a:lnTo>
                <a:lnTo>
                  <a:pt x="1197919" y="186473"/>
                </a:lnTo>
                <a:lnTo>
                  <a:pt x="1194244" y="186473"/>
                </a:lnTo>
                <a:lnTo>
                  <a:pt x="1190570" y="186473"/>
                </a:lnTo>
                <a:lnTo>
                  <a:pt x="1186895" y="186473"/>
                </a:lnTo>
                <a:lnTo>
                  <a:pt x="1183221" y="186473"/>
                </a:lnTo>
                <a:lnTo>
                  <a:pt x="1179546" y="186473"/>
                </a:lnTo>
                <a:lnTo>
                  <a:pt x="1175871" y="186473"/>
                </a:lnTo>
                <a:lnTo>
                  <a:pt x="1172197" y="186473"/>
                </a:lnTo>
                <a:lnTo>
                  <a:pt x="1168522" y="186473"/>
                </a:lnTo>
                <a:lnTo>
                  <a:pt x="1164848" y="186473"/>
                </a:lnTo>
                <a:lnTo>
                  <a:pt x="1161173" y="186473"/>
                </a:lnTo>
                <a:lnTo>
                  <a:pt x="1157498" y="186473"/>
                </a:lnTo>
                <a:lnTo>
                  <a:pt x="1153824" y="186473"/>
                </a:lnTo>
                <a:lnTo>
                  <a:pt x="1150149" y="186473"/>
                </a:lnTo>
                <a:lnTo>
                  <a:pt x="1146475" y="186473"/>
                </a:lnTo>
                <a:lnTo>
                  <a:pt x="1142800" y="186473"/>
                </a:lnTo>
                <a:lnTo>
                  <a:pt x="1139125" y="186473"/>
                </a:lnTo>
                <a:lnTo>
                  <a:pt x="1135451" y="186473"/>
                </a:lnTo>
                <a:lnTo>
                  <a:pt x="1131776" y="186473"/>
                </a:lnTo>
                <a:lnTo>
                  <a:pt x="1128102" y="186473"/>
                </a:lnTo>
                <a:lnTo>
                  <a:pt x="1124427" y="186473"/>
                </a:lnTo>
                <a:lnTo>
                  <a:pt x="1120752" y="186473"/>
                </a:lnTo>
                <a:lnTo>
                  <a:pt x="1117078" y="186473"/>
                </a:lnTo>
                <a:lnTo>
                  <a:pt x="1113403" y="186473"/>
                </a:lnTo>
                <a:lnTo>
                  <a:pt x="1109729" y="186473"/>
                </a:lnTo>
                <a:lnTo>
                  <a:pt x="1106054" y="186473"/>
                </a:lnTo>
                <a:lnTo>
                  <a:pt x="1102379" y="186473"/>
                </a:lnTo>
                <a:lnTo>
                  <a:pt x="1098705" y="186473"/>
                </a:lnTo>
                <a:lnTo>
                  <a:pt x="1095030" y="186473"/>
                </a:lnTo>
                <a:lnTo>
                  <a:pt x="1091356" y="186473"/>
                </a:lnTo>
                <a:lnTo>
                  <a:pt x="1087681" y="186473"/>
                </a:lnTo>
                <a:lnTo>
                  <a:pt x="1084006" y="186473"/>
                </a:lnTo>
                <a:lnTo>
                  <a:pt x="1080332" y="186473"/>
                </a:lnTo>
                <a:lnTo>
                  <a:pt x="1076657" y="186473"/>
                </a:lnTo>
                <a:lnTo>
                  <a:pt x="1072983" y="186473"/>
                </a:lnTo>
                <a:lnTo>
                  <a:pt x="1069308" y="186473"/>
                </a:lnTo>
                <a:lnTo>
                  <a:pt x="1065633" y="186473"/>
                </a:lnTo>
                <a:lnTo>
                  <a:pt x="1061959" y="186473"/>
                </a:lnTo>
                <a:lnTo>
                  <a:pt x="1058284" y="186473"/>
                </a:lnTo>
                <a:lnTo>
                  <a:pt x="1054610" y="186473"/>
                </a:lnTo>
                <a:lnTo>
                  <a:pt x="1050935" y="186473"/>
                </a:lnTo>
                <a:lnTo>
                  <a:pt x="1047260" y="186473"/>
                </a:lnTo>
                <a:lnTo>
                  <a:pt x="1043586" y="186473"/>
                </a:lnTo>
                <a:lnTo>
                  <a:pt x="1039911" y="186473"/>
                </a:lnTo>
                <a:lnTo>
                  <a:pt x="1036237" y="186473"/>
                </a:lnTo>
                <a:lnTo>
                  <a:pt x="1032562" y="186473"/>
                </a:lnTo>
                <a:lnTo>
                  <a:pt x="1028887" y="186473"/>
                </a:lnTo>
                <a:lnTo>
                  <a:pt x="1025213" y="186473"/>
                </a:lnTo>
                <a:lnTo>
                  <a:pt x="1021538" y="186473"/>
                </a:lnTo>
                <a:lnTo>
                  <a:pt x="1017864" y="186473"/>
                </a:lnTo>
                <a:lnTo>
                  <a:pt x="1014189" y="186473"/>
                </a:lnTo>
                <a:lnTo>
                  <a:pt x="1010514" y="186473"/>
                </a:lnTo>
                <a:lnTo>
                  <a:pt x="1006840" y="186473"/>
                </a:lnTo>
                <a:lnTo>
                  <a:pt x="1003165" y="186473"/>
                </a:lnTo>
                <a:lnTo>
                  <a:pt x="999491" y="186473"/>
                </a:lnTo>
                <a:lnTo>
                  <a:pt x="995816" y="186473"/>
                </a:lnTo>
                <a:lnTo>
                  <a:pt x="992141" y="186473"/>
                </a:lnTo>
                <a:lnTo>
                  <a:pt x="988467" y="186473"/>
                </a:lnTo>
                <a:lnTo>
                  <a:pt x="984792" y="186473"/>
                </a:lnTo>
                <a:lnTo>
                  <a:pt x="981118" y="186473"/>
                </a:lnTo>
                <a:lnTo>
                  <a:pt x="977443" y="186473"/>
                </a:lnTo>
                <a:lnTo>
                  <a:pt x="973768" y="186473"/>
                </a:lnTo>
                <a:lnTo>
                  <a:pt x="970094" y="186473"/>
                </a:lnTo>
                <a:lnTo>
                  <a:pt x="966419" y="186473"/>
                </a:lnTo>
                <a:lnTo>
                  <a:pt x="962745" y="186473"/>
                </a:lnTo>
                <a:lnTo>
                  <a:pt x="959070" y="186473"/>
                </a:lnTo>
                <a:lnTo>
                  <a:pt x="955395" y="186473"/>
                </a:lnTo>
                <a:lnTo>
                  <a:pt x="951721" y="186473"/>
                </a:lnTo>
                <a:lnTo>
                  <a:pt x="948046" y="186473"/>
                </a:lnTo>
                <a:lnTo>
                  <a:pt x="944372" y="186473"/>
                </a:lnTo>
                <a:lnTo>
                  <a:pt x="940697" y="186473"/>
                </a:lnTo>
                <a:lnTo>
                  <a:pt x="937022" y="186473"/>
                </a:lnTo>
                <a:lnTo>
                  <a:pt x="933348" y="186473"/>
                </a:lnTo>
                <a:lnTo>
                  <a:pt x="929673" y="186473"/>
                </a:lnTo>
                <a:lnTo>
                  <a:pt x="925999" y="186473"/>
                </a:lnTo>
                <a:lnTo>
                  <a:pt x="922324" y="186473"/>
                </a:lnTo>
                <a:lnTo>
                  <a:pt x="918649" y="186473"/>
                </a:lnTo>
                <a:lnTo>
                  <a:pt x="914975" y="186473"/>
                </a:lnTo>
                <a:lnTo>
                  <a:pt x="911300" y="186473"/>
                </a:lnTo>
                <a:lnTo>
                  <a:pt x="907626" y="186473"/>
                </a:lnTo>
                <a:lnTo>
                  <a:pt x="903951" y="186473"/>
                </a:lnTo>
                <a:lnTo>
                  <a:pt x="900276" y="186473"/>
                </a:lnTo>
                <a:lnTo>
                  <a:pt x="896602" y="186473"/>
                </a:lnTo>
                <a:lnTo>
                  <a:pt x="892927" y="186473"/>
                </a:lnTo>
                <a:lnTo>
                  <a:pt x="889253" y="186473"/>
                </a:lnTo>
                <a:lnTo>
                  <a:pt x="885578" y="186473"/>
                </a:lnTo>
                <a:lnTo>
                  <a:pt x="881903" y="186473"/>
                </a:lnTo>
                <a:lnTo>
                  <a:pt x="878229" y="186473"/>
                </a:lnTo>
                <a:lnTo>
                  <a:pt x="874554" y="186473"/>
                </a:lnTo>
                <a:lnTo>
                  <a:pt x="870880" y="186473"/>
                </a:lnTo>
                <a:lnTo>
                  <a:pt x="867205" y="186473"/>
                </a:lnTo>
                <a:lnTo>
                  <a:pt x="863530" y="186473"/>
                </a:lnTo>
                <a:lnTo>
                  <a:pt x="859856" y="186473"/>
                </a:lnTo>
                <a:lnTo>
                  <a:pt x="856181" y="186473"/>
                </a:lnTo>
                <a:lnTo>
                  <a:pt x="852507" y="186473"/>
                </a:lnTo>
                <a:lnTo>
                  <a:pt x="848832" y="186473"/>
                </a:lnTo>
                <a:lnTo>
                  <a:pt x="845157" y="186473"/>
                </a:lnTo>
                <a:lnTo>
                  <a:pt x="841483" y="186473"/>
                </a:lnTo>
                <a:lnTo>
                  <a:pt x="837808" y="186473"/>
                </a:lnTo>
                <a:lnTo>
                  <a:pt x="834134" y="186473"/>
                </a:lnTo>
                <a:lnTo>
                  <a:pt x="830459" y="186473"/>
                </a:lnTo>
                <a:lnTo>
                  <a:pt x="826784" y="186473"/>
                </a:lnTo>
                <a:lnTo>
                  <a:pt x="823110" y="186473"/>
                </a:lnTo>
                <a:lnTo>
                  <a:pt x="819435" y="186473"/>
                </a:lnTo>
                <a:lnTo>
                  <a:pt x="815761" y="186473"/>
                </a:lnTo>
                <a:lnTo>
                  <a:pt x="812086" y="186473"/>
                </a:lnTo>
                <a:lnTo>
                  <a:pt x="808411" y="186473"/>
                </a:lnTo>
                <a:lnTo>
                  <a:pt x="804737" y="186473"/>
                </a:lnTo>
                <a:lnTo>
                  <a:pt x="801062" y="186473"/>
                </a:lnTo>
                <a:lnTo>
                  <a:pt x="797388" y="186473"/>
                </a:lnTo>
                <a:lnTo>
                  <a:pt x="793713" y="186473"/>
                </a:lnTo>
                <a:lnTo>
                  <a:pt x="790038" y="186473"/>
                </a:lnTo>
                <a:lnTo>
                  <a:pt x="786364" y="186473"/>
                </a:lnTo>
                <a:lnTo>
                  <a:pt x="782689" y="186473"/>
                </a:lnTo>
                <a:lnTo>
                  <a:pt x="779015" y="186473"/>
                </a:lnTo>
                <a:lnTo>
                  <a:pt x="775340" y="186473"/>
                </a:lnTo>
                <a:lnTo>
                  <a:pt x="771665" y="186473"/>
                </a:lnTo>
                <a:lnTo>
                  <a:pt x="767991" y="186473"/>
                </a:lnTo>
                <a:lnTo>
                  <a:pt x="764316" y="186473"/>
                </a:lnTo>
                <a:lnTo>
                  <a:pt x="760642" y="186473"/>
                </a:lnTo>
                <a:lnTo>
                  <a:pt x="756967" y="186473"/>
                </a:lnTo>
                <a:lnTo>
                  <a:pt x="753292" y="186473"/>
                </a:lnTo>
                <a:lnTo>
                  <a:pt x="749618" y="186473"/>
                </a:lnTo>
                <a:lnTo>
                  <a:pt x="745943" y="186473"/>
                </a:lnTo>
                <a:lnTo>
                  <a:pt x="742269" y="186473"/>
                </a:lnTo>
                <a:lnTo>
                  <a:pt x="738594" y="186473"/>
                </a:lnTo>
                <a:lnTo>
                  <a:pt x="734919" y="186473"/>
                </a:lnTo>
                <a:lnTo>
                  <a:pt x="731245" y="186473"/>
                </a:lnTo>
                <a:lnTo>
                  <a:pt x="727570" y="186473"/>
                </a:lnTo>
                <a:lnTo>
                  <a:pt x="723896" y="186473"/>
                </a:lnTo>
                <a:lnTo>
                  <a:pt x="720221" y="186473"/>
                </a:lnTo>
                <a:lnTo>
                  <a:pt x="716546" y="186473"/>
                </a:lnTo>
                <a:lnTo>
                  <a:pt x="712872" y="186473"/>
                </a:lnTo>
                <a:lnTo>
                  <a:pt x="709197" y="186473"/>
                </a:lnTo>
                <a:lnTo>
                  <a:pt x="705523" y="186473"/>
                </a:lnTo>
                <a:lnTo>
                  <a:pt x="701848" y="186473"/>
                </a:lnTo>
                <a:lnTo>
                  <a:pt x="698173" y="186473"/>
                </a:lnTo>
                <a:lnTo>
                  <a:pt x="694499" y="186473"/>
                </a:lnTo>
                <a:lnTo>
                  <a:pt x="690824" y="186473"/>
                </a:lnTo>
                <a:lnTo>
                  <a:pt x="687150" y="186473"/>
                </a:lnTo>
                <a:lnTo>
                  <a:pt x="683475" y="186473"/>
                </a:lnTo>
                <a:lnTo>
                  <a:pt x="679800" y="186473"/>
                </a:lnTo>
                <a:lnTo>
                  <a:pt x="676126" y="186473"/>
                </a:lnTo>
                <a:lnTo>
                  <a:pt x="672451" y="186473"/>
                </a:lnTo>
                <a:lnTo>
                  <a:pt x="668777" y="186473"/>
                </a:lnTo>
                <a:lnTo>
                  <a:pt x="665102" y="186473"/>
                </a:lnTo>
                <a:lnTo>
                  <a:pt x="661427" y="186473"/>
                </a:lnTo>
                <a:lnTo>
                  <a:pt x="657753" y="186473"/>
                </a:lnTo>
                <a:lnTo>
                  <a:pt x="654078" y="186473"/>
                </a:lnTo>
                <a:lnTo>
                  <a:pt x="650404" y="186473"/>
                </a:lnTo>
                <a:lnTo>
                  <a:pt x="646729" y="186473"/>
                </a:lnTo>
                <a:lnTo>
                  <a:pt x="643054" y="186473"/>
                </a:lnTo>
                <a:lnTo>
                  <a:pt x="639380" y="186473"/>
                </a:lnTo>
                <a:lnTo>
                  <a:pt x="635705" y="186473"/>
                </a:lnTo>
                <a:lnTo>
                  <a:pt x="632031" y="186473"/>
                </a:lnTo>
                <a:lnTo>
                  <a:pt x="628356" y="186473"/>
                </a:lnTo>
                <a:lnTo>
                  <a:pt x="624681" y="186473"/>
                </a:lnTo>
                <a:lnTo>
                  <a:pt x="621007" y="186473"/>
                </a:lnTo>
                <a:lnTo>
                  <a:pt x="617332" y="186473"/>
                </a:lnTo>
                <a:lnTo>
                  <a:pt x="613658" y="186473"/>
                </a:lnTo>
                <a:lnTo>
                  <a:pt x="609983" y="186473"/>
                </a:lnTo>
                <a:lnTo>
                  <a:pt x="606308" y="186473"/>
                </a:lnTo>
                <a:lnTo>
                  <a:pt x="602634" y="186473"/>
                </a:lnTo>
                <a:lnTo>
                  <a:pt x="598959" y="186473"/>
                </a:lnTo>
                <a:lnTo>
                  <a:pt x="595285" y="186473"/>
                </a:lnTo>
                <a:lnTo>
                  <a:pt x="591610" y="186473"/>
                </a:lnTo>
                <a:lnTo>
                  <a:pt x="587935" y="186473"/>
                </a:lnTo>
                <a:lnTo>
                  <a:pt x="584261" y="186473"/>
                </a:lnTo>
                <a:lnTo>
                  <a:pt x="580586" y="186473"/>
                </a:lnTo>
                <a:lnTo>
                  <a:pt x="576912" y="186473"/>
                </a:lnTo>
                <a:lnTo>
                  <a:pt x="573237" y="186473"/>
                </a:lnTo>
                <a:lnTo>
                  <a:pt x="569562" y="186473"/>
                </a:lnTo>
                <a:lnTo>
                  <a:pt x="565888" y="186473"/>
                </a:lnTo>
                <a:lnTo>
                  <a:pt x="562213" y="186473"/>
                </a:lnTo>
                <a:lnTo>
                  <a:pt x="558539" y="186473"/>
                </a:lnTo>
                <a:lnTo>
                  <a:pt x="554864" y="186473"/>
                </a:lnTo>
                <a:lnTo>
                  <a:pt x="551189" y="186473"/>
                </a:lnTo>
                <a:lnTo>
                  <a:pt x="547515" y="186473"/>
                </a:lnTo>
                <a:lnTo>
                  <a:pt x="543840" y="186473"/>
                </a:lnTo>
                <a:lnTo>
                  <a:pt x="540166" y="186473"/>
                </a:lnTo>
                <a:lnTo>
                  <a:pt x="536491" y="186473"/>
                </a:lnTo>
                <a:lnTo>
                  <a:pt x="532816" y="186473"/>
                </a:lnTo>
                <a:lnTo>
                  <a:pt x="529142" y="186473"/>
                </a:lnTo>
                <a:lnTo>
                  <a:pt x="525467" y="186473"/>
                </a:lnTo>
                <a:lnTo>
                  <a:pt x="521793" y="186473"/>
                </a:lnTo>
                <a:lnTo>
                  <a:pt x="518118" y="186473"/>
                </a:lnTo>
                <a:lnTo>
                  <a:pt x="514443" y="186473"/>
                </a:lnTo>
                <a:lnTo>
                  <a:pt x="510769" y="186473"/>
                </a:lnTo>
                <a:lnTo>
                  <a:pt x="507094" y="186473"/>
                </a:lnTo>
                <a:lnTo>
                  <a:pt x="503420" y="186473"/>
                </a:lnTo>
                <a:lnTo>
                  <a:pt x="499745" y="186473"/>
                </a:lnTo>
                <a:lnTo>
                  <a:pt x="496070" y="186473"/>
                </a:lnTo>
                <a:lnTo>
                  <a:pt x="492396" y="186473"/>
                </a:lnTo>
                <a:lnTo>
                  <a:pt x="488721" y="186473"/>
                </a:lnTo>
                <a:lnTo>
                  <a:pt x="485047" y="186473"/>
                </a:lnTo>
                <a:lnTo>
                  <a:pt x="481372" y="186473"/>
                </a:lnTo>
                <a:lnTo>
                  <a:pt x="477697" y="186473"/>
                </a:lnTo>
                <a:lnTo>
                  <a:pt x="474023" y="186473"/>
                </a:lnTo>
                <a:lnTo>
                  <a:pt x="470348" y="186473"/>
                </a:lnTo>
                <a:lnTo>
                  <a:pt x="466674" y="186473"/>
                </a:lnTo>
                <a:lnTo>
                  <a:pt x="462999" y="186473"/>
                </a:lnTo>
                <a:lnTo>
                  <a:pt x="459324" y="186473"/>
                </a:lnTo>
                <a:lnTo>
                  <a:pt x="455650" y="186473"/>
                </a:lnTo>
                <a:lnTo>
                  <a:pt x="451975" y="186473"/>
                </a:lnTo>
                <a:lnTo>
                  <a:pt x="448301" y="186473"/>
                </a:lnTo>
                <a:lnTo>
                  <a:pt x="444626" y="186473"/>
                </a:lnTo>
                <a:lnTo>
                  <a:pt x="440951" y="186473"/>
                </a:lnTo>
                <a:lnTo>
                  <a:pt x="437277" y="186473"/>
                </a:lnTo>
                <a:lnTo>
                  <a:pt x="433602" y="186473"/>
                </a:lnTo>
                <a:lnTo>
                  <a:pt x="429928" y="186473"/>
                </a:lnTo>
                <a:lnTo>
                  <a:pt x="426253" y="186473"/>
                </a:lnTo>
                <a:lnTo>
                  <a:pt x="422578" y="186473"/>
                </a:lnTo>
                <a:lnTo>
                  <a:pt x="418904" y="186473"/>
                </a:lnTo>
                <a:lnTo>
                  <a:pt x="415229" y="186473"/>
                </a:lnTo>
                <a:lnTo>
                  <a:pt x="411555" y="186473"/>
                </a:lnTo>
                <a:lnTo>
                  <a:pt x="407880" y="186473"/>
                </a:lnTo>
                <a:lnTo>
                  <a:pt x="404205" y="186473"/>
                </a:lnTo>
                <a:lnTo>
                  <a:pt x="400531" y="186473"/>
                </a:lnTo>
                <a:lnTo>
                  <a:pt x="396856" y="186473"/>
                </a:lnTo>
                <a:lnTo>
                  <a:pt x="393182" y="186473"/>
                </a:lnTo>
                <a:lnTo>
                  <a:pt x="389507" y="186473"/>
                </a:lnTo>
                <a:lnTo>
                  <a:pt x="385832" y="186473"/>
                </a:lnTo>
                <a:lnTo>
                  <a:pt x="382158" y="186473"/>
                </a:lnTo>
                <a:lnTo>
                  <a:pt x="378483" y="186473"/>
                </a:lnTo>
                <a:lnTo>
                  <a:pt x="374809" y="186473"/>
                </a:lnTo>
                <a:lnTo>
                  <a:pt x="371134" y="186473"/>
                </a:lnTo>
                <a:lnTo>
                  <a:pt x="367459" y="186473"/>
                </a:lnTo>
                <a:lnTo>
                  <a:pt x="363785" y="186473"/>
                </a:lnTo>
                <a:lnTo>
                  <a:pt x="360110" y="186473"/>
                </a:lnTo>
                <a:lnTo>
                  <a:pt x="356436" y="186473"/>
                </a:lnTo>
                <a:lnTo>
                  <a:pt x="352761" y="186473"/>
                </a:lnTo>
                <a:lnTo>
                  <a:pt x="349086" y="186473"/>
                </a:lnTo>
                <a:lnTo>
                  <a:pt x="345412" y="186473"/>
                </a:lnTo>
                <a:lnTo>
                  <a:pt x="341737" y="186473"/>
                </a:lnTo>
                <a:lnTo>
                  <a:pt x="338063" y="186473"/>
                </a:lnTo>
                <a:lnTo>
                  <a:pt x="334388" y="186473"/>
                </a:lnTo>
                <a:lnTo>
                  <a:pt x="330713" y="186473"/>
                </a:lnTo>
                <a:lnTo>
                  <a:pt x="327039" y="186473"/>
                </a:lnTo>
                <a:lnTo>
                  <a:pt x="323364" y="186473"/>
                </a:lnTo>
                <a:lnTo>
                  <a:pt x="319690" y="186473"/>
                </a:lnTo>
                <a:lnTo>
                  <a:pt x="316015" y="186473"/>
                </a:lnTo>
                <a:lnTo>
                  <a:pt x="312340" y="186473"/>
                </a:lnTo>
                <a:lnTo>
                  <a:pt x="308666" y="186473"/>
                </a:lnTo>
                <a:lnTo>
                  <a:pt x="304991" y="186473"/>
                </a:lnTo>
                <a:lnTo>
                  <a:pt x="301317" y="186473"/>
                </a:lnTo>
                <a:lnTo>
                  <a:pt x="297642" y="186473"/>
                </a:lnTo>
                <a:lnTo>
                  <a:pt x="293967" y="186473"/>
                </a:lnTo>
                <a:lnTo>
                  <a:pt x="290293" y="186473"/>
                </a:lnTo>
                <a:lnTo>
                  <a:pt x="286618" y="186473"/>
                </a:lnTo>
                <a:lnTo>
                  <a:pt x="282944" y="186473"/>
                </a:lnTo>
                <a:lnTo>
                  <a:pt x="279269" y="186473"/>
                </a:lnTo>
                <a:lnTo>
                  <a:pt x="275594" y="186473"/>
                </a:lnTo>
                <a:lnTo>
                  <a:pt x="271920" y="186473"/>
                </a:lnTo>
                <a:lnTo>
                  <a:pt x="268245" y="186473"/>
                </a:lnTo>
                <a:lnTo>
                  <a:pt x="264571" y="186473"/>
                </a:lnTo>
                <a:lnTo>
                  <a:pt x="260896" y="186473"/>
                </a:lnTo>
                <a:lnTo>
                  <a:pt x="257221" y="186473"/>
                </a:lnTo>
                <a:lnTo>
                  <a:pt x="253547" y="186473"/>
                </a:lnTo>
                <a:lnTo>
                  <a:pt x="249872" y="186473"/>
                </a:lnTo>
                <a:lnTo>
                  <a:pt x="246198" y="186473"/>
                </a:lnTo>
                <a:lnTo>
                  <a:pt x="242523" y="186473"/>
                </a:lnTo>
                <a:lnTo>
                  <a:pt x="238848" y="186473"/>
                </a:lnTo>
                <a:lnTo>
                  <a:pt x="235174" y="186473"/>
                </a:lnTo>
                <a:lnTo>
                  <a:pt x="231499" y="186473"/>
                </a:lnTo>
                <a:lnTo>
                  <a:pt x="227825" y="186473"/>
                </a:lnTo>
                <a:lnTo>
                  <a:pt x="224150" y="186473"/>
                </a:lnTo>
                <a:lnTo>
                  <a:pt x="220475" y="186473"/>
                </a:lnTo>
                <a:lnTo>
                  <a:pt x="216801" y="186473"/>
                </a:lnTo>
                <a:lnTo>
                  <a:pt x="213126" y="186473"/>
                </a:lnTo>
                <a:lnTo>
                  <a:pt x="209452" y="186473"/>
                </a:lnTo>
                <a:lnTo>
                  <a:pt x="205777" y="186473"/>
                </a:lnTo>
                <a:lnTo>
                  <a:pt x="202102" y="186473"/>
                </a:lnTo>
                <a:lnTo>
                  <a:pt x="198428" y="186473"/>
                </a:lnTo>
                <a:lnTo>
                  <a:pt x="194753" y="186473"/>
                </a:lnTo>
                <a:lnTo>
                  <a:pt x="191079" y="186473"/>
                </a:lnTo>
                <a:lnTo>
                  <a:pt x="187404" y="186473"/>
                </a:lnTo>
                <a:lnTo>
                  <a:pt x="183729" y="186473"/>
                </a:lnTo>
                <a:lnTo>
                  <a:pt x="180055" y="186473"/>
                </a:lnTo>
                <a:lnTo>
                  <a:pt x="176380" y="186473"/>
                </a:lnTo>
                <a:lnTo>
                  <a:pt x="172706" y="186473"/>
                </a:lnTo>
                <a:lnTo>
                  <a:pt x="169031" y="186473"/>
                </a:lnTo>
                <a:lnTo>
                  <a:pt x="165356" y="186473"/>
                </a:lnTo>
                <a:lnTo>
                  <a:pt x="161682" y="186473"/>
                </a:lnTo>
                <a:lnTo>
                  <a:pt x="158007" y="186473"/>
                </a:lnTo>
                <a:lnTo>
                  <a:pt x="154333" y="186473"/>
                </a:lnTo>
                <a:lnTo>
                  <a:pt x="150658" y="186473"/>
                </a:lnTo>
                <a:lnTo>
                  <a:pt x="146983" y="186473"/>
                </a:lnTo>
                <a:lnTo>
                  <a:pt x="143309" y="186473"/>
                </a:lnTo>
                <a:lnTo>
                  <a:pt x="139634" y="186473"/>
                </a:lnTo>
                <a:lnTo>
                  <a:pt x="135960" y="186473"/>
                </a:lnTo>
                <a:lnTo>
                  <a:pt x="132285" y="186473"/>
                </a:lnTo>
                <a:lnTo>
                  <a:pt x="128610" y="186473"/>
                </a:lnTo>
                <a:lnTo>
                  <a:pt x="124936" y="186473"/>
                </a:lnTo>
                <a:lnTo>
                  <a:pt x="121261" y="186473"/>
                </a:lnTo>
                <a:lnTo>
                  <a:pt x="117587" y="186473"/>
                </a:lnTo>
                <a:lnTo>
                  <a:pt x="113912" y="186473"/>
                </a:lnTo>
                <a:lnTo>
                  <a:pt x="110237" y="186473"/>
                </a:lnTo>
                <a:lnTo>
                  <a:pt x="106563" y="186473"/>
                </a:lnTo>
                <a:lnTo>
                  <a:pt x="102888" y="186473"/>
                </a:lnTo>
                <a:lnTo>
                  <a:pt x="99214" y="186473"/>
                </a:lnTo>
                <a:lnTo>
                  <a:pt x="95539" y="186473"/>
                </a:lnTo>
                <a:lnTo>
                  <a:pt x="91864" y="186473"/>
                </a:lnTo>
                <a:lnTo>
                  <a:pt x="88190" y="186473"/>
                </a:lnTo>
                <a:lnTo>
                  <a:pt x="84515" y="186473"/>
                </a:lnTo>
                <a:lnTo>
                  <a:pt x="80841" y="186473"/>
                </a:lnTo>
                <a:lnTo>
                  <a:pt x="77166" y="186473"/>
                </a:lnTo>
                <a:lnTo>
                  <a:pt x="73491" y="186473"/>
                </a:lnTo>
                <a:lnTo>
                  <a:pt x="69817" y="186473"/>
                </a:lnTo>
                <a:lnTo>
                  <a:pt x="66142" y="186473"/>
                </a:lnTo>
                <a:lnTo>
                  <a:pt x="62468" y="186473"/>
                </a:lnTo>
                <a:lnTo>
                  <a:pt x="58793" y="186473"/>
                </a:lnTo>
                <a:lnTo>
                  <a:pt x="55118" y="186473"/>
                </a:lnTo>
                <a:lnTo>
                  <a:pt x="51444" y="186473"/>
                </a:lnTo>
                <a:lnTo>
                  <a:pt x="47769" y="186473"/>
                </a:lnTo>
                <a:lnTo>
                  <a:pt x="44095" y="186473"/>
                </a:lnTo>
                <a:lnTo>
                  <a:pt x="40420" y="186473"/>
                </a:lnTo>
                <a:lnTo>
                  <a:pt x="36745" y="186473"/>
                </a:lnTo>
                <a:lnTo>
                  <a:pt x="33071" y="186473"/>
                </a:lnTo>
                <a:lnTo>
                  <a:pt x="29396" y="186473"/>
                </a:lnTo>
                <a:lnTo>
                  <a:pt x="25722" y="186473"/>
                </a:lnTo>
                <a:lnTo>
                  <a:pt x="22047" y="186473"/>
                </a:lnTo>
                <a:lnTo>
                  <a:pt x="18372" y="186473"/>
                </a:lnTo>
                <a:lnTo>
                  <a:pt x="14698" y="186473"/>
                </a:lnTo>
                <a:lnTo>
                  <a:pt x="11023" y="186473"/>
                </a:lnTo>
                <a:lnTo>
                  <a:pt x="7349" y="186473"/>
                </a:lnTo>
                <a:lnTo>
                  <a:pt x="3674" y="186473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35" name="pl235"/>
          <p:cNvSpPr/>
          <p:nvPr/>
        </p:nvSpPr>
        <p:spPr>
          <a:xfrm>
            <a:off x="8856642" y="4038342"/>
            <a:ext cx="1877720" cy="186473"/>
          </a:xfrm>
          <a:custGeom>
            <a:avLst/>
            <a:gdLst/>
            <a:ahLst/>
            <a:cxnLst/>
            <a:rect l="0" t="0" r="0" b="0"/>
            <a:pathLst>
              <a:path w="1877720" h="186473">
                <a:moveTo>
                  <a:pt x="0" y="186473"/>
                </a:moveTo>
                <a:lnTo>
                  <a:pt x="3674" y="186473"/>
                </a:lnTo>
                <a:lnTo>
                  <a:pt x="7349" y="186473"/>
                </a:lnTo>
                <a:lnTo>
                  <a:pt x="11023" y="186473"/>
                </a:lnTo>
                <a:lnTo>
                  <a:pt x="14698" y="186473"/>
                </a:lnTo>
                <a:lnTo>
                  <a:pt x="18372" y="186473"/>
                </a:lnTo>
                <a:lnTo>
                  <a:pt x="22047" y="186473"/>
                </a:lnTo>
                <a:lnTo>
                  <a:pt x="25722" y="186473"/>
                </a:lnTo>
                <a:lnTo>
                  <a:pt x="29396" y="186473"/>
                </a:lnTo>
                <a:lnTo>
                  <a:pt x="33071" y="186473"/>
                </a:lnTo>
                <a:lnTo>
                  <a:pt x="36745" y="186473"/>
                </a:lnTo>
                <a:lnTo>
                  <a:pt x="40420" y="186473"/>
                </a:lnTo>
                <a:lnTo>
                  <a:pt x="44095" y="186473"/>
                </a:lnTo>
                <a:lnTo>
                  <a:pt x="47769" y="186473"/>
                </a:lnTo>
                <a:lnTo>
                  <a:pt x="51444" y="186473"/>
                </a:lnTo>
                <a:lnTo>
                  <a:pt x="55118" y="186473"/>
                </a:lnTo>
                <a:lnTo>
                  <a:pt x="58793" y="186473"/>
                </a:lnTo>
                <a:lnTo>
                  <a:pt x="62468" y="186473"/>
                </a:lnTo>
                <a:lnTo>
                  <a:pt x="66142" y="186473"/>
                </a:lnTo>
                <a:lnTo>
                  <a:pt x="69817" y="186473"/>
                </a:lnTo>
                <a:lnTo>
                  <a:pt x="73491" y="186473"/>
                </a:lnTo>
                <a:lnTo>
                  <a:pt x="77166" y="186473"/>
                </a:lnTo>
                <a:lnTo>
                  <a:pt x="80841" y="186473"/>
                </a:lnTo>
                <a:lnTo>
                  <a:pt x="84515" y="186473"/>
                </a:lnTo>
                <a:lnTo>
                  <a:pt x="88190" y="186473"/>
                </a:lnTo>
                <a:lnTo>
                  <a:pt x="91864" y="186473"/>
                </a:lnTo>
                <a:lnTo>
                  <a:pt x="95539" y="186473"/>
                </a:lnTo>
                <a:lnTo>
                  <a:pt x="99214" y="186473"/>
                </a:lnTo>
                <a:lnTo>
                  <a:pt x="102888" y="186473"/>
                </a:lnTo>
                <a:lnTo>
                  <a:pt x="106563" y="186473"/>
                </a:lnTo>
                <a:lnTo>
                  <a:pt x="110237" y="186473"/>
                </a:lnTo>
                <a:lnTo>
                  <a:pt x="113912" y="186473"/>
                </a:lnTo>
                <a:lnTo>
                  <a:pt x="117587" y="186473"/>
                </a:lnTo>
                <a:lnTo>
                  <a:pt x="121261" y="186473"/>
                </a:lnTo>
                <a:lnTo>
                  <a:pt x="124936" y="186473"/>
                </a:lnTo>
                <a:lnTo>
                  <a:pt x="128610" y="186473"/>
                </a:lnTo>
                <a:lnTo>
                  <a:pt x="132285" y="186473"/>
                </a:lnTo>
                <a:lnTo>
                  <a:pt x="135960" y="186473"/>
                </a:lnTo>
                <a:lnTo>
                  <a:pt x="139634" y="186473"/>
                </a:lnTo>
                <a:lnTo>
                  <a:pt x="143309" y="186473"/>
                </a:lnTo>
                <a:lnTo>
                  <a:pt x="146983" y="186473"/>
                </a:lnTo>
                <a:lnTo>
                  <a:pt x="150658" y="186473"/>
                </a:lnTo>
                <a:lnTo>
                  <a:pt x="154333" y="186473"/>
                </a:lnTo>
                <a:lnTo>
                  <a:pt x="158007" y="186473"/>
                </a:lnTo>
                <a:lnTo>
                  <a:pt x="161682" y="186473"/>
                </a:lnTo>
                <a:lnTo>
                  <a:pt x="165356" y="186473"/>
                </a:lnTo>
                <a:lnTo>
                  <a:pt x="169031" y="186473"/>
                </a:lnTo>
                <a:lnTo>
                  <a:pt x="172706" y="186473"/>
                </a:lnTo>
                <a:lnTo>
                  <a:pt x="176380" y="186473"/>
                </a:lnTo>
                <a:lnTo>
                  <a:pt x="180055" y="186473"/>
                </a:lnTo>
                <a:lnTo>
                  <a:pt x="183729" y="186473"/>
                </a:lnTo>
                <a:lnTo>
                  <a:pt x="187404" y="186473"/>
                </a:lnTo>
                <a:lnTo>
                  <a:pt x="191079" y="186473"/>
                </a:lnTo>
                <a:lnTo>
                  <a:pt x="194753" y="186473"/>
                </a:lnTo>
                <a:lnTo>
                  <a:pt x="198428" y="186473"/>
                </a:lnTo>
                <a:lnTo>
                  <a:pt x="202102" y="186473"/>
                </a:lnTo>
                <a:lnTo>
                  <a:pt x="205777" y="186473"/>
                </a:lnTo>
                <a:lnTo>
                  <a:pt x="209452" y="186473"/>
                </a:lnTo>
                <a:lnTo>
                  <a:pt x="213126" y="186473"/>
                </a:lnTo>
                <a:lnTo>
                  <a:pt x="216801" y="186473"/>
                </a:lnTo>
                <a:lnTo>
                  <a:pt x="220475" y="186473"/>
                </a:lnTo>
                <a:lnTo>
                  <a:pt x="224150" y="186473"/>
                </a:lnTo>
                <a:lnTo>
                  <a:pt x="227825" y="186473"/>
                </a:lnTo>
                <a:lnTo>
                  <a:pt x="231499" y="186473"/>
                </a:lnTo>
                <a:lnTo>
                  <a:pt x="235174" y="186473"/>
                </a:lnTo>
                <a:lnTo>
                  <a:pt x="238848" y="186473"/>
                </a:lnTo>
                <a:lnTo>
                  <a:pt x="242523" y="186473"/>
                </a:lnTo>
                <a:lnTo>
                  <a:pt x="246198" y="186473"/>
                </a:lnTo>
                <a:lnTo>
                  <a:pt x="249872" y="186473"/>
                </a:lnTo>
                <a:lnTo>
                  <a:pt x="253547" y="186473"/>
                </a:lnTo>
                <a:lnTo>
                  <a:pt x="257221" y="186473"/>
                </a:lnTo>
                <a:lnTo>
                  <a:pt x="260896" y="186473"/>
                </a:lnTo>
                <a:lnTo>
                  <a:pt x="264571" y="186473"/>
                </a:lnTo>
                <a:lnTo>
                  <a:pt x="268245" y="186473"/>
                </a:lnTo>
                <a:lnTo>
                  <a:pt x="271920" y="186473"/>
                </a:lnTo>
                <a:lnTo>
                  <a:pt x="275594" y="186473"/>
                </a:lnTo>
                <a:lnTo>
                  <a:pt x="279269" y="186473"/>
                </a:lnTo>
                <a:lnTo>
                  <a:pt x="282944" y="186473"/>
                </a:lnTo>
                <a:lnTo>
                  <a:pt x="286618" y="186473"/>
                </a:lnTo>
                <a:lnTo>
                  <a:pt x="290293" y="186473"/>
                </a:lnTo>
                <a:lnTo>
                  <a:pt x="293967" y="186473"/>
                </a:lnTo>
                <a:lnTo>
                  <a:pt x="297642" y="186473"/>
                </a:lnTo>
                <a:lnTo>
                  <a:pt x="301317" y="186473"/>
                </a:lnTo>
                <a:lnTo>
                  <a:pt x="304991" y="186473"/>
                </a:lnTo>
                <a:lnTo>
                  <a:pt x="308666" y="186473"/>
                </a:lnTo>
                <a:lnTo>
                  <a:pt x="312340" y="186473"/>
                </a:lnTo>
                <a:lnTo>
                  <a:pt x="316015" y="186473"/>
                </a:lnTo>
                <a:lnTo>
                  <a:pt x="319690" y="186473"/>
                </a:lnTo>
                <a:lnTo>
                  <a:pt x="323364" y="186473"/>
                </a:lnTo>
                <a:lnTo>
                  <a:pt x="327039" y="186473"/>
                </a:lnTo>
                <a:lnTo>
                  <a:pt x="330713" y="186473"/>
                </a:lnTo>
                <a:lnTo>
                  <a:pt x="334388" y="186473"/>
                </a:lnTo>
                <a:lnTo>
                  <a:pt x="338063" y="186473"/>
                </a:lnTo>
                <a:lnTo>
                  <a:pt x="341737" y="186473"/>
                </a:lnTo>
                <a:lnTo>
                  <a:pt x="345412" y="186473"/>
                </a:lnTo>
                <a:lnTo>
                  <a:pt x="349086" y="186473"/>
                </a:lnTo>
                <a:lnTo>
                  <a:pt x="352761" y="186473"/>
                </a:lnTo>
                <a:lnTo>
                  <a:pt x="356436" y="186473"/>
                </a:lnTo>
                <a:lnTo>
                  <a:pt x="360110" y="186473"/>
                </a:lnTo>
                <a:lnTo>
                  <a:pt x="363785" y="186473"/>
                </a:lnTo>
                <a:lnTo>
                  <a:pt x="367459" y="186473"/>
                </a:lnTo>
                <a:lnTo>
                  <a:pt x="371134" y="186473"/>
                </a:lnTo>
                <a:lnTo>
                  <a:pt x="374809" y="186473"/>
                </a:lnTo>
                <a:lnTo>
                  <a:pt x="378483" y="186473"/>
                </a:lnTo>
                <a:lnTo>
                  <a:pt x="382158" y="186473"/>
                </a:lnTo>
                <a:lnTo>
                  <a:pt x="385832" y="186473"/>
                </a:lnTo>
                <a:lnTo>
                  <a:pt x="389507" y="186473"/>
                </a:lnTo>
                <a:lnTo>
                  <a:pt x="393182" y="186473"/>
                </a:lnTo>
                <a:lnTo>
                  <a:pt x="396856" y="186473"/>
                </a:lnTo>
                <a:lnTo>
                  <a:pt x="400531" y="186473"/>
                </a:lnTo>
                <a:lnTo>
                  <a:pt x="404205" y="186473"/>
                </a:lnTo>
                <a:lnTo>
                  <a:pt x="407880" y="186473"/>
                </a:lnTo>
                <a:lnTo>
                  <a:pt x="411555" y="186473"/>
                </a:lnTo>
                <a:lnTo>
                  <a:pt x="415229" y="186473"/>
                </a:lnTo>
                <a:lnTo>
                  <a:pt x="418904" y="186473"/>
                </a:lnTo>
                <a:lnTo>
                  <a:pt x="422578" y="186473"/>
                </a:lnTo>
                <a:lnTo>
                  <a:pt x="426253" y="186473"/>
                </a:lnTo>
                <a:lnTo>
                  <a:pt x="429928" y="186473"/>
                </a:lnTo>
                <a:lnTo>
                  <a:pt x="433602" y="186473"/>
                </a:lnTo>
                <a:lnTo>
                  <a:pt x="437277" y="186473"/>
                </a:lnTo>
                <a:lnTo>
                  <a:pt x="440951" y="186473"/>
                </a:lnTo>
                <a:lnTo>
                  <a:pt x="444626" y="186473"/>
                </a:lnTo>
                <a:lnTo>
                  <a:pt x="448301" y="186473"/>
                </a:lnTo>
                <a:lnTo>
                  <a:pt x="451975" y="186473"/>
                </a:lnTo>
                <a:lnTo>
                  <a:pt x="455650" y="186473"/>
                </a:lnTo>
                <a:lnTo>
                  <a:pt x="459324" y="186473"/>
                </a:lnTo>
                <a:lnTo>
                  <a:pt x="462999" y="186473"/>
                </a:lnTo>
                <a:lnTo>
                  <a:pt x="466674" y="186473"/>
                </a:lnTo>
                <a:lnTo>
                  <a:pt x="470348" y="186473"/>
                </a:lnTo>
                <a:lnTo>
                  <a:pt x="474023" y="186473"/>
                </a:lnTo>
                <a:lnTo>
                  <a:pt x="477697" y="186473"/>
                </a:lnTo>
                <a:lnTo>
                  <a:pt x="481372" y="186473"/>
                </a:lnTo>
                <a:lnTo>
                  <a:pt x="485047" y="186473"/>
                </a:lnTo>
                <a:lnTo>
                  <a:pt x="488721" y="186473"/>
                </a:lnTo>
                <a:lnTo>
                  <a:pt x="492396" y="186473"/>
                </a:lnTo>
                <a:lnTo>
                  <a:pt x="496070" y="186473"/>
                </a:lnTo>
                <a:lnTo>
                  <a:pt x="499745" y="186473"/>
                </a:lnTo>
                <a:lnTo>
                  <a:pt x="503420" y="186473"/>
                </a:lnTo>
                <a:lnTo>
                  <a:pt x="507094" y="186473"/>
                </a:lnTo>
                <a:lnTo>
                  <a:pt x="510769" y="186473"/>
                </a:lnTo>
                <a:lnTo>
                  <a:pt x="514443" y="186473"/>
                </a:lnTo>
                <a:lnTo>
                  <a:pt x="518118" y="186473"/>
                </a:lnTo>
                <a:lnTo>
                  <a:pt x="521793" y="186473"/>
                </a:lnTo>
                <a:lnTo>
                  <a:pt x="525467" y="186473"/>
                </a:lnTo>
                <a:lnTo>
                  <a:pt x="529142" y="186473"/>
                </a:lnTo>
                <a:lnTo>
                  <a:pt x="532816" y="186473"/>
                </a:lnTo>
                <a:lnTo>
                  <a:pt x="536491" y="186473"/>
                </a:lnTo>
                <a:lnTo>
                  <a:pt x="540166" y="186473"/>
                </a:lnTo>
                <a:lnTo>
                  <a:pt x="543840" y="186473"/>
                </a:lnTo>
                <a:lnTo>
                  <a:pt x="547515" y="186473"/>
                </a:lnTo>
                <a:lnTo>
                  <a:pt x="551189" y="186473"/>
                </a:lnTo>
                <a:lnTo>
                  <a:pt x="554864" y="186473"/>
                </a:lnTo>
                <a:lnTo>
                  <a:pt x="558539" y="186473"/>
                </a:lnTo>
                <a:lnTo>
                  <a:pt x="562213" y="186473"/>
                </a:lnTo>
                <a:lnTo>
                  <a:pt x="565888" y="186473"/>
                </a:lnTo>
                <a:lnTo>
                  <a:pt x="569562" y="186473"/>
                </a:lnTo>
                <a:lnTo>
                  <a:pt x="573237" y="186473"/>
                </a:lnTo>
                <a:lnTo>
                  <a:pt x="576912" y="186473"/>
                </a:lnTo>
                <a:lnTo>
                  <a:pt x="580586" y="186473"/>
                </a:lnTo>
                <a:lnTo>
                  <a:pt x="584261" y="186473"/>
                </a:lnTo>
                <a:lnTo>
                  <a:pt x="587935" y="186473"/>
                </a:lnTo>
                <a:lnTo>
                  <a:pt x="591610" y="186473"/>
                </a:lnTo>
                <a:lnTo>
                  <a:pt x="595285" y="186473"/>
                </a:lnTo>
                <a:lnTo>
                  <a:pt x="598959" y="186473"/>
                </a:lnTo>
                <a:lnTo>
                  <a:pt x="602634" y="186473"/>
                </a:lnTo>
                <a:lnTo>
                  <a:pt x="606308" y="186473"/>
                </a:lnTo>
                <a:lnTo>
                  <a:pt x="609983" y="186473"/>
                </a:lnTo>
                <a:lnTo>
                  <a:pt x="613658" y="186473"/>
                </a:lnTo>
                <a:lnTo>
                  <a:pt x="617332" y="186473"/>
                </a:lnTo>
                <a:lnTo>
                  <a:pt x="621007" y="186473"/>
                </a:lnTo>
                <a:lnTo>
                  <a:pt x="624681" y="186473"/>
                </a:lnTo>
                <a:lnTo>
                  <a:pt x="628356" y="186473"/>
                </a:lnTo>
                <a:lnTo>
                  <a:pt x="632031" y="186473"/>
                </a:lnTo>
                <a:lnTo>
                  <a:pt x="635705" y="186473"/>
                </a:lnTo>
                <a:lnTo>
                  <a:pt x="639380" y="186473"/>
                </a:lnTo>
                <a:lnTo>
                  <a:pt x="643054" y="186473"/>
                </a:lnTo>
                <a:lnTo>
                  <a:pt x="646729" y="186473"/>
                </a:lnTo>
                <a:lnTo>
                  <a:pt x="650404" y="186473"/>
                </a:lnTo>
                <a:lnTo>
                  <a:pt x="654078" y="186473"/>
                </a:lnTo>
                <a:lnTo>
                  <a:pt x="657753" y="186472"/>
                </a:lnTo>
                <a:lnTo>
                  <a:pt x="661427" y="186472"/>
                </a:lnTo>
                <a:lnTo>
                  <a:pt x="665102" y="186471"/>
                </a:lnTo>
                <a:lnTo>
                  <a:pt x="668777" y="186470"/>
                </a:lnTo>
                <a:lnTo>
                  <a:pt x="672451" y="186469"/>
                </a:lnTo>
                <a:lnTo>
                  <a:pt x="676126" y="186467"/>
                </a:lnTo>
                <a:lnTo>
                  <a:pt x="679800" y="186464"/>
                </a:lnTo>
                <a:lnTo>
                  <a:pt x="683475" y="186461"/>
                </a:lnTo>
                <a:lnTo>
                  <a:pt x="687150" y="186457"/>
                </a:lnTo>
                <a:lnTo>
                  <a:pt x="690824" y="186451"/>
                </a:lnTo>
                <a:lnTo>
                  <a:pt x="694499" y="186443"/>
                </a:lnTo>
                <a:lnTo>
                  <a:pt x="698173" y="186433"/>
                </a:lnTo>
                <a:lnTo>
                  <a:pt x="701848" y="186420"/>
                </a:lnTo>
                <a:lnTo>
                  <a:pt x="705523" y="186405"/>
                </a:lnTo>
                <a:lnTo>
                  <a:pt x="709197" y="186386"/>
                </a:lnTo>
                <a:lnTo>
                  <a:pt x="712872" y="186364"/>
                </a:lnTo>
                <a:lnTo>
                  <a:pt x="716546" y="186337"/>
                </a:lnTo>
                <a:lnTo>
                  <a:pt x="720221" y="186305"/>
                </a:lnTo>
                <a:lnTo>
                  <a:pt x="723896" y="186268"/>
                </a:lnTo>
                <a:lnTo>
                  <a:pt x="727570" y="186225"/>
                </a:lnTo>
                <a:lnTo>
                  <a:pt x="731245" y="186177"/>
                </a:lnTo>
                <a:lnTo>
                  <a:pt x="734919" y="186122"/>
                </a:lnTo>
                <a:lnTo>
                  <a:pt x="738594" y="186062"/>
                </a:lnTo>
                <a:lnTo>
                  <a:pt x="742269" y="185996"/>
                </a:lnTo>
                <a:lnTo>
                  <a:pt x="745943" y="185924"/>
                </a:lnTo>
                <a:lnTo>
                  <a:pt x="749618" y="185846"/>
                </a:lnTo>
                <a:lnTo>
                  <a:pt x="753292" y="185762"/>
                </a:lnTo>
                <a:lnTo>
                  <a:pt x="756967" y="185672"/>
                </a:lnTo>
                <a:lnTo>
                  <a:pt x="760642" y="185576"/>
                </a:lnTo>
                <a:lnTo>
                  <a:pt x="764316" y="185475"/>
                </a:lnTo>
                <a:lnTo>
                  <a:pt x="767991" y="185368"/>
                </a:lnTo>
                <a:lnTo>
                  <a:pt x="771665" y="185255"/>
                </a:lnTo>
                <a:lnTo>
                  <a:pt x="775340" y="185136"/>
                </a:lnTo>
                <a:lnTo>
                  <a:pt x="779015" y="185010"/>
                </a:lnTo>
                <a:lnTo>
                  <a:pt x="782689" y="184877"/>
                </a:lnTo>
                <a:lnTo>
                  <a:pt x="786364" y="184735"/>
                </a:lnTo>
                <a:lnTo>
                  <a:pt x="790038" y="184583"/>
                </a:lnTo>
                <a:lnTo>
                  <a:pt x="793713" y="184422"/>
                </a:lnTo>
                <a:lnTo>
                  <a:pt x="797388" y="184251"/>
                </a:lnTo>
                <a:lnTo>
                  <a:pt x="801062" y="184069"/>
                </a:lnTo>
                <a:lnTo>
                  <a:pt x="804737" y="183875"/>
                </a:lnTo>
                <a:lnTo>
                  <a:pt x="808411" y="183668"/>
                </a:lnTo>
                <a:lnTo>
                  <a:pt x="812086" y="183450"/>
                </a:lnTo>
                <a:lnTo>
                  <a:pt x="815761" y="183217"/>
                </a:lnTo>
                <a:lnTo>
                  <a:pt x="819435" y="182972"/>
                </a:lnTo>
                <a:lnTo>
                  <a:pt x="823110" y="182715"/>
                </a:lnTo>
                <a:lnTo>
                  <a:pt x="826784" y="182446"/>
                </a:lnTo>
                <a:lnTo>
                  <a:pt x="830459" y="182167"/>
                </a:lnTo>
                <a:lnTo>
                  <a:pt x="834134" y="181879"/>
                </a:lnTo>
                <a:lnTo>
                  <a:pt x="837808" y="181582"/>
                </a:lnTo>
                <a:lnTo>
                  <a:pt x="841483" y="181279"/>
                </a:lnTo>
                <a:lnTo>
                  <a:pt x="845157" y="180968"/>
                </a:lnTo>
                <a:lnTo>
                  <a:pt x="848832" y="180652"/>
                </a:lnTo>
                <a:lnTo>
                  <a:pt x="852507" y="180331"/>
                </a:lnTo>
                <a:lnTo>
                  <a:pt x="856181" y="180006"/>
                </a:lnTo>
                <a:lnTo>
                  <a:pt x="859856" y="179676"/>
                </a:lnTo>
                <a:lnTo>
                  <a:pt x="863530" y="179340"/>
                </a:lnTo>
                <a:lnTo>
                  <a:pt x="867205" y="178998"/>
                </a:lnTo>
                <a:lnTo>
                  <a:pt x="870880" y="178649"/>
                </a:lnTo>
                <a:lnTo>
                  <a:pt x="874554" y="178289"/>
                </a:lnTo>
                <a:lnTo>
                  <a:pt x="878229" y="177917"/>
                </a:lnTo>
                <a:lnTo>
                  <a:pt x="881903" y="177529"/>
                </a:lnTo>
                <a:lnTo>
                  <a:pt x="885578" y="177122"/>
                </a:lnTo>
                <a:lnTo>
                  <a:pt x="889253" y="176696"/>
                </a:lnTo>
                <a:lnTo>
                  <a:pt x="892927" y="176245"/>
                </a:lnTo>
                <a:lnTo>
                  <a:pt x="896602" y="175768"/>
                </a:lnTo>
                <a:lnTo>
                  <a:pt x="900276" y="175261"/>
                </a:lnTo>
                <a:lnTo>
                  <a:pt x="903951" y="174722"/>
                </a:lnTo>
                <a:lnTo>
                  <a:pt x="907626" y="174146"/>
                </a:lnTo>
                <a:lnTo>
                  <a:pt x="911300" y="173525"/>
                </a:lnTo>
                <a:lnTo>
                  <a:pt x="914975" y="172860"/>
                </a:lnTo>
                <a:lnTo>
                  <a:pt x="918649" y="172147"/>
                </a:lnTo>
                <a:lnTo>
                  <a:pt x="922324" y="171383"/>
                </a:lnTo>
                <a:lnTo>
                  <a:pt x="925999" y="170565"/>
                </a:lnTo>
                <a:lnTo>
                  <a:pt x="929673" y="169689"/>
                </a:lnTo>
                <a:lnTo>
                  <a:pt x="933348" y="168752"/>
                </a:lnTo>
                <a:lnTo>
                  <a:pt x="937022" y="167749"/>
                </a:lnTo>
                <a:lnTo>
                  <a:pt x="940697" y="166673"/>
                </a:lnTo>
                <a:lnTo>
                  <a:pt x="944372" y="165520"/>
                </a:lnTo>
                <a:lnTo>
                  <a:pt x="948046" y="164294"/>
                </a:lnTo>
                <a:lnTo>
                  <a:pt x="951721" y="162992"/>
                </a:lnTo>
                <a:lnTo>
                  <a:pt x="955395" y="161613"/>
                </a:lnTo>
                <a:lnTo>
                  <a:pt x="959070" y="160156"/>
                </a:lnTo>
                <a:lnTo>
                  <a:pt x="962745" y="158623"/>
                </a:lnTo>
                <a:lnTo>
                  <a:pt x="966419" y="157012"/>
                </a:lnTo>
                <a:lnTo>
                  <a:pt x="970094" y="155325"/>
                </a:lnTo>
                <a:lnTo>
                  <a:pt x="973768" y="153553"/>
                </a:lnTo>
                <a:lnTo>
                  <a:pt x="977443" y="151709"/>
                </a:lnTo>
                <a:lnTo>
                  <a:pt x="981118" y="149799"/>
                </a:lnTo>
                <a:lnTo>
                  <a:pt x="984792" y="147827"/>
                </a:lnTo>
                <a:lnTo>
                  <a:pt x="988467" y="145799"/>
                </a:lnTo>
                <a:lnTo>
                  <a:pt x="992141" y="143721"/>
                </a:lnTo>
                <a:lnTo>
                  <a:pt x="995816" y="141601"/>
                </a:lnTo>
                <a:lnTo>
                  <a:pt x="999491" y="139448"/>
                </a:lnTo>
                <a:lnTo>
                  <a:pt x="1003165" y="137269"/>
                </a:lnTo>
                <a:lnTo>
                  <a:pt x="1006840" y="135076"/>
                </a:lnTo>
                <a:lnTo>
                  <a:pt x="1010514" y="132881"/>
                </a:lnTo>
                <a:lnTo>
                  <a:pt x="1014189" y="130689"/>
                </a:lnTo>
                <a:lnTo>
                  <a:pt x="1017864" y="128510"/>
                </a:lnTo>
                <a:lnTo>
                  <a:pt x="1021538" y="126347"/>
                </a:lnTo>
                <a:lnTo>
                  <a:pt x="1025213" y="124203"/>
                </a:lnTo>
                <a:lnTo>
                  <a:pt x="1028887" y="122081"/>
                </a:lnTo>
                <a:lnTo>
                  <a:pt x="1032562" y="119980"/>
                </a:lnTo>
                <a:lnTo>
                  <a:pt x="1036237" y="117899"/>
                </a:lnTo>
                <a:lnTo>
                  <a:pt x="1039911" y="115830"/>
                </a:lnTo>
                <a:lnTo>
                  <a:pt x="1043586" y="113767"/>
                </a:lnTo>
                <a:lnTo>
                  <a:pt x="1047260" y="111704"/>
                </a:lnTo>
                <a:lnTo>
                  <a:pt x="1050935" y="109635"/>
                </a:lnTo>
                <a:lnTo>
                  <a:pt x="1054610" y="107554"/>
                </a:lnTo>
                <a:lnTo>
                  <a:pt x="1058284" y="105456"/>
                </a:lnTo>
                <a:lnTo>
                  <a:pt x="1061959" y="103337"/>
                </a:lnTo>
                <a:lnTo>
                  <a:pt x="1065633" y="101193"/>
                </a:lnTo>
                <a:lnTo>
                  <a:pt x="1069308" y="99021"/>
                </a:lnTo>
                <a:lnTo>
                  <a:pt x="1072983" y="96824"/>
                </a:lnTo>
                <a:lnTo>
                  <a:pt x="1076657" y="94603"/>
                </a:lnTo>
                <a:lnTo>
                  <a:pt x="1080332" y="92359"/>
                </a:lnTo>
                <a:lnTo>
                  <a:pt x="1084006" y="90094"/>
                </a:lnTo>
                <a:lnTo>
                  <a:pt x="1087681" y="87810"/>
                </a:lnTo>
                <a:lnTo>
                  <a:pt x="1091356" y="85507"/>
                </a:lnTo>
                <a:lnTo>
                  <a:pt x="1095030" y="83188"/>
                </a:lnTo>
                <a:lnTo>
                  <a:pt x="1098705" y="80849"/>
                </a:lnTo>
                <a:lnTo>
                  <a:pt x="1102379" y="78493"/>
                </a:lnTo>
                <a:lnTo>
                  <a:pt x="1106054" y="76119"/>
                </a:lnTo>
                <a:lnTo>
                  <a:pt x="1109729" y="73727"/>
                </a:lnTo>
                <a:lnTo>
                  <a:pt x="1113403" y="71317"/>
                </a:lnTo>
                <a:lnTo>
                  <a:pt x="1117078" y="68889"/>
                </a:lnTo>
                <a:lnTo>
                  <a:pt x="1120752" y="66446"/>
                </a:lnTo>
                <a:lnTo>
                  <a:pt x="1124427" y="63988"/>
                </a:lnTo>
                <a:lnTo>
                  <a:pt x="1128102" y="61520"/>
                </a:lnTo>
                <a:lnTo>
                  <a:pt x="1131776" y="59046"/>
                </a:lnTo>
                <a:lnTo>
                  <a:pt x="1135451" y="56573"/>
                </a:lnTo>
                <a:lnTo>
                  <a:pt x="1139125" y="54108"/>
                </a:lnTo>
                <a:lnTo>
                  <a:pt x="1142800" y="51657"/>
                </a:lnTo>
                <a:lnTo>
                  <a:pt x="1146475" y="49228"/>
                </a:lnTo>
                <a:lnTo>
                  <a:pt x="1150149" y="46827"/>
                </a:lnTo>
                <a:lnTo>
                  <a:pt x="1153824" y="44460"/>
                </a:lnTo>
                <a:lnTo>
                  <a:pt x="1157498" y="42135"/>
                </a:lnTo>
                <a:lnTo>
                  <a:pt x="1161173" y="39862"/>
                </a:lnTo>
                <a:lnTo>
                  <a:pt x="1164848" y="37644"/>
                </a:lnTo>
                <a:lnTo>
                  <a:pt x="1168522" y="35483"/>
                </a:lnTo>
                <a:lnTo>
                  <a:pt x="1172197" y="33381"/>
                </a:lnTo>
                <a:lnTo>
                  <a:pt x="1175871" y="31340"/>
                </a:lnTo>
                <a:lnTo>
                  <a:pt x="1179546" y="29362"/>
                </a:lnTo>
                <a:lnTo>
                  <a:pt x="1183221" y="27446"/>
                </a:lnTo>
                <a:lnTo>
                  <a:pt x="1186895" y="25593"/>
                </a:lnTo>
                <a:lnTo>
                  <a:pt x="1190570" y="23802"/>
                </a:lnTo>
                <a:lnTo>
                  <a:pt x="1194244" y="22076"/>
                </a:lnTo>
                <a:lnTo>
                  <a:pt x="1197919" y="20404"/>
                </a:lnTo>
                <a:lnTo>
                  <a:pt x="1201594" y="18784"/>
                </a:lnTo>
                <a:lnTo>
                  <a:pt x="1205268" y="17211"/>
                </a:lnTo>
                <a:lnTo>
                  <a:pt x="1208943" y="15682"/>
                </a:lnTo>
                <a:lnTo>
                  <a:pt x="1212617" y="14196"/>
                </a:lnTo>
                <a:lnTo>
                  <a:pt x="1216292" y="12751"/>
                </a:lnTo>
                <a:lnTo>
                  <a:pt x="1219967" y="11347"/>
                </a:lnTo>
                <a:lnTo>
                  <a:pt x="1223641" y="9990"/>
                </a:lnTo>
                <a:lnTo>
                  <a:pt x="1227316" y="8686"/>
                </a:lnTo>
                <a:lnTo>
                  <a:pt x="1230990" y="7437"/>
                </a:lnTo>
                <a:lnTo>
                  <a:pt x="1234665" y="6254"/>
                </a:lnTo>
                <a:lnTo>
                  <a:pt x="1238340" y="5145"/>
                </a:lnTo>
                <a:lnTo>
                  <a:pt x="1242014" y="4121"/>
                </a:lnTo>
                <a:lnTo>
                  <a:pt x="1245689" y="3192"/>
                </a:lnTo>
                <a:lnTo>
                  <a:pt x="1249363" y="2368"/>
                </a:lnTo>
                <a:lnTo>
                  <a:pt x="1253038" y="1660"/>
                </a:lnTo>
                <a:lnTo>
                  <a:pt x="1256713" y="1089"/>
                </a:lnTo>
                <a:lnTo>
                  <a:pt x="1260387" y="641"/>
                </a:lnTo>
                <a:lnTo>
                  <a:pt x="1264062" y="315"/>
                </a:lnTo>
                <a:lnTo>
                  <a:pt x="1267736" y="106"/>
                </a:lnTo>
                <a:lnTo>
                  <a:pt x="1271411" y="4"/>
                </a:lnTo>
                <a:lnTo>
                  <a:pt x="1275086" y="0"/>
                </a:lnTo>
                <a:lnTo>
                  <a:pt x="1278760" y="78"/>
                </a:lnTo>
                <a:lnTo>
                  <a:pt x="1282435" y="226"/>
                </a:lnTo>
                <a:lnTo>
                  <a:pt x="1286109" y="428"/>
                </a:lnTo>
                <a:lnTo>
                  <a:pt x="1289784" y="666"/>
                </a:lnTo>
                <a:lnTo>
                  <a:pt x="1293459" y="921"/>
                </a:lnTo>
                <a:lnTo>
                  <a:pt x="1297133" y="1183"/>
                </a:lnTo>
                <a:lnTo>
                  <a:pt x="1300808" y="1443"/>
                </a:lnTo>
                <a:lnTo>
                  <a:pt x="1304482" y="1694"/>
                </a:lnTo>
                <a:lnTo>
                  <a:pt x="1308157" y="1935"/>
                </a:lnTo>
                <a:lnTo>
                  <a:pt x="1311832" y="2166"/>
                </a:lnTo>
                <a:lnTo>
                  <a:pt x="1315506" y="2392"/>
                </a:lnTo>
                <a:lnTo>
                  <a:pt x="1319181" y="2623"/>
                </a:lnTo>
                <a:lnTo>
                  <a:pt x="1322855" y="2869"/>
                </a:lnTo>
                <a:lnTo>
                  <a:pt x="1326530" y="3144"/>
                </a:lnTo>
                <a:lnTo>
                  <a:pt x="1330205" y="3462"/>
                </a:lnTo>
                <a:lnTo>
                  <a:pt x="1333879" y="3836"/>
                </a:lnTo>
                <a:lnTo>
                  <a:pt x="1337554" y="4280"/>
                </a:lnTo>
                <a:lnTo>
                  <a:pt x="1341228" y="4806"/>
                </a:lnTo>
                <a:lnTo>
                  <a:pt x="1344903" y="5425"/>
                </a:lnTo>
                <a:lnTo>
                  <a:pt x="1348577" y="6154"/>
                </a:lnTo>
                <a:lnTo>
                  <a:pt x="1352252" y="7002"/>
                </a:lnTo>
                <a:lnTo>
                  <a:pt x="1355927" y="7963"/>
                </a:lnTo>
                <a:lnTo>
                  <a:pt x="1359601" y="9037"/>
                </a:lnTo>
                <a:lnTo>
                  <a:pt x="1363276" y="10219"/>
                </a:lnTo>
                <a:lnTo>
                  <a:pt x="1366950" y="11506"/>
                </a:lnTo>
                <a:lnTo>
                  <a:pt x="1370625" y="12890"/>
                </a:lnTo>
                <a:lnTo>
                  <a:pt x="1374300" y="14362"/>
                </a:lnTo>
                <a:lnTo>
                  <a:pt x="1377974" y="15914"/>
                </a:lnTo>
                <a:lnTo>
                  <a:pt x="1381649" y="17541"/>
                </a:lnTo>
                <a:lnTo>
                  <a:pt x="1385323" y="19227"/>
                </a:lnTo>
                <a:lnTo>
                  <a:pt x="1388998" y="20960"/>
                </a:lnTo>
                <a:lnTo>
                  <a:pt x="1392673" y="22734"/>
                </a:lnTo>
                <a:lnTo>
                  <a:pt x="1396347" y="24544"/>
                </a:lnTo>
                <a:lnTo>
                  <a:pt x="1400022" y="26388"/>
                </a:lnTo>
                <a:lnTo>
                  <a:pt x="1403696" y="28263"/>
                </a:lnTo>
                <a:lnTo>
                  <a:pt x="1407371" y="30173"/>
                </a:lnTo>
                <a:lnTo>
                  <a:pt x="1411046" y="32120"/>
                </a:lnTo>
                <a:lnTo>
                  <a:pt x="1414720" y="34113"/>
                </a:lnTo>
                <a:lnTo>
                  <a:pt x="1418395" y="36156"/>
                </a:lnTo>
                <a:lnTo>
                  <a:pt x="1422069" y="38252"/>
                </a:lnTo>
                <a:lnTo>
                  <a:pt x="1425744" y="40407"/>
                </a:lnTo>
                <a:lnTo>
                  <a:pt x="1429419" y="42626"/>
                </a:lnTo>
                <a:lnTo>
                  <a:pt x="1433093" y="44909"/>
                </a:lnTo>
                <a:lnTo>
                  <a:pt x="1436768" y="47256"/>
                </a:lnTo>
                <a:lnTo>
                  <a:pt x="1440442" y="49664"/>
                </a:lnTo>
                <a:lnTo>
                  <a:pt x="1444117" y="52129"/>
                </a:lnTo>
                <a:lnTo>
                  <a:pt x="1447792" y="54634"/>
                </a:lnTo>
                <a:lnTo>
                  <a:pt x="1451466" y="57162"/>
                </a:lnTo>
                <a:lnTo>
                  <a:pt x="1455141" y="59696"/>
                </a:lnTo>
                <a:lnTo>
                  <a:pt x="1458815" y="62217"/>
                </a:lnTo>
                <a:lnTo>
                  <a:pt x="1462490" y="64707"/>
                </a:lnTo>
                <a:lnTo>
                  <a:pt x="1466165" y="67147"/>
                </a:lnTo>
                <a:lnTo>
                  <a:pt x="1469839" y="69520"/>
                </a:lnTo>
                <a:lnTo>
                  <a:pt x="1473514" y="71808"/>
                </a:lnTo>
                <a:lnTo>
                  <a:pt x="1477188" y="73992"/>
                </a:lnTo>
                <a:lnTo>
                  <a:pt x="1480863" y="76074"/>
                </a:lnTo>
                <a:lnTo>
                  <a:pt x="1484538" y="78055"/>
                </a:lnTo>
                <a:lnTo>
                  <a:pt x="1488212" y="79937"/>
                </a:lnTo>
                <a:lnTo>
                  <a:pt x="1491887" y="81725"/>
                </a:lnTo>
                <a:lnTo>
                  <a:pt x="1495561" y="83430"/>
                </a:lnTo>
                <a:lnTo>
                  <a:pt x="1499236" y="85061"/>
                </a:lnTo>
                <a:lnTo>
                  <a:pt x="1502911" y="86631"/>
                </a:lnTo>
                <a:lnTo>
                  <a:pt x="1506585" y="88151"/>
                </a:lnTo>
                <a:lnTo>
                  <a:pt x="1510260" y="89637"/>
                </a:lnTo>
                <a:lnTo>
                  <a:pt x="1513934" y="91104"/>
                </a:lnTo>
                <a:lnTo>
                  <a:pt x="1517609" y="92560"/>
                </a:lnTo>
                <a:lnTo>
                  <a:pt x="1521284" y="94013"/>
                </a:lnTo>
                <a:lnTo>
                  <a:pt x="1524958" y="95468"/>
                </a:lnTo>
                <a:lnTo>
                  <a:pt x="1528633" y="96929"/>
                </a:lnTo>
                <a:lnTo>
                  <a:pt x="1532307" y="98397"/>
                </a:lnTo>
                <a:lnTo>
                  <a:pt x="1535982" y="99874"/>
                </a:lnTo>
                <a:lnTo>
                  <a:pt x="1539657" y="101358"/>
                </a:lnTo>
                <a:lnTo>
                  <a:pt x="1543331" y="102849"/>
                </a:lnTo>
                <a:lnTo>
                  <a:pt x="1547006" y="104343"/>
                </a:lnTo>
                <a:lnTo>
                  <a:pt x="1550680" y="105839"/>
                </a:lnTo>
                <a:lnTo>
                  <a:pt x="1554355" y="107336"/>
                </a:lnTo>
                <a:lnTo>
                  <a:pt x="1558030" y="108831"/>
                </a:lnTo>
                <a:lnTo>
                  <a:pt x="1561704" y="110323"/>
                </a:lnTo>
                <a:lnTo>
                  <a:pt x="1565379" y="111810"/>
                </a:lnTo>
                <a:lnTo>
                  <a:pt x="1569053" y="113289"/>
                </a:lnTo>
                <a:lnTo>
                  <a:pt x="1572728" y="114757"/>
                </a:lnTo>
                <a:lnTo>
                  <a:pt x="1576403" y="116211"/>
                </a:lnTo>
                <a:lnTo>
                  <a:pt x="1580077" y="117650"/>
                </a:lnTo>
                <a:lnTo>
                  <a:pt x="1583752" y="119069"/>
                </a:lnTo>
                <a:lnTo>
                  <a:pt x="1587426" y="120466"/>
                </a:lnTo>
                <a:lnTo>
                  <a:pt x="1591101" y="121837"/>
                </a:lnTo>
                <a:lnTo>
                  <a:pt x="1594776" y="123179"/>
                </a:lnTo>
                <a:lnTo>
                  <a:pt x="1598450" y="124492"/>
                </a:lnTo>
                <a:lnTo>
                  <a:pt x="1602125" y="125768"/>
                </a:lnTo>
                <a:lnTo>
                  <a:pt x="1605799" y="127012"/>
                </a:lnTo>
                <a:lnTo>
                  <a:pt x="1609474" y="128226"/>
                </a:lnTo>
                <a:lnTo>
                  <a:pt x="1613149" y="129413"/>
                </a:lnTo>
                <a:lnTo>
                  <a:pt x="1616823" y="130574"/>
                </a:lnTo>
                <a:lnTo>
                  <a:pt x="1620498" y="131714"/>
                </a:lnTo>
                <a:lnTo>
                  <a:pt x="1624172" y="132837"/>
                </a:lnTo>
                <a:lnTo>
                  <a:pt x="1627847" y="133947"/>
                </a:lnTo>
                <a:lnTo>
                  <a:pt x="1631522" y="135050"/>
                </a:lnTo>
                <a:lnTo>
                  <a:pt x="1635196" y="136150"/>
                </a:lnTo>
                <a:lnTo>
                  <a:pt x="1638871" y="137250"/>
                </a:lnTo>
                <a:lnTo>
                  <a:pt x="1642545" y="138354"/>
                </a:lnTo>
                <a:lnTo>
                  <a:pt x="1646220" y="139462"/>
                </a:lnTo>
                <a:lnTo>
                  <a:pt x="1649895" y="140574"/>
                </a:lnTo>
                <a:lnTo>
                  <a:pt x="1653569" y="141691"/>
                </a:lnTo>
                <a:lnTo>
                  <a:pt x="1657244" y="142811"/>
                </a:lnTo>
                <a:lnTo>
                  <a:pt x="1660918" y="143930"/>
                </a:lnTo>
                <a:lnTo>
                  <a:pt x="1664593" y="145045"/>
                </a:lnTo>
                <a:lnTo>
                  <a:pt x="1668268" y="146152"/>
                </a:lnTo>
                <a:lnTo>
                  <a:pt x="1671942" y="147247"/>
                </a:lnTo>
                <a:lnTo>
                  <a:pt x="1675617" y="148325"/>
                </a:lnTo>
                <a:lnTo>
                  <a:pt x="1679291" y="149384"/>
                </a:lnTo>
                <a:lnTo>
                  <a:pt x="1682966" y="150419"/>
                </a:lnTo>
                <a:lnTo>
                  <a:pt x="1686641" y="151427"/>
                </a:lnTo>
                <a:lnTo>
                  <a:pt x="1690315" y="152406"/>
                </a:lnTo>
                <a:lnTo>
                  <a:pt x="1693990" y="153352"/>
                </a:lnTo>
                <a:lnTo>
                  <a:pt x="1697664" y="154263"/>
                </a:lnTo>
                <a:lnTo>
                  <a:pt x="1701339" y="155142"/>
                </a:lnTo>
                <a:lnTo>
                  <a:pt x="1705014" y="155988"/>
                </a:lnTo>
                <a:lnTo>
                  <a:pt x="1708688" y="156804"/>
                </a:lnTo>
                <a:lnTo>
                  <a:pt x="1712363" y="157590"/>
                </a:lnTo>
                <a:lnTo>
                  <a:pt x="1716037" y="158349"/>
                </a:lnTo>
                <a:lnTo>
                  <a:pt x="1719712" y="159084"/>
                </a:lnTo>
                <a:lnTo>
                  <a:pt x="1723387" y="159796"/>
                </a:lnTo>
                <a:lnTo>
                  <a:pt x="1727061" y="160487"/>
                </a:lnTo>
                <a:lnTo>
                  <a:pt x="1730736" y="161164"/>
                </a:lnTo>
                <a:lnTo>
                  <a:pt x="1734410" y="161829"/>
                </a:lnTo>
                <a:lnTo>
                  <a:pt x="1738085" y="162485"/>
                </a:lnTo>
                <a:lnTo>
                  <a:pt x="1741760" y="163136"/>
                </a:lnTo>
                <a:lnTo>
                  <a:pt x="1745434" y="163782"/>
                </a:lnTo>
                <a:lnTo>
                  <a:pt x="1749109" y="164426"/>
                </a:lnTo>
                <a:lnTo>
                  <a:pt x="1752783" y="165068"/>
                </a:lnTo>
                <a:lnTo>
                  <a:pt x="1756458" y="165707"/>
                </a:lnTo>
                <a:lnTo>
                  <a:pt x="1760133" y="166342"/>
                </a:lnTo>
                <a:lnTo>
                  <a:pt x="1763807" y="166971"/>
                </a:lnTo>
                <a:lnTo>
                  <a:pt x="1767482" y="167591"/>
                </a:lnTo>
                <a:lnTo>
                  <a:pt x="1771156" y="168198"/>
                </a:lnTo>
                <a:lnTo>
                  <a:pt x="1774831" y="168789"/>
                </a:lnTo>
                <a:lnTo>
                  <a:pt x="1778506" y="169360"/>
                </a:lnTo>
                <a:lnTo>
                  <a:pt x="1782180" y="169907"/>
                </a:lnTo>
                <a:lnTo>
                  <a:pt x="1785855" y="170428"/>
                </a:lnTo>
                <a:lnTo>
                  <a:pt x="1789529" y="170917"/>
                </a:lnTo>
                <a:lnTo>
                  <a:pt x="1793204" y="171375"/>
                </a:lnTo>
                <a:lnTo>
                  <a:pt x="1796879" y="171803"/>
                </a:lnTo>
                <a:lnTo>
                  <a:pt x="1800553" y="172205"/>
                </a:lnTo>
                <a:lnTo>
                  <a:pt x="1804228" y="172581"/>
                </a:lnTo>
                <a:lnTo>
                  <a:pt x="1807902" y="172936"/>
                </a:lnTo>
                <a:lnTo>
                  <a:pt x="1811577" y="173274"/>
                </a:lnTo>
                <a:lnTo>
                  <a:pt x="1815252" y="173601"/>
                </a:lnTo>
                <a:lnTo>
                  <a:pt x="1818926" y="173920"/>
                </a:lnTo>
                <a:lnTo>
                  <a:pt x="1822601" y="174239"/>
                </a:lnTo>
                <a:lnTo>
                  <a:pt x="1826275" y="174565"/>
                </a:lnTo>
                <a:lnTo>
                  <a:pt x="1829950" y="174901"/>
                </a:lnTo>
                <a:lnTo>
                  <a:pt x="1833625" y="175252"/>
                </a:lnTo>
                <a:lnTo>
                  <a:pt x="1837299" y="175623"/>
                </a:lnTo>
                <a:lnTo>
                  <a:pt x="1840974" y="176015"/>
                </a:lnTo>
                <a:lnTo>
                  <a:pt x="1844648" y="176431"/>
                </a:lnTo>
                <a:lnTo>
                  <a:pt x="1848323" y="176872"/>
                </a:lnTo>
                <a:lnTo>
                  <a:pt x="1851998" y="177340"/>
                </a:lnTo>
                <a:lnTo>
                  <a:pt x="1855672" y="177833"/>
                </a:lnTo>
                <a:lnTo>
                  <a:pt x="1859347" y="178347"/>
                </a:lnTo>
                <a:lnTo>
                  <a:pt x="1863021" y="178878"/>
                </a:lnTo>
                <a:lnTo>
                  <a:pt x="1866696" y="179423"/>
                </a:lnTo>
                <a:lnTo>
                  <a:pt x="1870371" y="179976"/>
                </a:lnTo>
                <a:lnTo>
                  <a:pt x="1874045" y="180532"/>
                </a:lnTo>
                <a:lnTo>
                  <a:pt x="1877720" y="181085"/>
                </a:lnTo>
              </a:path>
            </a:pathLst>
          </a:custGeom>
          <a:ln w="27101" cap="flat">
            <a:solidFill>
              <a:srgbClr val="00BFC4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6" name="pg236"/>
          <p:cNvSpPr/>
          <p:nvPr/>
        </p:nvSpPr>
        <p:spPr>
          <a:xfrm>
            <a:off x="8856642" y="4076411"/>
            <a:ext cx="1877720" cy="148405"/>
          </a:xfrm>
          <a:custGeom>
            <a:avLst/>
            <a:gdLst/>
            <a:ahLst/>
            <a:cxnLst/>
            <a:rect l="0" t="0" r="0" b="0"/>
            <a:pathLst>
              <a:path w="1877720" h="148405">
                <a:moveTo>
                  <a:pt x="0" y="148405"/>
                </a:moveTo>
                <a:lnTo>
                  <a:pt x="3674" y="148405"/>
                </a:lnTo>
                <a:lnTo>
                  <a:pt x="7349" y="148405"/>
                </a:lnTo>
                <a:lnTo>
                  <a:pt x="11023" y="148405"/>
                </a:lnTo>
                <a:lnTo>
                  <a:pt x="14698" y="148405"/>
                </a:lnTo>
                <a:lnTo>
                  <a:pt x="18372" y="148405"/>
                </a:lnTo>
                <a:lnTo>
                  <a:pt x="22047" y="148405"/>
                </a:lnTo>
                <a:lnTo>
                  <a:pt x="25722" y="148405"/>
                </a:lnTo>
                <a:lnTo>
                  <a:pt x="29396" y="148405"/>
                </a:lnTo>
                <a:lnTo>
                  <a:pt x="33071" y="148405"/>
                </a:lnTo>
                <a:lnTo>
                  <a:pt x="36745" y="148405"/>
                </a:lnTo>
                <a:lnTo>
                  <a:pt x="40420" y="148405"/>
                </a:lnTo>
                <a:lnTo>
                  <a:pt x="44095" y="148405"/>
                </a:lnTo>
                <a:lnTo>
                  <a:pt x="47769" y="148405"/>
                </a:lnTo>
                <a:lnTo>
                  <a:pt x="51444" y="148405"/>
                </a:lnTo>
                <a:lnTo>
                  <a:pt x="55118" y="148405"/>
                </a:lnTo>
                <a:lnTo>
                  <a:pt x="58793" y="148405"/>
                </a:lnTo>
                <a:lnTo>
                  <a:pt x="62468" y="148405"/>
                </a:lnTo>
                <a:lnTo>
                  <a:pt x="66142" y="148405"/>
                </a:lnTo>
                <a:lnTo>
                  <a:pt x="69817" y="148405"/>
                </a:lnTo>
                <a:lnTo>
                  <a:pt x="73491" y="148405"/>
                </a:lnTo>
                <a:lnTo>
                  <a:pt x="77166" y="148405"/>
                </a:lnTo>
                <a:lnTo>
                  <a:pt x="80841" y="148405"/>
                </a:lnTo>
                <a:lnTo>
                  <a:pt x="84515" y="148405"/>
                </a:lnTo>
                <a:lnTo>
                  <a:pt x="88190" y="148405"/>
                </a:lnTo>
                <a:lnTo>
                  <a:pt x="91864" y="148405"/>
                </a:lnTo>
                <a:lnTo>
                  <a:pt x="95539" y="148405"/>
                </a:lnTo>
                <a:lnTo>
                  <a:pt x="99214" y="148405"/>
                </a:lnTo>
                <a:lnTo>
                  <a:pt x="102888" y="148405"/>
                </a:lnTo>
                <a:lnTo>
                  <a:pt x="106563" y="148405"/>
                </a:lnTo>
                <a:lnTo>
                  <a:pt x="110237" y="148405"/>
                </a:lnTo>
                <a:lnTo>
                  <a:pt x="113912" y="148405"/>
                </a:lnTo>
                <a:lnTo>
                  <a:pt x="117587" y="148405"/>
                </a:lnTo>
                <a:lnTo>
                  <a:pt x="121261" y="148405"/>
                </a:lnTo>
                <a:lnTo>
                  <a:pt x="124936" y="148405"/>
                </a:lnTo>
                <a:lnTo>
                  <a:pt x="128610" y="148405"/>
                </a:lnTo>
                <a:lnTo>
                  <a:pt x="132285" y="148405"/>
                </a:lnTo>
                <a:lnTo>
                  <a:pt x="135960" y="148405"/>
                </a:lnTo>
                <a:lnTo>
                  <a:pt x="139634" y="148405"/>
                </a:lnTo>
                <a:lnTo>
                  <a:pt x="143309" y="148405"/>
                </a:lnTo>
                <a:lnTo>
                  <a:pt x="146983" y="148405"/>
                </a:lnTo>
                <a:lnTo>
                  <a:pt x="150658" y="148405"/>
                </a:lnTo>
                <a:lnTo>
                  <a:pt x="154333" y="148405"/>
                </a:lnTo>
                <a:lnTo>
                  <a:pt x="158007" y="148405"/>
                </a:lnTo>
                <a:lnTo>
                  <a:pt x="161682" y="148405"/>
                </a:lnTo>
                <a:lnTo>
                  <a:pt x="165356" y="148405"/>
                </a:lnTo>
                <a:lnTo>
                  <a:pt x="169031" y="148405"/>
                </a:lnTo>
                <a:lnTo>
                  <a:pt x="172706" y="148405"/>
                </a:lnTo>
                <a:lnTo>
                  <a:pt x="176380" y="148405"/>
                </a:lnTo>
                <a:lnTo>
                  <a:pt x="180055" y="148405"/>
                </a:lnTo>
                <a:lnTo>
                  <a:pt x="183729" y="148405"/>
                </a:lnTo>
                <a:lnTo>
                  <a:pt x="187404" y="148405"/>
                </a:lnTo>
                <a:lnTo>
                  <a:pt x="191079" y="148405"/>
                </a:lnTo>
                <a:lnTo>
                  <a:pt x="194753" y="148405"/>
                </a:lnTo>
                <a:lnTo>
                  <a:pt x="198428" y="148405"/>
                </a:lnTo>
                <a:lnTo>
                  <a:pt x="202102" y="148405"/>
                </a:lnTo>
                <a:lnTo>
                  <a:pt x="205777" y="148405"/>
                </a:lnTo>
                <a:lnTo>
                  <a:pt x="209452" y="148405"/>
                </a:lnTo>
                <a:lnTo>
                  <a:pt x="213126" y="148405"/>
                </a:lnTo>
                <a:lnTo>
                  <a:pt x="216801" y="148405"/>
                </a:lnTo>
                <a:lnTo>
                  <a:pt x="220475" y="148405"/>
                </a:lnTo>
                <a:lnTo>
                  <a:pt x="224150" y="148405"/>
                </a:lnTo>
                <a:lnTo>
                  <a:pt x="227825" y="148405"/>
                </a:lnTo>
                <a:lnTo>
                  <a:pt x="231499" y="148405"/>
                </a:lnTo>
                <a:lnTo>
                  <a:pt x="235174" y="148405"/>
                </a:lnTo>
                <a:lnTo>
                  <a:pt x="238848" y="148405"/>
                </a:lnTo>
                <a:lnTo>
                  <a:pt x="242523" y="148405"/>
                </a:lnTo>
                <a:lnTo>
                  <a:pt x="246198" y="148405"/>
                </a:lnTo>
                <a:lnTo>
                  <a:pt x="249872" y="148405"/>
                </a:lnTo>
                <a:lnTo>
                  <a:pt x="253547" y="148405"/>
                </a:lnTo>
                <a:lnTo>
                  <a:pt x="257221" y="148405"/>
                </a:lnTo>
                <a:lnTo>
                  <a:pt x="260896" y="148405"/>
                </a:lnTo>
                <a:lnTo>
                  <a:pt x="264571" y="148405"/>
                </a:lnTo>
                <a:lnTo>
                  <a:pt x="268245" y="148405"/>
                </a:lnTo>
                <a:lnTo>
                  <a:pt x="271920" y="148405"/>
                </a:lnTo>
                <a:lnTo>
                  <a:pt x="275594" y="148405"/>
                </a:lnTo>
                <a:lnTo>
                  <a:pt x="279269" y="148405"/>
                </a:lnTo>
                <a:lnTo>
                  <a:pt x="282944" y="148405"/>
                </a:lnTo>
                <a:lnTo>
                  <a:pt x="286618" y="148405"/>
                </a:lnTo>
                <a:lnTo>
                  <a:pt x="290293" y="148405"/>
                </a:lnTo>
                <a:lnTo>
                  <a:pt x="293967" y="148405"/>
                </a:lnTo>
                <a:lnTo>
                  <a:pt x="297642" y="148405"/>
                </a:lnTo>
                <a:lnTo>
                  <a:pt x="301317" y="148405"/>
                </a:lnTo>
                <a:lnTo>
                  <a:pt x="304991" y="148405"/>
                </a:lnTo>
                <a:lnTo>
                  <a:pt x="308666" y="148405"/>
                </a:lnTo>
                <a:lnTo>
                  <a:pt x="312340" y="148405"/>
                </a:lnTo>
                <a:lnTo>
                  <a:pt x="316015" y="148405"/>
                </a:lnTo>
                <a:lnTo>
                  <a:pt x="319690" y="148405"/>
                </a:lnTo>
                <a:lnTo>
                  <a:pt x="323364" y="148405"/>
                </a:lnTo>
                <a:lnTo>
                  <a:pt x="327039" y="148405"/>
                </a:lnTo>
                <a:lnTo>
                  <a:pt x="330713" y="148405"/>
                </a:lnTo>
                <a:lnTo>
                  <a:pt x="334388" y="148405"/>
                </a:lnTo>
                <a:lnTo>
                  <a:pt x="338063" y="148405"/>
                </a:lnTo>
                <a:lnTo>
                  <a:pt x="341737" y="148405"/>
                </a:lnTo>
                <a:lnTo>
                  <a:pt x="345412" y="148405"/>
                </a:lnTo>
                <a:lnTo>
                  <a:pt x="349086" y="148405"/>
                </a:lnTo>
                <a:lnTo>
                  <a:pt x="352761" y="148405"/>
                </a:lnTo>
                <a:lnTo>
                  <a:pt x="356436" y="148405"/>
                </a:lnTo>
                <a:lnTo>
                  <a:pt x="360110" y="148405"/>
                </a:lnTo>
                <a:lnTo>
                  <a:pt x="363785" y="148405"/>
                </a:lnTo>
                <a:lnTo>
                  <a:pt x="367459" y="148405"/>
                </a:lnTo>
                <a:lnTo>
                  <a:pt x="371134" y="148405"/>
                </a:lnTo>
                <a:lnTo>
                  <a:pt x="374809" y="148405"/>
                </a:lnTo>
                <a:lnTo>
                  <a:pt x="378483" y="148405"/>
                </a:lnTo>
                <a:lnTo>
                  <a:pt x="382158" y="148405"/>
                </a:lnTo>
                <a:lnTo>
                  <a:pt x="385832" y="148405"/>
                </a:lnTo>
                <a:lnTo>
                  <a:pt x="389507" y="148405"/>
                </a:lnTo>
                <a:lnTo>
                  <a:pt x="393182" y="148405"/>
                </a:lnTo>
                <a:lnTo>
                  <a:pt x="396856" y="148405"/>
                </a:lnTo>
                <a:lnTo>
                  <a:pt x="400531" y="148405"/>
                </a:lnTo>
                <a:lnTo>
                  <a:pt x="404205" y="148405"/>
                </a:lnTo>
                <a:lnTo>
                  <a:pt x="407880" y="148405"/>
                </a:lnTo>
                <a:lnTo>
                  <a:pt x="411555" y="148405"/>
                </a:lnTo>
                <a:lnTo>
                  <a:pt x="415229" y="148405"/>
                </a:lnTo>
                <a:lnTo>
                  <a:pt x="418904" y="148405"/>
                </a:lnTo>
                <a:lnTo>
                  <a:pt x="422578" y="148405"/>
                </a:lnTo>
                <a:lnTo>
                  <a:pt x="426253" y="148405"/>
                </a:lnTo>
                <a:lnTo>
                  <a:pt x="429928" y="148405"/>
                </a:lnTo>
                <a:lnTo>
                  <a:pt x="433602" y="148405"/>
                </a:lnTo>
                <a:lnTo>
                  <a:pt x="437277" y="148405"/>
                </a:lnTo>
                <a:lnTo>
                  <a:pt x="440951" y="148405"/>
                </a:lnTo>
                <a:lnTo>
                  <a:pt x="444626" y="148405"/>
                </a:lnTo>
                <a:lnTo>
                  <a:pt x="448301" y="148404"/>
                </a:lnTo>
                <a:lnTo>
                  <a:pt x="451975" y="148404"/>
                </a:lnTo>
                <a:lnTo>
                  <a:pt x="455650" y="148404"/>
                </a:lnTo>
                <a:lnTo>
                  <a:pt x="459324" y="148404"/>
                </a:lnTo>
                <a:lnTo>
                  <a:pt x="462999" y="148404"/>
                </a:lnTo>
                <a:lnTo>
                  <a:pt x="466674" y="148404"/>
                </a:lnTo>
                <a:lnTo>
                  <a:pt x="470348" y="148403"/>
                </a:lnTo>
                <a:lnTo>
                  <a:pt x="474023" y="148403"/>
                </a:lnTo>
                <a:lnTo>
                  <a:pt x="477697" y="148402"/>
                </a:lnTo>
                <a:lnTo>
                  <a:pt x="481372" y="148401"/>
                </a:lnTo>
                <a:lnTo>
                  <a:pt x="485047" y="148399"/>
                </a:lnTo>
                <a:lnTo>
                  <a:pt x="488721" y="148398"/>
                </a:lnTo>
                <a:lnTo>
                  <a:pt x="492396" y="148396"/>
                </a:lnTo>
                <a:lnTo>
                  <a:pt x="496070" y="148393"/>
                </a:lnTo>
                <a:lnTo>
                  <a:pt x="499745" y="148389"/>
                </a:lnTo>
                <a:lnTo>
                  <a:pt x="503420" y="148385"/>
                </a:lnTo>
                <a:lnTo>
                  <a:pt x="507094" y="148380"/>
                </a:lnTo>
                <a:lnTo>
                  <a:pt x="510769" y="148374"/>
                </a:lnTo>
                <a:lnTo>
                  <a:pt x="514443" y="148367"/>
                </a:lnTo>
                <a:lnTo>
                  <a:pt x="518118" y="148358"/>
                </a:lnTo>
                <a:lnTo>
                  <a:pt x="521793" y="148348"/>
                </a:lnTo>
                <a:lnTo>
                  <a:pt x="525467" y="148336"/>
                </a:lnTo>
                <a:lnTo>
                  <a:pt x="529142" y="148323"/>
                </a:lnTo>
                <a:lnTo>
                  <a:pt x="532816" y="148309"/>
                </a:lnTo>
                <a:lnTo>
                  <a:pt x="536491" y="148292"/>
                </a:lnTo>
                <a:lnTo>
                  <a:pt x="540166" y="148274"/>
                </a:lnTo>
                <a:lnTo>
                  <a:pt x="543840" y="148255"/>
                </a:lnTo>
                <a:lnTo>
                  <a:pt x="547515" y="148234"/>
                </a:lnTo>
                <a:lnTo>
                  <a:pt x="551189" y="148212"/>
                </a:lnTo>
                <a:lnTo>
                  <a:pt x="554864" y="148190"/>
                </a:lnTo>
                <a:lnTo>
                  <a:pt x="558539" y="148167"/>
                </a:lnTo>
                <a:lnTo>
                  <a:pt x="562213" y="148143"/>
                </a:lnTo>
                <a:lnTo>
                  <a:pt x="565888" y="148121"/>
                </a:lnTo>
                <a:lnTo>
                  <a:pt x="569562" y="148099"/>
                </a:lnTo>
                <a:lnTo>
                  <a:pt x="573237" y="148078"/>
                </a:lnTo>
                <a:lnTo>
                  <a:pt x="576912" y="148060"/>
                </a:lnTo>
                <a:lnTo>
                  <a:pt x="580586" y="148043"/>
                </a:lnTo>
                <a:lnTo>
                  <a:pt x="584261" y="148029"/>
                </a:lnTo>
                <a:lnTo>
                  <a:pt x="587935" y="148018"/>
                </a:lnTo>
                <a:lnTo>
                  <a:pt x="591610" y="148010"/>
                </a:lnTo>
                <a:lnTo>
                  <a:pt x="595285" y="148005"/>
                </a:lnTo>
                <a:lnTo>
                  <a:pt x="598959" y="148004"/>
                </a:lnTo>
                <a:lnTo>
                  <a:pt x="602634" y="148005"/>
                </a:lnTo>
                <a:lnTo>
                  <a:pt x="606308" y="148009"/>
                </a:lnTo>
                <a:lnTo>
                  <a:pt x="609983" y="148016"/>
                </a:lnTo>
                <a:lnTo>
                  <a:pt x="613658" y="148024"/>
                </a:lnTo>
                <a:lnTo>
                  <a:pt x="617332" y="148034"/>
                </a:lnTo>
                <a:lnTo>
                  <a:pt x="621007" y="148045"/>
                </a:lnTo>
                <a:lnTo>
                  <a:pt x="624681" y="148056"/>
                </a:lnTo>
                <a:lnTo>
                  <a:pt x="628356" y="148066"/>
                </a:lnTo>
                <a:lnTo>
                  <a:pt x="632031" y="148074"/>
                </a:lnTo>
                <a:lnTo>
                  <a:pt x="635705" y="148079"/>
                </a:lnTo>
                <a:lnTo>
                  <a:pt x="639380" y="148082"/>
                </a:lnTo>
                <a:lnTo>
                  <a:pt x="643054" y="148081"/>
                </a:lnTo>
                <a:lnTo>
                  <a:pt x="646729" y="148076"/>
                </a:lnTo>
                <a:lnTo>
                  <a:pt x="650404" y="148064"/>
                </a:lnTo>
                <a:lnTo>
                  <a:pt x="654078" y="148047"/>
                </a:lnTo>
                <a:lnTo>
                  <a:pt x="657753" y="148023"/>
                </a:lnTo>
                <a:lnTo>
                  <a:pt x="661427" y="147993"/>
                </a:lnTo>
                <a:lnTo>
                  <a:pt x="665102" y="147955"/>
                </a:lnTo>
                <a:lnTo>
                  <a:pt x="668777" y="147911"/>
                </a:lnTo>
                <a:lnTo>
                  <a:pt x="672451" y="147859"/>
                </a:lnTo>
                <a:lnTo>
                  <a:pt x="676126" y="147799"/>
                </a:lnTo>
                <a:lnTo>
                  <a:pt x="679800" y="147731"/>
                </a:lnTo>
                <a:lnTo>
                  <a:pt x="683475" y="147656"/>
                </a:lnTo>
                <a:lnTo>
                  <a:pt x="687150" y="147573"/>
                </a:lnTo>
                <a:lnTo>
                  <a:pt x="690824" y="147484"/>
                </a:lnTo>
                <a:lnTo>
                  <a:pt x="694499" y="147389"/>
                </a:lnTo>
                <a:lnTo>
                  <a:pt x="698173" y="147287"/>
                </a:lnTo>
                <a:lnTo>
                  <a:pt x="701848" y="147179"/>
                </a:lnTo>
                <a:lnTo>
                  <a:pt x="705523" y="147066"/>
                </a:lnTo>
                <a:lnTo>
                  <a:pt x="709197" y="146949"/>
                </a:lnTo>
                <a:lnTo>
                  <a:pt x="712872" y="146827"/>
                </a:lnTo>
                <a:lnTo>
                  <a:pt x="716546" y="146703"/>
                </a:lnTo>
                <a:lnTo>
                  <a:pt x="720221" y="146575"/>
                </a:lnTo>
                <a:lnTo>
                  <a:pt x="723896" y="146446"/>
                </a:lnTo>
                <a:lnTo>
                  <a:pt x="727570" y="146314"/>
                </a:lnTo>
                <a:lnTo>
                  <a:pt x="731245" y="146181"/>
                </a:lnTo>
                <a:lnTo>
                  <a:pt x="734919" y="146047"/>
                </a:lnTo>
                <a:lnTo>
                  <a:pt x="738594" y="145913"/>
                </a:lnTo>
                <a:lnTo>
                  <a:pt x="742269" y="145779"/>
                </a:lnTo>
                <a:lnTo>
                  <a:pt x="745943" y="145644"/>
                </a:lnTo>
                <a:lnTo>
                  <a:pt x="749618" y="145509"/>
                </a:lnTo>
                <a:lnTo>
                  <a:pt x="753292" y="145374"/>
                </a:lnTo>
                <a:lnTo>
                  <a:pt x="756967" y="145238"/>
                </a:lnTo>
                <a:lnTo>
                  <a:pt x="760642" y="145100"/>
                </a:lnTo>
                <a:lnTo>
                  <a:pt x="764316" y="144960"/>
                </a:lnTo>
                <a:lnTo>
                  <a:pt x="767991" y="144817"/>
                </a:lnTo>
                <a:lnTo>
                  <a:pt x="771665" y="144669"/>
                </a:lnTo>
                <a:lnTo>
                  <a:pt x="775340" y="144516"/>
                </a:lnTo>
                <a:lnTo>
                  <a:pt x="779015" y="144356"/>
                </a:lnTo>
                <a:lnTo>
                  <a:pt x="782689" y="144185"/>
                </a:lnTo>
                <a:lnTo>
                  <a:pt x="786364" y="144001"/>
                </a:lnTo>
                <a:lnTo>
                  <a:pt x="790038" y="143803"/>
                </a:lnTo>
                <a:lnTo>
                  <a:pt x="793713" y="143588"/>
                </a:lnTo>
                <a:lnTo>
                  <a:pt x="797388" y="143355"/>
                </a:lnTo>
                <a:lnTo>
                  <a:pt x="801062" y="143101"/>
                </a:lnTo>
                <a:lnTo>
                  <a:pt x="804737" y="142823"/>
                </a:lnTo>
                <a:lnTo>
                  <a:pt x="808411" y="142518"/>
                </a:lnTo>
                <a:lnTo>
                  <a:pt x="812086" y="142182"/>
                </a:lnTo>
                <a:lnTo>
                  <a:pt x="815761" y="141817"/>
                </a:lnTo>
                <a:lnTo>
                  <a:pt x="819435" y="141421"/>
                </a:lnTo>
                <a:lnTo>
                  <a:pt x="823110" y="140995"/>
                </a:lnTo>
                <a:lnTo>
                  <a:pt x="826784" y="140537"/>
                </a:lnTo>
                <a:lnTo>
                  <a:pt x="830459" y="140049"/>
                </a:lnTo>
                <a:lnTo>
                  <a:pt x="834134" y="139530"/>
                </a:lnTo>
                <a:lnTo>
                  <a:pt x="837808" y="138978"/>
                </a:lnTo>
                <a:lnTo>
                  <a:pt x="841483" y="138401"/>
                </a:lnTo>
                <a:lnTo>
                  <a:pt x="845157" y="137800"/>
                </a:lnTo>
                <a:lnTo>
                  <a:pt x="848832" y="137177"/>
                </a:lnTo>
                <a:lnTo>
                  <a:pt x="852507" y="136536"/>
                </a:lnTo>
                <a:lnTo>
                  <a:pt x="856181" y="135879"/>
                </a:lnTo>
                <a:lnTo>
                  <a:pt x="859856" y="135209"/>
                </a:lnTo>
                <a:lnTo>
                  <a:pt x="863530" y="134526"/>
                </a:lnTo>
                <a:lnTo>
                  <a:pt x="867205" y="133837"/>
                </a:lnTo>
                <a:lnTo>
                  <a:pt x="870880" y="133142"/>
                </a:lnTo>
                <a:lnTo>
                  <a:pt x="874554" y="132443"/>
                </a:lnTo>
                <a:lnTo>
                  <a:pt x="878229" y="131742"/>
                </a:lnTo>
                <a:lnTo>
                  <a:pt x="881903" y="131038"/>
                </a:lnTo>
                <a:lnTo>
                  <a:pt x="885578" y="130332"/>
                </a:lnTo>
                <a:lnTo>
                  <a:pt x="889253" y="129624"/>
                </a:lnTo>
                <a:lnTo>
                  <a:pt x="892927" y="128911"/>
                </a:lnTo>
                <a:lnTo>
                  <a:pt x="896602" y="128193"/>
                </a:lnTo>
                <a:lnTo>
                  <a:pt x="900276" y="127467"/>
                </a:lnTo>
                <a:lnTo>
                  <a:pt x="903951" y="126732"/>
                </a:lnTo>
                <a:lnTo>
                  <a:pt x="907626" y="125983"/>
                </a:lnTo>
                <a:lnTo>
                  <a:pt x="911300" y="125218"/>
                </a:lnTo>
                <a:lnTo>
                  <a:pt x="914975" y="124431"/>
                </a:lnTo>
                <a:lnTo>
                  <a:pt x="918649" y="123620"/>
                </a:lnTo>
                <a:lnTo>
                  <a:pt x="922324" y="122781"/>
                </a:lnTo>
                <a:lnTo>
                  <a:pt x="925999" y="121911"/>
                </a:lnTo>
                <a:lnTo>
                  <a:pt x="929673" y="121009"/>
                </a:lnTo>
                <a:lnTo>
                  <a:pt x="933348" y="120072"/>
                </a:lnTo>
                <a:lnTo>
                  <a:pt x="937022" y="119096"/>
                </a:lnTo>
                <a:lnTo>
                  <a:pt x="940697" y="118078"/>
                </a:lnTo>
                <a:lnTo>
                  <a:pt x="944372" y="117015"/>
                </a:lnTo>
                <a:lnTo>
                  <a:pt x="948046" y="115913"/>
                </a:lnTo>
                <a:lnTo>
                  <a:pt x="951721" y="114770"/>
                </a:lnTo>
                <a:lnTo>
                  <a:pt x="955395" y="113590"/>
                </a:lnTo>
                <a:lnTo>
                  <a:pt x="959070" y="112373"/>
                </a:lnTo>
                <a:lnTo>
                  <a:pt x="962745" y="111123"/>
                </a:lnTo>
                <a:lnTo>
                  <a:pt x="966419" y="109839"/>
                </a:lnTo>
                <a:lnTo>
                  <a:pt x="970094" y="108526"/>
                </a:lnTo>
                <a:lnTo>
                  <a:pt x="973768" y="107191"/>
                </a:lnTo>
                <a:lnTo>
                  <a:pt x="977443" y="105838"/>
                </a:lnTo>
                <a:lnTo>
                  <a:pt x="981118" y="104469"/>
                </a:lnTo>
                <a:lnTo>
                  <a:pt x="984792" y="103090"/>
                </a:lnTo>
                <a:lnTo>
                  <a:pt x="988467" y="101702"/>
                </a:lnTo>
                <a:lnTo>
                  <a:pt x="992141" y="100310"/>
                </a:lnTo>
                <a:lnTo>
                  <a:pt x="995816" y="98916"/>
                </a:lnTo>
                <a:lnTo>
                  <a:pt x="999491" y="97523"/>
                </a:lnTo>
                <a:lnTo>
                  <a:pt x="1003165" y="96131"/>
                </a:lnTo>
                <a:lnTo>
                  <a:pt x="1006840" y="94743"/>
                </a:lnTo>
                <a:lnTo>
                  <a:pt x="1010514" y="93358"/>
                </a:lnTo>
                <a:lnTo>
                  <a:pt x="1014189" y="91978"/>
                </a:lnTo>
                <a:lnTo>
                  <a:pt x="1017864" y="90603"/>
                </a:lnTo>
                <a:lnTo>
                  <a:pt x="1021538" y="89233"/>
                </a:lnTo>
                <a:lnTo>
                  <a:pt x="1025213" y="87868"/>
                </a:lnTo>
                <a:lnTo>
                  <a:pt x="1028887" y="86508"/>
                </a:lnTo>
                <a:lnTo>
                  <a:pt x="1032562" y="85154"/>
                </a:lnTo>
                <a:lnTo>
                  <a:pt x="1036237" y="83805"/>
                </a:lnTo>
                <a:lnTo>
                  <a:pt x="1039911" y="82462"/>
                </a:lnTo>
                <a:lnTo>
                  <a:pt x="1043586" y="81125"/>
                </a:lnTo>
                <a:lnTo>
                  <a:pt x="1047260" y="79797"/>
                </a:lnTo>
                <a:lnTo>
                  <a:pt x="1050935" y="78476"/>
                </a:lnTo>
                <a:lnTo>
                  <a:pt x="1054610" y="77162"/>
                </a:lnTo>
                <a:lnTo>
                  <a:pt x="1058284" y="75856"/>
                </a:lnTo>
                <a:lnTo>
                  <a:pt x="1061959" y="74557"/>
                </a:lnTo>
                <a:lnTo>
                  <a:pt x="1065633" y="73265"/>
                </a:lnTo>
                <a:lnTo>
                  <a:pt x="1069308" y="71977"/>
                </a:lnTo>
                <a:lnTo>
                  <a:pt x="1072983" y="70693"/>
                </a:lnTo>
                <a:lnTo>
                  <a:pt x="1076657" y="69409"/>
                </a:lnTo>
                <a:lnTo>
                  <a:pt x="1080332" y="68123"/>
                </a:lnTo>
                <a:lnTo>
                  <a:pt x="1084006" y="66832"/>
                </a:lnTo>
                <a:lnTo>
                  <a:pt x="1087681" y="65534"/>
                </a:lnTo>
                <a:lnTo>
                  <a:pt x="1091356" y="64224"/>
                </a:lnTo>
                <a:lnTo>
                  <a:pt x="1095030" y="62901"/>
                </a:lnTo>
                <a:lnTo>
                  <a:pt x="1098705" y="61560"/>
                </a:lnTo>
                <a:lnTo>
                  <a:pt x="1102379" y="60198"/>
                </a:lnTo>
                <a:lnTo>
                  <a:pt x="1106054" y="58814"/>
                </a:lnTo>
                <a:lnTo>
                  <a:pt x="1109729" y="57408"/>
                </a:lnTo>
                <a:lnTo>
                  <a:pt x="1113403" y="55980"/>
                </a:lnTo>
                <a:lnTo>
                  <a:pt x="1117078" y="54530"/>
                </a:lnTo>
                <a:lnTo>
                  <a:pt x="1120752" y="53060"/>
                </a:lnTo>
                <a:lnTo>
                  <a:pt x="1124427" y="51569"/>
                </a:lnTo>
                <a:lnTo>
                  <a:pt x="1128102" y="50060"/>
                </a:lnTo>
                <a:lnTo>
                  <a:pt x="1131776" y="48539"/>
                </a:lnTo>
                <a:lnTo>
                  <a:pt x="1135451" y="47008"/>
                </a:lnTo>
                <a:lnTo>
                  <a:pt x="1139125" y="45473"/>
                </a:lnTo>
                <a:lnTo>
                  <a:pt x="1142800" y="43936"/>
                </a:lnTo>
                <a:lnTo>
                  <a:pt x="1146475" y="42403"/>
                </a:lnTo>
                <a:lnTo>
                  <a:pt x="1150149" y="40876"/>
                </a:lnTo>
                <a:lnTo>
                  <a:pt x="1153824" y="39363"/>
                </a:lnTo>
                <a:lnTo>
                  <a:pt x="1157498" y="37867"/>
                </a:lnTo>
                <a:lnTo>
                  <a:pt x="1161173" y="36389"/>
                </a:lnTo>
                <a:lnTo>
                  <a:pt x="1164848" y="34934"/>
                </a:lnTo>
                <a:lnTo>
                  <a:pt x="1168522" y="33504"/>
                </a:lnTo>
                <a:lnTo>
                  <a:pt x="1172197" y="32100"/>
                </a:lnTo>
                <a:lnTo>
                  <a:pt x="1175871" y="30724"/>
                </a:lnTo>
                <a:lnTo>
                  <a:pt x="1179546" y="29382"/>
                </a:lnTo>
                <a:lnTo>
                  <a:pt x="1183221" y="28071"/>
                </a:lnTo>
                <a:lnTo>
                  <a:pt x="1186895" y="26789"/>
                </a:lnTo>
                <a:lnTo>
                  <a:pt x="1190570" y="25537"/>
                </a:lnTo>
                <a:lnTo>
                  <a:pt x="1194244" y="24313"/>
                </a:lnTo>
                <a:lnTo>
                  <a:pt x="1197919" y="23116"/>
                </a:lnTo>
                <a:lnTo>
                  <a:pt x="1201594" y="21946"/>
                </a:lnTo>
                <a:lnTo>
                  <a:pt x="1205268" y="20803"/>
                </a:lnTo>
                <a:lnTo>
                  <a:pt x="1208943" y="19683"/>
                </a:lnTo>
                <a:lnTo>
                  <a:pt x="1212617" y="18585"/>
                </a:lnTo>
                <a:lnTo>
                  <a:pt x="1216292" y="17505"/>
                </a:lnTo>
                <a:lnTo>
                  <a:pt x="1219967" y="16444"/>
                </a:lnTo>
                <a:lnTo>
                  <a:pt x="1223641" y="15400"/>
                </a:lnTo>
                <a:lnTo>
                  <a:pt x="1227316" y="14372"/>
                </a:lnTo>
                <a:lnTo>
                  <a:pt x="1230990" y="13361"/>
                </a:lnTo>
                <a:lnTo>
                  <a:pt x="1234665" y="12368"/>
                </a:lnTo>
                <a:lnTo>
                  <a:pt x="1238340" y="11393"/>
                </a:lnTo>
                <a:lnTo>
                  <a:pt x="1242014" y="10436"/>
                </a:lnTo>
                <a:lnTo>
                  <a:pt x="1245689" y="9499"/>
                </a:lnTo>
                <a:lnTo>
                  <a:pt x="1249363" y="8584"/>
                </a:lnTo>
                <a:lnTo>
                  <a:pt x="1253038" y="7694"/>
                </a:lnTo>
                <a:lnTo>
                  <a:pt x="1256713" y="6832"/>
                </a:lnTo>
                <a:lnTo>
                  <a:pt x="1260387" y="6008"/>
                </a:lnTo>
                <a:lnTo>
                  <a:pt x="1264062" y="5219"/>
                </a:lnTo>
                <a:lnTo>
                  <a:pt x="1267736" y="4470"/>
                </a:lnTo>
                <a:lnTo>
                  <a:pt x="1271411" y="3765"/>
                </a:lnTo>
                <a:lnTo>
                  <a:pt x="1275086" y="3108"/>
                </a:lnTo>
                <a:lnTo>
                  <a:pt x="1278760" y="2501"/>
                </a:lnTo>
                <a:lnTo>
                  <a:pt x="1282435" y="1951"/>
                </a:lnTo>
                <a:lnTo>
                  <a:pt x="1286109" y="1472"/>
                </a:lnTo>
                <a:lnTo>
                  <a:pt x="1289784" y="1055"/>
                </a:lnTo>
                <a:lnTo>
                  <a:pt x="1293459" y="706"/>
                </a:lnTo>
                <a:lnTo>
                  <a:pt x="1297133" y="424"/>
                </a:lnTo>
                <a:lnTo>
                  <a:pt x="1300808" y="212"/>
                </a:lnTo>
                <a:lnTo>
                  <a:pt x="1304482" y="70"/>
                </a:lnTo>
                <a:lnTo>
                  <a:pt x="1308157" y="0"/>
                </a:lnTo>
                <a:lnTo>
                  <a:pt x="1311832" y="9"/>
                </a:lnTo>
                <a:lnTo>
                  <a:pt x="1315506" y="87"/>
                </a:lnTo>
                <a:lnTo>
                  <a:pt x="1319181" y="228"/>
                </a:lnTo>
                <a:lnTo>
                  <a:pt x="1322855" y="428"/>
                </a:lnTo>
                <a:lnTo>
                  <a:pt x="1326530" y="683"/>
                </a:lnTo>
                <a:lnTo>
                  <a:pt x="1330205" y="985"/>
                </a:lnTo>
                <a:lnTo>
                  <a:pt x="1333879" y="1331"/>
                </a:lnTo>
                <a:lnTo>
                  <a:pt x="1337554" y="1716"/>
                </a:lnTo>
                <a:lnTo>
                  <a:pt x="1341228" y="2129"/>
                </a:lnTo>
                <a:lnTo>
                  <a:pt x="1344903" y="2564"/>
                </a:lnTo>
                <a:lnTo>
                  <a:pt x="1348577" y="3013"/>
                </a:lnTo>
                <a:lnTo>
                  <a:pt x="1352252" y="3471"/>
                </a:lnTo>
                <a:lnTo>
                  <a:pt x="1355927" y="3934"/>
                </a:lnTo>
                <a:lnTo>
                  <a:pt x="1359601" y="4398"/>
                </a:lnTo>
                <a:lnTo>
                  <a:pt x="1363276" y="4860"/>
                </a:lnTo>
                <a:lnTo>
                  <a:pt x="1366950" y="5319"/>
                </a:lnTo>
                <a:lnTo>
                  <a:pt x="1370625" y="5773"/>
                </a:lnTo>
                <a:lnTo>
                  <a:pt x="1374300" y="6224"/>
                </a:lnTo>
                <a:lnTo>
                  <a:pt x="1377974" y="6674"/>
                </a:lnTo>
                <a:lnTo>
                  <a:pt x="1381649" y="7124"/>
                </a:lnTo>
                <a:lnTo>
                  <a:pt x="1385323" y="7578"/>
                </a:lnTo>
                <a:lnTo>
                  <a:pt x="1388998" y="8038"/>
                </a:lnTo>
                <a:lnTo>
                  <a:pt x="1392673" y="8510"/>
                </a:lnTo>
                <a:lnTo>
                  <a:pt x="1396347" y="8996"/>
                </a:lnTo>
                <a:lnTo>
                  <a:pt x="1400022" y="9500"/>
                </a:lnTo>
                <a:lnTo>
                  <a:pt x="1403696" y="10026"/>
                </a:lnTo>
                <a:lnTo>
                  <a:pt x="1407371" y="10576"/>
                </a:lnTo>
                <a:lnTo>
                  <a:pt x="1411046" y="11153"/>
                </a:lnTo>
                <a:lnTo>
                  <a:pt x="1414720" y="11760"/>
                </a:lnTo>
                <a:lnTo>
                  <a:pt x="1418395" y="12406"/>
                </a:lnTo>
                <a:lnTo>
                  <a:pt x="1422069" y="13087"/>
                </a:lnTo>
                <a:lnTo>
                  <a:pt x="1425744" y="13805"/>
                </a:lnTo>
                <a:lnTo>
                  <a:pt x="1429419" y="14562"/>
                </a:lnTo>
                <a:lnTo>
                  <a:pt x="1433093" y="15357"/>
                </a:lnTo>
                <a:lnTo>
                  <a:pt x="1436768" y="16192"/>
                </a:lnTo>
                <a:lnTo>
                  <a:pt x="1440442" y="17067"/>
                </a:lnTo>
                <a:lnTo>
                  <a:pt x="1444117" y="17987"/>
                </a:lnTo>
                <a:lnTo>
                  <a:pt x="1447792" y="18944"/>
                </a:lnTo>
                <a:lnTo>
                  <a:pt x="1451466" y="19936"/>
                </a:lnTo>
                <a:lnTo>
                  <a:pt x="1455141" y="20960"/>
                </a:lnTo>
                <a:lnTo>
                  <a:pt x="1458815" y="22010"/>
                </a:lnTo>
                <a:lnTo>
                  <a:pt x="1462490" y="23083"/>
                </a:lnTo>
                <a:lnTo>
                  <a:pt x="1466165" y="24174"/>
                </a:lnTo>
                <a:lnTo>
                  <a:pt x="1469839" y="25277"/>
                </a:lnTo>
                <a:lnTo>
                  <a:pt x="1473514" y="26384"/>
                </a:lnTo>
                <a:lnTo>
                  <a:pt x="1477188" y="27488"/>
                </a:lnTo>
                <a:lnTo>
                  <a:pt x="1480863" y="28583"/>
                </a:lnTo>
                <a:lnTo>
                  <a:pt x="1484538" y="29663"/>
                </a:lnTo>
                <a:lnTo>
                  <a:pt x="1488212" y="30723"/>
                </a:lnTo>
                <a:lnTo>
                  <a:pt x="1491887" y="31760"/>
                </a:lnTo>
                <a:lnTo>
                  <a:pt x="1495561" y="32767"/>
                </a:lnTo>
                <a:lnTo>
                  <a:pt x="1499236" y="33741"/>
                </a:lnTo>
                <a:lnTo>
                  <a:pt x="1502911" y="34683"/>
                </a:lnTo>
                <a:lnTo>
                  <a:pt x="1506585" y="35596"/>
                </a:lnTo>
                <a:lnTo>
                  <a:pt x="1510260" y="36480"/>
                </a:lnTo>
                <a:lnTo>
                  <a:pt x="1513934" y="37337"/>
                </a:lnTo>
                <a:lnTo>
                  <a:pt x="1517609" y="38171"/>
                </a:lnTo>
                <a:lnTo>
                  <a:pt x="1521284" y="38985"/>
                </a:lnTo>
                <a:lnTo>
                  <a:pt x="1524958" y="39782"/>
                </a:lnTo>
                <a:lnTo>
                  <a:pt x="1528633" y="40572"/>
                </a:lnTo>
                <a:lnTo>
                  <a:pt x="1532307" y="41358"/>
                </a:lnTo>
                <a:lnTo>
                  <a:pt x="1535982" y="42144"/>
                </a:lnTo>
                <a:lnTo>
                  <a:pt x="1539657" y="42936"/>
                </a:lnTo>
                <a:lnTo>
                  <a:pt x="1543331" y="43736"/>
                </a:lnTo>
                <a:lnTo>
                  <a:pt x="1547006" y="44548"/>
                </a:lnTo>
                <a:lnTo>
                  <a:pt x="1550680" y="45378"/>
                </a:lnTo>
                <a:lnTo>
                  <a:pt x="1554355" y="46226"/>
                </a:lnTo>
                <a:lnTo>
                  <a:pt x="1558030" y="47091"/>
                </a:lnTo>
                <a:lnTo>
                  <a:pt x="1561704" y="47975"/>
                </a:lnTo>
                <a:lnTo>
                  <a:pt x="1565379" y="48877"/>
                </a:lnTo>
                <a:lnTo>
                  <a:pt x="1569053" y="49797"/>
                </a:lnTo>
                <a:lnTo>
                  <a:pt x="1572728" y="50733"/>
                </a:lnTo>
                <a:lnTo>
                  <a:pt x="1576403" y="51686"/>
                </a:lnTo>
                <a:lnTo>
                  <a:pt x="1580077" y="52652"/>
                </a:lnTo>
                <a:lnTo>
                  <a:pt x="1583752" y="53628"/>
                </a:lnTo>
                <a:lnTo>
                  <a:pt x="1587426" y="54613"/>
                </a:lnTo>
                <a:lnTo>
                  <a:pt x="1591101" y="55605"/>
                </a:lnTo>
                <a:lnTo>
                  <a:pt x="1594776" y="56603"/>
                </a:lnTo>
                <a:lnTo>
                  <a:pt x="1598450" y="57605"/>
                </a:lnTo>
                <a:lnTo>
                  <a:pt x="1602125" y="58611"/>
                </a:lnTo>
                <a:lnTo>
                  <a:pt x="1605799" y="59620"/>
                </a:lnTo>
                <a:lnTo>
                  <a:pt x="1609474" y="60632"/>
                </a:lnTo>
                <a:lnTo>
                  <a:pt x="1613149" y="61649"/>
                </a:lnTo>
                <a:lnTo>
                  <a:pt x="1616823" y="62670"/>
                </a:lnTo>
                <a:lnTo>
                  <a:pt x="1620498" y="63699"/>
                </a:lnTo>
                <a:lnTo>
                  <a:pt x="1624172" y="64736"/>
                </a:lnTo>
                <a:lnTo>
                  <a:pt x="1627847" y="65785"/>
                </a:lnTo>
                <a:lnTo>
                  <a:pt x="1631522" y="66848"/>
                </a:lnTo>
                <a:lnTo>
                  <a:pt x="1635196" y="67926"/>
                </a:lnTo>
                <a:lnTo>
                  <a:pt x="1638871" y="69020"/>
                </a:lnTo>
                <a:lnTo>
                  <a:pt x="1642545" y="70131"/>
                </a:lnTo>
                <a:lnTo>
                  <a:pt x="1646220" y="71260"/>
                </a:lnTo>
                <a:lnTo>
                  <a:pt x="1649895" y="72405"/>
                </a:lnTo>
                <a:lnTo>
                  <a:pt x="1653569" y="73568"/>
                </a:lnTo>
                <a:lnTo>
                  <a:pt x="1657244" y="74747"/>
                </a:lnTo>
                <a:lnTo>
                  <a:pt x="1660918" y="75935"/>
                </a:lnTo>
                <a:lnTo>
                  <a:pt x="1664593" y="77131"/>
                </a:lnTo>
                <a:lnTo>
                  <a:pt x="1668268" y="78329"/>
                </a:lnTo>
                <a:lnTo>
                  <a:pt x="1671942" y="79525"/>
                </a:lnTo>
                <a:lnTo>
                  <a:pt x="1675617" y="80715"/>
                </a:lnTo>
                <a:lnTo>
                  <a:pt x="1679291" y="81892"/>
                </a:lnTo>
                <a:lnTo>
                  <a:pt x="1682966" y="83050"/>
                </a:lnTo>
                <a:lnTo>
                  <a:pt x="1686641" y="84184"/>
                </a:lnTo>
                <a:lnTo>
                  <a:pt x="1690315" y="85291"/>
                </a:lnTo>
                <a:lnTo>
                  <a:pt x="1693990" y="86369"/>
                </a:lnTo>
                <a:lnTo>
                  <a:pt x="1697664" y="87414"/>
                </a:lnTo>
                <a:lnTo>
                  <a:pt x="1701339" y="88425"/>
                </a:lnTo>
                <a:lnTo>
                  <a:pt x="1705014" y="89401"/>
                </a:lnTo>
                <a:lnTo>
                  <a:pt x="1708688" y="90334"/>
                </a:lnTo>
                <a:lnTo>
                  <a:pt x="1712363" y="91233"/>
                </a:lnTo>
                <a:lnTo>
                  <a:pt x="1716037" y="92100"/>
                </a:lnTo>
                <a:lnTo>
                  <a:pt x="1719712" y="92937"/>
                </a:lnTo>
                <a:lnTo>
                  <a:pt x="1723387" y="93747"/>
                </a:lnTo>
                <a:lnTo>
                  <a:pt x="1727061" y="94533"/>
                </a:lnTo>
                <a:lnTo>
                  <a:pt x="1730736" y="95298"/>
                </a:lnTo>
                <a:lnTo>
                  <a:pt x="1734410" y="96044"/>
                </a:lnTo>
                <a:lnTo>
                  <a:pt x="1738085" y="96779"/>
                </a:lnTo>
                <a:lnTo>
                  <a:pt x="1741760" y="97506"/>
                </a:lnTo>
                <a:lnTo>
                  <a:pt x="1745434" y="98228"/>
                </a:lnTo>
                <a:lnTo>
                  <a:pt x="1749109" y="98950"/>
                </a:lnTo>
                <a:lnTo>
                  <a:pt x="1752783" y="99672"/>
                </a:lnTo>
                <a:lnTo>
                  <a:pt x="1756458" y="100399"/>
                </a:lnTo>
                <a:lnTo>
                  <a:pt x="1760133" y="101132"/>
                </a:lnTo>
                <a:lnTo>
                  <a:pt x="1763807" y="101873"/>
                </a:lnTo>
                <a:lnTo>
                  <a:pt x="1767482" y="102623"/>
                </a:lnTo>
                <a:lnTo>
                  <a:pt x="1771156" y="103382"/>
                </a:lnTo>
                <a:lnTo>
                  <a:pt x="1774831" y="104149"/>
                </a:lnTo>
                <a:lnTo>
                  <a:pt x="1778506" y="104925"/>
                </a:lnTo>
                <a:lnTo>
                  <a:pt x="1782180" y="105708"/>
                </a:lnTo>
                <a:lnTo>
                  <a:pt x="1785855" y="106498"/>
                </a:lnTo>
                <a:lnTo>
                  <a:pt x="1789529" y="107293"/>
                </a:lnTo>
                <a:lnTo>
                  <a:pt x="1793204" y="108092"/>
                </a:lnTo>
                <a:lnTo>
                  <a:pt x="1796879" y="108895"/>
                </a:lnTo>
                <a:lnTo>
                  <a:pt x="1800553" y="109700"/>
                </a:lnTo>
                <a:lnTo>
                  <a:pt x="1804228" y="110508"/>
                </a:lnTo>
                <a:lnTo>
                  <a:pt x="1807902" y="111319"/>
                </a:lnTo>
                <a:lnTo>
                  <a:pt x="1811577" y="112134"/>
                </a:lnTo>
                <a:lnTo>
                  <a:pt x="1815252" y="112957"/>
                </a:lnTo>
                <a:lnTo>
                  <a:pt x="1818926" y="113788"/>
                </a:lnTo>
                <a:lnTo>
                  <a:pt x="1822601" y="114632"/>
                </a:lnTo>
                <a:lnTo>
                  <a:pt x="1826275" y="115492"/>
                </a:lnTo>
                <a:lnTo>
                  <a:pt x="1829950" y="116371"/>
                </a:lnTo>
                <a:lnTo>
                  <a:pt x="1833625" y="117274"/>
                </a:lnTo>
                <a:lnTo>
                  <a:pt x="1837299" y="118206"/>
                </a:lnTo>
                <a:lnTo>
                  <a:pt x="1840974" y="119176"/>
                </a:lnTo>
                <a:lnTo>
                  <a:pt x="1844648" y="120183"/>
                </a:lnTo>
                <a:lnTo>
                  <a:pt x="1848323" y="121228"/>
                </a:lnTo>
                <a:lnTo>
                  <a:pt x="1851998" y="122313"/>
                </a:lnTo>
                <a:lnTo>
                  <a:pt x="1855672" y="123439"/>
                </a:lnTo>
                <a:lnTo>
                  <a:pt x="1859347" y="124603"/>
                </a:lnTo>
                <a:lnTo>
                  <a:pt x="1863021" y="125804"/>
                </a:lnTo>
                <a:lnTo>
                  <a:pt x="1866696" y="127043"/>
                </a:lnTo>
                <a:lnTo>
                  <a:pt x="1870371" y="128308"/>
                </a:lnTo>
                <a:lnTo>
                  <a:pt x="1874045" y="129590"/>
                </a:lnTo>
                <a:lnTo>
                  <a:pt x="1877720" y="130883"/>
                </a:lnTo>
                <a:lnTo>
                  <a:pt x="1877720" y="148405"/>
                </a:lnTo>
                <a:lnTo>
                  <a:pt x="1874045" y="148405"/>
                </a:lnTo>
                <a:lnTo>
                  <a:pt x="1870371" y="148405"/>
                </a:lnTo>
                <a:lnTo>
                  <a:pt x="1866696" y="148405"/>
                </a:lnTo>
                <a:lnTo>
                  <a:pt x="1863021" y="148405"/>
                </a:lnTo>
                <a:lnTo>
                  <a:pt x="1859347" y="148405"/>
                </a:lnTo>
                <a:lnTo>
                  <a:pt x="1855672" y="148405"/>
                </a:lnTo>
                <a:lnTo>
                  <a:pt x="1851998" y="148405"/>
                </a:lnTo>
                <a:lnTo>
                  <a:pt x="1848323" y="148405"/>
                </a:lnTo>
                <a:lnTo>
                  <a:pt x="1844648" y="148405"/>
                </a:lnTo>
                <a:lnTo>
                  <a:pt x="1840974" y="148405"/>
                </a:lnTo>
                <a:lnTo>
                  <a:pt x="1837299" y="148405"/>
                </a:lnTo>
                <a:lnTo>
                  <a:pt x="1833625" y="148405"/>
                </a:lnTo>
                <a:lnTo>
                  <a:pt x="1829950" y="148405"/>
                </a:lnTo>
                <a:lnTo>
                  <a:pt x="1826275" y="148405"/>
                </a:lnTo>
                <a:lnTo>
                  <a:pt x="1822601" y="148405"/>
                </a:lnTo>
                <a:lnTo>
                  <a:pt x="1818926" y="148405"/>
                </a:lnTo>
                <a:lnTo>
                  <a:pt x="1815252" y="148405"/>
                </a:lnTo>
                <a:lnTo>
                  <a:pt x="1811577" y="148405"/>
                </a:lnTo>
                <a:lnTo>
                  <a:pt x="1807902" y="148405"/>
                </a:lnTo>
                <a:lnTo>
                  <a:pt x="1804228" y="148405"/>
                </a:lnTo>
                <a:lnTo>
                  <a:pt x="1800553" y="148405"/>
                </a:lnTo>
                <a:lnTo>
                  <a:pt x="1796879" y="148405"/>
                </a:lnTo>
                <a:lnTo>
                  <a:pt x="1793204" y="148405"/>
                </a:lnTo>
                <a:lnTo>
                  <a:pt x="1789529" y="148405"/>
                </a:lnTo>
                <a:lnTo>
                  <a:pt x="1785855" y="148405"/>
                </a:lnTo>
                <a:lnTo>
                  <a:pt x="1782180" y="148405"/>
                </a:lnTo>
                <a:lnTo>
                  <a:pt x="1778506" y="148405"/>
                </a:lnTo>
                <a:lnTo>
                  <a:pt x="1774831" y="148405"/>
                </a:lnTo>
                <a:lnTo>
                  <a:pt x="1771156" y="148405"/>
                </a:lnTo>
                <a:lnTo>
                  <a:pt x="1767482" y="148405"/>
                </a:lnTo>
                <a:lnTo>
                  <a:pt x="1763807" y="148405"/>
                </a:lnTo>
                <a:lnTo>
                  <a:pt x="1760133" y="148405"/>
                </a:lnTo>
                <a:lnTo>
                  <a:pt x="1756458" y="148405"/>
                </a:lnTo>
                <a:lnTo>
                  <a:pt x="1752783" y="148405"/>
                </a:lnTo>
                <a:lnTo>
                  <a:pt x="1749109" y="148405"/>
                </a:lnTo>
                <a:lnTo>
                  <a:pt x="1745434" y="148405"/>
                </a:lnTo>
                <a:lnTo>
                  <a:pt x="1741760" y="148405"/>
                </a:lnTo>
                <a:lnTo>
                  <a:pt x="1738085" y="148405"/>
                </a:lnTo>
                <a:lnTo>
                  <a:pt x="1734410" y="148405"/>
                </a:lnTo>
                <a:lnTo>
                  <a:pt x="1730736" y="148405"/>
                </a:lnTo>
                <a:lnTo>
                  <a:pt x="1727061" y="148405"/>
                </a:lnTo>
                <a:lnTo>
                  <a:pt x="1723387" y="148405"/>
                </a:lnTo>
                <a:lnTo>
                  <a:pt x="1719712" y="148405"/>
                </a:lnTo>
                <a:lnTo>
                  <a:pt x="1716037" y="148405"/>
                </a:lnTo>
                <a:lnTo>
                  <a:pt x="1712363" y="148405"/>
                </a:lnTo>
                <a:lnTo>
                  <a:pt x="1708688" y="148405"/>
                </a:lnTo>
                <a:lnTo>
                  <a:pt x="1705014" y="148405"/>
                </a:lnTo>
                <a:lnTo>
                  <a:pt x="1701339" y="148405"/>
                </a:lnTo>
                <a:lnTo>
                  <a:pt x="1697664" y="148405"/>
                </a:lnTo>
                <a:lnTo>
                  <a:pt x="1693990" y="148405"/>
                </a:lnTo>
                <a:lnTo>
                  <a:pt x="1690315" y="148405"/>
                </a:lnTo>
                <a:lnTo>
                  <a:pt x="1686641" y="148405"/>
                </a:lnTo>
                <a:lnTo>
                  <a:pt x="1682966" y="148405"/>
                </a:lnTo>
                <a:lnTo>
                  <a:pt x="1679291" y="148405"/>
                </a:lnTo>
                <a:lnTo>
                  <a:pt x="1675617" y="148405"/>
                </a:lnTo>
                <a:lnTo>
                  <a:pt x="1671942" y="148405"/>
                </a:lnTo>
                <a:lnTo>
                  <a:pt x="1668268" y="148405"/>
                </a:lnTo>
                <a:lnTo>
                  <a:pt x="1664593" y="148405"/>
                </a:lnTo>
                <a:lnTo>
                  <a:pt x="1660918" y="148405"/>
                </a:lnTo>
                <a:lnTo>
                  <a:pt x="1657244" y="148405"/>
                </a:lnTo>
                <a:lnTo>
                  <a:pt x="1653569" y="148405"/>
                </a:lnTo>
                <a:lnTo>
                  <a:pt x="1649895" y="148405"/>
                </a:lnTo>
                <a:lnTo>
                  <a:pt x="1646220" y="148405"/>
                </a:lnTo>
                <a:lnTo>
                  <a:pt x="1642545" y="148405"/>
                </a:lnTo>
                <a:lnTo>
                  <a:pt x="1638871" y="148405"/>
                </a:lnTo>
                <a:lnTo>
                  <a:pt x="1635196" y="148405"/>
                </a:lnTo>
                <a:lnTo>
                  <a:pt x="1631522" y="148405"/>
                </a:lnTo>
                <a:lnTo>
                  <a:pt x="1627847" y="148405"/>
                </a:lnTo>
                <a:lnTo>
                  <a:pt x="1624172" y="148405"/>
                </a:lnTo>
                <a:lnTo>
                  <a:pt x="1620498" y="148405"/>
                </a:lnTo>
                <a:lnTo>
                  <a:pt x="1616823" y="148405"/>
                </a:lnTo>
                <a:lnTo>
                  <a:pt x="1613149" y="148405"/>
                </a:lnTo>
                <a:lnTo>
                  <a:pt x="1609474" y="148405"/>
                </a:lnTo>
                <a:lnTo>
                  <a:pt x="1605799" y="148405"/>
                </a:lnTo>
                <a:lnTo>
                  <a:pt x="1602125" y="148405"/>
                </a:lnTo>
                <a:lnTo>
                  <a:pt x="1598450" y="148405"/>
                </a:lnTo>
                <a:lnTo>
                  <a:pt x="1594776" y="148405"/>
                </a:lnTo>
                <a:lnTo>
                  <a:pt x="1591101" y="148405"/>
                </a:lnTo>
                <a:lnTo>
                  <a:pt x="1587426" y="148405"/>
                </a:lnTo>
                <a:lnTo>
                  <a:pt x="1583752" y="148405"/>
                </a:lnTo>
                <a:lnTo>
                  <a:pt x="1580077" y="148405"/>
                </a:lnTo>
                <a:lnTo>
                  <a:pt x="1576403" y="148405"/>
                </a:lnTo>
                <a:lnTo>
                  <a:pt x="1572728" y="148405"/>
                </a:lnTo>
                <a:lnTo>
                  <a:pt x="1569053" y="148405"/>
                </a:lnTo>
                <a:lnTo>
                  <a:pt x="1565379" y="148405"/>
                </a:lnTo>
                <a:lnTo>
                  <a:pt x="1561704" y="148405"/>
                </a:lnTo>
                <a:lnTo>
                  <a:pt x="1558030" y="148405"/>
                </a:lnTo>
                <a:lnTo>
                  <a:pt x="1554355" y="148405"/>
                </a:lnTo>
                <a:lnTo>
                  <a:pt x="1550680" y="148405"/>
                </a:lnTo>
                <a:lnTo>
                  <a:pt x="1547006" y="148405"/>
                </a:lnTo>
                <a:lnTo>
                  <a:pt x="1543331" y="148405"/>
                </a:lnTo>
                <a:lnTo>
                  <a:pt x="1539657" y="148405"/>
                </a:lnTo>
                <a:lnTo>
                  <a:pt x="1535982" y="148405"/>
                </a:lnTo>
                <a:lnTo>
                  <a:pt x="1532307" y="148405"/>
                </a:lnTo>
                <a:lnTo>
                  <a:pt x="1528633" y="148405"/>
                </a:lnTo>
                <a:lnTo>
                  <a:pt x="1524958" y="148405"/>
                </a:lnTo>
                <a:lnTo>
                  <a:pt x="1521284" y="148405"/>
                </a:lnTo>
                <a:lnTo>
                  <a:pt x="1517609" y="148405"/>
                </a:lnTo>
                <a:lnTo>
                  <a:pt x="1513934" y="148405"/>
                </a:lnTo>
                <a:lnTo>
                  <a:pt x="1510260" y="148405"/>
                </a:lnTo>
                <a:lnTo>
                  <a:pt x="1506585" y="148405"/>
                </a:lnTo>
                <a:lnTo>
                  <a:pt x="1502911" y="148405"/>
                </a:lnTo>
                <a:lnTo>
                  <a:pt x="1499236" y="148405"/>
                </a:lnTo>
                <a:lnTo>
                  <a:pt x="1495561" y="148405"/>
                </a:lnTo>
                <a:lnTo>
                  <a:pt x="1491887" y="148405"/>
                </a:lnTo>
                <a:lnTo>
                  <a:pt x="1488212" y="148405"/>
                </a:lnTo>
                <a:lnTo>
                  <a:pt x="1484538" y="148405"/>
                </a:lnTo>
                <a:lnTo>
                  <a:pt x="1480863" y="148405"/>
                </a:lnTo>
                <a:lnTo>
                  <a:pt x="1477188" y="148405"/>
                </a:lnTo>
                <a:lnTo>
                  <a:pt x="1473514" y="148405"/>
                </a:lnTo>
                <a:lnTo>
                  <a:pt x="1469839" y="148405"/>
                </a:lnTo>
                <a:lnTo>
                  <a:pt x="1466165" y="148405"/>
                </a:lnTo>
                <a:lnTo>
                  <a:pt x="1462490" y="148405"/>
                </a:lnTo>
                <a:lnTo>
                  <a:pt x="1458815" y="148405"/>
                </a:lnTo>
                <a:lnTo>
                  <a:pt x="1455141" y="148405"/>
                </a:lnTo>
                <a:lnTo>
                  <a:pt x="1451466" y="148405"/>
                </a:lnTo>
                <a:lnTo>
                  <a:pt x="1447792" y="148405"/>
                </a:lnTo>
                <a:lnTo>
                  <a:pt x="1444117" y="148405"/>
                </a:lnTo>
                <a:lnTo>
                  <a:pt x="1440442" y="148405"/>
                </a:lnTo>
                <a:lnTo>
                  <a:pt x="1436768" y="148405"/>
                </a:lnTo>
                <a:lnTo>
                  <a:pt x="1433093" y="148405"/>
                </a:lnTo>
                <a:lnTo>
                  <a:pt x="1429419" y="148405"/>
                </a:lnTo>
                <a:lnTo>
                  <a:pt x="1425744" y="148405"/>
                </a:lnTo>
                <a:lnTo>
                  <a:pt x="1422069" y="148405"/>
                </a:lnTo>
                <a:lnTo>
                  <a:pt x="1418395" y="148405"/>
                </a:lnTo>
                <a:lnTo>
                  <a:pt x="1414720" y="148405"/>
                </a:lnTo>
                <a:lnTo>
                  <a:pt x="1411046" y="148405"/>
                </a:lnTo>
                <a:lnTo>
                  <a:pt x="1407371" y="148405"/>
                </a:lnTo>
                <a:lnTo>
                  <a:pt x="1403696" y="148405"/>
                </a:lnTo>
                <a:lnTo>
                  <a:pt x="1400022" y="148405"/>
                </a:lnTo>
                <a:lnTo>
                  <a:pt x="1396347" y="148405"/>
                </a:lnTo>
                <a:lnTo>
                  <a:pt x="1392673" y="148405"/>
                </a:lnTo>
                <a:lnTo>
                  <a:pt x="1388998" y="148405"/>
                </a:lnTo>
                <a:lnTo>
                  <a:pt x="1385323" y="148405"/>
                </a:lnTo>
                <a:lnTo>
                  <a:pt x="1381649" y="148405"/>
                </a:lnTo>
                <a:lnTo>
                  <a:pt x="1377974" y="148405"/>
                </a:lnTo>
                <a:lnTo>
                  <a:pt x="1374300" y="148405"/>
                </a:lnTo>
                <a:lnTo>
                  <a:pt x="1370625" y="148405"/>
                </a:lnTo>
                <a:lnTo>
                  <a:pt x="1366950" y="148405"/>
                </a:lnTo>
                <a:lnTo>
                  <a:pt x="1363276" y="148405"/>
                </a:lnTo>
                <a:lnTo>
                  <a:pt x="1359601" y="148405"/>
                </a:lnTo>
                <a:lnTo>
                  <a:pt x="1355927" y="148405"/>
                </a:lnTo>
                <a:lnTo>
                  <a:pt x="1352252" y="148405"/>
                </a:lnTo>
                <a:lnTo>
                  <a:pt x="1348577" y="148405"/>
                </a:lnTo>
                <a:lnTo>
                  <a:pt x="1344903" y="148405"/>
                </a:lnTo>
                <a:lnTo>
                  <a:pt x="1341228" y="148405"/>
                </a:lnTo>
                <a:lnTo>
                  <a:pt x="1337554" y="148405"/>
                </a:lnTo>
                <a:lnTo>
                  <a:pt x="1333879" y="148405"/>
                </a:lnTo>
                <a:lnTo>
                  <a:pt x="1330205" y="148405"/>
                </a:lnTo>
                <a:lnTo>
                  <a:pt x="1326530" y="148405"/>
                </a:lnTo>
                <a:lnTo>
                  <a:pt x="1322855" y="148405"/>
                </a:lnTo>
                <a:lnTo>
                  <a:pt x="1319181" y="148405"/>
                </a:lnTo>
                <a:lnTo>
                  <a:pt x="1315506" y="148405"/>
                </a:lnTo>
                <a:lnTo>
                  <a:pt x="1311832" y="148405"/>
                </a:lnTo>
                <a:lnTo>
                  <a:pt x="1308157" y="148405"/>
                </a:lnTo>
                <a:lnTo>
                  <a:pt x="1304482" y="148405"/>
                </a:lnTo>
                <a:lnTo>
                  <a:pt x="1300808" y="148405"/>
                </a:lnTo>
                <a:lnTo>
                  <a:pt x="1297133" y="148405"/>
                </a:lnTo>
                <a:lnTo>
                  <a:pt x="1293459" y="148405"/>
                </a:lnTo>
                <a:lnTo>
                  <a:pt x="1289784" y="148405"/>
                </a:lnTo>
                <a:lnTo>
                  <a:pt x="1286109" y="148405"/>
                </a:lnTo>
                <a:lnTo>
                  <a:pt x="1282435" y="148405"/>
                </a:lnTo>
                <a:lnTo>
                  <a:pt x="1278760" y="148405"/>
                </a:lnTo>
                <a:lnTo>
                  <a:pt x="1275086" y="148405"/>
                </a:lnTo>
                <a:lnTo>
                  <a:pt x="1271411" y="148405"/>
                </a:lnTo>
                <a:lnTo>
                  <a:pt x="1267736" y="148405"/>
                </a:lnTo>
                <a:lnTo>
                  <a:pt x="1264062" y="148405"/>
                </a:lnTo>
                <a:lnTo>
                  <a:pt x="1260387" y="148405"/>
                </a:lnTo>
                <a:lnTo>
                  <a:pt x="1256713" y="148405"/>
                </a:lnTo>
                <a:lnTo>
                  <a:pt x="1253038" y="148405"/>
                </a:lnTo>
                <a:lnTo>
                  <a:pt x="1249363" y="148405"/>
                </a:lnTo>
                <a:lnTo>
                  <a:pt x="1245689" y="148405"/>
                </a:lnTo>
                <a:lnTo>
                  <a:pt x="1242014" y="148405"/>
                </a:lnTo>
                <a:lnTo>
                  <a:pt x="1238340" y="148405"/>
                </a:lnTo>
                <a:lnTo>
                  <a:pt x="1234665" y="148405"/>
                </a:lnTo>
                <a:lnTo>
                  <a:pt x="1230990" y="148405"/>
                </a:lnTo>
                <a:lnTo>
                  <a:pt x="1227316" y="148405"/>
                </a:lnTo>
                <a:lnTo>
                  <a:pt x="1223641" y="148405"/>
                </a:lnTo>
                <a:lnTo>
                  <a:pt x="1219967" y="148405"/>
                </a:lnTo>
                <a:lnTo>
                  <a:pt x="1216292" y="148405"/>
                </a:lnTo>
                <a:lnTo>
                  <a:pt x="1212617" y="148405"/>
                </a:lnTo>
                <a:lnTo>
                  <a:pt x="1208943" y="148405"/>
                </a:lnTo>
                <a:lnTo>
                  <a:pt x="1205268" y="148405"/>
                </a:lnTo>
                <a:lnTo>
                  <a:pt x="1201594" y="148405"/>
                </a:lnTo>
                <a:lnTo>
                  <a:pt x="1197919" y="148405"/>
                </a:lnTo>
                <a:lnTo>
                  <a:pt x="1194244" y="148405"/>
                </a:lnTo>
                <a:lnTo>
                  <a:pt x="1190570" y="148405"/>
                </a:lnTo>
                <a:lnTo>
                  <a:pt x="1186895" y="148405"/>
                </a:lnTo>
                <a:lnTo>
                  <a:pt x="1183221" y="148405"/>
                </a:lnTo>
                <a:lnTo>
                  <a:pt x="1179546" y="148405"/>
                </a:lnTo>
                <a:lnTo>
                  <a:pt x="1175871" y="148405"/>
                </a:lnTo>
                <a:lnTo>
                  <a:pt x="1172197" y="148405"/>
                </a:lnTo>
                <a:lnTo>
                  <a:pt x="1168522" y="148405"/>
                </a:lnTo>
                <a:lnTo>
                  <a:pt x="1164848" y="148405"/>
                </a:lnTo>
                <a:lnTo>
                  <a:pt x="1161173" y="148405"/>
                </a:lnTo>
                <a:lnTo>
                  <a:pt x="1157498" y="148405"/>
                </a:lnTo>
                <a:lnTo>
                  <a:pt x="1153824" y="148405"/>
                </a:lnTo>
                <a:lnTo>
                  <a:pt x="1150149" y="148405"/>
                </a:lnTo>
                <a:lnTo>
                  <a:pt x="1146475" y="148405"/>
                </a:lnTo>
                <a:lnTo>
                  <a:pt x="1142800" y="148405"/>
                </a:lnTo>
                <a:lnTo>
                  <a:pt x="1139125" y="148405"/>
                </a:lnTo>
                <a:lnTo>
                  <a:pt x="1135451" y="148405"/>
                </a:lnTo>
                <a:lnTo>
                  <a:pt x="1131776" y="148405"/>
                </a:lnTo>
                <a:lnTo>
                  <a:pt x="1128102" y="148405"/>
                </a:lnTo>
                <a:lnTo>
                  <a:pt x="1124427" y="148405"/>
                </a:lnTo>
                <a:lnTo>
                  <a:pt x="1120752" y="148405"/>
                </a:lnTo>
                <a:lnTo>
                  <a:pt x="1117078" y="148405"/>
                </a:lnTo>
                <a:lnTo>
                  <a:pt x="1113403" y="148405"/>
                </a:lnTo>
                <a:lnTo>
                  <a:pt x="1109729" y="148405"/>
                </a:lnTo>
                <a:lnTo>
                  <a:pt x="1106054" y="148405"/>
                </a:lnTo>
                <a:lnTo>
                  <a:pt x="1102379" y="148405"/>
                </a:lnTo>
                <a:lnTo>
                  <a:pt x="1098705" y="148405"/>
                </a:lnTo>
                <a:lnTo>
                  <a:pt x="1095030" y="148405"/>
                </a:lnTo>
                <a:lnTo>
                  <a:pt x="1091356" y="148405"/>
                </a:lnTo>
                <a:lnTo>
                  <a:pt x="1087681" y="148405"/>
                </a:lnTo>
                <a:lnTo>
                  <a:pt x="1084006" y="148405"/>
                </a:lnTo>
                <a:lnTo>
                  <a:pt x="1080332" y="148405"/>
                </a:lnTo>
                <a:lnTo>
                  <a:pt x="1076657" y="148405"/>
                </a:lnTo>
                <a:lnTo>
                  <a:pt x="1072983" y="148405"/>
                </a:lnTo>
                <a:lnTo>
                  <a:pt x="1069308" y="148405"/>
                </a:lnTo>
                <a:lnTo>
                  <a:pt x="1065633" y="148405"/>
                </a:lnTo>
                <a:lnTo>
                  <a:pt x="1061959" y="148405"/>
                </a:lnTo>
                <a:lnTo>
                  <a:pt x="1058284" y="148405"/>
                </a:lnTo>
                <a:lnTo>
                  <a:pt x="1054610" y="148405"/>
                </a:lnTo>
                <a:lnTo>
                  <a:pt x="1050935" y="148405"/>
                </a:lnTo>
                <a:lnTo>
                  <a:pt x="1047260" y="148405"/>
                </a:lnTo>
                <a:lnTo>
                  <a:pt x="1043586" y="148405"/>
                </a:lnTo>
                <a:lnTo>
                  <a:pt x="1039911" y="148405"/>
                </a:lnTo>
                <a:lnTo>
                  <a:pt x="1036237" y="148405"/>
                </a:lnTo>
                <a:lnTo>
                  <a:pt x="1032562" y="148405"/>
                </a:lnTo>
                <a:lnTo>
                  <a:pt x="1028887" y="148405"/>
                </a:lnTo>
                <a:lnTo>
                  <a:pt x="1025213" y="148405"/>
                </a:lnTo>
                <a:lnTo>
                  <a:pt x="1021538" y="148405"/>
                </a:lnTo>
                <a:lnTo>
                  <a:pt x="1017864" y="148405"/>
                </a:lnTo>
                <a:lnTo>
                  <a:pt x="1014189" y="148405"/>
                </a:lnTo>
                <a:lnTo>
                  <a:pt x="1010514" y="148405"/>
                </a:lnTo>
                <a:lnTo>
                  <a:pt x="1006840" y="148405"/>
                </a:lnTo>
                <a:lnTo>
                  <a:pt x="1003165" y="148405"/>
                </a:lnTo>
                <a:lnTo>
                  <a:pt x="999491" y="148405"/>
                </a:lnTo>
                <a:lnTo>
                  <a:pt x="995816" y="148405"/>
                </a:lnTo>
                <a:lnTo>
                  <a:pt x="992141" y="148405"/>
                </a:lnTo>
                <a:lnTo>
                  <a:pt x="988467" y="148405"/>
                </a:lnTo>
                <a:lnTo>
                  <a:pt x="984792" y="148405"/>
                </a:lnTo>
                <a:lnTo>
                  <a:pt x="981118" y="148405"/>
                </a:lnTo>
                <a:lnTo>
                  <a:pt x="977443" y="148405"/>
                </a:lnTo>
                <a:lnTo>
                  <a:pt x="973768" y="148405"/>
                </a:lnTo>
                <a:lnTo>
                  <a:pt x="970094" y="148405"/>
                </a:lnTo>
                <a:lnTo>
                  <a:pt x="966419" y="148405"/>
                </a:lnTo>
                <a:lnTo>
                  <a:pt x="962745" y="148405"/>
                </a:lnTo>
                <a:lnTo>
                  <a:pt x="959070" y="148405"/>
                </a:lnTo>
                <a:lnTo>
                  <a:pt x="955395" y="148405"/>
                </a:lnTo>
                <a:lnTo>
                  <a:pt x="951721" y="148405"/>
                </a:lnTo>
                <a:lnTo>
                  <a:pt x="948046" y="148405"/>
                </a:lnTo>
                <a:lnTo>
                  <a:pt x="944372" y="148405"/>
                </a:lnTo>
                <a:lnTo>
                  <a:pt x="940697" y="148405"/>
                </a:lnTo>
                <a:lnTo>
                  <a:pt x="937022" y="148405"/>
                </a:lnTo>
                <a:lnTo>
                  <a:pt x="933348" y="148405"/>
                </a:lnTo>
                <a:lnTo>
                  <a:pt x="929673" y="148405"/>
                </a:lnTo>
                <a:lnTo>
                  <a:pt x="925999" y="148405"/>
                </a:lnTo>
                <a:lnTo>
                  <a:pt x="922324" y="148405"/>
                </a:lnTo>
                <a:lnTo>
                  <a:pt x="918649" y="148405"/>
                </a:lnTo>
                <a:lnTo>
                  <a:pt x="914975" y="148405"/>
                </a:lnTo>
                <a:lnTo>
                  <a:pt x="911300" y="148405"/>
                </a:lnTo>
                <a:lnTo>
                  <a:pt x="907626" y="148405"/>
                </a:lnTo>
                <a:lnTo>
                  <a:pt x="903951" y="148405"/>
                </a:lnTo>
                <a:lnTo>
                  <a:pt x="900276" y="148405"/>
                </a:lnTo>
                <a:lnTo>
                  <a:pt x="896602" y="148405"/>
                </a:lnTo>
                <a:lnTo>
                  <a:pt x="892927" y="148405"/>
                </a:lnTo>
                <a:lnTo>
                  <a:pt x="889253" y="148405"/>
                </a:lnTo>
                <a:lnTo>
                  <a:pt x="885578" y="148405"/>
                </a:lnTo>
                <a:lnTo>
                  <a:pt x="881903" y="148405"/>
                </a:lnTo>
                <a:lnTo>
                  <a:pt x="878229" y="148405"/>
                </a:lnTo>
                <a:lnTo>
                  <a:pt x="874554" y="148405"/>
                </a:lnTo>
                <a:lnTo>
                  <a:pt x="870880" y="148405"/>
                </a:lnTo>
                <a:lnTo>
                  <a:pt x="867205" y="148405"/>
                </a:lnTo>
                <a:lnTo>
                  <a:pt x="863530" y="148405"/>
                </a:lnTo>
                <a:lnTo>
                  <a:pt x="859856" y="148405"/>
                </a:lnTo>
                <a:lnTo>
                  <a:pt x="856181" y="148405"/>
                </a:lnTo>
                <a:lnTo>
                  <a:pt x="852507" y="148405"/>
                </a:lnTo>
                <a:lnTo>
                  <a:pt x="848832" y="148405"/>
                </a:lnTo>
                <a:lnTo>
                  <a:pt x="845157" y="148405"/>
                </a:lnTo>
                <a:lnTo>
                  <a:pt x="841483" y="148405"/>
                </a:lnTo>
                <a:lnTo>
                  <a:pt x="837808" y="148405"/>
                </a:lnTo>
                <a:lnTo>
                  <a:pt x="834134" y="148405"/>
                </a:lnTo>
                <a:lnTo>
                  <a:pt x="830459" y="148405"/>
                </a:lnTo>
                <a:lnTo>
                  <a:pt x="826784" y="148405"/>
                </a:lnTo>
                <a:lnTo>
                  <a:pt x="823110" y="148405"/>
                </a:lnTo>
                <a:lnTo>
                  <a:pt x="819435" y="148405"/>
                </a:lnTo>
                <a:lnTo>
                  <a:pt x="815761" y="148405"/>
                </a:lnTo>
                <a:lnTo>
                  <a:pt x="812086" y="148405"/>
                </a:lnTo>
                <a:lnTo>
                  <a:pt x="808411" y="148405"/>
                </a:lnTo>
                <a:lnTo>
                  <a:pt x="804737" y="148405"/>
                </a:lnTo>
                <a:lnTo>
                  <a:pt x="801062" y="148405"/>
                </a:lnTo>
                <a:lnTo>
                  <a:pt x="797388" y="148405"/>
                </a:lnTo>
                <a:lnTo>
                  <a:pt x="793713" y="148405"/>
                </a:lnTo>
                <a:lnTo>
                  <a:pt x="790038" y="148405"/>
                </a:lnTo>
                <a:lnTo>
                  <a:pt x="786364" y="148405"/>
                </a:lnTo>
                <a:lnTo>
                  <a:pt x="782689" y="148405"/>
                </a:lnTo>
                <a:lnTo>
                  <a:pt x="779015" y="148405"/>
                </a:lnTo>
                <a:lnTo>
                  <a:pt x="775340" y="148405"/>
                </a:lnTo>
                <a:lnTo>
                  <a:pt x="771665" y="148405"/>
                </a:lnTo>
                <a:lnTo>
                  <a:pt x="767991" y="148405"/>
                </a:lnTo>
                <a:lnTo>
                  <a:pt x="764316" y="148405"/>
                </a:lnTo>
                <a:lnTo>
                  <a:pt x="760642" y="148405"/>
                </a:lnTo>
                <a:lnTo>
                  <a:pt x="756967" y="148405"/>
                </a:lnTo>
                <a:lnTo>
                  <a:pt x="753292" y="148405"/>
                </a:lnTo>
                <a:lnTo>
                  <a:pt x="749618" y="148405"/>
                </a:lnTo>
                <a:lnTo>
                  <a:pt x="745943" y="148405"/>
                </a:lnTo>
                <a:lnTo>
                  <a:pt x="742269" y="148405"/>
                </a:lnTo>
                <a:lnTo>
                  <a:pt x="738594" y="148405"/>
                </a:lnTo>
                <a:lnTo>
                  <a:pt x="734919" y="148405"/>
                </a:lnTo>
                <a:lnTo>
                  <a:pt x="731245" y="148405"/>
                </a:lnTo>
                <a:lnTo>
                  <a:pt x="727570" y="148405"/>
                </a:lnTo>
                <a:lnTo>
                  <a:pt x="723896" y="148405"/>
                </a:lnTo>
                <a:lnTo>
                  <a:pt x="720221" y="148405"/>
                </a:lnTo>
                <a:lnTo>
                  <a:pt x="716546" y="148405"/>
                </a:lnTo>
                <a:lnTo>
                  <a:pt x="712872" y="148405"/>
                </a:lnTo>
                <a:lnTo>
                  <a:pt x="709197" y="148405"/>
                </a:lnTo>
                <a:lnTo>
                  <a:pt x="705523" y="148405"/>
                </a:lnTo>
                <a:lnTo>
                  <a:pt x="701848" y="148405"/>
                </a:lnTo>
                <a:lnTo>
                  <a:pt x="698173" y="148405"/>
                </a:lnTo>
                <a:lnTo>
                  <a:pt x="694499" y="148405"/>
                </a:lnTo>
                <a:lnTo>
                  <a:pt x="690824" y="148405"/>
                </a:lnTo>
                <a:lnTo>
                  <a:pt x="687150" y="148405"/>
                </a:lnTo>
                <a:lnTo>
                  <a:pt x="683475" y="148405"/>
                </a:lnTo>
                <a:lnTo>
                  <a:pt x="679800" y="148405"/>
                </a:lnTo>
                <a:lnTo>
                  <a:pt x="676126" y="148405"/>
                </a:lnTo>
                <a:lnTo>
                  <a:pt x="672451" y="148405"/>
                </a:lnTo>
                <a:lnTo>
                  <a:pt x="668777" y="148405"/>
                </a:lnTo>
                <a:lnTo>
                  <a:pt x="665102" y="148405"/>
                </a:lnTo>
                <a:lnTo>
                  <a:pt x="661427" y="148405"/>
                </a:lnTo>
                <a:lnTo>
                  <a:pt x="657753" y="148405"/>
                </a:lnTo>
                <a:lnTo>
                  <a:pt x="654078" y="148405"/>
                </a:lnTo>
                <a:lnTo>
                  <a:pt x="650404" y="148405"/>
                </a:lnTo>
                <a:lnTo>
                  <a:pt x="646729" y="148405"/>
                </a:lnTo>
                <a:lnTo>
                  <a:pt x="643054" y="148405"/>
                </a:lnTo>
                <a:lnTo>
                  <a:pt x="639380" y="148405"/>
                </a:lnTo>
                <a:lnTo>
                  <a:pt x="635705" y="148405"/>
                </a:lnTo>
                <a:lnTo>
                  <a:pt x="632031" y="148405"/>
                </a:lnTo>
                <a:lnTo>
                  <a:pt x="628356" y="148405"/>
                </a:lnTo>
                <a:lnTo>
                  <a:pt x="624681" y="148405"/>
                </a:lnTo>
                <a:lnTo>
                  <a:pt x="621007" y="148405"/>
                </a:lnTo>
                <a:lnTo>
                  <a:pt x="617332" y="148405"/>
                </a:lnTo>
                <a:lnTo>
                  <a:pt x="613658" y="148405"/>
                </a:lnTo>
                <a:lnTo>
                  <a:pt x="609983" y="148405"/>
                </a:lnTo>
                <a:lnTo>
                  <a:pt x="606308" y="148405"/>
                </a:lnTo>
                <a:lnTo>
                  <a:pt x="602634" y="148405"/>
                </a:lnTo>
                <a:lnTo>
                  <a:pt x="598959" y="148405"/>
                </a:lnTo>
                <a:lnTo>
                  <a:pt x="595285" y="148405"/>
                </a:lnTo>
                <a:lnTo>
                  <a:pt x="591610" y="148405"/>
                </a:lnTo>
                <a:lnTo>
                  <a:pt x="587935" y="148405"/>
                </a:lnTo>
                <a:lnTo>
                  <a:pt x="584261" y="148405"/>
                </a:lnTo>
                <a:lnTo>
                  <a:pt x="580586" y="148405"/>
                </a:lnTo>
                <a:lnTo>
                  <a:pt x="576912" y="148405"/>
                </a:lnTo>
                <a:lnTo>
                  <a:pt x="573237" y="148405"/>
                </a:lnTo>
                <a:lnTo>
                  <a:pt x="569562" y="148405"/>
                </a:lnTo>
                <a:lnTo>
                  <a:pt x="565888" y="148405"/>
                </a:lnTo>
                <a:lnTo>
                  <a:pt x="562213" y="148405"/>
                </a:lnTo>
                <a:lnTo>
                  <a:pt x="558539" y="148405"/>
                </a:lnTo>
                <a:lnTo>
                  <a:pt x="554864" y="148405"/>
                </a:lnTo>
                <a:lnTo>
                  <a:pt x="551189" y="148405"/>
                </a:lnTo>
                <a:lnTo>
                  <a:pt x="547515" y="148405"/>
                </a:lnTo>
                <a:lnTo>
                  <a:pt x="543840" y="148405"/>
                </a:lnTo>
                <a:lnTo>
                  <a:pt x="540166" y="148405"/>
                </a:lnTo>
                <a:lnTo>
                  <a:pt x="536491" y="148405"/>
                </a:lnTo>
                <a:lnTo>
                  <a:pt x="532816" y="148405"/>
                </a:lnTo>
                <a:lnTo>
                  <a:pt x="529142" y="148405"/>
                </a:lnTo>
                <a:lnTo>
                  <a:pt x="525467" y="148405"/>
                </a:lnTo>
                <a:lnTo>
                  <a:pt x="521793" y="148405"/>
                </a:lnTo>
                <a:lnTo>
                  <a:pt x="518118" y="148405"/>
                </a:lnTo>
                <a:lnTo>
                  <a:pt x="514443" y="148405"/>
                </a:lnTo>
                <a:lnTo>
                  <a:pt x="510769" y="148405"/>
                </a:lnTo>
                <a:lnTo>
                  <a:pt x="507094" y="148405"/>
                </a:lnTo>
                <a:lnTo>
                  <a:pt x="503420" y="148405"/>
                </a:lnTo>
                <a:lnTo>
                  <a:pt x="499745" y="148405"/>
                </a:lnTo>
                <a:lnTo>
                  <a:pt x="496070" y="148405"/>
                </a:lnTo>
                <a:lnTo>
                  <a:pt x="492396" y="148405"/>
                </a:lnTo>
                <a:lnTo>
                  <a:pt x="488721" y="148405"/>
                </a:lnTo>
                <a:lnTo>
                  <a:pt x="485047" y="148405"/>
                </a:lnTo>
                <a:lnTo>
                  <a:pt x="481372" y="148405"/>
                </a:lnTo>
                <a:lnTo>
                  <a:pt x="477697" y="148405"/>
                </a:lnTo>
                <a:lnTo>
                  <a:pt x="474023" y="148405"/>
                </a:lnTo>
                <a:lnTo>
                  <a:pt x="470348" y="148405"/>
                </a:lnTo>
                <a:lnTo>
                  <a:pt x="466674" y="148405"/>
                </a:lnTo>
                <a:lnTo>
                  <a:pt x="462999" y="148405"/>
                </a:lnTo>
                <a:lnTo>
                  <a:pt x="459324" y="148405"/>
                </a:lnTo>
                <a:lnTo>
                  <a:pt x="455650" y="148405"/>
                </a:lnTo>
                <a:lnTo>
                  <a:pt x="451975" y="148405"/>
                </a:lnTo>
                <a:lnTo>
                  <a:pt x="448301" y="148405"/>
                </a:lnTo>
                <a:lnTo>
                  <a:pt x="444626" y="148405"/>
                </a:lnTo>
                <a:lnTo>
                  <a:pt x="440951" y="148405"/>
                </a:lnTo>
                <a:lnTo>
                  <a:pt x="437277" y="148405"/>
                </a:lnTo>
                <a:lnTo>
                  <a:pt x="433602" y="148405"/>
                </a:lnTo>
                <a:lnTo>
                  <a:pt x="429928" y="148405"/>
                </a:lnTo>
                <a:lnTo>
                  <a:pt x="426253" y="148405"/>
                </a:lnTo>
                <a:lnTo>
                  <a:pt x="422578" y="148405"/>
                </a:lnTo>
                <a:lnTo>
                  <a:pt x="418904" y="148405"/>
                </a:lnTo>
                <a:lnTo>
                  <a:pt x="415229" y="148405"/>
                </a:lnTo>
                <a:lnTo>
                  <a:pt x="411555" y="148405"/>
                </a:lnTo>
                <a:lnTo>
                  <a:pt x="407880" y="148405"/>
                </a:lnTo>
                <a:lnTo>
                  <a:pt x="404205" y="148405"/>
                </a:lnTo>
                <a:lnTo>
                  <a:pt x="400531" y="148405"/>
                </a:lnTo>
                <a:lnTo>
                  <a:pt x="396856" y="148405"/>
                </a:lnTo>
                <a:lnTo>
                  <a:pt x="393182" y="148405"/>
                </a:lnTo>
                <a:lnTo>
                  <a:pt x="389507" y="148405"/>
                </a:lnTo>
                <a:lnTo>
                  <a:pt x="385832" y="148405"/>
                </a:lnTo>
                <a:lnTo>
                  <a:pt x="382158" y="148405"/>
                </a:lnTo>
                <a:lnTo>
                  <a:pt x="378483" y="148405"/>
                </a:lnTo>
                <a:lnTo>
                  <a:pt x="374809" y="148405"/>
                </a:lnTo>
                <a:lnTo>
                  <a:pt x="371134" y="148405"/>
                </a:lnTo>
                <a:lnTo>
                  <a:pt x="367459" y="148405"/>
                </a:lnTo>
                <a:lnTo>
                  <a:pt x="363785" y="148405"/>
                </a:lnTo>
                <a:lnTo>
                  <a:pt x="360110" y="148405"/>
                </a:lnTo>
                <a:lnTo>
                  <a:pt x="356436" y="148405"/>
                </a:lnTo>
                <a:lnTo>
                  <a:pt x="352761" y="148405"/>
                </a:lnTo>
                <a:lnTo>
                  <a:pt x="349086" y="148405"/>
                </a:lnTo>
                <a:lnTo>
                  <a:pt x="345412" y="148405"/>
                </a:lnTo>
                <a:lnTo>
                  <a:pt x="341737" y="148405"/>
                </a:lnTo>
                <a:lnTo>
                  <a:pt x="338063" y="148405"/>
                </a:lnTo>
                <a:lnTo>
                  <a:pt x="334388" y="148405"/>
                </a:lnTo>
                <a:lnTo>
                  <a:pt x="330713" y="148405"/>
                </a:lnTo>
                <a:lnTo>
                  <a:pt x="327039" y="148405"/>
                </a:lnTo>
                <a:lnTo>
                  <a:pt x="323364" y="148405"/>
                </a:lnTo>
                <a:lnTo>
                  <a:pt x="319690" y="148405"/>
                </a:lnTo>
                <a:lnTo>
                  <a:pt x="316015" y="148405"/>
                </a:lnTo>
                <a:lnTo>
                  <a:pt x="312340" y="148405"/>
                </a:lnTo>
                <a:lnTo>
                  <a:pt x="308666" y="148405"/>
                </a:lnTo>
                <a:lnTo>
                  <a:pt x="304991" y="148405"/>
                </a:lnTo>
                <a:lnTo>
                  <a:pt x="301317" y="148405"/>
                </a:lnTo>
                <a:lnTo>
                  <a:pt x="297642" y="148405"/>
                </a:lnTo>
                <a:lnTo>
                  <a:pt x="293967" y="148405"/>
                </a:lnTo>
                <a:lnTo>
                  <a:pt x="290293" y="148405"/>
                </a:lnTo>
                <a:lnTo>
                  <a:pt x="286618" y="148405"/>
                </a:lnTo>
                <a:lnTo>
                  <a:pt x="282944" y="148405"/>
                </a:lnTo>
                <a:lnTo>
                  <a:pt x="279269" y="148405"/>
                </a:lnTo>
                <a:lnTo>
                  <a:pt x="275594" y="148405"/>
                </a:lnTo>
                <a:lnTo>
                  <a:pt x="271920" y="148405"/>
                </a:lnTo>
                <a:lnTo>
                  <a:pt x="268245" y="148405"/>
                </a:lnTo>
                <a:lnTo>
                  <a:pt x="264571" y="148405"/>
                </a:lnTo>
                <a:lnTo>
                  <a:pt x="260896" y="148405"/>
                </a:lnTo>
                <a:lnTo>
                  <a:pt x="257221" y="148405"/>
                </a:lnTo>
                <a:lnTo>
                  <a:pt x="253547" y="148405"/>
                </a:lnTo>
                <a:lnTo>
                  <a:pt x="249872" y="148405"/>
                </a:lnTo>
                <a:lnTo>
                  <a:pt x="246198" y="148405"/>
                </a:lnTo>
                <a:lnTo>
                  <a:pt x="242523" y="148405"/>
                </a:lnTo>
                <a:lnTo>
                  <a:pt x="238848" y="148405"/>
                </a:lnTo>
                <a:lnTo>
                  <a:pt x="235174" y="148405"/>
                </a:lnTo>
                <a:lnTo>
                  <a:pt x="231499" y="148405"/>
                </a:lnTo>
                <a:lnTo>
                  <a:pt x="227825" y="148405"/>
                </a:lnTo>
                <a:lnTo>
                  <a:pt x="224150" y="148405"/>
                </a:lnTo>
                <a:lnTo>
                  <a:pt x="220475" y="148405"/>
                </a:lnTo>
                <a:lnTo>
                  <a:pt x="216801" y="148405"/>
                </a:lnTo>
                <a:lnTo>
                  <a:pt x="213126" y="148405"/>
                </a:lnTo>
                <a:lnTo>
                  <a:pt x="209452" y="148405"/>
                </a:lnTo>
                <a:lnTo>
                  <a:pt x="205777" y="148405"/>
                </a:lnTo>
                <a:lnTo>
                  <a:pt x="202102" y="148405"/>
                </a:lnTo>
                <a:lnTo>
                  <a:pt x="198428" y="148405"/>
                </a:lnTo>
                <a:lnTo>
                  <a:pt x="194753" y="148405"/>
                </a:lnTo>
                <a:lnTo>
                  <a:pt x="191079" y="148405"/>
                </a:lnTo>
                <a:lnTo>
                  <a:pt x="187404" y="148405"/>
                </a:lnTo>
                <a:lnTo>
                  <a:pt x="183729" y="148405"/>
                </a:lnTo>
                <a:lnTo>
                  <a:pt x="180055" y="148405"/>
                </a:lnTo>
                <a:lnTo>
                  <a:pt x="176380" y="148405"/>
                </a:lnTo>
                <a:lnTo>
                  <a:pt x="172706" y="148405"/>
                </a:lnTo>
                <a:lnTo>
                  <a:pt x="169031" y="148405"/>
                </a:lnTo>
                <a:lnTo>
                  <a:pt x="165356" y="148405"/>
                </a:lnTo>
                <a:lnTo>
                  <a:pt x="161682" y="148405"/>
                </a:lnTo>
                <a:lnTo>
                  <a:pt x="158007" y="148405"/>
                </a:lnTo>
                <a:lnTo>
                  <a:pt x="154333" y="148405"/>
                </a:lnTo>
                <a:lnTo>
                  <a:pt x="150658" y="148405"/>
                </a:lnTo>
                <a:lnTo>
                  <a:pt x="146983" y="148405"/>
                </a:lnTo>
                <a:lnTo>
                  <a:pt x="143309" y="148405"/>
                </a:lnTo>
                <a:lnTo>
                  <a:pt x="139634" y="148405"/>
                </a:lnTo>
                <a:lnTo>
                  <a:pt x="135960" y="148405"/>
                </a:lnTo>
                <a:lnTo>
                  <a:pt x="132285" y="148405"/>
                </a:lnTo>
                <a:lnTo>
                  <a:pt x="128610" y="148405"/>
                </a:lnTo>
                <a:lnTo>
                  <a:pt x="124936" y="148405"/>
                </a:lnTo>
                <a:lnTo>
                  <a:pt x="121261" y="148405"/>
                </a:lnTo>
                <a:lnTo>
                  <a:pt x="117587" y="148405"/>
                </a:lnTo>
                <a:lnTo>
                  <a:pt x="113912" y="148405"/>
                </a:lnTo>
                <a:lnTo>
                  <a:pt x="110237" y="148405"/>
                </a:lnTo>
                <a:lnTo>
                  <a:pt x="106563" y="148405"/>
                </a:lnTo>
                <a:lnTo>
                  <a:pt x="102888" y="148405"/>
                </a:lnTo>
                <a:lnTo>
                  <a:pt x="99214" y="148405"/>
                </a:lnTo>
                <a:lnTo>
                  <a:pt x="95539" y="148405"/>
                </a:lnTo>
                <a:lnTo>
                  <a:pt x="91864" y="148405"/>
                </a:lnTo>
                <a:lnTo>
                  <a:pt x="88190" y="148405"/>
                </a:lnTo>
                <a:lnTo>
                  <a:pt x="84515" y="148405"/>
                </a:lnTo>
                <a:lnTo>
                  <a:pt x="80841" y="148405"/>
                </a:lnTo>
                <a:lnTo>
                  <a:pt x="77166" y="148405"/>
                </a:lnTo>
                <a:lnTo>
                  <a:pt x="73491" y="148405"/>
                </a:lnTo>
                <a:lnTo>
                  <a:pt x="69817" y="148405"/>
                </a:lnTo>
                <a:lnTo>
                  <a:pt x="66142" y="148405"/>
                </a:lnTo>
                <a:lnTo>
                  <a:pt x="62468" y="148405"/>
                </a:lnTo>
                <a:lnTo>
                  <a:pt x="58793" y="148405"/>
                </a:lnTo>
                <a:lnTo>
                  <a:pt x="55118" y="148405"/>
                </a:lnTo>
                <a:lnTo>
                  <a:pt x="51444" y="148405"/>
                </a:lnTo>
                <a:lnTo>
                  <a:pt x="47769" y="148405"/>
                </a:lnTo>
                <a:lnTo>
                  <a:pt x="44095" y="148405"/>
                </a:lnTo>
                <a:lnTo>
                  <a:pt x="40420" y="148405"/>
                </a:lnTo>
                <a:lnTo>
                  <a:pt x="36745" y="148405"/>
                </a:lnTo>
                <a:lnTo>
                  <a:pt x="33071" y="148405"/>
                </a:lnTo>
                <a:lnTo>
                  <a:pt x="29396" y="148405"/>
                </a:lnTo>
                <a:lnTo>
                  <a:pt x="25722" y="148405"/>
                </a:lnTo>
                <a:lnTo>
                  <a:pt x="22047" y="148405"/>
                </a:lnTo>
                <a:lnTo>
                  <a:pt x="18372" y="148405"/>
                </a:lnTo>
                <a:lnTo>
                  <a:pt x="14698" y="148405"/>
                </a:lnTo>
                <a:lnTo>
                  <a:pt x="11023" y="148405"/>
                </a:lnTo>
                <a:lnTo>
                  <a:pt x="7349" y="148405"/>
                </a:lnTo>
                <a:lnTo>
                  <a:pt x="3674" y="148405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237" name="pl237"/>
          <p:cNvSpPr/>
          <p:nvPr/>
        </p:nvSpPr>
        <p:spPr>
          <a:xfrm>
            <a:off x="8856642" y="4076411"/>
            <a:ext cx="1877720" cy="148405"/>
          </a:xfrm>
          <a:custGeom>
            <a:avLst/>
            <a:gdLst/>
            <a:ahLst/>
            <a:cxnLst/>
            <a:rect l="0" t="0" r="0" b="0"/>
            <a:pathLst>
              <a:path w="1877720" h="148405">
                <a:moveTo>
                  <a:pt x="0" y="148405"/>
                </a:moveTo>
                <a:lnTo>
                  <a:pt x="3674" y="148405"/>
                </a:lnTo>
                <a:lnTo>
                  <a:pt x="7349" y="148405"/>
                </a:lnTo>
                <a:lnTo>
                  <a:pt x="11023" y="148405"/>
                </a:lnTo>
                <a:lnTo>
                  <a:pt x="14698" y="148405"/>
                </a:lnTo>
                <a:lnTo>
                  <a:pt x="18372" y="148405"/>
                </a:lnTo>
                <a:lnTo>
                  <a:pt x="22047" y="148405"/>
                </a:lnTo>
                <a:lnTo>
                  <a:pt x="25722" y="148405"/>
                </a:lnTo>
                <a:lnTo>
                  <a:pt x="29396" y="148405"/>
                </a:lnTo>
                <a:lnTo>
                  <a:pt x="33071" y="148405"/>
                </a:lnTo>
                <a:lnTo>
                  <a:pt x="36745" y="148405"/>
                </a:lnTo>
                <a:lnTo>
                  <a:pt x="40420" y="148405"/>
                </a:lnTo>
                <a:lnTo>
                  <a:pt x="44095" y="148405"/>
                </a:lnTo>
                <a:lnTo>
                  <a:pt x="47769" y="148405"/>
                </a:lnTo>
                <a:lnTo>
                  <a:pt x="51444" y="148405"/>
                </a:lnTo>
                <a:lnTo>
                  <a:pt x="55118" y="148405"/>
                </a:lnTo>
                <a:lnTo>
                  <a:pt x="58793" y="148405"/>
                </a:lnTo>
                <a:lnTo>
                  <a:pt x="62468" y="148405"/>
                </a:lnTo>
                <a:lnTo>
                  <a:pt x="66142" y="148405"/>
                </a:lnTo>
                <a:lnTo>
                  <a:pt x="69817" y="148405"/>
                </a:lnTo>
                <a:lnTo>
                  <a:pt x="73491" y="148405"/>
                </a:lnTo>
                <a:lnTo>
                  <a:pt x="77166" y="148405"/>
                </a:lnTo>
                <a:lnTo>
                  <a:pt x="80841" y="148405"/>
                </a:lnTo>
                <a:lnTo>
                  <a:pt x="84515" y="148405"/>
                </a:lnTo>
                <a:lnTo>
                  <a:pt x="88190" y="148405"/>
                </a:lnTo>
                <a:lnTo>
                  <a:pt x="91864" y="148405"/>
                </a:lnTo>
                <a:lnTo>
                  <a:pt x="95539" y="148405"/>
                </a:lnTo>
                <a:lnTo>
                  <a:pt x="99214" y="148405"/>
                </a:lnTo>
                <a:lnTo>
                  <a:pt x="102888" y="148405"/>
                </a:lnTo>
                <a:lnTo>
                  <a:pt x="106563" y="148405"/>
                </a:lnTo>
                <a:lnTo>
                  <a:pt x="110237" y="148405"/>
                </a:lnTo>
                <a:lnTo>
                  <a:pt x="113912" y="148405"/>
                </a:lnTo>
                <a:lnTo>
                  <a:pt x="117587" y="148405"/>
                </a:lnTo>
                <a:lnTo>
                  <a:pt x="121261" y="148405"/>
                </a:lnTo>
                <a:lnTo>
                  <a:pt x="124936" y="148405"/>
                </a:lnTo>
                <a:lnTo>
                  <a:pt x="128610" y="148405"/>
                </a:lnTo>
                <a:lnTo>
                  <a:pt x="132285" y="148405"/>
                </a:lnTo>
                <a:lnTo>
                  <a:pt x="135960" y="148405"/>
                </a:lnTo>
                <a:lnTo>
                  <a:pt x="139634" y="148405"/>
                </a:lnTo>
                <a:lnTo>
                  <a:pt x="143309" y="148405"/>
                </a:lnTo>
                <a:lnTo>
                  <a:pt x="146983" y="148405"/>
                </a:lnTo>
                <a:lnTo>
                  <a:pt x="150658" y="148405"/>
                </a:lnTo>
                <a:lnTo>
                  <a:pt x="154333" y="148405"/>
                </a:lnTo>
                <a:lnTo>
                  <a:pt x="158007" y="148405"/>
                </a:lnTo>
                <a:lnTo>
                  <a:pt x="161682" y="148405"/>
                </a:lnTo>
                <a:lnTo>
                  <a:pt x="165356" y="148405"/>
                </a:lnTo>
                <a:lnTo>
                  <a:pt x="169031" y="148405"/>
                </a:lnTo>
                <a:lnTo>
                  <a:pt x="172706" y="148405"/>
                </a:lnTo>
                <a:lnTo>
                  <a:pt x="176380" y="148405"/>
                </a:lnTo>
                <a:lnTo>
                  <a:pt x="180055" y="148405"/>
                </a:lnTo>
                <a:lnTo>
                  <a:pt x="183729" y="148405"/>
                </a:lnTo>
                <a:lnTo>
                  <a:pt x="187404" y="148405"/>
                </a:lnTo>
                <a:lnTo>
                  <a:pt x="191079" y="148405"/>
                </a:lnTo>
                <a:lnTo>
                  <a:pt x="194753" y="148405"/>
                </a:lnTo>
                <a:lnTo>
                  <a:pt x="198428" y="148405"/>
                </a:lnTo>
                <a:lnTo>
                  <a:pt x="202102" y="148405"/>
                </a:lnTo>
                <a:lnTo>
                  <a:pt x="205777" y="148405"/>
                </a:lnTo>
                <a:lnTo>
                  <a:pt x="209452" y="148405"/>
                </a:lnTo>
                <a:lnTo>
                  <a:pt x="213126" y="148405"/>
                </a:lnTo>
                <a:lnTo>
                  <a:pt x="216801" y="148405"/>
                </a:lnTo>
                <a:lnTo>
                  <a:pt x="220475" y="148405"/>
                </a:lnTo>
                <a:lnTo>
                  <a:pt x="224150" y="148405"/>
                </a:lnTo>
                <a:lnTo>
                  <a:pt x="227825" y="148405"/>
                </a:lnTo>
                <a:lnTo>
                  <a:pt x="231499" y="148405"/>
                </a:lnTo>
                <a:lnTo>
                  <a:pt x="235174" y="148405"/>
                </a:lnTo>
                <a:lnTo>
                  <a:pt x="238848" y="148405"/>
                </a:lnTo>
                <a:lnTo>
                  <a:pt x="242523" y="148405"/>
                </a:lnTo>
                <a:lnTo>
                  <a:pt x="246198" y="148405"/>
                </a:lnTo>
                <a:lnTo>
                  <a:pt x="249872" y="148405"/>
                </a:lnTo>
                <a:lnTo>
                  <a:pt x="253547" y="148405"/>
                </a:lnTo>
                <a:lnTo>
                  <a:pt x="257221" y="148405"/>
                </a:lnTo>
                <a:lnTo>
                  <a:pt x="260896" y="148405"/>
                </a:lnTo>
                <a:lnTo>
                  <a:pt x="264571" y="148405"/>
                </a:lnTo>
                <a:lnTo>
                  <a:pt x="268245" y="148405"/>
                </a:lnTo>
                <a:lnTo>
                  <a:pt x="271920" y="148405"/>
                </a:lnTo>
                <a:lnTo>
                  <a:pt x="275594" y="148405"/>
                </a:lnTo>
                <a:lnTo>
                  <a:pt x="279269" y="148405"/>
                </a:lnTo>
                <a:lnTo>
                  <a:pt x="282944" y="148405"/>
                </a:lnTo>
                <a:lnTo>
                  <a:pt x="286618" y="148405"/>
                </a:lnTo>
                <a:lnTo>
                  <a:pt x="290293" y="148405"/>
                </a:lnTo>
                <a:lnTo>
                  <a:pt x="293967" y="148405"/>
                </a:lnTo>
                <a:lnTo>
                  <a:pt x="297642" y="148405"/>
                </a:lnTo>
                <a:lnTo>
                  <a:pt x="301317" y="148405"/>
                </a:lnTo>
                <a:lnTo>
                  <a:pt x="304991" y="148405"/>
                </a:lnTo>
                <a:lnTo>
                  <a:pt x="308666" y="148405"/>
                </a:lnTo>
                <a:lnTo>
                  <a:pt x="312340" y="148405"/>
                </a:lnTo>
                <a:lnTo>
                  <a:pt x="316015" y="148405"/>
                </a:lnTo>
                <a:lnTo>
                  <a:pt x="319690" y="148405"/>
                </a:lnTo>
                <a:lnTo>
                  <a:pt x="323364" y="148405"/>
                </a:lnTo>
                <a:lnTo>
                  <a:pt x="327039" y="148405"/>
                </a:lnTo>
                <a:lnTo>
                  <a:pt x="330713" y="148405"/>
                </a:lnTo>
                <a:lnTo>
                  <a:pt x="334388" y="148405"/>
                </a:lnTo>
                <a:lnTo>
                  <a:pt x="338063" y="148405"/>
                </a:lnTo>
                <a:lnTo>
                  <a:pt x="341737" y="148405"/>
                </a:lnTo>
                <a:lnTo>
                  <a:pt x="345412" y="148405"/>
                </a:lnTo>
                <a:lnTo>
                  <a:pt x="349086" y="148405"/>
                </a:lnTo>
                <a:lnTo>
                  <a:pt x="352761" y="148405"/>
                </a:lnTo>
                <a:lnTo>
                  <a:pt x="356436" y="148405"/>
                </a:lnTo>
                <a:lnTo>
                  <a:pt x="360110" y="148405"/>
                </a:lnTo>
                <a:lnTo>
                  <a:pt x="363785" y="148405"/>
                </a:lnTo>
                <a:lnTo>
                  <a:pt x="367459" y="148405"/>
                </a:lnTo>
                <a:lnTo>
                  <a:pt x="371134" y="148405"/>
                </a:lnTo>
                <a:lnTo>
                  <a:pt x="374809" y="148405"/>
                </a:lnTo>
                <a:lnTo>
                  <a:pt x="378483" y="148405"/>
                </a:lnTo>
                <a:lnTo>
                  <a:pt x="382158" y="148405"/>
                </a:lnTo>
                <a:lnTo>
                  <a:pt x="385832" y="148405"/>
                </a:lnTo>
                <a:lnTo>
                  <a:pt x="389507" y="148405"/>
                </a:lnTo>
                <a:lnTo>
                  <a:pt x="393182" y="148405"/>
                </a:lnTo>
                <a:lnTo>
                  <a:pt x="396856" y="148405"/>
                </a:lnTo>
                <a:lnTo>
                  <a:pt x="400531" y="148405"/>
                </a:lnTo>
                <a:lnTo>
                  <a:pt x="404205" y="148405"/>
                </a:lnTo>
                <a:lnTo>
                  <a:pt x="407880" y="148405"/>
                </a:lnTo>
                <a:lnTo>
                  <a:pt x="411555" y="148405"/>
                </a:lnTo>
                <a:lnTo>
                  <a:pt x="415229" y="148405"/>
                </a:lnTo>
                <a:lnTo>
                  <a:pt x="418904" y="148405"/>
                </a:lnTo>
                <a:lnTo>
                  <a:pt x="422578" y="148405"/>
                </a:lnTo>
                <a:lnTo>
                  <a:pt x="426253" y="148405"/>
                </a:lnTo>
                <a:lnTo>
                  <a:pt x="429928" y="148405"/>
                </a:lnTo>
                <a:lnTo>
                  <a:pt x="433602" y="148405"/>
                </a:lnTo>
                <a:lnTo>
                  <a:pt x="437277" y="148405"/>
                </a:lnTo>
                <a:lnTo>
                  <a:pt x="440951" y="148405"/>
                </a:lnTo>
                <a:lnTo>
                  <a:pt x="444626" y="148405"/>
                </a:lnTo>
                <a:lnTo>
                  <a:pt x="448301" y="148404"/>
                </a:lnTo>
                <a:lnTo>
                  <a:pt x="451975" y="148404"/>
                </a:lnTo>
                <a:lnTo>
                  <a:pt x="455650" y="148404"/>
                </a:lnTo>
                <a:lnTo>
                  <a:pt x="459324" y="148404"/>
                </a:lnTo>
                <a:lnTo>
                  <a:pt x="462999" y="148404"/>
                </a:lnTo>
                <a:lnTo>
                  <a:pt x="466674" y="148404"/>
                </a:lnTo>
                <a:lnTo>
                  <a:pt x="470348" y="148403"/>
                </a:lnTo>
                <a:lnTo>
                  <a:pt x="474023" y="148403"/>
                </a:lnTo>
                <a:lnTo>
                  <a:pt x="477697" y="148402"/>
                </a:lnTo>
                <a:lnTo>
                  <a:pt x="481372" y="148401"/>
                </a:lnTo>
                <a:lnTo>
                  <a:pt x="485047" y="148399"/>
                </a:lnTo>
                <a:lnTo>
                  <a:pt x="488721" y="148398"/>
                </a:lnTo>
                <a:lnTo>
                  <a:pt x="492396" y="148396"/>
                </a:lnTo>
                <a:lnTo>
                  <a:pt x="496070" y="148393"/>
                </a:lnTo>
                <a:lnTo>
                  <a:pt x="499745" y="148389"/>
                </a:lnTo>
                <a:lnTo>
                  <a:pt x="503420" y="148385"/>
                </a:lnTo>
                <a:lnTo>
                  <a:pt x="507094" y="148380"/>
                </a:lnTo>
                <a:lnTo>
                  <a:pt x="510769" y="148374"/>
                </a:lnTo>
                <a:lnTo>
                  <a:pt x="514443" y="148367"/>
                </a:lnTo>
                <a:lnTo>
                  <a:pt x="518118" y="148358"/>
                </a:lnTo>
                <a:lnTo>
                  <a:pt x="521793" y="148348"/>
                </a:lnTo>
                <a:lnTo>
                  <a:pt x="525467" y="148336"/>
                </a:lnTo>
                <a:lnTo>
                  <a:pt x="529142" y="148323"/>
                </a:lnTo>
                <a:lnTo>
                  <a:pt x="532816" y="148309"/>
                </a:lnTo>
                <a:lnTo>
                  <a:pt x="536491" y="148292"/>
                </a:lnTo>
                <a:lnTo>
                  <a:pt x="540166" y="148274"/>
                </a:lnTo>
                <a:lnTo>
                  <a:pt x="543840" y="148255"/>
                </a:lnTo>
                <a:lnTo>
                  <a:pt x="547515" y="148234"/>
                </a:lnTo>
                <a:lnTo>
                  <a:pt x="551189" y="148212"/>
                </a:lnTo>
                <a:lnTo>
                  <a:pt x="554864" y="148190"/>
                </a:lnTo>
                <a:lnTo>
                  <a:pt x="558539" y="148167"/>
                </a:lnTo>
                <a:lnTo>
                  <a:pt x="562213" y="148143"/>
                </a:lnTo>
                <a:lnTo>
                  <a:pt x="565888" y="148121"/>
                </a:lnTo>
                <a:lnTo>
                  <a:pt x="569562" y="148099"/>
                </a:lnTo>
                <a:lnTo>
                  <a:pt x="573237" y="148078"/>
                </a:lnTo>
                <a:lnTo>
                  <a:pt x="576912" y="148060"/>
                </a:lnTo>
                <a:lnTo>
                  <a:pt x="580586" y="148043"/>
                </a:lnTo>
                <a:lnTo>
                  <a:pt x="584261" y="148029"/>
                </a:lnTo>
                <a:lnTo>
                  <a:pt x="587935" y="148018"/>
                </a:lnTo>
                <a:lnTo>
                  <a:pt x="591610" y="148010"/>
                </a:lnTo>
                <a:lnTo>
                  <a:pt x="595285" y="148005"/>
                </a:lnTo>
                <a:lnTo>
                  <a:pt x="598959" y="148004"/>
                </a:lnTo>
                <a:lnTo>
                  <a:pt x="602634" y="148005"/>
                </a:lnTo>
                <a:lnTo>
                  <a:pt x="606308" y="148009"/>
                </a:lnTo>
                <a:lnTo>
                  <a:pt x="609983" y="148016"/>
                </a:lnTo>
                <a:lnTo>
                  <a:pt x="613658" y="148024"/>
                </a:lnTo>
                <a:lnTo>
                  <a:pt x="617332" y="148034"/>
                </a:lnTo>
                <a:lnTo>
                  <a:pt x="621007" y="148045"/>
                </a:lnTo>
                <a:lnTo>
                  <a:pt x="624681" y="148056"/>
                </a:lnTo>
                <a:lnTo>
                  <a:pt x="628356" y="148066"/>
                </a:lnTo>
                <a:lnTo>
                  <a:pt x="632031" y="148074"/>
                </a:lnTo>
                <a:lnTo>
                  <a:pt x="635705" y="148079"/>
                </a:lnTo>
                <a:lnTo>
                  <a:pt x="639380" y="148082"/>
                </a:lnTo>
                <a:lnTo>
                  <a:pt x="643054" y="148081"/>
                </a:lnTo>
                <a:lnTo>
                  <a:pt x="646729" y="148076"/>
                </a:lnTo>
                <a:lnTo>
                  <a:pt x="650404" y="148064"/>
                </a:lnTo>
                <a:lnTo>
                  <a:pt x="654078" y="148047"/>
                </a:lnTo>
                <a:lnTo>
                  <a:pt x="657753" y="148023"/>
                </a:lnTo>
                <a:lnTo>
                  <a:pt x="661427" y="147993"/>
                </a:lnTo>
                <a:lnTo>
                  <a:pt x="665102" y="147955"/>
                </a:lnTo>
                <a:lnTo>
                  <a:pt x="668777" y="147911"/>
                </a:lnTo>
                <a:lnTo>
                  <a:pt x="672451" y="147859"/>
                </a:lnTo>
                <a:lnTo>
                  <a:pt x="676126" y="147799"/>
                </a:lnTo>
                <a:lnTo>
                  <a:pt x="679800" y="147731"/>
                </a:lnTo>
                <a:lnTo>
                  <a:pt x="683475" y="147656"/>
                </a:lnTo>
                <a:lnTo>
                  <a:pt x="687150" y="147573"/>
                </a:lnTo>
                <a:lnTo>
                  <a:pt x="690824" y="147484"/>
                </a:lnTo>
                <a:lnTo>
                  <a:pt x="694499" y="147389"/>
                </a:lnTo>
                <a:lnTo>
                  <a:pt x="698173" y="147287"/>
                </a:lnTo>
                <a:lnTo>
                  <a:pt x="701848" y="147179"/>
                </a:lnTo>
                <a:lnTo>
                  <a:pt x="705523" y="147066"/>
                </a:lnTo>
                <a:lnTo>
                  <a:pt x="709197" y="146949"/>
                </a:lnTo>
                <a:lnTo>
                  <a:pt x="712872" y="146827"/>
                </a:lnTo>
                <a:lnTo>
                  <a:pt x="716546" y="146703"/>
                </a:lnTo>
                <a:lnTo>
                  <a:pt x="720221" y="146575"/>
                </a:lnTo>
                <a:lnTo>
                  <a:pt x="723896" y="146446"/>
                </a:lnTo>
                <a:lnTo>
                  <a:pt x="727570" y="146314"/>
                </a:lnTo>
                <a:lnTo>
                  <a:pt x="731245" y="146181"/>
                </a:lnTo>
                <a:lnTo>
                  <a:pt x="734919" y="146047"/>
                </a:lnTo>
                <a:lnTo>
                  <a:pt x="738594" y="145913"/>
                </a:lnTo>
                <a:lnTo>
                  <a:pt x="742269" y="145779"/>
                </a:lnTo>
                <a:lnTo>
                  <a:pt x="745943" y="145644"/>
                </a:lnTo>
                <a:lnTo>
                  <a:pt x="749618" y="145509"/>
                </a:lnTo>
                <a:lnTo>
                  <a:pt x="753292" y="145374"/>
                </a:lnTo>
                <a:lnTo>
                  <a:pt x="756967" y="145238"/>
                </a:lnTo>
                <a:lnTo>
                  <a:pt x="760642" y="145100"/>
                </a:lnTo>
                <a:lnTo>
                  <a:pt x="764316" y="144960"/>
                </a:lnTo>
                <a:lnTo>
                  <a:pt x="767991" y="144817"/>
                </a:lnTo>
                <a:lnTo>
                  <a:pt x="771665" y="144669"/>
                </a:lnTo>
                <a:lnTo>
                  <a:pt x="775340" y="144516"/>
                </a:lnTo>
                <a:lnTo>
                  <a:pt x="779015" y="144356"/>
                </a:lnTo>
                <a:lnTo>
                  <a:pt x="782689" y="144185"/>
                </a:lnTo>
                <a:lnTo>
                  <a:pt x="786364" y="144001"/>
                </a:lnTo>
                <a:lnTo>
                  <a:pt x="790038" y="143803"/>
                </a:lnTo>
                <a:lnTo>
                  <a:pt x="793713" y="143588"/>
                </a:lnTo>
                <a:lnTo>
                  <a:pt x="797388" y="143355"/>
                </a:lnTo>
                <a:lnTo>
                  <a:pt x="801062" y="143101"/>
                </a:lnTo>
                <a:lnTo>
                  <a:pt x="804737" y="142823"/>
                </a:lnTo>
                <a:lnTo>
                  <a:pt x="808411" y="142518"/>
                </a:lnTo>
                <a:lnTo>
                  <a:pt x="812086" y="142182"/>
                </a:lnTo>
                <a:lnTo>
                  <a:pt x="815761" y="141817"/>
                </a:lnTo>
                <a:lnTo>
                  <a:pt x="819435" y="141421"/>
                </a:lnTo>
                <a:lnTo>
                  <a:pt x="823110" y="140995"/>
                </a:lnTo>
                <a:lnTo>
                  <a:pt x="826784" y="140537"/>
                </a:lnTo>
                <a:lnTo>
                  <a:pt x="830459" y="140049"/>
                </a:lnTo>
                <a:lnTo>
                  <a:pt x="834134" y="139530"/>
                </a:lnTo>
                <a:lnTo>
                  <a:pt x="837808" y="138978"/>
                </a:lnTo>
                <a:lnTo>
                  <a:pt x="841483" y="138401"/>
                </a:lnTo>
                <a:lnTo>
                  <a:pt x="845157" y="137800"/>
                </a:lnTo>
                <a:lnTo>
                  <a:pt x="848832" y="137177"/>
                </a:lnTo>
                <a:lnTo>
                  <a:pt x="852507" y="136536"/>
                </a:lnTo>
                <a:lnTo>
                  <a:pt x="856181" y="135879"/>
                </a:lnTo>
                <a:lnTo>
                  <a:pt x="859856" y="135209"/>
                </a:lnTo>
                <a:lnTo>
                  <a:pt x="863530" y="134526"/>
                </a:lnTo>
                <a:lnTo>
                  <a:pt x="867205" y="133837"/>
                </a:lnTo>
                <a:lnTo>
                  <a:pt x="870880" y="133142"/>
                </a:lnTo>
                <a:lnTo>
                  <a:pt x="874554" y="132443"/>
                </a:lnTo>
                <a:lnTo>
                  <a:pt x="878229" y="131742"/>
                </a:lnTo>
                <a:lnTo>
                  <a:pt x="881903" y="131038"/>
                </a:lnTo>
                <a:lnTo>
                  <a:pt x="885578" y="130332"/>
                </a:lnTo>
                <a:lnTo>
                  <a:pt x="889253" y="129624"/>
                </a:lnTo>
                <a:lnTo>
                  <a:pt x="892927" y="128911"/>
                </a:lnTo>
                <a:lnTo>
                  <a:pt x="896602" y="128193"/>
                </a:lnTo>
                <a:lnTo>
                  <a:pt x="900276" y="127467"/>
                </a:lnTo>
                <a:lnTo>
                  <a:pt x="903951" y="126732"/>
                </a:lnTo>
                <a:lnTo>
                  <a:pt x="907626" y="125983"/>
                </a:lnTo>
                <a:lnTo>
                  <a:pt x="911300" y="125218"/>
                </a:lnTo>
                <a:lnTo>
                  <a:pt x="914975" y="124431"/>
                </a:lnTo>
                <a:lnTo>
                  <a:pt x="918649" y="123620"/>
                </a:lnTo>
                <a:lnTo>
                  <a:pt x="922324" y="122781"/>
                </a:lnTo>
                <a:lnTo>
                  <a:pt x="925999" y="121911"/>
                </a:lnTo>
                <a:lnTo>
                  <a:pt x="929673" y="121009"/>
                </a:lnTo>
                <a:lnTo>
                  <a:pt x="933348" y="120072"/>
                </a:lnTo>
                <a:lnTo>
                  <a:pt x="937022" y="119096"/>
                </a:lnTo>
                <a:lnTo>
                  <a:pt x="940697" y="118078"/>
                </a:lnTo>
                <a:lnTo>
                  <a:pt x="944372" y="117015"/>
                </a:lnTo>
                <a:lnTo>
                  <a:pt x="948046" y="115913"/>
                </a:lnTo>
                <a:lnTo>
                  <a:pt x="951721" y="114770"/>
                </a:lnTo>
                <a:lnTo>
                  <a:pt x="955395" y="113590"/>
                </a:lnTo>
                <a:lnTo>
                  <a:pt x="959070" y="112373"/>
                </a:lnTo>
                <a:lnTo>
                  <a:pt x="962745" y="111123"/>
                </a:lnTo>
                <a:lnTo>
                  <a:pt x="966419" y="109839"/>
                </a:lnTo>
                <a:lnTo>
                  <a:pt x="970094" y="108526"/>
                </a:lnTo>
                <a:lnTo>
                  <a:pt x="973768" y="107191"/>
                </a:lnTo>
                <a:lnTo>
                  <a:pt x="977443" y="105838"/>
                </a:lnTo>
                <a:lnTo>
                  <a:pt x="981118" y="104469"/>
                </a:lnTo>
                <a:lnTo>
                  <a:pt x="984792" y="103090"/>
                </a:lnTo>
                <a:lnTo>
                  <a:pt x="988467" y="101702"/>
                </a:lnTo>
                <a:lnTo>
                  <a:pt x="992141" y="100310"/>
                </a:lnTo>
                <a:lnTo>
                  <a:pt x="995816" y="98916"/>
                </a:lnTo>
                <a:lnTo>
                  <a:pt x="999491" y="97523"/>
                </a:lnTo>
                <a:lnTo>
                  <a:pt x="1003165" y="96131"/>
                </a:lnTo>
                <a:lnTo>
                  <a:pt x="1006840" y="94743"/>
                </a:lnTo>
                <a:lnTo>
                  <a:pt x="1010514" y="93358"/>
                </a:lnTo>
                <a:lnTo>
                  <a:pt x="1014189" y="91978"/>
                </a:lnTo>
                <a:lnTo>
                  <a:pt x="1017864" y="90603"/>
                </a:lnTo>
                <a:lnTo>
                  <a:pt x="1021538" y="89233"/>
                </a:lnTo>
                <a:lnTo>
                  <a:pt x="1025213" y="87868"/>
                </a:lnTo>
                <a:lnTo>
                  <a:pt x="1028887" y="86508"/>
                </a:lnTo>
                <a:lnTo>
                  <a:pt x="1032562" y="85154"/>
                </a:lnTo>
                <a:lnTo>
                  <a:pt x="1036237" y="83805"/>
                </a:lnTo>
                <a:lnTo>
                  <a:pt x="1039911" y="82462"/>
                </a:lnTo>
                <a:lnTo>
                  <a:pt x="1043586" y="81125"/>
                </a:lnTo>
                <a:lnTo>
                  <a:pt x="1047260" y="79797"/>
                </a:lnTo>
                <a:lnTo>
                  <a:pt x="1050935" y="78476"/>
                </a:lnTo>
                <a:lnTo>
                  <a:pt x="1054610" y="77162"/>
                </a:lnTo>
                <a:lnTo>
                  <a:pt x="1058284" y="75856"/>
                </a:lnTo>
                <a:lnTo>
                  <a:pt x="1061959" y="74557"/>
                </a:lnTo>
                <a:lnTo>
                  <a:pt x="1065633" y="73265"/>
                </a:lnTo>
                <a:lnTo>
                  <a:pt x="1069308" y="71977"/>
                </a:lnTo>
                <a:lnTo>
                  <a:pt x="1072983" y="70693"/>
                </a:lnTo>
                <a:lnTo>
                  <a:pt x="1076657" y="69409"/>
                </a:lnTo>
                <a:lnTo>
                  <a:pt x="1080332" y="68123"/>
                </a:lnTo>
                <a:lnTo>
                  <a:pt x="1084006" y="66832"/>
                </a:lnTo>
                <a:lnTo>
                  <a:pt x="1087681" y="65534"/>
                </a:lnTo>
                <a:lnTo>
                  <a:pt x="1091356" y="64224"/>
                </a:lnTo>
                <a:lnTo>
                  <a:pt x="1095030" y="62901"/>
                </a:lnTo>
                <a:lnTo>
                  <a:pt x="1098705" y="61560"/>
                </a:lnTo>
                <a:lnTo>
                  <a:pt x="1102379" y="60198"/>
                </a:lnTo>
                <a:lnTo>
                  <a:pt x="1106054" y="58814"/>
                </a:lnTo>
                <a:lnTo>
                  <a:pt x="1109729" y="57408"/>
                </a:lnTo>
                <a:lnTo>
                  <a:pt x="1113403" y="55980"/>
                </a:lnTo>
                <a:lnTo>
                  <a:pt x="1117078" y="54530"/>
                </a:lnTo>
                <a:lnTo>
                  <a:pt x="1120752" y="53060"/>
                </a:lnTo>
                <a:lnTo>
                  <a:pt x="1124427" y="51569"/>
                </a:lnTo>
                <a:lnTo>
                  <a:pt x="1128102" y="50060"/>
                </a:lnTo>
                <a:lnTo>
                  <a:pt x="1131776" y="48539"/>
                </a:lnTo>
                <a:lnTo>
                  <a:pt x="1135451" y="47008"/>
                </a:lnTo>
                <a:lnTo>
                  <a:pt x="1139125" y="45473"/>
                </a:lnTo>
                <a:lnTo>
                  <a:pt x="1142800" y="43936"/>
                </a:lnTo>
                <a:lnTo>
                  <a:pt x="1146475" y="42403"/>
                </a:lnTo>
                <a:lnTo>
                  <a:pt x="1150149" y="40876"/>
                </a:lnTo>
                <a:lnTo>
                  <a:pt x="1153824" y="39363"/>
                </a:lnTo>
                <a:lnTo>
                  <a:pt x="1157498" y="37867"/>
                </a:lnTo>
                <a:lnTo>
                  <a:pt x="1161173" y="36389"/>
                </a:lnTo>
                <a:lnTo>
                  <a:pt x="1164848" y="34934"/>
                </a:lnTo>
                <a:lnTo>
                  <a:pt x="1168522" y="33504"/>
                </a:lnTo>
                <a:lnTo>
                  <a:pt x="1172197" y="32100"/>
                </a:lnTo>
                <a:lnTo>
                  <a:pt x="1175871" y="30724"/>
                </a:lnTo>
                <a:lnTo>
                  <a:pt x="1179546" y="29382"/>
                </a:lnTo>
                <a:lnTo>
                  <a:pt x="1183221" y="28071"/>
                </a:lnTo>
                <a:lnTo>
                  <a:pt x="1186895" y="26789"/>
                </a:lnTo>
                <a:lnTo>
                  <a:pt x="1190570" y="25537"/>
                </a:lnTo>
                <a:lnTo>
                  <a:pt x="1194244" y="24313"/>
                </a:lnTo>
                <a:lnTo>
                  <a:pt x="1197919" y="23116"/>
                </a:lnTo>
                <a:lnTo>
                  <a:pt x="1201594" y="21946"/>
                </a:lnTo>
                <a:lnTo>
                  <a:pt x="1205268" y="20803"/>
                </a:lnTo>
                <a:lnTo>
                  <a:pt x="1208943" y="19683"/>
                </a:lnTo>
                <a:lnTo>
                  <a:pt x="1212617" y="18585"/>
                </a:lnTo>
                <a:lnTo>
                  <a:pt x="1216292" y="17505"/>
                </a:lnTo>
                <a:lnTo>
                  <a:pt x="1219967" y="16444"/>
                </a:lnTo>
                <a:lnTo>
                  <a:pt x="1223641" y="15400"/>
                </a:lnTo>
                <a:lnTo>
                  <a:pt x="1227316" y="14372"/>
                </a:lnTo>
                <a:lnTo>
                  <a:pt x="1230990" y="13361"/>
                </a:lnTo>
                <a:lnTo>
                  <a:pt x="1234665" y="12368"/>
                </a:lnTo>
                <a:lnTo>
                  <a:pt x="1238340" y="11393"/>
                </a:lnTo>
                <a:lnTo>
                  <a:pt x="1242014" y="10436"/>
                </a:lnTo>
                <a:lnTo>
                  <a:pt x="1245689" y="9499"/>
                </a:lnTo>
                <a:lnTo>
                  <a:pt x="1249363" y="8584"/>
                </a:lnTo>
                <a:lnTo>
                  <a:pt x="1253038" y="7694"/>
                </a:lnTo>
                <a:lnTo>
                  <a:pt x="1256713" y="6832"/>
                </a:lnTo>
                <a:lnTo>
                  <a:pt x="1260387" y="6008"/>
                </a:lnTo>
                <a:lnTo>
                  <a:pt x="1264062" y="5219"/>
                </a:lnTo>
                <a:lnTo>
                  <a:pt x="1267736" y="4470"/>
                </a:lnTo>
                <a:lnTo>
                  <a:pt x="1271411" y="3765"/>
                </a:lnTo>
                <a:lnTo>
                  <a:pt x="1275086" y="3108"/>
                </a:lnTo>
                <a:lnTo>
                  <a:pt x="1278760" y="2501"/>
                </a:lnTo>
                <a:lnTo>
                  <a:pt x="1282435" y="1951"/>
                </a:lnTo>
                <a:lnTo>
                  <a:pt x="1286109" y="1472"/>
                </a:lnTo>
                <a:lnTo>
                  <a:pt x="1289784" y="1055"/>
                </a:lnTo>
                <a:lnTo>
                  <a:pt x="1293459" y="706"/>
                </a:lnTo>
                <a:lnTo>
                  <a:pt x="1297133" y="424"/>
                </a:lnTo>
                <a:lnTo>
                  <a:pt x="1300808" y="212"/>
                </a:lnTo>
                <a:lnTo>
                  <a:pt x="1304482" y="70"/>
                </a:lnTo>
                <a:lnTo>
                  <a:pt x="1308157" y="0"/>
                </a:lnTo>
                <a:lnTo>
                  <a:pt x="1311832" y="9"/>
                </a:lnTo>
                <a:lnTo>
                  <a:pt x="1315506" y="87"/>
                </a:lnTo>
                <a:lnTo>
                  <a:pt x="1319181" y="228"/>
                </a:lnTo>
                <a:lnTo>
                  <a:pt x="1322855" y="428"/>
                </a:lnTo>
                <a:lnTo>
                  <a:pt x="1326530" y="683"/>
                </a:lnTo>
                <a:lnTo>
                  <a:pt x="1330205" y="985"/>
                </a:lnTo>
                <a:lnTo>
                  <a:pt x="1333879" y="1331"/>
                </a:lnTo>
                <a:lnTo>
                  <a:pt x="1337554" y="1716"/>
                </a:lnTo>
                <a:lnTo>
                  <a:pt x="1341228" y="2129"/>
                </a:lnTo>
                <a:lnTo>
                  <a:pt x="1344903" y="2564"/>
                </a:lnTo>
                <a:lnTo>
                  <a:pt x="1348577" y="3013"/>
                </a:lnTo>
                <a:lnTo>
                  <a:pt x="1352252" y="3471"/>
                </a:lnTo>
                <a:lnTo>
                  <a:pt x="1355927" y="3934"/>
                </a:lnTo>
                <a:lnTo>
                  <a:pt x="1359601" y="4398"/>
                </a:lnTo>
                <a:lnTo>
                  <a:pt x="1363276" y="4860"/>
                </a:lnTo>
                <a:lnTo>
                  <a:pt x="1366950" y="5319"/>
                </a:lnTo>
                <a:lnTo>
                  <a:pt x="1370625" y="5773"/>
                </a:lnTo>
                <a:lnTo>
                  <a:pt x="1374300" y="6224"/>
                </a:lnTo>
                <a:lnTo>
                  <a:pt x="1377974" y="6674"/>
                </a:lnTo>
                <a:lnTo>
                  <a:pt x="1381649" y="7124"/>
                </a:lnTo>
                <a:lnTo>
                  <a:pt x="1385323" y="7578"/>
                </a:lnTo>
                <a:lnTo>
                  <a:pt x="1388998" y="8038"/>
                </a:lnTo>
                <a:lnTo>
                  <a:pt x="1392673" y="8510"/>
                </a:lnTo>
                <a:lnTo>
                  <a:pt x="1396347" y="8996"/>
                </a:lnTo>
                <a:lnTo>
                  <a:pt x="1400022" y="9500"/>
                </a:lnTo>
                <a:lnTo>
                  <a:pt x="1403696" y="10026"/>
                </a:lnTo>
                <a:lnTo>
                  <a:pt x="1407371" y="10576"/>
                </a:lnTo>
                <a:lnTo>
                  <a:pt x="1411046" y="11153"/>
                </a:lnTo>
                <a:lnTo>
                  <a:pt x="1414720" y="11760"/>
                </a:lnTo>
                <a:lnTo>
                  <a:pt x="1418395" y="12406"/>
                </a:lnTo>
                <a:lnTo>
                  <a:pt x="1422069" y="13087"/>
                </a:lnTo>
                <a:lnTo>
                  <a:pt x="1425744" y="13805"/>
                </a:lnTo>
                <a:lnTo>
                  <a:pt x="1429419" y="14562"/>
                </a:lnTo>
                <a:lnTo>
                  <a:pt x="1433093" y="15357"/>
                </a:lnTo>
                <a:lnTo>
                  <a:pt x="1436768" y="16192"/>
                </a:lnTo>
                <a:lnTo>
                  <a:pt x="1440442" y="17067"/>
                </a:lnTo>
                <a:lnTo>
                  <a:pt x="1444117" y="17987"/>
                </a:lnTo>
                <a:lnTo>
                  <a:pt x="1447792" y="18944"/>
                </a:lnTo>
                <a:lnTo>
                  <a:pt x="1451466" y="19936"/>
                </a:lnTo>
                <a:lnTo>
                  <a:pt x="1455141" y="20960"/>
                </a:lnTo>
                <a:lnTo>
                  <a:pt x="1458815" y="22010"/>
                </a:lnTo>
                <a:lnTo>
                  <a:pt x="1462490" y="23083"/>
                </a:lnTo>
                <a:lnTo>
                  <a:pt x="1466165" y="24174"/>
                </a:lnTo>
                <a:lnTo>
                  <a:pt x="1469839" y="25277"/>
                </a:lnTo>
                <a:lnTo>
                  <a:pt x="1473514" y="26384"/>
                </a:lnTo>
                <a:lnTo>
                  <a:pt x="1477188" y="27488"/>
                </a:lnTo>
                <a:lnTo>
                  <a:pt x="1480863" y="28583"/>
                </a:lnTo>
                <a:lnTo>
                  <a:pt x="1484538" y="29663"/>
                </a:lnTo>
                <a:lnTo>
                  <a:pt x="1488212" y="30723"/>
                </a:lnTo>
                <a:lnTo>
                  <a:pt x="1491887" y="31760"/>
                </a:lnTo>
                <a:lnTo>
                  <a:pt x="1495561" y="32767"/>
                </a:lnTo>
                <a:lnTo>
                  <a:pt x="1499236" y="33741"/>
                </a:lnTo>
                <a:lnTo>
                  <a:pt x="1502911" y="34683"/>
                </a:lnTo>
                <a:lnTo>
                  <a:pt x="1506585" y="35596"/>
                </a:lnTo>
                <a:lnTo>
                  <a:pt x="1510260" y="36480"/>
                </a:lnTo>
                <a:lnTo>
                  <a:pt x="1513934" y="37337"/>
                </a:lnTo>
                <a:lnTo>
                  <a:pt x="1517609" y="38171"/>
                </a:lnTo>
                <a:lnTo>
                  <a:pt x="1521284" y="38985"/>
                </a:lnTo>
                <a:lnTo>
                  <a:pt x="1524958" y="39782"/>
                </a:lnTo>
                <a:lnTo>
                  <a:pt x="1528633" y="40572"/>
                </a:lnTo>
                <a:lnTo>
                  <a:pt x="1532307" y="41358"/>
                </a:lnTo>
                <a:lnTo>
                  <a:pt x="1535982" y="42144"/>
                </a:lnTo>
                <a:lnTo>
                  <a:pt x="1539657" y="42936"/>
                </a:lnTo>
                <a:lnTo>
                  <a:pt x="1543331" y="43736"/>
                </a:lnTo>
                <a:lnTo>
                  <a:pt x="1547006" y="44548"/>
                </a:lnTo>
                <a:lnTo>
                  <a:pt x="1550680" y="45378"/>
                </a:lnTo>
                <a:lnTo>
                  <a:pt x="1554355" y="46226"/>
                </a:lnTo>
                <a:lnTo>
                  <a:pt x="1558030" y="47091"/>
                </a:lnTo>
                <a:lnTo>
                  <a:pt x="1561704" y="47975"/>
                </a:lnTo>
                <a:lnTo>
                  <a:pt x="1565379" y="48877"/>
                </a:lnTo>
                <a:lnTo>
                  <a:pt x="1569053" y="49797"/>
                </a:lnTo>
                <a:lnTo>
                  <a:pt x="1572728" y="50733"/>
                </a:lnTo>
                <a:lnTo>
                  <a:pt x="1576403" y="51686"/>
                </a:lnTo>
                <a:lnTo>
                  <a:pt x="1580077" y="52652"/>
                </a:lnTo>
                <a:lnTo>
                  <a:pt x="1583752" y="53628"/>
                </a:lnTo>
                <a:lnTo>
                  <a:pt x="1587426" y="54613"/>
                </a:lnTo>
                <a:lnTo>
                  <a:pt x="1591101" y="55605"/>
                </a:lnTo>
                <a:lnTo>
                  <a:pt x="1594776" y="56603"/>
                </a:lnTo>
                <a:lnTo>
                  <a:pt x="1598450" y="57605"/>
                </a:lnTo>
                <a:lnTo>
                  <a:pt x="1602125" y="58611"/>
                </a:lnTo>
                <a:lnTo>
                  <a:pt x="1605799" y="59620"/>
                </a:lnTo>
                <a:lnTo>
                  <a:pt x="1609474" y="60632"/>
                </a:lnTo>
                <a:lnTo>
                  <a:pt x="1613149" y="61649"/>
                </a:lnTo>
                <a:lnTo>
                  <a:pt x="1616823" y="62670"/>
                </a:lnTo>
                <a:lnTo>
                  <a:pt x="1620498" y="63699"/>
                </a:lnTo>
                <a:lnTo>
                  <a:pt x="1624172" y="64736"/>
                </a:lnTo>
                <a:lnTo>
                  <a:pt x="1627847" y="65785"/>
                </a:lnTo>
                <a:lnTo>
                  <a:pt x="1631522" y="66848"/>
                </a:lnTo>
                <a:lnTo>
                  <a:pt x="1635196" y="67926"/>
                </a:lnTo>
                <a:lnTo>
                  <a:pt x="1638871" y="69020"/>
                </a:lnTo>
                <a:lnTo>
                  <a:pt x="1642545" y="70131"/>
                </a:lnTo>
                <a:lnTo>
                  <a:pt x="1646220" y="71260"/>
                </a:lnTo>
                <a:lnTo>
                  <a:pt x="1649895" y="72405"/>
                </a:lnTo>
                <a:lnTo>
                  <a:pt x="1653569" y="73568"/>
                </a:lnTo>
                <a:lnTo>
                  <a:pt x="1657244" y="74747"/>
                </a:lnTo>
                <a:lnTo>
                  <a:pt x="1660918" y="75935"/>
                </a:lnTo>
                <a:lnTo>
                  <a:pt x="1664593" y="77131"/>
                </a:lnTo>
                <a:lnTo>
                  <a:pt x="1668268" y="78329"/>
                </a:lnTo>
                <a:lnTo>
                  <a:pt x="1671942" y="79525"/>
                </a:lnTo>
                <a:lnTo>
                  <a:pt x="1675617" y="80715"/>
                </a:lnTo>
                <a:lnTo>
                  <a:pt x="1679291" y="81892"/>
                </a:lnTo>
                <a:lnTo>
                  <a:pt x="1682966" y="83050"/>
                </a:lnTo>
                <a:lnTo>
                  <a:pt x="1686641" y="84184"/>
                </a:lnTo>
                <a:lnTo>
                  <a:pt x="1690315" y="85291"/>
                </a:lnTo>
                <a:lnTo>
                  <a:pt x="1693990" y="86369"/>
                </a:lnTo>
                <a:lnTo>
                  <a:pt x="1697664" y="87414"/>
                </a:lnTo>
                <a:lnTo>
                  <a:pt x="1701339" y="88425"/>
                </a:lnTo>
                <a:lnTo>
                  <a:pt x="1705014" y="89401"/>
                </a:lnTo>
                <a:lnTo>
                  <a:pt x="1708688" y="90334"/>
                </a:lnTo>
                <a:lnTo>
                  <a:pt x="1712363" y="91233"/>
                </a:lnTo>
                <a:lnTo>
                  <a:pt x="1716037" y="92100"/>
                </a:lnTo>
                <a:lnTo>
                  <a:pt x="1719712" y="92937"/>
                </a:lnTo>
                <a:lnTo>
                  <a:pt x="1723387" y="93747"/>
                </a:lnTo>
                <a:lnTo>
                  <a:pt x="1727061" y="94533"/>
                </a:lnTo>
                <a:lnTo>
                  <a:pt x="1730736" y="95298"/>
                </a:lnTo>
                <a:lnTo>
                  <a:pt x="1734410" y="96044"/>
                </a:lnTo>
                <a:lnTo>
                  <a:pt x="1738085" y="96779"/>
                </a:lnTo>
                <a:lnTo>
                  <a:pt x="1741760" y="97506"/>
                </a:lnTo>
                <a:lnTo>
                  <a:pt x="1745434" y="98228"/>
                </a:lnTo>
                <a:lnTo>
                  <a:pt x="1749109" y="98950"/>
                </a:lnTo>
                <a:lnTo>
                  <a:pt x="1752783" y="99672"/>
                </a:lnTo>
                <a:lnTo>
                  <a:pt x="1756458" y="100399"/>
                </a:lnTo>
                <a:lnTo>
                  <a:pt x="1760133" y="101132"/>
                </a:lnTo>
                <a:lnTo>
                  <a:pt x="1763807" y="101873"/>
                </a:lnTo>
                <a:lnTo>
                  <a:pt x="1767482" y="102623"/>
                </a:lnTo>
                <a:lnTo>
                  <a:pt x="1771156" y="103382"/>
                </a:lnTo>
                <a:lnTo>
                  <a:pt x="1774831" y="104149"/>
                </a:lnTo>
                <a:lnTo>
                  <a:pt x="1778506" y="104925"/>
                </a:lnTo>
                <a:lnTo>
                  <a:pt x="1782180" y="105708"/>
                </a:lnTo>
                <a:lnTo>
                  <a:pt x="1785855" y="106498"/>
                </a:lnTo>
                <a:lnTo>
                  <a:pt x="1789529" y="107293"/>
                </a:lnTo>
                <a:lnTo>
                  <a:pt x="1793204" y="108092"/>
                </a:lnTo>
                <a:lnTo>
                  <a:pt x="1796879" y="108895"/>
                </a:lnTo>
                <a:lnTo>
                  <a:pt x="1800553" y="109700"/>
                </a:lnTo>
                <a:lnTo>
                  <a:pt x="1804228" y="110508"/>
                </a:lnTo>
                <a:lnTo>
                  <a:pt x="1807902" y="111319"/>
                </a:lnTo>
                <a:lnTo>
                  <a:pt x="1811577" y="112134"/>
                </a:lnTo>
                <a:lnTo>
                  <a:pt x="1815252" y="112957"/>
                </a:lnTo>
                <a:lnTo>
                  <a:pt x="1818926" y="113788"/>
                </a:lnTo>
                <a:lnTo>
                  <a:pt x="1822601" y="114632"/>
                </a:lnTo>
                <a:lnTo>
                  <a:pt x="1826275" y="115492"/>
                </a:lnTo>
                <a:lnTo>
                  <a:pt x="1829950" y="116371"/>
                </a:lnTo>
                <a:lnTo>
                  <a:pt x="1833625" y="117274"/>
                </a:lnTo>
                <a:lnTo>
                  <a:pt x="1837299" y="118206"/>
                </a:lnTo>
                <a:lnTo>
                  <a:pt x="1840974" y="119176"/>
                </a:lnTo>
                <a:lnTo>
                  <a:pt x="1844648" y="120183"/>
                </a:lnTo>
                <a:lnTo>
                  <a:pt x="1848323" y="121228"/>
                </a:lnTo>
                <a:lnTo>
                  <a:pt x="1851998" y="122313"/>
                </a:lnTo>
                <a:lnTo>
                  <a:pt x="1855672" y="123439"/>
                </a:lnTo>
                <a:lnTo>
                  <a:pt x="1859347" y="124603"/>
                </a:lnTo>
                <a:lnTo>
                  <a:pt x="1863021" y="125804"/>
                </a:lnTo>
                <a:lnTo>
                  <a:pt x="1866696" y="127043"/>
                </a:lnTo>
                <a:lnTo>
                  <a:pt x="1870371" y="128308"/>
                </a:lnTo>
                <a:lnTo>
                  <a:pt x="1874045" y="129590"/>
                </a:lnTo>
                <a:lnTo>
                  <a:pt x="1877720" y="130883"/>
                </a:lnTo>
              </a:path>
            </a:pathLst>
          </a:custGeom>
          <a:ln w="27101" cap="flat">
            <a:solidFill>
              <a:srgbClr val="C77CFF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8" name="rc238"/>
          <p:cNvSpPr/>
          <p:nvPr/>
        </p:nvSpPr>
        <p:spPr>
          <a:xfrm>
            <a:off x="8762756" y="3600550"/>
            <a:ext cx="2065492" cy="653993"/>
          </a:xfrm>
          <a:prstGeom prst="rect">
            <a:avLst/>
          </a:prstGeom>
          <a:ln w="17246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9" name="rc239"/>
          <p:cNvSpPr/>
          <p:nvPr/>
        </p:nvSpPr>
        <p:spPr>
          <a:xfrm>
            <a:off x="4454635" y="1830844"/>
            <a:ext cx="2065492" cy="284583"/>
          </a:xfrm>
          <a:prstGeom prst="rect">
            <a:avLst/>
          </a:prstGeom>
          <a:solidFill>
            <a:srgbClr val="D9D9D9">
              <a:alpha val="100000"/>
            </a:srgbClr>
          </a:solidFill>
          <a:ln w="17246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0" name="tx240"/>
          <p:cNvSpPr/>
          <p:nvPr/>
        </p:nvSpPr>
        <p:spPr>
          <a:xfrm>
            <a:off x="5311422" y="1890556"/>
            <a:ext cx="351918" cy="1334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ξ = -1</a:t>
            </a:r>
          </a:p>
        </p:txBody>
      </p:sp>
      <p:sp>
        <p:nvSpPr>
          <p:cNvPr id="241" name="rc241"/>
          <p:cNvSpPr/>
          <p:nvPr/>
        </p:nvSpPr>
        <p:spPr>
          <a:xfrm>
            <a:off x="6608695" y="1830844"/>
            <a:ext cx="2065492" cy="284583"/>
          </a:xfrm>
          <a:prstGeom prst="rect">
            <a:avLst/>
          </a:prstGeom>
          <a:solidFill>
            <a:srgbClr val="D9D9D9">
              <a:alpha val="100000"/>
            </a:srgbClr>
          </a:solidFill>
          <a:ln w="17246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2" name="tx242"/>
          <p:cNvSpPr/>
          <p:nvPr/>
        </p:nvSpPr>
        <p:spPr>
          <a:xfrm>
            <a:off x="7489166" y="1890556"/>
            <a:ext cx="304551" cy="1334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ξ = 0</a:t>
            </a:r>
          </a:p>
        </p:txBody>
      </p:sp>
      <p:sp>
        <p:nvSpPr>
          <p:cNvPr id="243" name="rc243"/>
          <p:cNvSpPr/>
          <p:nvPr/>
        </p:nvSpPr>
        <p:spPr>
          <a:xfrm>
            <a:off x="8762756" y="1830844"/>
            <a:ext cx="2065492" cy="284583"/>
          </a:xfrm>
          <a:prstGeom prst="rect">
            <a:avLst/>
          </a:prstGeom>
          <a:solidFill>
            <a:srgbClr val="D9D9D9">
              <a:alpha val="100000"/>
            </a:srgbClr>
          </a:solidFill>
          <a:ln w="17246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4" name="tx244"/>
          <p:cNvSpPr/>
          <p:nvPr/>
        </p:nvSpPr>
        <p:spPr>
          <a:xfrm>
            <a:off x="9643226" y="1890556"/>
            <a:ext cx="304551" cy="13348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ξ = 1</a:t>
            </a:r>
          </a:p>
        </p:txBody>
      </p:sp>
      <p:sp>
        <p:nvSpPr>
          <p:cNvPr id="245" name="rc245"/>
          <p:cNvSpPr/>
          <p:nvPr/>
        </p:nvSpPr>
        <p:spPr>
          <a:xfrm>
            <a:off x="10828248" y="2115428"/>
            <a:ext cx="284583" cy="653993"/>
          </a:xfrm>
          <a:prstGeom prst="rect">
            <a:avLst/>
          </a:prstGeom>
          <a:solidFill>
            <a:srgbClr val="D9D9D9">
              <a:alpha val="100000"/>
            </a:srgbClr>
          </a:solidFill>
          <a:ln w="17246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6" name="tx246"/>
          <p:cNvSpPr/>
          <p:nvPr/>
        </p:nvSpPr>
        <p:spPr>
          <a:xfrm rot="5400000">
            <a:off x="10787739" y="2390473"/>
            <a:ext cx="367684" cy="1039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a = -2</a:t>
            </a:r>
          </a:p>
        </p:txBody>
      </p:sp>
      <p:sp>
        <p:nvSpPr>
          <p:cNvPr id="247" name="rc247"/>
          <p:cNvSpPr/>
          <p:nvPr/>
        </p:nvSpPr>
        <p:spPr>
          <a:xfrm>
            <a:off x="10828248" y="2857989"/>
            <a:ext cx="284583" cy="653993"/>
          </a:xfrm>
          <a:prstGeom prst="rect">
            <a:avLst/>
          </a:prstGeom>
          <a:solidFill>
            <a:srgbClr val="D9D9D9">
              <a:alpha val="100000"/>
            </a:srgbClr>
          </a:solidFill>
          <a:ln w="17246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8" name="tx248"/>
          <p:cNvSpPr/>
          <p:nvPr/>
        </p:nvSpPr>
        <p:spPr>
          <a:xfrm rot="5400000">
            <a:off x="10811457" y="3133000"/>
            <a:ext cx="320317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a = 0</a:t>
            </a:r>
          </a:p>
        </p:txBody>
      </p:sp>
      <p:sp>
        <p:nvSpPr>
          <p:cNvPr id="249" name="rc249"/>
          <p:cNvSpPr/>
          <p:nvPr/>
        </p:nvSpPr>
        <p:spPr>
          <a:xfrm>
            <a:off x="10828248" y="3600550"/>
            <a:ext cx="284583" cy="653993"/>
          </a:xfrm>
          <a:prstGeom prst="rect">
            <a:avLst/>
          </a:prstGeom>
          <a:solidFill>
            <a:srgbClr val="D9D9D9">
              <a:alpha val="100000"/>
            </a:srgbClr>
          </a:solidFill>
          <a:ln w="17246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0" name="tx250"/>
          <p:cNvSpPr/>
          <p:nvPr/>
        </p:nvSpPr>
        <p:spPr>
          <a:xfrm rot="5400000">
            <a:off x="10811423" y="3875595"/>
            <a:ext cx="320317" cy="10390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a = 2</a:t>
            </a:r>
          </a:p>
        </p:txBody>
      </p:sp>
      <p:sp>
        <p:nvSpPr>
          <p:cNvPr id="251" name="pl251"/>
          <p:cNvSpPr/>
          <p:nvPr/>
        </p:nvSpPr>
        <p:spPr>
          <a:xfrm>
            <a:off x="4548521" y="4254543"/>
            <a:ext cx="0" cy="44283"/>
          </a:xfrm>
          <a:custGeom>
            <a:avLst/>
            <a:gdLst/>
            <a:ahLst/>
            <a:cxnLst/>
            <a:rect l="0" t="0" r="0" b="0"/>
            <a:pathLst>
              <a:path h="44283">
                <a:moveTo>
                  <a:pt x="0" y="44283"/>
                </a:moveTo>
                <a:lnTo>
                  <a:pt x="0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2" name="pl252"/>
          <p:cNvSpPr/>
          <p:nvPr/>
        </p:nvSpPr>
        <p:spPr>
          <a:xfrm>
            <a:off x="5017951" y="4254543"/>
            <a:ext cx="0" cy="44283"/>
          </a:xfrm>
          <a:custGeom>
            <a:avLst/>
            <a:gdLst/>
            <a:ahLst/>
            <a:cxnLst/>
            <a:rect l="0" t="0" r="0" b="0"/>
            <a:pathLst>
              <a:path h="44283">
                <a:moveTo>
                  <a:pt x="0" y="44283"/>
                </a:moveTo>
                <a:lnTo>
                  <a:pt x="0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3" name="pl253"/>
          <p:cNvSpPr/>
          <p:nvPr/>
        </p:nvSpPr>
        <p:spPr>
          <a:xfrm>
            <a:off x="5487381" y="4254543"/>
            <a:ext cx="0" cy="44283"/>
          </a:xfrm>
          <a:custGeom>
            <a:avLst/>
            <a:gdLst/>
            <a:ahLst/>
            <a:cxnLst/>
            <a:rect l="0" t="0" r="0" b="0"/>
            <a:pathLst>
              <a:path h="44283">
                <a:moveTo>
                  <a:pt x="0" y="44283"/>
                </a:moveTo>
                <a:lnTo>
                  <a:pt x="0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4" name="pl254"/>
          <p:cNvSpPr/>
          <p:nvPr/>
        </p:nvSpPr>
        <p:spPr>
          <a:xfrm>
            <a:off x="5956811" y="4254543"/>
            <a:ext cx="0" cy="44283"/>
          </a:xfrm>
          <a:custGeom>
            <a:avLst/>
            <a:gdLst/>
            <a:ahLst/>
            <a:cxnLst/>
            <a:rect l="0" t="0" r="0" b="0"/>
            <a:pathLst>
              <a:path h="44283">
                <a:moveTo>
                  <a:pt x="0" y="44283"/>
                </a:moveTo>
                <a:lnTo>
                  <a:pt x="0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5" name="pl255"/>
          <p:cNvSpPr/>
          <p:nvPr/>
        </p:nvSpPr>
        <p:spPr>
          <a:xfrm>
            <a:off x="6426242" y="4254543"/>
            <a:ext cx="0" cy="44283"/>
          </a:xfrm>
          <a:custGeom>
            <a:avLst/>
            <a:gdLst/>
            <a:ahLst/>
            <a:cxnLst/>
            <a:rect l="0" t="0" r="0" b="0"/>
            <a:pathLst>
              <a:path h="44283">
                <a:moveTo>
                  <a:pt x="0" y="44283"/>
                </a:moveTo>
                <a:lnTo>
                  <a:pt x="0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6" name="tx256"/>
          <p:cNvSpPr/>
          <p:nvPr/>
        </p:nvSpPr>
        <p:spPr>
          <a:xfrm>
            <a:off x="4425971" y="4332101"/>
            <a:ext cx="245100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-5.0</a:t>
            </a:r>
          </a:p>
        </p:txBody>
      </p:sp>
      <p:sp>
        <p:nvSpPr>
          <p:cNvPr id="257" name="tx257"/>
          <p:cNvSpPr/>
          <p:nvPr/>
        </p:nvSpPr>
        <p:spPr>
          <a:xfrm>
            <a:off x="4895401" y="4332101"/>
            <a:ext cx="245100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-2.5</a:t>
            </a:r>
          </a:p>
        </p:txBody>
      </p:sp>
      <p:sp>
        <p:nvSpPr>
          <p:cNvPr id="258" name="tx258"/>
          <p:cNvSpPr/>
          <p:nvPr/>
        </p:nvSpPr>
        <p:spPr>
          <a:xfrm>
            <a:off x="5388515" y="4332101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259" name="tx259"/>
          <p:cNvSpPr/>
          <p:nvPr/>
        </p:nvSpPr>
        <p:spPr>
          <a:xfrm>
            <a:off x="5857945" y="4332101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260" name="tx260"/>
          <p:cNvSpPr/>
          <p:nvPr/>
        </p:nvSpPr>
        <p:spPr>
          <a:xfrm>
            <a:off x="6327375" y="4332101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261" name="pl261"/>
          <p:cNvSpPr/>
          <p:nvPr/>
        </p:nvSpPr>
        <p:spPr>
          <a:xfrm>
            <a:off x="6702581" y="4254543"/>
            <a:ext cx="0" cy="44283"/>
          </a:xfrm>
          <a:custGeom>
            <a:avLst/>
            <a:gdLst/>
            <a:ahLst/>
            <a:cxnLst/>
            <a:rect l="0" t="0" r="0" b="0"/>
            <a:pathLst>
              <a:path h="44283">
                <a:moveTo>
                  <a:pt x="0" y="44283"/>
                </a:moveTo>
                <a:lnTo>
                  <a:pt x="0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2" name="pl262"/>
          <p:cNvSpPr/>
          <p:nvPr/>
        </p:nvSpPr>
        <p:spPr>
          <a:xfrm>
            <a:off x="7172012" y="4254543"/>
            <a:ext cx="0" cy="44283"/>
          </a:xfrm>
          <a:custGeom>
            <a:avLst/>
            <a:gdLst/>
            <a:ahLst/>
            <a:cxnLst/>
            <a:rect l="0" t="0" r="0" b="0"/>
            <a:pathLst>
              <a:path h="44283">
                <a:moveTo>
                  <a:pt x="0" y="44283"/>
                </a:moveTo>
                <a:lnTo>
                  <a:pt x="0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3" name="pl263"/>
          <p:cNvSpPr/>
          <p:nvPr/>
        </p:nvSpPr>
        <p:spPr>
          <a:xfrm>
            <a:off x="7641442" y="4254543"/>
            <a:ext cx="0" cy="44283"/>
          </a:xfrm>
          <a:custGeom>
            <a:avLst/>
            <a:gdLst/>
            <a:ahLst/>
            <a:cxnLst/>
            <a:rect l="0" t="0" r="0" b="0"/>
            <a:pathLst>
              <a:path h="44283">
                <a:moveTo>
                  <a:pt x="0" y="44283"/>
                </a:moveTo>
                <a:lnTo>
                  <a:pt x="0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4" name="pl264"/>
          <p:cNvSpPr/>
          <p:nvPr/>
        </p:nvSpPr>
        <p:spPr>
          <a:xfrm>
            <a:off x="8110872" y="4254543"/>
            <a:ext cx="0" cy="44283"/>
          </a:xfrm>
          <a:custGeom>
            <a:avLst/>
            <a:gdLst/>
            <a:ahLst/>
            <a:cxnLst/>
            <a:rect l="0" t="0" r="0" b="0"/>
            <a:pathLst>
              <a:path h="44283">
                <a:moveTo>
                  <a:pt x="0" y="44283"/>
                </a:moveTo>
                <a:lnTo>
                  <a:pt x="0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5" name="pl265"/>
          <p:cNvSpPr/>
          <p:nvPr/>
        </p:nvSpPr>
        <p:spPr>
          <a:xfrm>
            <a:off x="8580302" y="4254543"/>
            <a:ext cx="0" cy="44283"/>
          </a:xfrm>
          <a:custGeom>
            <a:avLst/>
            <a:gdLst/>
            <a:ahLst/>
            <a:cxnLst/>
            <a:rect l="0" t="0" r="0" b="0"/>
            <a:pathLst>
              <a:path h="44283">
                <a:moveTo>
                  <a:pt x="0" y="44283"/>
                </a:moveTo>
                <a:lnTo>
                  <a:pt x="0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6" name="tx266"/>
          <p:cNvSpPr/>
          <p:nvPr/>
        </p:nvSpPr>
        <p:spPr>
          <a:xfrm>
            <a:off x="6580031" y="4332101"/>
            <a:ext cx="245100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-5.0</a:t>
            </a:r>
          </a:p>
        </p:txBody>
      </p:sp>
      <p:sp>
        <p:nvSpPr>
          <p:cNvPr id="267" name="tx267"/>
          <p:cNvSpPr/>
          <p:nvPr/>
        </p:nvSpPr>
        <p:spPr>
          <a:xfrm>
            <a:off x="7049462" y="4332101"/>
            <a:ext cx="245100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-2.5</a:t>
            </a:r>
          </a:p>
        </p:txBody>
      </p:sp>
      <p:sp>
        <p:nvSpPr>
          <p:cNvPr id="268" name="tx268"/>
          <p:cNvSpPr/>
          <p:nvPr/>
        </p:nvSpPr>
        <p:spPr>
          <a:xfrm>
            <a:off x="7542575" y="4332101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269" name="tx269"/>
          <p:cNvSpPr/>
          <p:nvPr/>
        </p:nvSpPr>
        <p:spPr>
          <a:xfrm>
            <a:off x="8012005" y="4332101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270" name="tx270"/>
          <p:cNvSpPr/>
          <p:nvPr/>
        </p:nvSpPr>
        <p:spPr>
          <a:xfrm>
            <a:off x="8481435" y="4332101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271" name="pl271"/>
          <p:cNvSpPr/>
          <p:nvPr/>
        </p:nvSpPr>
        <p:spPr>
          <a:xfrm>
            <a:off x="8856642" y="4254543"/>
            <a:ext cx="0" cy="44283"/>
          </a:xfrm>
          <a:custGeom>
            <a:avLst/>
            <a:gdLst/>
            <a:ahLst/>
            <a:cxnLst/>
            <a:rect l="0" t="0" r="0" b="0"/>
            <a:pathLst>
              <a:path h="44283">
                <a:moveTo>
                  <a:pt x="0" y="44283"/>
                </a:moveTo>
                <a:lnTo>
                  <a:pt x="0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2" name="pl272"/>
          <p:cNvSpPr/>
          <p:nvPr/>
        </p:nvSpPr>
        <p:spPr>
          <a:xfrm>
            <a:off x="9326072" y="4254543"/>
            <a:ext cx="0" cy="44283"/>
          </a:xfrm>
          <a:custGeom>
            <a:avLst/>
            <a:gdLst/>
            <a:ahLst/>
            <a:cxnLst/>
            <a:rect l="0" t="0" r="0" b="0"/>
            <a:pathLst>
              <a:path h="44283">
                <a:moveTo>
                  <a:pt x="0" y="44283"/>
                </a:moveTo>
                <a:lnTo>
                  <a:pt x="0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3" name="pl273"/>
          <p:cNvSpPr/>
          <p:nvPr/>
        </p:nvSpPr>
        <p:spPr>
          <a:xfrm>
            <a:off x="9795502" y="4254543"/>
            <a:ext cx="0" cy="44283"/>
          </a:xfrm>
          <a:custGeom>
            <a:avLst/>
            <a:gdLst/>
            <a:ahLst/>
            <a:cxnLst/>
            <a:rect l="0" t="0" r="0" b="0"/>
            <a:pathLst>
              <a:path h="44283">
                <a:moveTo>
                  <a:pt x="0" y="44283"/>
                </a:moveTo>
                <a:lnTo>
                  <a:pt x="0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4" name="pl274"/>
          <p:cNvSpPr/>
          <p:nvPr/>
        </p:nvSpPr>
        <p:spPr>
          <a:xfrm>
            <a:off x="10264932" y="4254543"/>
            <a:ext cx="0" cy="44283"/>
          </a:xfrm>
          <a:custGeom>
            <a:avLst/>
            <a:gdLst/>
            <a:ahLst/>
            <a:cxnLst/>
            <a:rect l="0" t="0" r="0" b="0"/>
            <a:pathLst>
              <a:path h="44283">
                <a:moveTo>
                  <a:pt x="0" y="44283"/>
                </a:moveTo>
                <a:lnTo>
                  <a:pt x="0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5" name="pl275"/>
          <p:cNvSpPr/>
          <p:nvPr/>
        </p:nvSpPr>
        <p:spPr>
          <a:xfrm>
            <a:off x="10734362" y="4254543"/>
            <a:ext cx="0" cy="44283"/>
          </a:xfrm>
          <a:custGeom>
            <a:avLst/>
            <a:gdLst/>
            <a:ahLst/>
            <a:cxnLst/>
            <a:rect l="0" t="0" r="0" b="0"/>
            <a:pathLst>
              <a:path h="44283">
                <a:moveTo>
                  <a:pt x="0" y="44283"/>
                </a:moveTo>
                <a:lnTo>
                  <a:pt x="0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6" name="tx276"/>
          <p:cNvSpPr/>
          <p:nvPr/>
        </p:nvSpPr>
        <p:spPr>
          <a:xfrm>
            <a:off x="8734092" y="4332101"/>
            <a:ext cx="245100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-5.0</a:t>
            </a:r>
          </a:p>
        </p:txBody>
      </p:sp>
      <p:sp>
        <p:nvSpPr>
          <p:cNvPr id="277" name="tx277"/>
          <p:cNvSpPr/>
          <p:nvPr/>
        </p:nvSpPr>
        <p:spPr>
          <a:xfrm>
            <a:off x="9203522" y="4332101"/>
            <a:ext cx="245100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-2.5</a:t>
            </a:r>
          </a:p>
        </p:txBody>
      </p:sp>
      <p:sp>
        <p:nvSpPr>
          <p:cNvPr id="278" name="tx278"/>
          <p:cNvSpPr/>
          <p:nvPr/>
        </p:nvSpPr>
        <p:spPr>
          <a:xfrm>
            <a:off x="9696635" y="4332101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279" name="tx279"/>
          <p:cNvSpPr/>
          <p:nvPr/>
        </p:nvSpPr>
        <p:spPr>
          <a:xfrm>
            <a:off x="10166065" y="4332101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280" name="tx280"/>
          <p:cNvSpPr/>
          <p:nvPr/>
        </p:nvSpPr>
        <p:spPr>
          <a:xfrm>
            <a:off x="10635495" y="4332101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281" name="tx281"/>
          <p:cNvSpPr/>
          <p:nvPr/>
        </p:nvSpPr>
        <p:spPr>
          <a:xfrm>
            <a:off x="4177191" y="2686632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282" name="tx282"/>
          <p:cNvSpPr/>
          <p:nvPr/>
        </p:nvSpPr>
        <p:spPr>
          <a:xfrm>
            <a:off x="4177191" y="2496140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0.4</a:t>
            </a:r>
          </a:p>
        </p:txBody>
      </p:sp>
      <p:sp>
        <p:nvSpPr>
          <p:cNvPr id="283" name="tx283"/>
          <p:cNvSpPr/>
          <p:nvPr/>
        </p:nvSpPr>
        <p:spPr>
          <a:xfrm>
            <a:off x="4177191" y="2305649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0.8</a:t>
            </a:r>
          </a:p>
        </p:txBody>
      </p:sp>
      <p:sp>
        <p:nvSpPr>
          <p:cNvPr id="284" name="tx284"/>
          <p:cNvSpPr/>
          <p:nvPr/>
        </p:nvSpPr>
        <p:spPr>
          <a:xfrm>
            <a:off x="4177191" y="2116894"/>
            <a:ext cx="197733" cy="10223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1.2</a:t>
            </a:r>
          </a:p>
        </p:txBody>
      </p:sp>
      <p:sp>
        <p:nvSpPr>
          <p:cNvPr id="285" name="pl285"/>
          <p:cNvSpPr/>
          <p:nvPr/>
        </p:nvSpPr>
        <p:spPr>
          <a:xfrm>
            <a:off x="4410351" y="2739694"/>
            <a:ext cx="44283" cy="0"/>
          </a:xfrm>
          <a:custGeom>
            <a:avLst/>
            <a:gdLst/>
            <a:ahLst/>
            <a:cxnLst/>
            <a:rect l="0" t="0" r="0" b="0"/>
            <a:pathLst>
              <a:path w="44283">
                <a:moveTo>
                  <a:pt x="0" y="0"/>
                </a:moveTo>
                <a:lnTo>
                  <a:pt x="44283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6" name="pl286"/>
          <p:cNvSpPr/>
          <p:nvPr/>
        </p:nvSpPr>
        <p:spPr>
          <a:xfrm>
            <a:off x="4410351" y="2549203"/>
            <a:ext cx="44283" cy="0"/>
          </a:xfrm>
          <a:custGeom>
            <a:avLst/>
            <a:gdLst/>
            <a:ahLst/>
            <a:cxnLst/>
            <a:rect l="0" t="0" r="0" b="0"/>
            <a:pathLst>
              <a:path w="44283">
                <a:moveTo>
                  <a:pt x="0" y="0"/>
                </a:moveTo>
                <a:lnTo>
                  <a:pt x="44283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7" name="pl287"/>
          <p:cNvSpPr/>
          <p:nvPr/>
        </p:nvSpPr>
        <p:spPr>
          <a:xfrm>
            <a:off x="4410351" y="2358711"/>
            <a:ext cx="44283" cy="0"/>
          </a:xfrm>
          <a:custGeom>
            <a:avLst/>
            <a:gdLst/>
            <a:ahLst/>
            <a:cxnLst/>
            <a:rect l="0" t="0" r="0" b="0"/>
            <a:pathLst>
              <a:path w="44283">
                <a:moveTo>
                  <a:pt x="0" y="0"/>
                </a:moveTo>
                <a:lnTo>
                  <a:pt x="44283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8" name="pl288"/>
          <p:cNvSpPr/>
          <p:nvPr/>
        </p:nvSpPr>
        <p:spPr>
          <a:xfrm>
            <a:off x="4410351" y="2168220"/>
            <a:ext cx="44283" cy="0"/>
          </a:xfrm>
          <a:custGeom>
            <a:avLst/>
            <a:gdLst/>
            <a:ahLst/>
            <a:cxnLst/>
            <a:rect l="0" t="0" r="0" b="0"/>
            <a:pathLst>
              <a:path w="44283">
                <a:moveTo>
                  <a:pt x="0" y="0"/>
                </a:moveTo>
                <a:lnTo>
                  <a:pt x="44283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9" name="tx289"/>
          <p:cNvSpPr/>
          <p:nvPr/>
        </p:nvSpPr>
        <p:spPr>
          <a:xfrm>
            <a:off x="4177191" y="3429193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290" name="tx290"/>
          <p:cNvSpPr/>
          <p:nvPr/>
        </p:nvSpPr>
        <p:spPr>
          <a:xfrm>
            <a:off x="4177191" y="3238701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0.4</a:t>
            </a:r>
          </a:p>
        </p:txBody>
      </p:sp>
      <p:sp>
        <p:nvSpPr>
          <p:cNvPr id="291" name="tx291"/>
          <p:cNvSpPr/>
          <p:nvPr/>
        </p:nvSpPr>
        <p:spPr>
          <a:xfrm>
            <a:off x="4177191" y="3048210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0.8</a:t>
            </a:r>
          </a:p>
        </p:txBody>
      </p:sp>
      <p:sp>
        <p:nvSpPr>
          <p:cNvPr id="292" name="tx292"/>
          <p:cNvSpPr/>
          <p:nvPr/>
        </p:nvSpPr>
        <p:spPr>
          <a:xfrm>
            <a:off x="4177191" y="2859455"/>
            <a:ext cx="197733" cy="10223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1.2</a:t>
            </a:r>
          </a:p>
        </p:txBody>
      </p:sp>
      <p:sp>
        <p:nvSpPr>
          <p:cNvPr id="293" name="pl293"/>
          <p:cNvSpPr/>
          <p:nvPr/>
        </p:nvSpPr>
        <p:spPr>
          <a:xfrm>
            <a:off x="4410351" y="3482255"/>
            <a:ext cx="44283" cy="0"/>
          </a:xfrm>
          <a:custGeom>
            <a:avLst/>
            <a:gdLst/>
            <a:ahLst/>
            <a:cxnLst/>
            <a:rect l="0" t="0" r="0" b="0"/>
            <a:pathLst>
              <a:path w="44283">
                <a:moveTo>
                  <a:pt x="0" y="0"/>
                </a:moveTo>
                <a:lnTo>
                  <a:pt x="44283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4" name="pl294"/>
          <p:cNvSpPr/>
          <p:nvPr/>
        </p:nvSpPr>
        <p:spPr>
          <a:xfrm>
            <a:off x="4410351" y="3291764"/>
            <a:ext cx="44283" cy="0"/>
          </a:xfrm>
          <a:custGeom>
            <a:avLst/>
            <a:gdLst/>
            <a:ahLst/>
            <a:cxnLst/>
            <a:rect l="0" t="0" r="0" b="0"/>
            <a:pathLst>
              <a:path w="44283">
                <a:moveTo>
                  <a:pt x="0" y="0"/>
                </a:moveTo>
                <a:lnTo>
                  <a:pt x="44283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5" name="pl295"/>
          <p:cNvSpPr/>
          <p:nvPr/>
        </p:nvSpPr>
        <p:spPr>
          <a:xfrm>
            <a:off x="4410351" y="3101272"/>
            <a:ext cx="44283" cy="0"/>
          </a:xfrm>
          <a:custGeom>
            <a:avLst/>
            <a:gdLst/>
            <a:ahLst/>
            <a:cxnLst/>
            <a:rect l="0" t="0" r="0" b="0"/>
            <a:pathLst>
              <a:path w="44283">
                <a:moveTo>
                  <a:pt x="0" y="0"/>
                </a:moveTo>
                <a:lnTo>
                  <a:pt x="44283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6" name="pl296"/>
          <p:cNvSpPr/>
          <p:nvPr/>
        </p:nvSpPr>
        <p:spPr>
          <a:xfrm>
            <a:off x="4410351" y="2910781"/>
            <a:ext cx="44283" cy="0"/>
          </a:xfrm>
          <a:custGeom>
            <a:avLst/>
            <a:gdLst/>
            <a:ahLst/>
            <a:cxnLst/>
            <a:rect l="0" t="0" r="0" b="0"/>
            <a:pathLst>
              <a:path w="44283">
                <a:moveTo>
                  <a:pt x="0" y="0"/>
                </a:moveTo>
                <a:lnTo>
                  <a:pt x="44283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7" name="tx297"/>
          <p:cNvSpPr/>
          <p:nvPr/>
        </p:nvSpPr>
        <p:spPr>
          <a:xfrm>
            <a:off x="4177191" y="4171754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298" name="tx298"/>
          <p:cNvSpPr/>
          <p:nvPr/>
        </p:nvSpPr>
        <p:spPr>
          <a:xfrm>
            <a:off x="4177191" y="3981262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0.4</a:t>
            </a:r>
          </a:p>
        </p:txBody>
      </p:sp>
      <p:sp>
        <p:nvSpPr>
          <p:cNvPr id="299" name="tx299"/>
          <p:cNvSpPr/>
          <p:nvPr/>
        </p:nvSpPr>
        <p:spPr>
          <a:xfrm>
            <a:off x="4177191" y="3790771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0.8</a:t>
            </a:r>
          </a:p>
        </p:txBody>
      </p:sp>
      <p:sp>
        <p:nvSpPr>
          <p:cNvPr id="300" name="tx300"/>
          <p:cNvSpPr/>
          <p:nvPr/>
        </p:nvSpPr>
        <p:spPr>
          <a:xfrm>
            <a:off x="4177191" y="3602016"/>
            <a:ext cx="197733" cy="10223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1.2</a:t>
            </a:r>
          </a:p>
        </p:txBody>
      </p:sp>
      <p:sp>
        <p:nvSpPr>
          <p:cNvPr id="301" name="pl301"/>
          <p:cNvSpPr/>
          <p:nvPr/>
        </p:nvSpPr>
        <p:spPr>
          <a:xfrm>
            <a:off x="4410351" y="4224816"/>
            <a:ext cx="44283" cy="0"/>
          </a:xfrm>
          <a:custGeom>
            <a:avLst/>
            <a:gdLst/>
            <a:ahLst/>
            <a:cxnLst/>
            <a:rect l="0" t="0" r="0" b="0"/>
            <a:pathLst>
              <a:path w="44283">
                <a:moveTo>
                  <a:pt x="0" y="0"/>
                </a:moveTo>
                <a:lnTo>
                  <a:pt x="44283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2" name="pl302"/>
          <p:cNvSpPr/>
          <p:nvPr/>
        </p:nvSpPr>
        <p:spPr>
          <a:xfrm>
            <a:off x="4410351" y="4034324"/>
            <a:ext cx="44283" cy="0"/>
          </a:xfrm>
          <a:custGeom>
            <a:avLst/>
            <a:gdLst/>
            <a:ahLst/>
            <a:cxnLst/>
            <a:rect l="0" t="0" r="0" b="0"/>
            <a:pathLst>
              <a:path w="44283">
                <a:moveTo>
                  <a:pt x="0" y="0"/>
                </a:moveTo>
                <a:lnTo>
                  <a:pt x="44283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3" name="pl303"/>
          <p:cNvSpPr/>
          <p:nvPr/>
        </p:nvSpPr>
        <p:spPr>
          <a:xfrm>
            <a:off x="4410351" y="3843833"/>
            <a:ext cx="44283" cy="0"/>
          </a:xfrm>
          <a:custGeom>
            <a:avLst/>
            <a:gdLst/>
            <a:ahLst/>
            <a:cxnLst/>
            <a:rect l="0" t="0" r="0" b="0"/>
            <a:pathLst>
              <a:path w="44283">
                <a:moveTo>
                  <a:pt x="0" y="0"/>
                </a:moveTo>
                <a:lnTo>
                  <a:pt x="44283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4" name="pl304"/>
          <p:cNvSpPr/>
          <p:nvPr/>
        </p:nvSpPr>
        <p:spPr>
          <a:xfrm>
            <a:off x="4410351" y="3653342"/>
            <a:ext cx="44283" cy="0"/>
          </a:xfrm>
          <a:custGeom>
            <a:avLst/>
            <a:gdLst/>
            <a:ahLst/>
            <a:cxnLst/>
            <a:rect l="0" t="0" r="0" b="0"/>
            <a:pathLst>
              <a:path w="44283">
                <a:moveTo>
                  <a:pt x="0" y="0"/>
                </a:moveTo>
                <a:lnTo>
                  <a:pt x="44283" y="0"/>
                </a:lnTo>
              </a:path>
            </a:pathLst>
          </a:custGeom>
          <a:ln w="17246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5" name="tx305"/>
          <p:cNvSpPr/>
          <p:nvPr/>
        </p:nvSpPr>
        <p:spPr>
          <a:xfrm>
            <a:off x="6855883" y="4517072"/>
            <a:ext cx="1571116" cy="13161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Skew-Normal Value</a:t>
            </a:r>
          </a:p>
        </p:txBody>
      </p:sp>
      <p:sp>
        <p:nvSpPr>
          <p:cNvPr id="306" name="tx306"/>
          <p:cNvSpPr/>
          <p:nvPr/>
        </p:nvSpPr>
        <p:spPr>
          <a:xfrm rot="16200000">
            <a:off x="3723260" y="3102640"/>
            <a:ext cx="592869" cy="1646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Density</a:t>
            </a:r>
          </a:p>
        </p:txBody>
      </p:sp>
      <p:sp>
        <p:nvSpPr>
          <p:cNvPr id="307" name="rc307"/>
          <p:cNvSpPr/>
          <p:nvPr/>
        </p:nvSpPr>
        <p:spPr>
          <a:xfrm>
            <a:off x="6073890" y="4863921"/>
            <a:ext cx="3135102" cy="396591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8" name="tx308"/>
          <p:cNvSpPr/>
          <p:nvPr/>
        </p:nvSpPr>
        <p:spPr>
          <a:xfrm>
            <a:off x="6162458" y="4958993"/>
            <a:ext cx="751395" cy="16686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ω (Scale)</a:t>
            </a:r>
          </a:p>
        </p:txBody>
      </p:sp>
      <p:sp>
        <p:nvSpPr>
          <p:cNvPr id="309" name="rc309"/>
          <p:cNvSpPr/>
          <p:nvPr/>
        </p:nvSpPr>
        <p:spPr>
          <a:xfrm>
            <a:off x="7089226" y="4952489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0" name="rc310"/>
          <p:cNvSpPr/>
          <p:nvPr/>
        </p:nvSpPr>
        <p:spPr>
          <a:xfrm>
            <a:off x="7107226" y="4970489"/>
            <a:ext cx="183456" cy="183455"/>
          </a:xfrm>
          <a:prstGeom prst="rect">
            <a:avLst/>
          </a:prstGeom>
          <a:ln w="27101" cap="flat">
            <a:solidFill>
              <a:srgbClr val="F8766D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11" name="rc311"/>
          <p:cNvSpPr/>
          <p:nvPr/>
        </p:nvSpPr>
        <p:spPr>
          <a:xfrm>
            <a:off x="7676318" y="4952489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2" name="rc312"/>
          <p:cNvSpPr/>
          <p:nvPr/>
        </p:nvSpPr>
        <p:spPr>
          <a:xfrm>
            <a:off x="7694318" y="4970489"/>
            <a:ext cx="183455" cy="183455"/>
          </a:xfrm>
          <a:prstGeom prst="rect">
            <a:avLst/>
          </a:prstGeom>
          <a:ln w="27101" cap="flat">
            <a:solidFill>
              <a:srgbClr val="7CAE00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13" name="rc313"/>
          <p:cNvSpPr/>
          <p:nvPr/>
        </p:nvSpPr>
        <p:spPr>
          <a:xfrm>
            <a:off x="8149110" y="4952489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4" name="rc314"/>
          <p:cNvSpPr/>
          <p:nvPr/>
        </p:nvSpPr>
        <p:spPr>
          <a:xfrm>
            <a:off x="8167110" y="4970489"/>
            <a:ext cx="183456" cy="183455"/>
          </a:xfrm>
          <a:prstGeom prst="rect">
            <a:avLst/>
          </a:prstGeom>
          <a:ln w="27101" cap="flat">
            <a:solidFill>
              <a:srgbClr val="00BFC4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15" name="rc315"/>
          <p:cNvSpPr/>
          <p:nvPr/>
        </p:nvSpPr>
        <p:spPr>
          <a:xfrm>
            <a:off x="8736201" y="4952489"/>
            <a:ext cx="219455" cy="219455"/>
          </a:xfrm>
          <a:prstGeom prst="rect">
            <a:avLst/>
          </a:prstGeom>
          <a:solidFill>
            <a:srgbClr val="FFF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6" name="rc316"/>
          <p:cNvSpPr/>
          <p:nvPr/>
        </p:nvSpPr>
        <p:spPr>
          <a:xfrm>
            <a:off x="8754201" y="4970489"/>
            <a:ext cx="183456" cy="183455"/>
          </a:xfrm>
          <a:prstGeom prst="rect">
            <a:avLst/>
          </a:prstGeom>
          <a:ln w="27101" cap="flat">
            <a:solidFill>
              <a:srgbClr val="C77CFF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17" name="tx317"/>
          <p:cNvSpPr/>
          <p:nvPr/>
        </p:nvSpPr>
        <p:spPr>
          <a:xfrm>
            <a:off x="7397250" y="5009155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0.5</a:t>
            </a:r>
          </a:p>
        </p:txBody>
      </p:sp>
      <p:sp>
        <p:nvSpPr>
          <p:cNvPr id="318" name="tx318"/>
          <p:cNvSpPr/>
          <p:nvPr/>
        </p:nvSpPr>
        <p:spPr>
          <a:xfrm>
            <a:off x="7984342" y="5010891"/>
            <a:ext cx="79107" cy="10223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319" name="tx319"/>
          <p:cNvSpPr/>
          <p:nvPr/>
        </p:nvSpPr>
        <p:spPr>
          <a:xfrm>
            <a:off x="8457133" y="5009155"/>
            <a:ext cx="197733" cy="10397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1.5</a:t>
            </a:r>
          </a:p>
        </p:txBody>
      </p:sp>
      <p:sp>
        <p:nvSpPr>
          <p:cNvPr id="320" name="tx320"/>
          <p:cNvSpPr/>
          <p:nvPr/>
        </p:nvSpPr>
        <p:spPr>
          <a:xfrm>
            <a:off x="9044225" y="5010891"/>
            <a:ext cx="79107" cy="10223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20"/>
              </a:lnSpc>
              <a:spcBef>
                <a:spcPts val="0"/>
              </a:spcBef>
              <a:spcAft>
                <a:spcPts val="0"/>
              </a:spcAft>
            </a:pPr>
            <a:r>
              <a:rPr sz="112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321" name="tx321"/>
          <p:cNvSpPr/>
          <p:nvPr/>
        </p:nvSpPr>
        <p:spPr>
          <a:xfrm>
            <a:off x="4480213" y="1503943"/>
            <a:ext cx="6322456" cy="20023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Skew-Normal Densities by a (skewness), ξ (location), ω (scale)</a:t>
            </a:r>
          </a:p>
        </p:txBody>
      </p:sp>
      <p:pic>
        <p:nvPicPr>
          <p:cNvPr id="668" name="Picture 667">
            <a:extLst>
              <a:ext uri="{FF2B5EF4-FFF2-40B4-BE49-F238E27FC236}">
                <a16:creationId xmlns:a16="http://schemas.microsoft.com/office/drawing/2014/main" id="{5FD10C7D-693E-826C-8FC1-D4AAAD56FF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0114"/>
          <a:stretch>
            <a:fillRect/>
          </a:stretch>
        </p:blipFill>
        <p:spPr>
          <a:xfrm>
            <a:off x="1752600" y="800400"/>
            <a:ext cx="2057400" cy="4743099"/>
          </a:xfrm>
          <a:prstGeom prst="rect">
            <a:avLst/>
          </a:prstGeom>
        </p:spPr>
      </p:pic>
      <p:pic>
        <p:nvPicPr>
          <p:cNvPr id="669" name="Picture 668">
            <a:extLst>
              <a:ext uri="{FF2B5EF4-FFF2-40B4-BE49-F238E27FC236}">
                <a16:creationId xmlns:a16="http://schemas.microsoft.com/office/drawing/2014/main" id="{17857B11-8223-7F07-6B4F-73736102BB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69" r="17509" b="77508"/>
          <a:stretch>
            <a:fillRect/>
          </a:stretch>
        </p:blipFill>
        <p:spPr>
          <a:xfrm>
            <a:off x="4343400" y="243681"/>
            <a:ext cx="6096000" cy="1066800"/>
          </a:xfrm>
          <a:prstGeom prst="rect">
            <a:avLst/>
          </a:prstGeom>
        </p:spPr>
      </p:pic>
      <p:pic>
        <p:nvPicPr>
          <p:cNvPr id="670" name="Picture 669">
            <a:extLst>
              <a:ext uri="{FF2B5EF4-FFF2-40B4-BE49-F238E27FC236}">
                <a16:creationId xmlns:a16="http://schemas.microsoft.com/office/drawing/2014/main" id="{0FE5A4FE-A39B-2C42-1DDD-14A8475EA7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964"/>
          <a:stretch>
            <a:fillRect/>
          </a:stretch>
        </p:blipFill>
        <p:spPr>
          <a:xfrm>
            <a:off x="11506200" y="777081"/>
            <a:ext cx="1659009" cy="47430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79</Words>
  <Application>Microsoft Office PowerPoint</Application>
  <PresentationFormat>Custom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Julie Wisch</cp:lastModifiedBy>
  <cp:revision>9</cp:revision>
  <dcterms:created xsi:type="dcterms:W3CDTF">2015-07-14T21:05:00Z</dcterms:created>
  <dcterms:modified xsi:type="dcterms:W3CDTF">2026-04-23T19:10:09Z</dcterms:modified>
</cp:coreProperties>
</file>