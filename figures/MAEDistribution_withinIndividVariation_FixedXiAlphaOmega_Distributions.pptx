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234281" y="2867025"/>
            <a:ext cx="8229600" cy="1828800"/>
            <a:chOff x="1234281" y="2867025"/>
            <a:chExt cx="8229600" cy="1828800"/>
          </a:xfrm>
        </p:grpSpPr>
        <p:sp>
          <p:nvSpPr>
            <p:cNvPr id="3" name="rc3"/>
            <p:cNvSpPr/>
            <p:nvPr/>
          </p:nvSpPr>
          <p:spPr>
            <a:xfrm>
              <a:off x="1234281" y="2867025"/>
              <a:ext cx="8229600" cy="1828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34281" y="2867025"/>
              <a:ext cx="4114800" cy="914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601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357643" y="2949266"/>
              <a:ext cx="3909196" cy="7087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535334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607861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680388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752915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825441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897968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970495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043022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2115549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2188076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2260602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2333129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405656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78183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550710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623237" y="3625358"/>
              <a:ext cx="72526" cy="48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695763" y="3624873"/>
              <a:ext cx="72526" cy="971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68290" y="3615158"/>
              <a:ext cx="72526" cy="10686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840817" y="3607871"/>
              <a:ext cx="72526" cy="17972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913344" y="3578241"/>
              <a:ext cx="72526" cy="47603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985871" y="3524323"/>
              <a:ext cx="72526" cy="101521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058398" y="3437374"/>
              <a:ext cx="72526" cy="18847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130924" y="3331481"/>
              <a:ext cx="72526" cy="294363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203451" y="3266876"/>
              <a:ext cx="72526" cy="358968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275978" y="3235788"/>
              <a:ext cx="72526" cy="39005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48505" y="3249875"/>
              <a:ext cx="72526" cy="375969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421032" y="3344110"/>
              <a:ext cx="72526" cy="281734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493558" y="3442717"/>
              <a:ext cx="72526" cy="183127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566085" y="3526266"/>
              <a:ext cx="72526" cy="99578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638612" y="3574841"/>
              <a:ext cx="72526" cy="51003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711139" y="3609329"/>
              <a:ext cx="72526" cy="1651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783666" y="3619529"/>
              <a:ext cx="72526" cy="6314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856193" y="3623415"/>
              <a:ext cx="72526" cy="2428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28719" y="3624873"/>
              <a:ext cx="72526" cy="971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4001246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73773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46300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18827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91354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63880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436407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508934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81461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53988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26515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9041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71568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44095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16622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535334" y="3225644"/>
              <a:ext cx="3553814" cy="400200"/>
            </a:xfrm>
            <a:custGeom>
              <a:avLst/>
              <a:pathLst>
                <a:path w="3553814" h="400200">
                  <a:moveTo>
                    <a:pt x="0" y="400200"/>
                  </a:moveTo>
                  <a:lnTo>
                    <a:pt x="6954" y="400200"/>
                  </a:lnTo>
                  <a:lnTo>
                    <a:pt x="13909" y="400200"/>
                  </a:lnTo>
                  <a:lnTo>
                    <a:pt x="20863" y="400200"/>
                  </a:lnTo>
                  <a:lnTo>
                    <a:pt x="27818" y="400200"/>
                  </a:lnTo>
                  <a:lnTo>
                    <a:pt x="34773" y="400200"/>
                  </a:lnTo>
                  <a:lnTo>
                    <a:pt x="41727" y="400200"/>
                  </a:lnTo>
                  <a:lnTo>
                    <a:pt x="48682" y="400200"/>
                  </a:lnTo>
                  <a:lnTo>
                    <a:pt x="55637" y="400200"/>
                  </a:lnTo>
                  <a:lnTo>
                    <a:pt x="62591" y="400200"/>
                  </a:lnTo>
                  <a:lnTo>
                    <a:pt x="69546" y="400200"/>
                  </a:lnTo>
                  <a:lnTo>
                    <a:pt x="76500" y="400200"/>
                  </a:lnTo>
                  <a:lnTo>
                    <a:pt x="83455" y="400200"/>
                  </a:lnTo>
                  <a:lnTo>
                    <a:pt x="90410" y="400200"/>
                  </a:lnTo>
                  <a:lnTo>
                    <a:pt x="97364" y="400200"/>
                  </a:lnTo>
                  <a:lnTo>
                    <a:pt x="104319" y="400200"/>
                  </a:lnTo>
                  <a:lnTo>
                    <a:pt x="111274" y="400200"/>
                  </a:lnTo>
                  <a:lnTo>
                    <a:pt x="118228" y="400200"/>
                  </a:lnTo>
                  <a:lnTo>
                    <a:pt x="125183" y="400200"/>
                  </a:lnTo>
                  <a:lnTo>
                    <a:pt x="132137" y="400200"/>
                  </a:lnTo>
                  <a:lnTo>
                    <a:pt x="139092" y="400200"/>
                  </a:lnTo>
                  <a:lnTo>
                    <a:pt x="146047" y="400200"/>
                  </a:lnTo>
                  <a:lnTo>
                    <a:pt x="153001" y="400200"/>
                  </a:lnTo>
                  <a:lnTo>
                    <a:pt x="159956" y="400200"/>
                  </a:lnTo>
                  <a:lnTo>
                    <a:pt x="166911" y="400200"/>
                  </a:lnTo>
                  <a:lnTo>
                    <a:pt x="173865" y="400200"/>
                  </a:lnTo>
                  <a:lnTo>
                    <a:pt x="180820" y="400200"/>
                  </a:lnTo>
                  <a:lnTo>
                    <a:pt x="187774" y="400200"/>
                  </a:lnTo>
                  <a:lnTo>
                    <a:pt x="194729" y="400200"/>
                  </a:lnTo>
                  <a:lnTo>
                    <a:pt x="201684" y="400200"/>
                  </a:lnTo>
                  <a:lnTo>
                    <a:pt x="208638" y="400200"/>
                  </a:lnTo>
                  <a:lnTo>
                    <a:pt x="215593" y="400200"/>
                  </a:lnTo>
                  <a:lnTo>
                    <a:pt x="222548" y="400200"/>
                  </a:lnTo>
                  <a:lnTo>
                    <a:pt x="229502" y="400200"/>
                  </a:lnTo>
                  <a:lnTo>
                    <a:pt x="236457" y="400200"/>
                  </a:lnTo>
                  <a:lnTo>
                    <a:pt x="243411" y="400200"/>
                  </a:lnTo>
                  <a:lnTo>
                    <a:pt x="250366" y="400200"/>
                  </a:lnTo>
                  <a:lnTo>
                    <a:pt x="257321" y="400200"/>
                  </a:lnTo>
                  <a:lnTo>
                    <a:pt x="264275" y="400200"/>
                  </a:lnTo>
                  <a:lnTo>
                    <a:pt x="271230" y="400200"/>
                  </a:lnTo>
                  <a:lnTo>
                    <a:pt x="278185" y="400200"/>
                  </a:lnTo>
                  <a:lnTo>
                    <a:pt x="285139" y="400200"/>
                  </a:lnTo>
                  <a:lnTo>
                    <a:pt x="292094" y="400200"/>
                  </a:lnTo>
                  <a:lnTo>
                    <a:pt x="299048" y="400200"/>
                  </a:lnTo>
                  <a:lnTo>
                    <a:pt x="306003" y="400200"/>
                  </a:lnTo>
                  <a:lnTo>
                    <a:pt x="312958" y="400200"/>
                  </a:lnTo>
                  <a:lnTo>
                    <a:pt x="319912" y="400200"/>
                  </a:lnTo>
                  <a:lnTo>
                    <a:pt x="326867" y="400200"/>
                  </a:lnTo>
                  <a:lnTo>
                    <a:pt x="333822" y="400200"/>
                  </a:lnTo>
                  <a:lnTo>
                    <a:pt x="340776" y="400200"/>
                  </a:lnTo>
                  <a:lnTo>
                    <a:pt x="347731" y="400200"/>
                  </a:lnTo>
                  <a:lnTo>
                    <a:pt x="354685" y="400200"/>
                  </a:lnTo>
                  <a:lnTo>
                    <a:pt x="361640" y="400200"/>
                  </a:lnTo>
                  <a:lnTo>
                    <a:pt x="368595" y="400200"/>
                  </a:lnTo>
                  <a:lnTo>
                    <a:pt x="375549" y="400200"/>
                  </a:lnTo>
                  <a:lnTo>
                    <a:pt x="382504" y="400200"/>
                  </a:lnTo>
                  <a:lnTo>
                    <a:pt x="389459" y="400200"/>
                  </a:lnTo>
                  <a:lnTo>
                    <a:pt x="396413" y="400200"/>
                  </a:lnTo>
                  <a:lnTo>
                    <a:pt x="403368" y="400200"/>
                  </a:lnTo>
                  <a:lnTo>
                    <a:pt x="410323" y="400200"/>
                  </a:lnTo>
                  <a:lnTo>
                    <a:pt x="417277" y="400200"/>
                  </a:lnTo>
                  <a:lnTo>
                    <a:pt x="424232" y="400200"/>
                  </a:lnTo>
                  <a:lnTo>
                    <a:pt x="431186" y="400200"/>
                  </a:lnTo>
                  <a:lnTo>
                    <a:pt x="438141" y="400200"/>
                  </a:lnTo>
                  <a:lnTo>
                    <a:pt x="445096" y="400200"/>
                  </a:lnTo>
                  <a:lnTo>
                    <a:pt x="452050" y="400200"/>
                  </a:lnTo>
                  <a:lnTo>
                    <a:pt x="459005" y="400200"/>
                  </a:lnTo>
                  <a:lnTo>
                    <a:pt x="465960" y="400200"/>
                  </a:lnTo>
                  <a:lnTo>
                    <a:pt x="472914" y="400200"/>
                  </a:lnTo>
                  <a:lnTo>
                    <a:pt x="479869" y="400200"/>
                  </a:lnTo>
                  <a:lnTo>
                    <a:pt x="486823" y="400200"/>
                  </a:lnTo>
                  <a:lnTo>
                    <a:pt x="493778" y="400200"/>
                  </a:lnTo>
                  <a:lnTo>
                    <a:pt x="500733" y="400200"/>
                  </a:lnTo>
                  <a:lnTo>
                    <a:pt x="507687" y="400200"/>
                  </a:lnTo>
                  <a:lnTo>
                    <a:pt x="514642" y="400200"/>
                  </a:lnTo>
                  <a:lnTo>
                    <a:pt x="521597" y="400200"/>
                  </a:lnTo>
                  <a:lnTo>
                    <a:pt x="528551" y="400200"/>
                  </a:lnTo>
                  <a:lnTo>
                    <a:pt x="535506" y="400200"/>
                  </a:lnTo>
                  <a:lnTo>
                    <a:pt x="542460" y="400200"/>
                  </a:lnTo>
                  <a:lnTo>
                    <a:pt x="549415" y="400200"/>
                  </a:lnTo>
                  <a:lnTo>
                    <a:pt x="556370" y="400200"/>
                  </a:lnTo>
                  <a:lnTo>
                    <a:pt x="563324" y="400200"/>
                  </a:lnTo>
                  <a:lnTo>
                    <a:pt x="570279" y="400200"/>
                  </a:lnTo>
                  <a:lnTo>
                    <a:pt x="577234" y="400200"/>
                  </a:lnTo>
                  <a:lnTo>
                    <a:pt x="584188" y="400200"/>
                  </a:lnTo>
                  <a:lnTo>
                    <a:pt x="591143" y="400200"/>
                  </a:lnTo>
                  <a:lnTo>
                    <a:pt x="598097" y="400200"/>
                  </a:lnTo>
                  <a:lnTo>
                    <a:pt x="605052" y="400200"/>
                  </a:lnTo>
                  <a:lnTo>
                    <a:pt x="612007" y="400200"/>
                  </a:lnTo>
                  <a:lnTo>
                    <a:pt x="618961" y="400200"/>
                  </a:lnTo>
                  <a:lnTo>
                    <a:pt x="625916" y="400200"/>
                  </a:lnTo>
                  <a:lnTo>
                    <a:pt x="632871" y="400200"/>
                  </a:lnTo>
                  <a:lnTo>
                    <a:pt x="639825" y="400200"/>
                  </a:lnTo>
                  <a:lnTo>
                    <a:pt x="646780" y="400200"/>
                  </a:lnTo>
                  <a:lnTo>
                    <a:pt x="653734" y="400200"/>
                  </a:lnTo>
                  <a:lnTo>
                    <a:pt x="660689" y="400200"/>
                  </a:lnTo>
                  <a:lnTo>
                    <a:pt x="667644" y="400200"/>
                  </a:lnTo>
                  <a:lnTo>
                    <a:pt x="674598" y="400200"/>
                  </a:lnTo>
                  <a:lnTo>
                    <a:pt x="681553" y="400200"/>
                  </a:lnTo>
                  <a:lnTo>
                    <a:pt x="688508" y="400200"/>
                  </a:lnTo>
                  <a:lnTo>
                    <a:pt x="695462" y="400200"/>
                  </a:lnTo>
                  <a:lnTo>
                    <a:pt x="702417" y="400200"/>
                  </a:lnTo>
                  <a:lnTo>
                    <a:pt x="709371" y="400200"/>
                  </a:lnTo>
                  <a:lnTo>
                    <a:pt x="716326" y="400200"/>
                  </a:lnTo>
                  <a:lnTo>
                    <a:pt x="723281" y="400200"/>
                  </a:lnTo>
                  <a:lnTo>
                    <a:pt x="730235" y="400200"/>
                  </a:lnTo>
                  <a:lnTo>
                    <a:pt x="737190" y="400200"/>
                  </a:lnTo>
                  <a:lnTo>
                    <a:pt x="744145" y="400200"/>
                  </a:lnTo>
                  <a:lnTo>
                    <a:pt x="751099" y="400200"/>
                  </a:lnTo>
                  <a:lnTo>
                    <a:pt x="758054" y="400200"/>
                  </a:lnTo>
                  <a:lnTo>
                    <a:pt x="765009" y="400200"/>
                  </a:lnTo>
                  <a:lnTo>
                    <a:pt x="771963" y="400200"/>
                  </a:lnTo>
                  <a:lnTo>
                    <a:pt x="778918" y="400200"/>
                  </a:lnTo>
                  <a:lnTo>
                    <a:pt x="785872" y="400200"/>
                  </a:lnTo>
                  <a:lnTo>
                    <a:pt x="792827" y="400200"/>
                  </a:lnTo>
                  <a:lnTo>
                    <a:pt x="799782" y="400200"/>
                  </a:lnTo>
                  <a:lnTo>
                    <a:pt x="806736" y="400200"/>
                  </a:lnTo>
                  <a:lnTo>
                    <a:pt x="813691" y="400200"/>
                  </a:lnTo>
                  <a:lnTo>
                    <a:pt x="820646" y="400200"/>
                  </a:lnTo>
                  <a:lnTo>
                    <a:pt x="827600" y="400200"/>
                  </a:lnTo>
                  <a:lnTo>
                    <a:pt x="834555" y="400200"/>
                  </a:lnTo>
                  <a:lnTo>
                    <a:pt x="841509" y="400200"/>
                  </a:lnTo>
                  <a:lnTo>
                    <a:pt x="848464" y="400200"/>
                  </a:lnTo>
                  <a:lnTo>
                    <a:pt x="855419" y="400200"/>
                  </a:lnTo>
                  <a:lnTo>
                    <a:pt x="862373" y="400200"/>
                  </a:lnTo>
                  <a:lnTo>
                    <a:pt x="869328" y="400200"/>
                  </a:lnTo>
                  <a:lnTo>
                    <a:pt x="876283" y="400200"/>
                  </a:lnTo>
                  <a:lnTo>
                    <a:pt x="883237" y="400200"/>
                  </a:lnTo>
                  <a:lnTo>
                    <a:pt x="890192" y="400200"/>
                  </a:lnTo>
                  <a:lnTo>
                    <a:pt x="897146" y="400200"/>
                  </a:lnTo>
                  <a:lnTo>
                    <a:pt x="904101" y="400200"/>
                  </a:lnTo>
                  <a:lnTo>
                    <a:pt x="911056" y="400200"/>
                  </a:lnTo>
                  <a:lnTo>
                    <a:pt x="918010" y="400200"/>
                  </a:lnTo>
                  <a:lnTo>
                    <a:pt x="924965" y="400200"/>
                  </a:lnTo>
                  <a:lnTo>
                    <a:pt x="931920" y="400200"/>
                  </a:lnTo>
                  <a:lnTo>
                    <a:pt x="938874" y="400200"/>
                  </a:lnTo>
                  <a:lnTo>
                    <a:pt x="945829" y="400200"/>
                  </a:lnTo>
                  <a:lnTo>
                    <a:pt x="952783" y="400200"/>
                  </a:lnTo>
                  <a:lnTo>
                    <a:pt x="959738" y="400200"/>
                  </a:lnTo>
                  <a:lnTo>
                    <a:pt x="966693" y="400200"/>
                  </a:lnTo>
                  <a:lnTo>
                    <a:pt x="973647" y="400200"/>
                  </a:lnTo>
                  <a:lnTo>
                    <a:pt x="980602" y="400200"/>
                  </a:lnTo>
                  <a:lnTo>
                    <a:pt x="987557" y="400200"/>
                  </a:lnTo>
                  <a:lnTo>
                    <a:pt x="994511" y="400200"/>
                  </a:lnTo>
                  <a:lnTo>
                    <a:pt x="1001466" y="400200"/>
                  </a:lnTo>
                  <a:lnTo>
                    <a:pt x="1008420" y="400200"/>
                  </a:lnTo>
                  <a:lnTo>
                    <a:pt x="1015375" y="400200"/>
                  </a:lnTo>
                  <a:lnTo>
                    <a:pt x="1022330" y="400200"/>
                  </a:lnTo>
                  <a:lnTo>
                    <a:pt x="1029284" y="400200"/>
                  </a:lnTo>
                  <a:lnTo>
                    <a:pt x="1036239" y="400200"/>
                  </a:lnTo>
                  <a:lnTo>
                    <a:pt x="1043194" y="400200"/>
                  </a:lnTo>
                  <a:lnTo>
                    <a:pt x="1050148" y="400199"/>
                  </a:lnTo>
                  <a:lnTo>
                    <a:pt x="1057103" y="400198"/>
                  </a:lnTo>
                  <a:lnTo>
                    <a:pt x="1064057" y="400197"/>
                  </a:lnTo>
                  <a:lnTo>
                    <a:pt x="1071012" y="400193"/>
                  </a:lnTo>
                  <a:lnTo>
                    <a:pt x="1077967" y="400186"/>
                  </a:lnTo>
                  <a:lnTo>
                    <a:pt x="1084921" y="400175"/>
                  </a:lnTo>
                  <a:lnTo>
                    <a:pt x="1091876" y="400157"/>
                  </a:lnTo>
                  <a:lnTo>
                    <a:pt x="1098831" y="400129"/>
                  </a:lnTo>
                  <a:lnTo>
                    <a:pt x="1105785" y="400088"/>
                  </a:lnTo>
                  <a:lnTo>
                    <a:pt x="1112740" y="400035"/>
                  </a:lnTo>
                  <a:lnTo>
                    <a:pt x="1119694" y="399970"/>
                  </a:lnTo>
                  <a:lnTo>
                    <a:pt x="1126649" y="399896"/>
                  </a:lnTo>
                  <a:lnTo>
                    <a:pt x="1133604" y="399817"/>
                  </a:lnTo>
                  <a:lnTo>
                    <a:pt x="1140558" y="399737"/>
                  </a:lnTo>
                  <a:lnTo>
                    <a:pt x="1147513" y="399661"/>
                  </a:lnTo>
                  <a:lnTo>
                    <a:pt x="1154468" y="399586"/>
                  </a:lnTo>
                  <a:lnTo>
                    <a:pt x="1161422" y="399507"/>
                  </a:lnTo>
                  <a:lnTo>
                    <a:pt x="1168377" y="399412"/>
                  </a:lnTo>
                  <a:lnTo>
                    <a:pt x="1175332" y="399284"/>
                  </a:lnTo>
                  <a:lnTo>
                    <a:pt x="1182286" y="399104"/>
                  </a:lnTo>
                  <a:lnTo>
                    <a:pt x="1189241" y="398852"/>
                  </a:lnTo>
                  <a:lnTo>
                    <a:pt x="1196195" y="398512"/>
                  </a:lnTo>
                  <a:lnTo>
                    <a:pt x="1203150" y="398072"/>
                  </a:lnTo>
                  <a:lnTo>
                    <a:pt x="1210105" y="397525"/>
                  </a:lnTo>
                  <a:lnTo>
                    <a:pt x="1217059" y="396880"/>
                  </a:lnTo>
                  <a:lnTo>
                    <a:pt x="1224014" y="396154"/>
                  </a:lnTo>
                  <a:lnTo>
                    <a:pt x="1230969" y="395370"/>
                  </a:lnTo>
                  <a:lnTo>
                    <a:pt x="1237923" y="394555"/>
                  </a:lnTo>
                  <a:lnTo>
                    <a:pt x="1244878" y="393740"/>
                  </a:lnTo>
                  <a:lnTo>
                    <a:pt x="1251832" y="392951"/>
                  </a:lnTo>
                  <a:lnTo>
                    <a:pt x="1258787" y="392214"/>
                  </a:lnTo>
                  <a:lnTo>
                    <a:pt x="1265742" y="391543"/>
                  </a:lnTo>
                  <a:lnTo>
                    <a:pt x="1272696" y="390943"/>
                  </a:lnTo>
                  <a:lnTo>
                    <a:pt x="1279651" y="390404"/>
                  </a:lnTo>
                  <a:lnTo>
                    <a:pt x="1286606" y="389897"/>
                  </a:lnTo>
                  <a:lnTo>
                    <a:pt x="1293560" y="389374"/>
                  </a:lnTo>
                  <a:lnTo>
                    <a:pt x="1300515" y="388772"/>
                  </a:lnTo>
                  <a:lnTo>
                    <a:pt x="1307469" y="388019"/>
                  </a:lnTo>
                  <a:lnTo>
                    <a:pt x="1314424" y="387050"/>
                  </a:lnTo>
                  <a:lnTo>
                    <a:pt x="1321379" y="385817"/>
                  </a:lnTo>
                  <a:lnTo>
                    <a:pt x="1328333" y="384301"/>
                  </a:lnTo>
                  <a:lnTo>
                    <a:pt x="1335288" y="382545"/>
                  </a:lnTo>
                  <a:lnTo>
                    <a:pt x="1342243" y="380600"/>
                  </a:lnTo>
                  <a:lnTo>
                    <a:pt x="1349197" y="378521"/>
                  </a:lnTo>
                  <a:lnTo>
                    <a:pt x="1356152" y="376345"/>
                  </a:lnTo>
                  <a:lnTo>
                    <a:pt x="1363106" y="374084"/>
                  </a:lnTo>
                  <a:lnTo>
                    <a:pt x="1370061" y="371720"/>
                  </a:lnTo>
                  <a:lnTo>
                    <a:pt x="1377016" y="369208"/>
                  </a:lnTo>
                  <a:lnTo>
                    <a:pt x="1383970" y="366490"/>
                  </a:lnTo>
                  <a:lnTo>
                    <a:pt x="1390925" y="363509"/>
                  </a:lnTo>
                  <a:lnTo>
                    <a:pt x="1397880" y="360222"/>
                  </a:lnTo>
                  <a:lnTo>
                    <a:pt x="1404834" y="356614"/>
                  </a:lnTo>
                  <a:lnTo>
                    <a:pt x="1411789" y="352697"/>
                  </a:lnTo>
                  <a:lnTo>
                    <a:pt x="1418743" y="348509"/>
                  </a:lnTo>
                  <a:lnTo>
                    <a:pt x="1425698" y="344105"/>
                  </a:lnTo>
                  <a:lnTo>
                    <a:pt x="1432653" y="339537"/>
                  </a:lnTo>
                  <a:lnTo>
                    <a:pt x="1439607" y="334837"/>
                  </a:lnTo>
                  <a:lnTo>
                    <a:pt x="1446562" y="330006"/>
                  </a:lnTo>
                  <a:lnTo>
                    <a:pt x="1453517" y="325003"/>
                  </a:lnTo>
                  <a:lnTo>
                    <a:pt x="1460471" y="319754"/>
                  </a:lnTo>
                  <a:lnTo>
                    <a:pt x="1467426" y="314173"/>
                  </a:lnTo>
                  <a:lnTo>
                    <a:pt x="1474380" y="308185"/>
                  </a:lnTo>
                  <a:lnTo>
                    <a:pt x="1481335" y="301741"/>
                  </a:lnTo>
                  <a:lnTo>
                    <a:pt x="1488290" y="294836"/>
                  </a:lnTo>
                  <a:lnTo>
                    <a:pt x="1495244" y="287511"/>
                  </a:lnTo>
                  <a:lnTo>
                    <a:pt x="1502199" y="279847"/>
                  </a:lnTo>
                  <a:lnTo>
                    <a:pt x="1509154" y="271953"/>
                  </a:lnTo>
                  <a:lnTo>
                    <a:pt x="1516108" y="263943"/>
                  </a:lnTo>
                  <a:lnTo>
                    <a:pt x="1523063" y="255902"/>
                  </a:lnTo>
                  <a:lnTo>
                    <a:pt x="1530018" y="247860"/>
                  </a:lnTo>
                  <a:lnTo>
                    <a:pt x="1536972" y="239766"/>
                  </a:lnTo>
                  <a:lnTo>
                    <a:pt x="1543927" y="231485"/>
                  </a:lnTo>
                  <a:lnTo>
                    <a:pt x="1550881" y="222808"/>
                  </a:lnTo>
                  <a:lnTo>
                    <a:pt x="1557836" y="213512"/>
                  </a:lnTo>
                  <a:lnTo>
                    <a:pt x="1564791" y="203503"/>
                  </a:lnTo>
                  <a:lnTo>
                    <a:pt x="1571745" y="192800"/>
                  </a:lnTo>
                  <a:lnTo>
                    <a:pt x="1578700" y="181567"/>
                  </a:lnTo>
                  <a:lnTo>
                    <a:pt x="1585655" y="170096"/>
                  </a:lnTo>
                  <a:lnTo>
                    <a:pt x="1592609" y="158753"/>
                  </a:lnTo>
                  <a:lnTo>
                    <a:pt x="1599564" y="147914"/>
                  </a:lnTo>
                  <a:lnTo>
                    <a:pt x="1606518" y="137903"/>
                  </a:lnTo>
                  <a:lnTo>
                    <a:pt x="1613473" y="128951"/>
                  </a:lnTo>
                  <a:lnTo>
                    <a:pt x="1620428" y="121171"/>
                  </a:lnTo>
                  <a:lnTo>
                    <a:pt x="1627382" y="114552"/>
                  </a:lnTo>
                  <a:lnTo>
                    <a:pt x="1634337" y="108963"/>
                  </a:lnTo>
                  <a:lnTo>
                    <a:pt x="1641292" y="104164"/>
                  </a:lnTo>
                  <a:lnTo>
                    <a:pt x="1648246" y="99833"/>
                  </a:lnTo>
                  <a:lnTo>
                    <a:pt x="1655201" y="95587"/>
                  </a:lnTo>
                  <a:lnTo>
                    <a:pt x="1662155" y="91034"/>
                  </a:lnTo>
                  <a:lnTo>
                    <a:pt x="1669110" y="85774"/>
                  </a:lnTo>
                  <a:lnTo>
                    <a:pt x="1676065" y="79626"/>
                  </a:lnTo>
                  <a:lnTo>
                    <a:pt x="1683019" y="72574"/>
                  </a:lnTo>
                  <a:lnTo>
                    <a:pt x="1689974" y="64789"/>
                  </a:lnTo>
                  <a:lnTo>
                    <a:pt x="1696929" y="56602"/>
                  </a:lnTo>
                  <a:lnTo>
                    <a:pt x="1703883" y="48451"/>
                  </a:lnTo>
                  <a:lnTo>
                    <a:pt x="1710838" y="40794"/>
                  </a:lnTo>
                  <a:lnTo>
                    <a:pt x="1717792" y="34023"/>
                  </a:lnTo>
                  <a:lnTo>
                    <a:pt x="1724747" y="28382"/>
                  </a:lnTo>
                  <a:lnTo>
                    <a:pt x="1731702" y="23919"/>
                  </a:lnTo>
                  <a:lnTo>
                    <a:pt x="1738656" y="20482"/>
                  </a:lnTo>
                  <a:lnTo>
                    <a:pt x="1745611" y="17765"/>
                  </a:lnTo>
                  <a:lnTo>
                    <a:pt x="1752566" y="15397"/>
                  </a:lnTo>
                  <a:lnTo>
                    <a:pt x="1759520" y="13043"/>
                  </a:lnTo>
                  <a:lnTo>
                    <a:pt x="1766475" y="10505"/>
                  </a:lnTo>
                  <a:lnTo>
                    <a:pt x="1773429" y="7768"/>
                  </a:lnTo>
                  <a:lnTo>
                    <a:pt x="1780384" y="5014"/>
                  </a:lnTo>
                  <a:lnTo>
                    <a:pt x="1787339" y="2585"/>
                  </a:lnTo>
                  <a:lnTo>
                    <a:pt x="1794293" y="819"/>
                  </a:lnTo>
                  <a:lnTo>
                    <a:pt x="1801248" y="0"/>
                  </a:lnTo>
                  <a:lnTo>
                    <a:pt x="1808203" y="308"/>
                  </a:lnTo>
                  <a:lnTo>
                    <a:pt x="1815157" y="1822"/>
                  </a:lnTo>
                  <a:lnTo>
                    <a:pt x="1822112" y="4538"/>
                  </a:lnTo>
                  <a:lnTo>
                    <a:pt x="1829066" y="8410"/>
                  </a:lnTo>
                  <a:lnTo>
                    <a:pt x="1836021" y="13378"/>
                  </a:lnTo>
                  <a:lnTo>
                    <a:pt x="1842976" y="19386"/>
                  </a:lnTo>
                  <a:lnTo>
                    <a:pt x="1849930" y="26374"/>
                  </a:lnTo>
                  <a:lnTo>
                    <a:pt x="1856885" y="34257"/>
                  </a:lnTo>
                  <a:lnTo>
                    <a:pt x="1863840" y="42901"/>
                  </a:lnTo>
                  <a:lnTo>
                    <a:pt x="1870794" y="52112"/>
                  </a:lnTo>
                  <a:lnTo>
                    <a:pt x="1877749" y="61644"/>
                  </a:lnTo>
                  <a:lnTo>
                    <a:pt x="1884704" y="71235"/>
                  </a:lnTo>
                  <a:lnTo>
                    <a:pt x="1891658" y="80649"/>
                  </a:lnTo>
                  <a:lnTo>
                    <a:pt x="1898613" y="89715"/>
                  </a:lnTo>
                  <a:lnTo>
                    <a:pt x="1905567" y="98441"/>
                  </a:lnTo>
                  <a:lnTo>
                    <a:pt x="1912522" y="106945"/>
                  </a:lnTo>
                  <a:lnTo>
                    <a:pt x="1919477" y="115422"/>
                  </a:lnTo>
                  <a:lnTo>
                    <a:pt x="1926431" y="124090"/>
                  </a:lnTo>
                  <a:lnTo>
                    <a:pt x="1933386" y="133117"/>
                  </a:lnTo>
                  <a:lnTo>
                    <a:pt x="1940341" y="142569"/>
                  </a:lnTo>
                  <a:lnTo>
                    <a:pt x="1947295" y="152388"/>
                  </a:lnTo>
                  <a:lnTo>
                    <a:pt x="1954250" y="162406"/>
                  </a:lnTo>
                  <a:lnTo>
                    <a:pt x="1961204" y="172390"/>
                  </a:lnTo>
                  <a:lnTo>
                    <a:pt x="1968159" y="182110"/>
                  </a:lnTo>
                  <a:lnTo>
                    <a:pt x="1975114" y="191399"/>
                  </a:lnTo>
                  <a:lnTo>
                    <a:pt x="1982068" y="200195"/>
                  </a:lnTo>
                  <a:lnTo>
                    <a:pt x="1989023" y="208547"/>
                  </a:lnTo>
                  <a:lnTo>
                    <a:pt x="1995978" y="216594"/>
                  </a:lnTo>
                  <a:lnTo>
                    <a:pt x="2002932" y="224511"/>
                  </a:lnTo>
                  <a:lnTo>
                    <a:pt x="2009887" y="232463"/>
                  </a:lnTo>
                  <a:lnTo>
                    <a:pt x="2016841" y="240548"/>
                  </a:lnTo>
                  <a:lnTo>
                    <a:pt x="2023796" y="248768"/>
                  </a:lnTo>
                  <a:lnTo>
                    <a:pt x="2030751" y="257064"/>
                  </a:lnTo>
                  <a:lnTo>
                    <a:pt x="2037705" y="265337"/>
                  </a:lnTo>
                  <a:lnTo>
                    <a:pt x="2044660" y="273486"/>
                  </a:lnTo>
                  <a:lnTo>
                    <a:pt x="2051615" y="281429"/>
                  </a:lnTo>
                  <a:lnTo>
                    <a:pt x="2058569" y="289108"/>
                  </a:lnTo>
                  <a:lnTo>
                    <a:pt x="2065524" y="296488"/>
                  </a:lnTo>
                  <a:lnTo>
                    <a:pt x="2072478" y="303543"/>
                  </a:lnTo>
                  <a:lnTo>
                    <a:pt x="2079433" y="310244"/>
                  </a:lnTo>
                  <a:lnTo>
                    <a:pt x="2086388" y="316550"/>
                  </a:lnTo>
                  <a:lnTo>
                    <a:pt x="2093342" y="322418"/>
                  </a:lnTo>
                  <a:lnTo>
                    <a:pt x="2100297" y="327807"/>
                  </a:lnTo>
                  <a:lnTo>
                    <a:pt x="2107252" y="332703"/>
                  </a:lnTo>
                  <a:lnTo>
                    <a:pt x="2114206" y="337127"/>
                  </a:lnTo>
                  <a:lnTo>
                    <a:pt x="2121161" y="341136"/>
                  </a:lnTo>
                  <a:lnTo>
                    <a:pt x="2128115" y="344824"/>
                  </a:lnTo>
                  <a:lnTo>
                    <a:pt x="2135070" y="348325"/>
                  </a:lnTo>
                  <a:lnTo>
                    <a:pt x="2142025" y="351743"/>
                  </a:lnTo>
                  <a:lnTo>
                    <a:pt x="2148979" y="355152"/>
                  </a:lnTo>
                  <a:lnTo>
                    <a:pt x="2155934" y="358586"/>
                  </a:lnTo>
                  <a:lnTo>
                    <a:pt x="2162889" y="362033"/>
                  </a:lnTo>
                  <a:lnTo>
                    <a:pt x="2169843" y="365442"/>
                  </a:lnTo>
                  <a:lnTo>
                    <a:pt x="2176798" y="368733"/>
                  </a:lnTo>
                  <a:lnTo>
                    <a:pt x="2183752" y="371815"/>
                  </a:lnTo>
                  <a:lnTo>
                    <a:pt x="2190707" y="374609"/>
                  </a:lnTo>
                  <a:lnTo>
                    <a:pt x="2197662" y="377062"/>
                  </a:lnTo>
                  <a:lnTo>
                    <a:pt x="2204616" y="379164"/>
                  </a:lnTo>
                  <a:lnTo>
                    <a:pt x="2211571" y="380941"/>
                  </a:lnTo>
                  <a:lnTo>
                    <a:pt x="2218526" y="382454"/>
                  </a:lnTo>
                  <a:lnTo>
                    <a:pt x="2225480" y="383780"/>
                  </a:lnTo>
                  <a:lnTo>
                    <a:pt x="2232435" y="384996"/>
                  </a:lnTo>
                  <a:lnTo>
                    <a:pt x="2239389" y="386168"/>
                  </a:lnTo>
                  <a:lnTo>
                    <a:pt x="2246344" y="387346"/>
                  </a:lnTo>
                  <a:lnTo>
                    <a:pt x="2253299" y="388553"/>
                  </a:lnTo>
                  <a:lnTo>
                    <a:pt x="2260253" y="389794"/>
                  </a:lnTo>
                  <a:lnTo>
                    <a:pt x="2267208" y="391057"/>
                  </a:lnTo>
                  <a:lnTo>
                    <a:pt x="2274163" y="392319"/>
                  </a:lnTo>
                  <a:lnTo>
                    <a:pt x="2281117" y="393546"/>
                  </a:lnTo>
                  <a:lnTo>
                    <a:pt x="2288072" y="394698"/>
                  </a:lnTo>
                  <a:lnTo>
                    <a:pt x="2295027" y="395733"/>
                  </a:lnTo>
                  <a:lnTo>
                    <a:pt x="2301981" y="396609"/>
                  </a:lnTo>
                  <a:lnTo>
                    <a:pt x="2308936" y="397298"/>
                  </a:lnTo>
                  <a:lnTo>
                    <a:pt x="2315890" y="397781"/>
                  </a:lnTo>
                  <a:lnTo>
                    <a:pt x="2322845" y="398061"/>
                  </a:lnTo>
                  <a:lnTo>
                    <a:pt x="2329800" y="398156"/>
                  </a:lnTo>
                  <a:lnTo>
                    <a:pt x="2336754" y="398103"/>
                  </a:lnTo>
                  <a:lnTo>
                    <a:pt x="2343709" y="397950"/>
                  </a:lnTo>
                  <a:lnTo>
                    <a:pt x="2350664" y="397751"/>
                  </a:lnTo>
                  <a:lnTo>
                    <a:pt x="2357618" y="397561"/>
                  </a:lnTo>
                  <a:lnTo>
                    <a:pt x="2364573" y="397423"/>
                  </a:lnTo>
                  <a:lnTo>
                    <a:pt x="2371527" y="397363"/>
                  </a:lnTo>
                  <a:lnTo>
                    <a:pt x="2378482" y="397395"/>
                  </a:lnTo>
                  <a:lnTo>
                    <a:pt x="2385437" y="397520"/>
                  </a:lnTo>
                  <a:lnTo>
                    <a:pt x="2392391" y="397727"/>
                  </a:lnTo>
                  <a:lnTo>
                    <a:pt x="2399346" y="398000"/>
                  </a:lnTo>
                  <a:lnTo>
                    <a:pt x="2406301" y="398316"/>
                  </a:lnTo>
                  <a:lnTo>
                    <a:pt x="2413255" y="398650"/>
                  </a:lnTo>
                  <a:lnTo>
                    <a:pt x="2420210" y="398978"/>
                  </a:lnTo>
                  <a:lnTo>
                    <a:pt x="2427164" y="399278"/>
                  </a:lnTo>
                  <a:lnTo>
                    <a:pt x="2434119" y="399537"/>
                  </a:lnTo>
                  <a:lnTo>
                    <a:pt x="2441074" y="399746"/>
                  </a:lnTo>
                  <a:lnTo>
                    <a:pt x="2448028" y="399905"/>
                  </a:lnTo>
                  <a:lnTo>
                    <a:pt x="2454983" y="400018"/>
                  </a:lnTo>
                  <a:lnTo>
                    <a:pt x="2461938" y="400094"/>
                  </a:lnTo>
                  <a:lnTo>
                    <a:pt x="2468892" y="400141"/>
                  </a:lnTo>
                  <a:lnTo>
                    <a:pt x="2475847" y="400168"/>
                  </a:lnTo>
                  <a:lnTo>
                    <a:pt x="2482801" y="400184"/>
                  </a:lnTo>
                  <a:lnTo>
                    <a:pt x="2489756" y="400192"/>
                  </a:lnTo>
                  <a:lnTo>
                    <a:pt x="2496711" y="400197"/>
                  </a:lnTo>
                  <a:lnTo>
                    <a:pt x="2503665" y="400199"/>
                  </a:lnTo>
                  <a:lnTo>
                    <a:pt x="2510620" y="400199"/>
                  </a:lnTo>
                  <a:lnTo>
                    <a:pt x="2517575" y="400200"/>
                  </a:lnTo>
                  <a:lnTo>
                    <a:pt x="2524529" y="400200"/>
                  </a:lnTo>
                  <a:lnTo>
                    <a:pt x="2531484" y="400200"/>
                  </a:lnTo>
                  <a:lnTo>
                    <a:pt x="2538438" y="400200"/>
                  </a:lnTo>
                  <a:lnTo>
                    <a:pt x="2545393" y="400200"/>
                  </a:lnTo>
                  <a:lnTo>
                    <a:pt x="2552348" y="400200"/>
                  </a:lnTo>
                  <a:lnTo>
                    <a:pt x="2559302" y="400200"/>
                  </a:lnTo>
                  <a:lnTo>
                    <a:pt x="2566257" y="400200"/>
                  </a:lnTo>
                  <a:lnTo>
                    <a:pt x="2573212" y="400200"/>
                  </a:lnTo>
                  <a:lnTo>
                    <a:pt x="2580166" y="400200"/>
                  </a:lnTo>
                  <a:lnTo>
                    <a:pt x="2587121" y="400200"/>
                  </a:lnTo>
                  <a:lnTo>
                    <a:pt x="2594075" y="400200"/>
                  </a:lnTo>
                  <a:lnTo>
                    <a:pt x="2601030" y="400200"/>
                  </a:lnTo>
                  <a:lnTo>
                    <a:pt x="2607985" y="400200"/>
                  </a:lnTo>
                  <a:lnTo>
                    <a:pt x="2614939" y="400200"/>
                  </a:lnTo>
                  <a:lnTo>
                    <a:pt x="2621894" y="400200"/>
                  </a:lnTo>
                  <a:lnTo>
                    <a:pt x="2628849" y="400200"/>
                  </a:lnTo>
                  <a:lnTo>
                    <a:pt x="2635803" y="400200"/>
                  </a:lnTo>
                  <a:lnTo>
                    <a:pt x="2642758" y="400200"/>
                  </a:lnTo>
                  <a:lnTo>
                    <a:pt x="2649713" y="400200"/>
                  </a:lnTo>
                  <a:lnTo>
                    <a:pt x="2656667" y="400200"/>
                  </a:lnTo>
                  <a:lnTo>
                    <a:pt x="2663622" y="400200"/>
                  </a:lnTo>
                  <a:lnTo>
                    <a:pt x="2670576" y="400200"/>
                  </a:lnTo>
                  <a:lnTo>
                    <a:pt x="2677531" y="400200"/>
                  </a:lnTo>
                  <a:lnTo>
                    <a:pt x="2684486" y="400200"/>
                  </a:lnTo>
                  <a:lnTo>
                    <a:pt x="2691440" y="400200"/>
                  </a:lnTo>
                  <a:lnTo>
                    <a:pt x="2698395" y="400200"/>
                  </a:lnTo>
                  <a:lnTo>
                    <a:pt x="2705350" y="400200"/>
                  </a:lnTo>
                  <a:lnTo>
                    <a:pt x="2712304" y="400200"/>
                  </a:lnTo>
                  <a:lnTo>
                    <a:pt x="2719259" y="400200"/>
                  </a:lnTo>
                  <a:lnTo>
                    <a:pt x="2726213" y="400200"/>
                  </a:lnTo>
                  <a:lnTo>
                    <a:pt x="2733168" y="400200"/>
                  </a:lnTo>
                  <a:lnTo>
                    <a:pt x="2740123" y="400200"/>
                  </a:lnTo>
                  <a:lnTo>
                    <a:pt x="2747077" y="400200"/>
                  </a:lnTo>
                  <a:lnTo>
                    <a:pt x="2754032" y="400200"/>
                  </a:lnTo>
                  <a:lnTo>
                    <a:pt x="2760987" y="400200"/>
                  </a:lnTo>
                  <a:lnTo>
                    <a:pt x="2767941" y="400200"/>
                  </a:lnTo>
                  <a:lnTo>
                    <a:pt x="2774896" y="400200"/>
                  </a:lnTo>
                  <a:lnTo>
                    <a:pt x="2781850" y="400200"/>
                  </a:lnTo>
                  <a:lnTo>
                    <a:pt x="2788805" y="400200"/>
                  </a:lnTo>
                  <a:lnTo>
                    <a:pt x="2795760" y="400200"/>
                  </a:lnTo>
                  <a:lnTo>
                    <a:pt x="2802714" y="400200"/>
                  </a:lnTo>
                  <a:lnTo>
                    <a:pt x="2809669" y="400200"/>
                  </a:lnTo>
                  <a:lnTo>
                    <a:pt x="2816624" y="400200"/>
                  </a:lnTo>
                  <a:lnTo>
                    <a:pt x="2823578" y="400200"/>
                  </a:lnTo>
                  <a:lnTo>
                    <a:pt x="2830533" y="400200"/>
                  </a:lnTo>
                  <a:lnTo>
                    <a:pt x="2837487" y="400200"/>
                  </a:lnTo>
                  <a:lnTo>
                    <a:pt x="2844442" y="400200"/>
                  </a:lnTo>
                  <a:lnTo>
                    <a:pt x="2851397" y="400200"/>
                  </a:lnTo>
                  <a:lnTo>
                    <a:pt x="2858351" y="400200"/>
                  </a:lnTo>
                  <a:lnTo>
                    <a:pt x="2865306" y="400200"/>
                  </a:lnTo>
                  <a:lnTo>
                    <a:pt x="2872261" y="400200"/>
                  </a:lnTo>
                  <a:lnTo>
                    <a:pt x="2879215" y="400200"/>
                  </a:lnTo>
                  <a:lnTo>
                    <a:pt x="2886170" y="400200"/>
                  </a:lnTo>
                  <a:lnTo>
                    <a:pt x="2893124" y="400200"/>
                  </a:lnTo>
                  <a:lnTo>
                    <a:pt x="2900079" y="400200"/>
                  </a:lnTo>
                  <a:lnTo>
                    <a:pt x="2907034" y="400200"/>
                  </a:lnTo>
                  <a:lnTo>
                    <a:pt x="2913988" y="400200"/>
                  </a:lnTo>
                  <a:lnTo>
                    <a:pt x="2920943" y="400200"/>
                  </a:lnTo>
                  <a:lnTo>
                    <a:pt x="2927898" y="400200"/>
                  </a:lnTo>
                  <a:lnTo>
                    <a:pt x="2934852" y="400200"/>
                  </a:lnTo>
                  <a:lnTo>
                    <a:pt x="2941807" y="400200"/>
                  </a:lnTo>
                  <a:lnTo>
                    <a:pt x="2948761" y="400200"/>
                  </a:lnTo>
                  <a:lnTo>
                    <a:pt x="2955716" y="400200"/>
                  </a:lnTo>
                  <a:lnTo>
                    <a:pt x="2962671" y="400200"/>
                  </a:lnTo>
                  <a:lnTo>
                    <a:pt x="2969625" y="400200"/>
                  </a:lnTo>
                  <a:lnTo>
                    <a:pt x="2976580" y="400200"/>
                  </a:lnTo>
                  <a:lnTo>
                    <a:pt x="2983535" y="400200"/>
                  </a:lnTo>
                  <a:lnTo>
                    <a:pt x="2990489" y="400200"/>
                  </a:lnTo>
                  <a:lnTo>
                    <a:pt x="2997444" y="400200"/>
                  </a:lnTo>
                  <a:lnTo>
                    <a:pt x="3004399" y="400200"/>
                  </a:lnTo>
                  <a:lnTo>
                    <a:pt x="3011353" y="400200"/>
                  </a:lnTo>
                  <a:lnTo>
                    <a:pt x="3018308" y="400200"/>
                  </a:lnTo>
                  <a:lnTo>
                    <a:pt x="3025262" y="400200"/>
                  </a:lnTo>
                  <a:lnTo>
                    <a:pt x="3032217" y="400200"/>
                  </a:lnTo>
                  <a:lnTo>
                    <a:pt x="3039172" y="400200"/>
                  </a:lnTo>
                  <a:lnTo>
                    <a:pt x="3046126" y="400200"/>
                  </a:lnTo>
                  <a:lnTo>
                    <a:pt x="3053081" y="400200"/>
                  </a:lnTo>
                  <a:lnTo>
                    <a:pt x="3060036" y="400200"/>
                  </a:lnTo>
                  <a:lnTo>
                    <a:pt x="3066990" y="400200"/>
                  </a:lnTo>
                  <a:lnTo>
                    <a:pt x="3073945" y="400200"/>
                  </a:lnTo>
                  <a:lnTo>
                    <a:pt x="3080899" y="400200"/>
                  </a:lnTo>
                  <a:lnTo>
                    <a:pt x="3087854" y="400200"/>
                  </a:lnTo>
                  <a:lnTo>
                    <a:pt x="3094809" y="400200"/>
                  </a:lnTo>
                  <a:lnTo>
                    <a:pt x="3101763" y="400200"/>
                  </a:lnTo>
                  <a:lnTo>
                    <a:pt x="3108718" y="400200"/>
                  </a:lnTo>
                  <a:lnTo>
                    <a:pt x="3115673" y="400200"/>
                  </a:lnTo>
                  <a:lnTo>
                    <a:pt x="3122627" y="400200"/>
                  </a:lnTo>
                  <a:lnTo>
                    <a:pt x="3129582" y="400200"/>
                  </a:lnTo>
                  <a:lnTo>
                    <a:pt x="3136536" y="400200"/>
                  </a:lnTo>
                  <a:lnTo>
                    <a:pt x="3143491" y="400200"/>
                  </a:lnTo>
                  <a:lnTo>
                    <a:pt x="3150446" y="400200"/>
                  </a:lnTo>
                  <a:lnTo>
                    <a:pt x="3157400" y="400200"/>
                  </a:lnTo>
                  <a:lnTo>
                    <a:pt x="3164355" y="400200"/>
                  </a:lnTo>
                  <a:lnTo>
                    <a:pt x="3171310" y="400200"/>
                  </a:lnTo>
                  <a:lnTo>
                    <a:pt x="3178264" y="400200"/>
                  </a:lnTo>
                  <a:lnTo>
                    <a:pt x="3185219" y="400200"/>
                  </a:lnTo>
                  <a:lnTo>
                    <a:pt x="3192173" y="400200"/>
                  </a:lnTo>
                  <a:lnTo>
                    <a:pt x="3199128" y="400200"/>
                  </a:lnTo>
                  <a:lnTo>
                    <a:pt x="3206083" y="400200"/>
                  </a:lnTo>
                  <a:lnTo>
                    <a:pt x="3213037" y="400200"/>
                  </a:lnTo>
                  <a:lnTo>
                    <a:pt x="3219992" y="400200"/>
                  </a:lnTo>
                  <a:lnTo>
                    <a:pt x="3226947" y="400200"/>
                  </a:lnTo>
                  <a:lnTo>
                    <a:pt x="3233901" y="400200"/>
                  </a:lnTo>
                  <a:lnTo>
                    <a:pt x="3240856" y="400200"/>
                  </a:lnTo>
                  <a:lnTo>
                    <a:pt x="3247810" y="400200"/>
                  </a:lnTo>
                  <a:lnTo>
                    <a:pt x="3254765" y="400200"/>
                  </a:lnTo>
                  <a:lnTo>
                    <a:pt x="3261720" y="400200"/>
                  </a:lnTo>
                  <a:lnTo>
                    <a:pt x="3268674" y="400200"/>
                  </a:lnTo>
                  <a:lnTo>
                    <a:pt x="3275629" y="400200"/>
                  </a:lnTo>
                  <a:lnTo>
                    <a:pt x="3282584" y="400200"/>
                  </a:lnTo>
                  <a:lnTo>
                    <a:pt x="3289538" y="400200"/>
                  </a:lnTo>
                  <a:lnTo>
                    <a:pt x="3296493" y="400200"/>
                  </a:lnTo>
                  <a:lnTo>
                    <a:pt x="3303447" y="400200"/>
                  </a:lnTo>
                  <a:lnTo>
                    <a:pt x="3310402" y="400200"/>
                  </a:lnTo>
                  <a:lnTo>
                    <a:pt x="3317357" y="400200"/>
                  </a:lnTo>
                  <a:lnTo>
                    <a:pt x="3324311" y="400200"/>
                  </a:lnTo>
                  <a:lnTo>
                    <a:pt x="3331266" y="400200"/>
                  </a:lnTo>
                  <a:lnTo>
                    <a:pt x="3338221" y="400200"/>
                  </a:lnTo>
                  <a:lnTo>
                    <a:pt x="3345175" y="400200"/>
                  </a:lnTo>
                  <a:lnTo>
                    <a:pt x="3352130" y="400200"/>
                  </a:lnTo>
                  <a:lnTo>
                    <a:pt x="3359084" y="400200"/>
                  </a:lnTo>
                  <a:lnTo>
                    <a:pt x="3366039" y="400200"/>
                  </a:lnTo>
                  <a:lnTo>
                    <a:pt x="3372994" y="400200"/>
                  </a:lnTo>
                  <a:lnTo>
                    <a:pt x="3379948" y="400200"/>
                  </a:lnTo>
                  <a:lnTo>
                    <a:pt x="3386903" y="400200"/>
                  </a:lnTo>
                  <a:lnTo>
                    <a:pt x="3393858" y="400200"/>
                  </a:lnTo>
                  <a:lnTo>
                    <a:pt x="3400812" y="400200"/>
                  </a:lnTo>
                  <a:lnTo>
                    <a:pt x="3407767" y="400200"/>
                  </a:lnTo>
                  <a:lnTo>
                    <a:pt x="3414722" y="400200"/>
                  </a:lnTo>
                  <a:lnTo>
                    <a:pt x="3421676" y="400200"/>
                  </a:lnTo>
                  <a:lnTo>
                    <a:pt x="3428631" y="400200"/>
                  </a:lnTo>
                  <a:lnTo>
                    <a:pt x="3435585" y="400200"/>
                  </a:lnTo>
                  <a:lnTo>
                    <a:pt x="3442540" y="400200"/>
                  </a:lnTo>
                  <a:lnTo>
                    <a:pt x="3449495" y="400200"/>
                  </a:lnTo>
                  <a:lnTo>
                    <a:pt x="3456449" y="400200"/>
                  </a:lnTo>
                  <a:lnTo>
                    <a:pt x="3463404" y="400200"/>
                  </a:lnTo>
                  <a:lnTo>
                    <a:pt x="3470359" y="400200"/>
                  </a:lnTo>
                  <a:lnTo>
                    <a:pt x="3477313" y="400200"/>
                  </a:lnTo>
                  <a:lnTo>
                    <a:pt x="3484268" y="400200"/>
                  </a:lnTo>
                  <a:lnTo>
                    <a:pt x="3491222" y="400200"/>
                  </a:lnTo>
                  <a:lnTo>
                    <a:pt x="3498177" y="400200"/>
                  </a:lnTo>
                  <a:lnTo>
                    <a:pt x="3505132" y="400200"/>
                  </a:lnTo>
                  <a:lnTo>
                    <a:pt x="3512086" y="400200"/>
                  </a:lnTo>
                  <a:lnTo>
                    <a:pt x="3519041" y="400200"/>
                  </a:lnTo>
                  <a:lnTo>
                    <a:pt x="3525996" y="400200"/>
                  </a:lnTo>
                  <a:lnTo>
                    <a:pt x="3532950" y="400200"/>
                  </a:lnTo>
                  <a:lnTo>
                    <a:pt x="3539905" y="400200"/>
                  </a:lnTo>
                  <a:lnTo>
                    <a:pt x="3546859" y="400200"/>
                  </a:lnTo>
                  <a:lnTo>
                    <a:pt x="3553814" y="400200"/>
                  </a:lnTo>
                  <a:lnTo>
                    <a:pt x="3546859" y="400200"/>
                  </a:lnTo>
                  <a:lnTo>
                    <a:pt x="3539905" y="400200"/>
                  </a:lnTo>
                  <a:lnTo>
                    <a:pt x="3532950" y="400200"/>
                  </a:lnTo>
                  <a:lnTo>
                    <a:pt x="3525996" y="400200"/>
                  </a:lnTo>
                  <a:lnTo>
                    <a:pt x="3519041" y="400200"/>
                  </a:lnTo>
                  <a:lnTo>
                    <a:pt x="3512086" y="400200"/>
                  </a:lnTo>
                  <a:lnTo>
                    <a:pt x="3505132" y="400200"/>
                  </a:lnTo>
                  <a:lnTo>
                    <a:pt x="3498177" y="400200"/>
                  </a:lnTo>
                  <a:lnTo>
                    <a:pt x="3491222" y="400200"/>
                  </a:lnTo>
                  <a:lnTo>
                    <a:pt x="3484268" y="400200"/>
                  </a:lnTo>
                  <a:lnTo>
                    <a:pt x="3477313" y="400200"/>
                  </a:lnTo>
                  <a:lnTo>
                    <a:pt x="3470359" y="400200"/>
                  </a:lnTo>
                  <a:lnTo>
                    <a:pt x="3463404" y="400200"/>
                  </a:lnTo>
                  <a:lnTo>
                    <a:pt x="3456449" y="400200"/>
                  </a:lnTo>
                  <a:lnTo>
                    <a:pt x="3449495" y="400200"/>
                  </a:lnTo>
                  <a:lnTo>
                    <a:pt x="3442540" y="400200"/>
                  </a:lnTo>
                  <a:lnTo>
                    <a:pt x="3435585" y="400200"/>
                  </a:lnTo>
                  <a:lnTo>
                    <a:pt x="3428631" y="400200"/>
                  </a:lnTo>
                  <a:lnTo>
                    <a:pt x="3421676" y="400200"/>
                  </a:lnTo>
                  <a:lnTo>
                    <a:pt x="3414722" y="400200"/>
                  </a:lnTo>
                  <a:lnTo>
                    <a:pt x="3407767" y="400200"/>
                  </a:lnTo>
                  <a:lnTo>
                    <a:pt x="3400812" y="400200"/>
                  </a:lnTo>
                  <a:lnTo>
                    <a:pt x="3393858" y="400200"/>
                  </a:lnTo>
                  <a:lnTo>
                    <a:pt x="3386903" y="400200"/>
                  </a:lnTo>
                  <a:lnTo>
                    <a:pt x="3379948" y="400200"/>
                  </a:lnTo>
                  <a:lnTo>
                    <a:pt x="3372994" y="400200"/>
                  </a:lnTo>
                  <a:lnTo>
                    <a:pt x="3366039" y="400200"/>
                  </a:lnTo>
                  <a:lnTo>
                    <a:pt x="3359084" y="400200"/>
                  </a:lnTo>
                  <a:lnTo>
                    <a:pt x="3352130" y="400200"/>
                  </a:lnTo>
                  <a:lnTo>
                    <a:pt x="3345175" y="400200"/>
                  </a:lnTo>
                  <a:lnTo>
                    <a:pt x="3338221" y="400200"/>
                  </a:lnTo>
                  <a:lnTo>
                    <a:pt x="3331266" y="400200"/>
                  </a:lnTo>
                  <a:lnTo>
                    <a:pt x="3324311" y="400200"/>
                  </a:lnTo>
                  <a:lnTo>
                    <a:pt x="3317357" y="400200"/>
                  </a:lnTo>
                  <a:lnTo>
                    <a:pt x="3310402" y="400200"/>
                  </a:lnTo>
                  <a:lnTo>
                    <a:pt x="3303447" y="400200"/>
                  </a:lnTo>
                  <a:lnTo>
                    <a:pt x="3296493" y="400200"/>
                  </a:lnTo>
                  <a:lnTo>
                    <a:pt x="3289538" y="400200"/>
                  </a:lnTo>
                  <a:lnTo>
                    <a:pt x="3282584" y="400200"/>
                  </a:lnTo>
                  <a:lnTo>
                    <a:pt x="3275629" y="400200"/>
                  </a:lnTo>
                  <a:lnTo>
                    <a:pt x="3268674" y="400200"/>
                  </a:lnTo>
                  <a:lnTo>
                    <a:pt x="3261720" y="400200"/>
                  </a:lnTo>
                  <a:lnTo>
                    <a:pt x="3254765" y="400200"/>
                  </a:lnTo>
                  <a:lnTo>
                    <a:pt x="3247810" y="400200"/>
                  </a:lnTo>
                  <a:lnTo>
                    <a:pt x="3240856" y="400200"/>
                  </a:lnTo>
                  <a:lnTo>
                    <a:pt x="3233901" y="400200"/>
                  </a:lnTo>
                  <a:lnTo>
                    <a:pt x="3226947" y="400200"/>
                  </a:lnTo>
                  <a:lnTo>
                    <a:pt x="3219992" y="400200"/>
                  </a:lnTo>
                  <a:lnTo>
                    <a:pt x="3213037" y="400200"/>
                  </a:lnTo>
                  <a:lnTo>
                    <a:pt x="3206083" y="400200"/>
                  </a:lnTo>
                  <a:lnTo>
                    <a:pt x="3199128" y="400200"/>
                  </a:lnTo>
                  <a:lnTo>
                    <a:pt x="3192173" y="400200"/>
                  </a:lnTo>
                  <a:lnTo>
                    <a:pt x="3185219" y="400200"/>
                  </a:lnTo>
                  <a:lnTo>
                    <a:pt x="3178264" y="400200"/>
                  </a:lnTo>
                  <a:lnTo>
                    <a:pt x="3171310" y="400200"/>
                  </a:lnTo>
                  <a:lnTo>
                    <a:pt x="3164355" y="400200"/>
                  </a:lnTo>
                  <a:lnTo>
                    <a:pt x="3157400" y="400200"/>
                  </a:lnTo>
                  <a:lnTo>
                    <a:pt x="3150446" y="400200"/>
                  </a:lnTo>
                  <a:lnTo>
                    <a:pt x="3143491" y="400200"/>
                  </a:lnTo>
                  <a:lnTo>
                    <a:pt x="3136536" y="400200"/>
                  </a:lnTo>
                  <a:lnTo>
                    <a:pt x="3129582" y="400200"/>
                  </a:lnTo>
                  <a:lnTo>
                    <a:pt x="3122627" y="400200"/>
                  </a:lnTo>
                  <a:lnTo>
                    <a:pt x="3115673" y="400200"/>
                  </a:lnTo>
                  <a:lnTo>
                    <a:pt x="3108718" y="400200"/>
                  </a:lnTo>
                  <a:lnTo>
                    <a:pt x="3101763" y="400200"/>
                  </a:lnTo>
                  <a:lnTo>
                    <a:pt x="3094809" y="400200"/>
                  </a:lnTo>
                  <a:lnTo>
                    <a:pt x="3087854" y="400200"/>
                  </a:lnTo>
                  <a:lnTo>
                    <a:pt x="3080899" y="400200"/>
                  </a:lnTo>
                  <a:lnTo>
                    <a:pt x="3073945" y="400200"/>
                  </a:lnTo>
                  <a:lnTo>
                    <a:pt x="3066990" y="400200"/>
                  </a:lnTo>
                  <a:lnTo>
                    <a:pt x="3060036" y="400200"/>
                  </a:lnTo>
                  <a:lnTo>
                    <a:pt x="3053081" y="400200"/>
                  </a:lnTo>
                  <a:lnTo>
                    <a:pt x="3046126" y="400200"/>
                  </a:lnTo>
                  <a:lnTo>
                    <a:pt x="3039172" y="400200"/>
                  </a:lnTo>
                  <a:lnTo>
                    <a:pt x="3032217" y="400200"/>
                  </a:lnTo>
                  <a:lnTo>
                    <a:pt x="3025262" y="400200"/>
                  </a:lnTo>
                  <a:lnTo>
                    <a:pt x="3018308" y="400200"/>
                  </a:lnTo>
                  <a:lnTo>
                    <a:pt x="3011353" y="400200"/>
                  </a:lnTo>
                  <a:lnTo>
                    <a:pt x="3004399" y="400200"/>
                  </a:lnTo>
                  <a:lnTo>
                    <a:pt x="2997444" y="400200"/>
                  </a:lnTo>
                  <a:lnTo>
                    <a:pt x="2990489" y="400200"/>
                  </a:lnTo>
                  <a:lnTo>
                    <a:pt x="2983535" y="400200"/>
                  </a:lnTo>
                  <a:lnTo>
                    <a:pt x="2976580" y="400200"/>
                  </a:lnTo>
                  <a:lnTo>
                    <a:pt x="2969625" y="400200"/>
                  </a:lnTo>
                  <a:lnTo>
                    <a:pt x="2962671" y="400200"/>
                  </a:lnTo>
                  <a:lnTo>
                    <a:pt x="2955716" y="400200"/>
                  </a:lnTo>
                  <a:lnTo>
                    <a:pt x="2948761" y="400200"/>
                  </a:lnTo>
                  <a:lnTo>
                    <a:pt x="2941807" y="400200"/>
                  </a:lnTo>
                  <a:lnTo>
                    <a:pt x="2934852" y="400200"/>
                  </a:lnTo>
                  <a:lnTo>
                    <a:pt x="2927898" y="400200"/>
                  </a:lnTo>
                  <a:lnTo>
                    <a:pt x="2920943" y="400200"/>
                  </a:lnTo>
                  <a:lnTo>
                    <a:pt x="2913988" y="400200"/>
                  </a:lnTo>
                  <a:lnTo>
                    <a:pt x="2907034" y="400200"/>
                  </a:lnTo>
                  <a:lnTo>
                    <a:pt x="2900079" y="400200"/>
                  </a:lnTo>
                  <a:lnTo>
                    <a:pt x="2893124" y="400200"/>
                  </a:lnTo>
                  <a:lnTo>
                    <a:pt x="2886170" y="400200"/>
                  </a:lnTo>
                  <a:lnTo>
                    <a:pt x="2879215" y="400200"/>
                  </a:lnTo>
                  <a:lnTo>
                    <a:pt x="2872261" y="400200"/>
                  </a:lnTo>
                  <a:lnTo>
                    <a:pt x="2865306" y="400200"/>
                  </a:lnTo>
                  <a:lnTo>
                    <a:pt x="2858351" y="400200"/>
                  </a:lnTo>
                  <a:lnTo>
                    <a:pt x="2851397" y="400200"/>
                  </a:lnTo>
                  <a:lnTo>
                    <a:pt x="2844442" y="400200"/>
                  </a:lnTo>
                  <a:lnTo>
                    <a:pt x="2837487" y="400200"/>
                  </a:lnTo>
                  <a:lnTo>
                    <a:pt x="2830533" y="400200"/>
                  </a:lnTo>
                  <a:lnTo>
                    <a:pt x="2823578" y="400200"/>
                  </a:lnTo>
                  <a:lnTo>
                    <a:pt x="2816624" y="400200"/>
                  </a:lnTo>
                  <a:lnTo>
                    <a:pt x="2809669" y="400200"/>
                  </a:lnTo>
                  <a:lnTo>
                    <a:pt x="2802714" y="400200"/>
                  </a:lnTo>
                  <a:lnTo>
                    <a:pt x="2795760" y="400200"/>
                  </a:lnTo>
                  <a:lnTo>
                    <a:pt x="2788805" y="400200"/>
                  </a:lnTo>
                  <a:lnTo>
                    <a:pt x="2781850" y="400200"/>
                  </a:lnTo>
                  <a:lnTo>
                    <a:pt x="2774896" y="400200"/>
                  </a:lnTo>
                  <a:lnTo>
                    <a:pt x="2767941" y="400200"/>
                  </a:lnTo>
                  <a:lnTo>
                    <a:pt x="2760987" y="400200"/>
                  </a:lnTo>
                  <a:lnTo>
                    <a:pt x="2754032" y="400200"/>
                  </a:lnTo>
                  <a:lnTo>
                    <a:pt x="2747077" y="400200"/>
                  </a:lnTo>
                  <a:lnTo>
                    <a:pt x="2740123" y="400200"/>
                  </a:lnTo>
                  <a:lnTo>
                    <a:pt x="2733168" y="400200"/>
                  </a:lnTo>
                  <a:lnTo>
                    <a:pt x="2726213" y="400200"/>
                  </a:lnTo>
                  <a:lnTo>
                    <a:pt x="2719259" y="400200"/>
                  </a:lnTo>
                  <a:lnTo>
                    <a:pt x="2712304" y="400200"/>
                  </a:lnTo>
                  <a:lnTo>
                    <a:pt x="2705350" y="400200"/>
                  </a:lnTo>
                  <a:lnTo>
                    <a:pt x="2698395" y="400200"/>
                  </a:lnTo>
                  <a:lnTo>
                    <a:pt x="2691440" y="400200"/>
                  </a:lnTo>
                  <a:lnTo>
                    <a:pt x="2684486" y="400200"/>
                  </a:lnTo>
                  <a:lnTo>
                    <a:pt x="2677531" y="400200"/>
                  </a:lnTo>
                  <a:lnTo>
                    <a:pt x="2670576" y="400200"/>
                  </a:lnTo>
                  <a:lnTo>
                    <a:pt x="2663622" y="400200"/>
                  </a:lnTo>
                  <a:lnTo>
                    <a:pt x="2656667" y="400200"/>
                  </a:lnTo>
                  <a:lnTo>
                    <a:pt x="2649713" y="400200"/>
                  </a:lnTo>
                  <a:lnTo>
                    <a:pt x="2642758" y="400200"/>
                  </a:lnTo>
                  <a:lnTo>
                    <a:pt x="2635803" y="400200"/>
                  </a:lnTo>
                  <a:lnTo>
                    <a:pt x="2628849" y="400200"/>
                  </a:lnTo>
                  <a:lnTo>
                    <a:pt x="2621894" y="400200"/>
                  </a:lnTo>
                  <a:lnTo>
                    <a:pt x="2614939" y="400200"/>
                  </a:lnTo>
                  <a:lnTo>
                    <a:pt x="2607985" y="400200"/>
                  </a:lnTo>
                  <a:lnTo>
                    <a:pt x="2601030" y="400200"/>
                  </a:lnTo>
                  <a:lnTo>
                    <a:pt x="2594075" y="400200"/>
                  </a:lnTo>
                  <a:lnTo>
                    <a:pt x="2587121" y="400200"/>
                  </a:lnTo>
                  <a:lnTo>
                    <a:pt x="2580166" y="400200"/>
                  </a:lnTo>
                  <a:lnTo>
                    <a:pt x="2573212" y="400200"/>
                  </a:lnTo>
                  <a:lnTo>
                    <a:pt x="2566257" y="400200"/>
                  </a:lnTo>
                  <a:lnTo>
                    <a:pt x="2559302" y="400200"/>
                  </a:lnTo>
                  <a:lnTo>
                    <a:pt x="2552348" y="400200"/>
                  </a:lnTo>
                  <a:lnTo>
                    <a:pt x="2545393" y="400200"/>
                  </a:lnTo>
                  <a:lnTo>
                    <a:pt x="2538438" y="400200"/>
                  </a:lnTo>
                  <a:lnTo>
                    <a:pt x="2531484" y="400200"/>
                  </a:lnTo>
                  <a:lnTo>
                    <a:pt x="2524529" y="400200"/>
                  </a:lnTo>
                  <a:lnTo>
                    <a:pt x="2517575" y="400200"/>
                  </a:lnTo>
                  <a:lnTo>
                    <a:pt x="2510620" y="400200"/>
                  </a:lnTo>
                  <a:lnTo>
                    <a:pt x="2503665" y="400200"/>
                  </a:lnTo>
                  <a:lnTo>
                    <a:pt x="2496711" y="400200"/>
                  </a:lnTo>
                  <a:lnTo>
                    <a:pt x="2489756" y="400200"/>
                  </a:lnTo>
                  <a:lnTo>
                    <a:pt x="2482801" y="400200"/>
                  </a:lnTo>
                  <a:lnTo>
                    <a:pt x="2475847" y="400200"/>
                  </a:lnTo>
                  <a:lnTo>
                    <a:pt x="2468892" y="400200"/>
                  </a:lnTo>
                  <a:lnTo>
                    <a:pt x="2461938" y="400200"/>
                  </a:lnTo>
                  <a:lnTo>
                    <a:pt x="2454983" y="400200"/>
                  </a:lnTo>
                  <a:lnTo>
                    <a:pt x="2448028" y="400200"/>
                  </a:lnTo>
                  <a:lnTo>
                    <a:pt x="2441074" y="400200"/>
                  </a:lnTo>
                  <a:lnTo>
                    <a:pt x="2434119" y="400200"/>
                  </a:lnTo>
                  <a:lnTo>
                    <a:pt x="2427164" y="400200"/>
                  </a:lnTo>
                  <a:lnTo>
                    <a:pt x="2420210" y="400200"/>
                  </a:lnTo>
                  <a:lnTo>
                    <a:pt x="2413255" y="400200"/>
                  </a:lnTo>
                  <a:lnTo>
                    <a:pt x="2406301" y="400200"/>
                  </a:lnTo>
                  <a:lnTo>
                    <a:pt x="2399346" y="400200"/>
                  </a:lnTo>
                  <a:lnTo>
                    <a:pt x="2392391" y="400200"/>
                  </a:lnTo>
                  <a:lnTo>
                    <a:pt x="2385437" y="400200"/>
                  </a:lnTo>
                  <a:lnTo>
                    <a:pt x="2378482" y="400200"/>
                  </a:lnTo>
                  <a:lnTo>
                    <a:pt x="2371527" y="400200"/>
                  </a:lnTo>
                  <a:lnTo>
                    <a:pt x="2364573" y="400200"/>
                  </a:lnTo>
                  <a:lnTo>
                    <a:pt x="2357618" y="400200"/>
                  </a:lnTo>
                  <a:lnTo>
                    <a:pt x="2350664" y="400200"/>
                  </a:lnTo>
                  <a:lnTo>
                    <a:pt x="2343709" y="400200"/>
                  </a:lnTo>
                  <a:lnTo>
                    <a:pt x="2336754" y="400200"/>
                  </a:lnTo>
                  <a:lnTo>
                    <a:pt x="2329800" y="400200"/>
                  </a:lnTo>
                  <a:lnTo>
                    <a:pt x="2322845" y="400200"/>
                  </a:lnTo>
                  <a:lnTo>
                    <a:pt x="2315890" y="400200"/>
                  </a:lnTo>
                  <a:lnTo>
                    <a:pt x="2308936" y="400200"/>
                  </a:lnTo>
                  <a:lnTo>
                    <a:pt x="2301981" y="400200"/>
                  </a:lnTo>
                  <a:lnTo>
                    <a:pt x="2295027" y="400200"/>
                  </a:lnTo>
                  <a:lnTo>
                    <a:pt x="2288072" y="400200"/>
                  </a:lnTo>
                  <a:lnTo>
                    <a:pt x="2281117" y="400200"/>
                  </a:lnTo>
                  <a:lnTo>
                    <a:pt x="2274163" y="400200"/>
                  </a:lnTo>
                  <a:lnTo>
                    <a:pt x="2267208" y="400200"/>
                  </a:lnTo>
                  <a:lnTo>
                    <a:pt x="2260253" y="400200"/>
                  </a:lnTo>
                  <a:lnTo>
                    <a:pt x="2253299" y="400200"/>
                  </a:lnTo>
                  <a:lnTo>
                    <a:pt x="2246344" y="400200"/>
                  </a:lnTo>
                  <a:lnTo>
                    <a:pt x="2239389" y="400200"/>
                  </a:lnTo>
                  <a:lnTo>
                    <a:pt x="2232435" y="400200"/>
                  </a:lnTo>
                  <a:lnTo>
                    <a:pt x="2225480" y="400200"/>
                  </a:lnTo>
                  <a:lnTo>
                    <a:pt x="2218526" y="400200"/>
                  </a:lnTo>
                  <a:lnTo>
                    <a:pt x="2211571" y="400200"/>
                  </a:lnTo>
                  <a:lnTo>
                    <a:pt x="2204616" y="400200"/>
                  </a:lnTo>
                  <a:lnTo>
                    <a:pt x="2197662" y="400200"/>
                  </a:lnTo>
                  <a:lnTo>
                    <a:pt x="2190707" y="400200"/>
                  </a:lnTo>
                  <a:lnTo>
                    <a:pt x="2183752" y="400200"/>
                  </a:lnTo>
                  <a:lnTo>
                    <a:pt x="2176798" y="400200"/>
                  </a:lnTo>
                  <a:lnTo>
                    <a:pt x="2169843" y="400200"/>
                  </a:lnTo>
                  <a:lnTo>
                    <a:pt x="2162889" y="400200"/>
                  </a:lnTo>
                  <a:lnTo>
                    <a:pt x="2155934" y="400200"/>
                  </a:lnTo>
                  <a:lnTo>
                    <a:pt x="2148979" y="400200"/>
                  </a:lnTo>
                  <a:lnTo>
                    <a:pt x="2142025" y="400200"/>
                  </a:lnTo>
                  <a:lnTo>
                    <a:pt x="2135070" y="400200"/>
                  </a:lnTo>
                  <a:lnTo>
                    <a:pt x="2128115" y="400200"/>
                  </a:lnTo>
                  <a:lnTo>
                    <a:pt x="2121161" y="400200"/>
                  </a:lnTo>
                  <a:lnTo>
                    <a:pt x="2114206" y="400200"/>
                  </a:lnTo>
                  <a:lnTo>
                    <a:pt x="2107252" y="400200"/>
                  </a:lnTo>
                  <a:lnTo>
                    <a:pt x="2100297" y="400200"/>
                  </a:lnTo>
                  <a:lnTo>
                    <a:pt x="2093342" y="400200"/>
                  </a:lnTo>
                  <a:lnTo>
                    <a:pt x="2086388" y="400200"/>
                  </a:lnTo>
                  <a:lnTo>
                    <a:pt x="2079433" y="400200"/>
                  </a:lnTo>
                  <a:lnTo>
                    <a:pt x="2072478" y="400200"/>
                  </a:lnTo>
                  <a:lnTo>
                    <a:pt x="2065524" y="400200"/>
                  </a:lnTo>
                  <a:lnTo>
                    <a:pt x="2058569" y="400200"/>
                  </a:lnTo>
                  <a:lnTo>
                    <a:pt x="2051615" y="400200"/>
                  </a:lnTo>
                  <a:lnTo>
                    <a:pt x="2044660" y="400200"/>
                  </a:lnTo>
                  <a:lnTo>
                    <a:pt x="2037705" y="400200"/>
                  </a:lnTo>
                  <a:lnTo>
                    <a:pt x="2030751" y="400200"/>
                  </a:lnTo>
                  <a:lnTo>
                    <a:pt x="2023796" y="400200"/>
                  </a:lnTo>
                  <a:lnTo>
                    <a:pt x="2016841" y="400200"/>
                  </a:lnTo>
                  <a:lnTo>
                    <a:pt x="2009887" y="400200"/>
                  </a:lnTo>
                  <a:lnTo>
                    <a:pt x="2002932" y="400200"/>
                  </a:lnTo>
                  <a:lnTo>
                    <a:pt x="1995978" y="400200"/>
                  </a:lnTo>
                  <a:lnTo>
                    <a:pt x="1989023" y="400200"/>
                  </a:lnTo>
                  <a:lnTo>
                    <a:pt x="1982068" y="400200"/>
                  </a:lnTo>
                  <a:lnTo>
                    <a:pt x="1975114" y="400200"/>
                  </a:lnTo>
                  <a:lnTo>
                    <a:pt x="1968159" y="400200"/>
                  </a:lnTo>
                  <a:lnTo>
                    <a:pt x="1961204" y="400200"/>
                  </a:lnTo>
                  <a:lnTo>
                    <a:pt x="1954250" y="400200"/>
                  </a:lnTo>
                  <a:lnTo>
                    <a:pt x="1947295" y="400200"/>
                  </a:lnTo>
                  <a:lnTo>
                    <a:pt x="1940341" y="400200"/>
                  </a:lnTo>
                  <a:lnTo>
                    <a:pt x="1933386" y="400200"/>
                  </a:lnTo>
                  <a:lnTo>
                    <a:pt x="1926431" y="400200"/>
                  </a:lnTo>
                  <a:lnTo>
                    <a:pt x="1919477" y="400200"/>
                  </a:lnTo>
                  <a:lnTo>
                    <a:pt x="1912522" y="400200"/>
                  </a:lnTo>
                  <a:lnTo>
                    <a:pt x="1905567" y="400200"/>
                  </a:lnTo>
                  <a:lnTo>
                    <a:pt x="1898613" y="400200"/>
                  </a:lnTo>
                  <a:lnTo>
                    <a:pt x="1891658" y="400200"/>
                  </a:lnTo>
                  <a:lnTo>
                    <a:pt x="1884704" y="400200"/>
                  </a:lnTo>
                  <a:lnTo>
                    <a:pt x="1877749" y="400200"/>
                  </a:lnTo>
                  <a:lnTo>
                    <a:pt x="1870794" y="400200"/>
                  </a:lnTo>
                  <a:lnTo>
                    <a:pt x="1863840" y="400200"/>
                  </a:lnTo>
                  <a:lnTo>
                    <a:pt x="1856885" y="400200"/>
                  </a:lnTo>
                  <a:lnTo>
                    <a:pt x="1849930" y="400200"/>
                  </a:lnTo>
                  <a:lnTo>
                    <a:pt x="1842976" y="400200"/>
                  </a:lnTo>
                  <a:lnTo>
                    <a:pt x="1836021" y="400200"/>
                  </a:lnTo>
                  <a:lnTo>
                    <a:pt x="1829066" y="400200"/>
                  </a:lnTo>
                  <a:lnTo>
                    <a:pt x="1822112" y="400200"/>
                  </a:lnTo>
                  <a:lnTo>
                    <a:pt x="1815157" y="400200"/>
                  </a:lnTo>
                  <a:lnTo>
                    <a:pt x="1808203" y="400200"/>
                  </a:lnTo>
                  <a:lnTo>
                    <a:pt x="1801248" y="400200"/>
                  </a:lnTo>
                  <a:lnTo>
                    <a:pt x="1794293" y="400200"/>
                  </a:lnTo>
                  <a:lnTo>
                    <a:pt x="1787339" y="400200"/>
                  </a:lnTo>
                  <a:lnTo>
                    <a:pt x="1780384" y="400200"/>
                  </a:lnTo>
                  <a:lnTo>
                    <a:pt x="1773429" y="400200"/>
                  </a:lnTo>
                  <a:lnTo>
                    <a:pt x="1766475" y="400200"/>
                  </a:lnTo>
                  <a:lnTo>
                    <a:pt x="1759520" y="400200"/>
                  </a:lnTo>
                  <a:lnTo>
                    <a:pt x="1752566" y="400200"/>
                  </a:lnTo>
                  <a:lnTo>
                    <a:pt x="1745611" y="400200"/>
                  </a:lnTo>
                  <a:lnTo>
                    <a:pt x="1738656" y="400200"/>
                  </a:lnTo>
                  <a:lnTo>
                    <a:pt x="1731702" y="400200"/>
                  </a:lnTo>
                  <a:lnTo>
                    <a:pt x="1724747" y="400200"/>
                  </a:lnTo>
                  <a:lnTo>
                    <a:pt x="1717792" y="400200"/>
                  </a:lnTo>
                  <a:lnTo>
                    <a:pt x="1710838" y="400200"/>
                  </a:lnTo>
                  <a:lnTo>
                    <a:pt x="1703883" y="400200"/>
                  </a:lnTo>
                  <a:lnTo>
                    <a:pt x="1696929" y="400200"/>
                  </a:lnTo>
                  <a:lnTo>
                    <a:pt x="1689974" y="400200"/>
                  </a:lnTo>
                  <a:lnTo>
                    <a:pt x="1683019" y="400200"/>
                  </a:lnTo>
                  <a:lnTo>
                    <a:pt x="1676065" y="400200"/>
                  </a:lnTo>
                  <a:lnTo>
                    <a:pt x="1669110" y="400200"/>
                  </a:lnTo>
                  <a:lnTo>
                    <a:pt x="1662155" y="400200"/>
                  </a:lnTo>
                  <a:lnTo>
                    <a:pt x="1655201" y="400200"/>
                  </a:lnTo>
                  <a:lnTo>
                    <a:pt x="1648246" y="400200"/>
                  </a:lnTo>
                  <a:lnTo>
                    <a:pt x="1641292" y="400200"/>
                  </a:lnTo>
                  <a:lnTo>
                    <a:pt x="1634337" y="400200"/>
                  </a:lnTo>
                  <a:lnTo>
                    <a:pt x="1627382" y="400200"/>
                  </a:lnTo>
                  <a:lnTo>
                    <a:pt x="1620428" y="400200"/>
                  </a:lnTo>
                  <a:lnTo>
                    <a:pt x="1613473" y="400200"/>
                  </a:lnTo>
                  <a:lnTo>
                    <a:pt x="1606518" y="400200"/>
                  </a:lnTo>
                  <a:lnTo>
                    <a:pt x="1599564" y="400200"/>
                  </a:lnTo>
                  <a:lnTo>
                    <a:pt x="1592609" y="400200"/>
                  </a:lnTo>
                  <a:lnTo>
                    <a:pt x="1585655" y="400200"/>
                  </a:lnTo>
                  <a:lnTo>
                    <a:pt x="1578700" y="400200"/>
                  </a:lnTo>
                  <a:lnTo>
                    <a:pt x="1571745" y="400200"/>
                  </a:lnTo>
                  <a:lnTo>
                    <a:pt x="1564791" y="400200"/>
                  </a:lnTo>
                  <a:lnTo>
                    <a:pt x="1557836" y="400200"/>
                  </a:lnTo>
                  <a:lnTo>
                    <a:pt x="1550881" y="400200"/>
                  </a:lnTo>
                  <a:lnTo>
                    <a:pt x="1543927" y="400200"/>
                  </a:lnTo>
                  <a:lnTo>
                    <a:pt x="1536972" y="400200"/>
                  </a:lnTo>
                  <a:lnTo>
                    <a:pt x="1530018" y="400200"/>
                  </a:lnTo>
                  <a:lnTo>
                    <a:pt x="1523063" y="400200"/>
                  </a:lnTo>
                  <a:lnTo>
                    <a:pt x="1516108" y="400200"/>
                  </a:lnTo>
                  <a:lnTo>
                    <a:pt x="1509154" y="400200"/>
                  </a:lnTo>
                  <a:lnTo>
                    <a:pt x="1502199" y="400200"/>
                  </a:lnTo>
                  <a:lnTo>
                    <a:pt x="1495244" y="400200"/>
                  </a:lnTo>
                  <a:lnTo>
                    <a:pt x="1488290" y="400200"/>
                  </a:lnTo>
                  <a:lnTo>
                    <a:pt x="1481335" y="400200"/>
                  </a:lnTo>
                  <a:lnTo>
                    <a:pt x="1474380" y="400200"/>
                  </a:lnTo>
                  <a:lnTo>
                    <a:pt x="1467426" y="400200"/>
                  </a:lnTo>
                  <a:lnTo>
                    <a:pt x="1460471" y="400200"/>
                  </a:lnTo>
                  <a:lnTo>
                    <a:pt x="1453517" y="400200"/>
                  </a:lnTo>
                  <a:lnTo>
                    <a:pt x="1446562" y="400200"/>
                  </a:lnTo>
                  <a:lnTo>
                    <a:pt x="1439607" y="400200"/>
                  </a:lnTo>
                  <a:lnTo>
                    <a:pt x="1432653" y="400200"/>
                  </a:lnTo>
                  <a:lnTo>
                    <a:pt x="1425698" y="400200"/>
                  </a:lnTo>
                  <a:lnTo>
                    <a:pt x="1418743" y="400200"/>
                  </a:lnTo>
                  <a:lnTo>
                    <a:pt x="1411789" y="400200"/>
                  </a:lnTo>
                  <a:lnTo>
                    <a:pt x="1404834" y="400200"/>
                  </a:lnTo>
                  <a:lnTo>
                    <a:pt x="1397880" y="400200"/>
                  </a:lnTo>
                  <a:lnTo>
                    <a:pt x="1390925" y="400200"/>
                  </a:lnTo>
                  <a:lnTo>
                    <a:pt x="1383970" y="400200"/>
                  </a:lnTo>
                  <a:lnTo>
                    <a:pt x="1377016" y="400200"/>
                  </a:lnTo>
                  <a:lnTo>
                    <a:pt x="1370061" y="400200"/>
                  </a:lnTo>
                  <a:lnTo>
                    <a:pt x="1363106" y="400200"/>
                  </a:lnTo>
                  <a:lnTo>
                    <a:pt x="1356152" y="400200"/>
                  </a:lnTo>
                  <a:lnTo>
                    <a:pt x="1349197" y="400200"/>
                  </a:lnTo>
                  <a:lnTo>
                    <a:pt x="1342243" y="400200"/>
                  </a:lnTo>
                  <a:lnTo>
                    <a:pt x="1335288" y="400200"/>
                  </a:lnTo>
                  <a:lnTo>
                    <a:pt x="1328333" y="400200"/>
                  </a:lnTo>
                  <a:lnTo>
                    <a:pt x="1321379" y="400200"/>
                  </a:lnTo>
                  <a:lnTo>
                    <a:pt x="1314424" y="400200"/>
                  </a:lnTo>
                  <a:lnTo>
                    <a:pt x="1307469" y="400200"/>
                  </a:lnTo>
                  <a:lnTo>
                    <a:pt x="1300515" y="400200"/>
                  </a:lnTo>
                  <a:lnTo>
                    <a:pt x="1293560" y="400200"/>
                  </a:lnTo>
                  <a:lnTo>
                    <a:pt x="1286606" y="400200"/>
                  </a:lnTo>
                  <a:lnTo>
                    <a:pt x="1279651" y="400200"/>
                  </a:lnTo>
                  <a:lnTo>
                    <a:pt x="1272696" y="400200"/>
                  </a:lnTo>
                  <a:lnTo>
                    <a:pt x="1265742" y="400200"/>
                  </a:lnTo>
                  <a:lnTo>
                    <a:pt x="1258787" y="400200"/>
                  </a:lnTo>
                  <a:lnTo>
                    <a:pt x="1251832" y="400200"/>
                  </a:lnTo>
                  <a:lnTo>
                    <a:pt x="1244878" y="400200"/>
                  </a:lnTo>
                  <a:lnTo>
                    <a:pt x="1237923" y="400200"/>
                  </a:lnTo>
                  <a:lnTo>
                    <a:pt x="1230969" y="400200"/>
                  </a:lnTo>
                  <a:lnTo>
                    <a:pt x="1224014" y="400200"/>
                  </a:lnTo>
                  <a:lnTo>
                    <a:pt x="1217059" y="400200"/>
                  </a:lnTo>
                  <a:lnTo>
                    <a:pt x="1210105" y="400200"/>
                  </a:lnTo>
                  <a:lnTo>
                    <a:pt x="1203150" y="400200"/>
                  </a:lnTo>
                  <a:lnTo>
                    <a:pt x="1196195" y="400200"/>
                  </a:lnTo>
                  <a:lnTo>
                    <a:pt x="1189241" y="400200"/>
                  </a:lnTo>
                  <a:lnTo>
                    <a:pt x="1182286" y="400200"/>
                  </a:lnTo>
                  <a:lnTo>
                    <a:pt x="1175332" y="400200"/>
                  </a:lnTo>
                  <a:lnTo>
                    <a:pt x="1168377" y="400200"/>
                  </a:lnTo>
                  <a:lnTo>
                    <a:pt x="1161422" y="400200"/>
                  </a:lnTo>
                  <a:lnTo>
                    <a:pt x="1154468" y="400200"/>
                  </a:lnTo>
                  <a:lnTo>
                    <a:pt x="1147513" y="400200"/>
                  </a:lnTo>
                  <a:lnTo>
                    <a:pt x="1140558" y="400200"/>
                  </a:lnTo>
                  <a:lnTo>
                    <a:pt x="1133604" y="400200"/>
                  </a:lnTo>
                  <a:lnTo>
                    <a:pt x="1126649" y="400200"/>
                  </a:lnTo>
                  <a:lnTo>
                    <a:pt x="1119694" y="400200"/>
                  </a:lnTo>
                  <a:lnTo>
                    <a:pt x="1112740" y="400200"/>
                  </a:lnTo>
                  <a:lnTo>
                    <a:pt x="1105785" y="400200"/>
                  </a:lnTo>
                  <a:lnTo>
                    <a:pt x="1098831" y="400200"/>
                  </a:lnTo>
                  <a:lnTo>
                    <a:pt x="1091876" y="400200"/>
                  </a:lnTo>
                  <a:lnTo>
                    <a:pt x="1084921" y="400200"/>
                  </a:lnTo>
                  <a:lnTo>
                    <a:pt x="1077967" y="400200"/>
                  </a:lnTo>
                  <a:lnTo>
                    <a:pt x="1071012" y="400200"/>
                  </a:lnTo>
                  <a:lnTo>
                    <a:pt x="1064057" y="400200"/>
                  </a:lnTo>
                  <a:lnTo>
                    <a:pt x="1057103" y="400200"/>
                  </a:lnTo>
                  <a:lnTo>
                    <a:pt x="1050148" y="400200"/>
                  </a:lnTo>
                  <a:lnTo>
                    <a:pt x="1043194" y="400200"/>
                  </a:lnTo>
                  <a:lnTo>
                    <a:pt x="1036239" y="400200"/>
                  </a:lnTo>
                  <a:lnTo>
                    <a:pt x="1029284" y="400200"/>
                  </a:lnTo>
                  <a:lnTo>
                    <a:pt x="1022330" y="400200"/>
                  </a:lnTo>
                  <a:lnTo>
                    <a:pt x="1015375" y="400200"/>
                  </a:lnTo>
                  <a:lnTo>
                    <a:pt x="1008420" y="400200"/>
                  </a:lnTo>
                  <a:lnTo>
                    <a:pt x="1001466" y="400200"/>
                  </a:lnTo>
                  <a:lnTo>
                    <a:pt x="994511" y="400200"/>
                  </a:lnTo>
                  <a:lnTo>
                    <a:pt x="987557" y="400200"/>
                  </a:lnTo>
                  <a:lnTo>
                    <a:pt x="980602" y="400200"/>
                  </a:lnTo>
                  <a:lnTo>
                    <a:pt x="973647" y="400200"/>
                  </a:lnTo>
                  <a:lnTo>
                    <a:pt x="966693" y="400200"/>
                  </a:lnTo>
                  <a:lnTo>
                    <a:pt x="959738" y="400200"/>
                  </a:lnTo>
                  <a:lnTo>
                    <a:pt x="952783" y="400200"/>
                  </a:lnTo>
                  <a:lnTo>
                    <a:pt x="945829" y="400200"/>
                  </a:lnTo>
                  <a:lnTo>
                    <a:pt x="938874" y="400200"/>
                  </a:lnTo>
                  <a:lnTo>
                    <a:pt x="931920" y="400200"/>
                  </a:lnTo>
                  <a:lnTo>
                    <a:pt x="924965" y="400200"/>
                  </a:lnTo>
                  <a:lnTo>
                    <a:pt x="918010" y="400200"/>
                  </a:lnTo>
                  <a:lnTo>
                    <a:pt x="911056" y="400200"/>
                  </a:lnTo>
                  <a:lnTo>
                    <a:pt x="904101" y="400200"/>
                  </a:lnTo>
                  <a:lnTo>
                    <a:pt x="897146" y="400200"/>
                  </a:lnTo>
                  <a:lnTo>
                    <a:pt x="890192" y="400200"/>
                  </a:lnTo>
                  <a:lnTo>
                    <a:pt x="883237" y="400200"/>
                  </a:lnTo>
                  <a:lnTo>
                    <a:pt x="876283" y="400200"/>
                  </a:lnTo>
                  <a:lnTo>
                    <a:pt x="869328" y="400200"/>
                  </a:lnTo>
                  <a:lnTo>
                    <a:pt x="862373" y="400200"/>
                  </a:lnTo>
                  <a:lnTo>
                    <a:pt x="855419" y="400200"/>
                  </a:lnTo>
                  <a:lnTo>
                    <a:pt x="848464" y="400200"/>
                  </a:lnTo>
                  <a:lnTo>
                    <a:pt x="841509" y="400200"/>
                  </a:lnTo>
                  <a:lnTo>
                    <a:pt x="834555" y="400200"/>
                  </a:lnTo>
                  <a:lnTo>
                    <a:pt x="827600" y="400200"/>
                  </a:lnTo>
                  <a:lnTo>
                    <a:pt x="820646" y="400200"/>
                  </a:lnTo>
                  <a:lnTo>
                    <a:pt x="813691" y="400200"/>
                  </a:lnTo>
                  <a:lnTo>
                    <a:pt x="806736" y="400200"/>
                  </a:lnTo>
                  <a:lnTo>
                    <a:pt x="799782" y="400200"/>
                  </a:lnTo>
                  <a:lnTo>
                    <a:pt x="792827" y="400200"/>
                  </a:lnTo>
                  <a:lnTo>
                    <a:pt x="785872" y="400200"/>
                  </a:lnTo>
                  <a:lnTo>
                    <a:pt x="778918" y="400200"/>
                  </a:lnTo>
                  <a:lnTo>
                    <a:pt x="771963" y="400200"/>
                  </a:lnTo>
                  <a:lnTo>
                    <a:pt x="765009" y="400200"/>
                  </a:lnTo>
                  <a:lnTo>
                    <a:pt x="758054" y="400200"/>
                  </a:lnTo>
                  <a:lnTo>
                    <a:pt x="751099" y="400200"/>
                  </a:lnTo>
                  <a:lnTo>
                    <a:pt x="744145" y="400200"/>
                  </a:lnTo>
                  <a:lnTo>
                    <a:pt x="737190" y="400200"/>
                  </a:lnTo>
                  <a:lnTo>
                    <a:pt x="730235" y="400200"/>
                  </a:lnTo>
                  <a:lnTo>
                    <a:pt x="723281" y="400200"/>
                  </a:lnTo>
                  <a:lnTo>
                    <a:pt x="716326" y="400200"/>
                  </a:lnTo>
                  <a:lnTo>
                    <a:pt x="709371" y="400200"/>
                  </a:lnTo>
                  <a:lnTo>
                    <a:pt x="702417" y="400200"/>
                  </a:lnTo>
                  <a:lnTo>
                    <a:pt x="695462" y="400200"/>
                  </a:lnTo>
                  <a:lnTo>
                    <a:pt x="688508" y="400200"/>
                  </a:lnTo>
                  <a:lnTo>
                    <a:pt x="681553" y="400200"/>
                  </a:lnTo>
                  <a:lnTo>
                    <a:pt x="674598" y="400200"/>
                  </a:lnTo>
                  <a:lnTo>
                    <a:pt x="667644" y="400200"/>
                  </a:lnTo>
                  <a:lnTo>
                    <a:pt x="660689" y="400200"/>
                  </a:lnTo>
                  <a:lnTo>
                    <a:pt x="653734" y="400200"/>
                  </a:lnTo>
                  <a:lnTo>
                    <a:pt x="646780" y="400200"/>
                  </a:lnTo>
                  <a:lnTo>
                    <a:pt x="639825" y="400200"/>
                  </a:lnTo>
                  <a:lnTo>
                    <a:pt x="632871" y="400200"/>
                  </a:lnTo>
                  <a:lnTo>
                    <a:pt x="625916" y="400200"/>
                  </a:lnTo>
                  <a:lnTo>
                    <a:pt x="618961" y="400200"/>
                  </a:lnTo>
                  <a:lnTo>
                    <a:pt x="612007" y="400200"/>
                  </a:lnTo>
                  <a:lnTo>
                    <a:pt x="605052" y="400200"/>
                  </a:lnTo>
                  <a:lnTo>
                    <a:pt x="598097" y="400200"/>
                  </a:lnTo>
                  <a:lnTo>
                    <a:pt x="591143" y="400200"/>
                  </a:lnTo>
                  <a:lnTo>
                    <a:pt x="584188" y="400200"/>
                  </a:lnTo>
                  <a:lnTo>
                    <a:pt x="577234" y="400200"/>
                  </a:lnTo>
                  <a:lnTo>
                    <a:pt x="570279" y="400200"/>
                  </a:lnTo>
                  <a:lnTo>
                    <a:pt x="563324" y="400200"/>
                  </a:lnTo>
                  <a:lnTo>
                    <a:pt x="556370" y="400200"/>
                  </a:lnTo>
                  <a:lnTo>
                    <a:pt x="549415" y="400200"/>
                  </a:lnTo>
                  <a:lnTo>
                    <a:pt x="542460" y="400200"/>
                  </a:lnTo>
                  <a:lnTo>
                    <a:pt x="535506" y="400200"/>
                  </a:lnTo>
                  <a:lnTo>
                    <a:pt x="528551" y="400200"/>
                  </a:lnTo>
                  <a:lnTo>
                    <a:pt x="521597" y="400200"/>
                  </a:lnTo>
                  <a:lnTo>
                    <a:pt x="514642" y="400200"/>
                  </a:lnTo>
                  <a:lnTo>
                    <a:pt x="507687" y="400200"/>
                  </a:lnTo>
                  <a:lnTo>
                    <a:pt x="500733" y="400200"/>
                  </a:lnTo>
                  <a:lnTo>
                    <a:pt x="493778" y="400200"/>
                  </a:lnTo>
                  <a:lnTo>
                    <a:pt x="486823" y="400200"/>
                  </a:lnTo>
                  <a:lnTo>
                    <a:pt x="479869" y="400200"/>
                  </a:lnTo>
                  <a:lnTo>
                    <a:pt x="472914" y="400200"/>
                  </a:lnTo>
                  <a:lnTo>
                    <a:pt x="465960" y="400200"/>
                  </a:lnTo>
                  <a:lnTo>
                    <a:pt x="459005" y="400200"/>
                  </a:lnTo>
                  <a:lnTo>
                    <a:pt x="452050" y="400200"/>
                  </a:lnTo>
                  <a:lnTo>
                    <a:pt x="445096" y="400200"/>
                  </a:lnTo>
                  <a:lnTo>
                    <a:pt x="438141" y="400200"/>
                  </a:lnTo>
                  <a:lnTo>
                    <a:pt x="431186" y="400200"/>
                  </a:lnTo>
                  <a:lnTo>
                    <a:pt x="424232" y="400200"/>
                  </a:lnTo>
                  <a:lnTo>
                    <a:pt x="417277" y="400200"/>
                  </a:lnTo>
                  <a:lnTo>
                    <a:pt x="410323" y="400200"/>
                  </a:lnTo>
                  <a:lnTo>
                    <a:pt x="403368" y="400200"/>
                  </a:lnTo>
                  <a:lnTo>
                    <a:pt x="396413" y="400200"/>
                  </a:lnTo>
                  <a:lnTo>
                    <a:pt x="389459" y="400200"/>
                  </a:lnTo>
                  <a:lnTo>
                    <a:pt x="382504" y="400200"/>
                  </a:lnTo>
                  <a:lnTo>
                    <a:pt x="375549" y="400200"/>
                  </a:lnTo>
                  <a:lnTo>
                    <a:pt x="368595" y="400200"/>
                  </a:lnTo>
                  <a:lnTo>
                    <a:pt x="361640" y="400200"/>
                  </a:lnTo>
                  <a:lnTo>
                    <a:pt x="354685" y="400200"/>
                  </a:lnTo>
                  <a:lnTo>
                    <a:pt x="347731" y="400200"/>
                  </a:lnTo>
                  <a:lnTo>
                    <a:pt x="340776" y="400200"/>
                  </a:lnTo>
                  <a:lnTo>
                    <a:pt x="333822" y="400200"/>
                  </a:lnTo>
                  <a:lnTo>
                    <a:pt x="326867" y="400200"/>
                  </a:lnTo>
                  <a:lnTo>
                    <a:pt x="319912" y="400200"/>
                  </a:lnTo>
                  <a:lnTo>
                    <a:pt x="312958" y="400200"/>
                  </a:lnTo>
                  <a:lnTo>
                    <a:pt x="306003" y="400200"/>
                  </a:lnTo>
                  <a:lnTo>
                    <a:pt x="299048" y="400200"/>
                  </a:lnTo>
                  <a:lnTo>
                    <a:pt x="292094" y="400200"/>
                  </a:lnTo>
                  <a:lnTo>
                    <a:pt x="285139" y="400200"/>
                  </a:lnTo>
                  <a:lnTo>
                    <a:pt x="278185" y="400200"/>
                  </a:lnTo>
                  <a:lnTo>
                    <a:pt x="271230" y="400200"/>
                  </a:lnTo>
                  <a:lnTo>
                    <a:pt x="264275" y="400200"/>
                  </a:lnTo>
                  <a:lnTo>
                    <a:pt x="257321" y="400200"/>
                  </a:lnTo>
                  <a:lnTo>
                    <a:pt x="250366" y="400200"/>
                  </a:lnTo>
                  <a:lnTo>
                    <a:pt x="243411" y="400200"/>
                  </a:lnTo>
                  <a:lnTo>
                    <a:pt x="236457" y="400200"/>
                  </a:lnTo>
                  <a:lnTo>
                    <a:pt x="229502" y="400200"/>
                  </a:lnTo>
                  <a:lnTo>
                    <a:pt x="222548" y="400200"/>
                  </a:lnTo>
                  <a:lnTo>
                    <a:pt x="215593" y="400200"/>
                  </a:lnTo>
                  <a:lnTo>
                    <a:pt x="208638" y="400200"/>
                  </a:lnTo>
                  <a:lnTo>
                    <a:pt x="201684" y="400200"/>
                  </a:lnTo>
                  <a:lnTo>
                    <a:pt x="194729" y="400200"/>
                  </a:lnTo>
                  <a:lnTo>
                    <a:pt x="187774" y="400200"/>
                  </a:lnTo>
                  <a:lnTo>
                    <a:pt x="180820" y="400200"/>
                  </a:lnTo>
                  <a:lnTo>
                    <a:pt x="173865" y="400200"/>
                  </a:lnTo>
                  <a:lnTo>
                    <a:pt x="166911" y="400200"/>
                  </a:lnTo>
                  <a:lnTo>
                    <a:pt x="159956" y="400200"/>
                  </a:lnTo>
                  <a:lnTo>
                    <a:pt x="153001" y="400200"/>
                  </a:lnTo>
                  <a:lnTo>
                    <a:pt x="146047" y="400200"/>
                  </a:lnTo>
                  <a:lnTo>
                    <a:pt x="139092" y="400200"/>
                  </a:lnTo>
                  <a:lnTo>
                    <a:pt x="132137" y="400200"/>
                  </a:lnTo>
                  <a:lnTo>
                    <a:pt x="125183" y="400200"/>
                  </a:lnTo>
                  <a:lnTo>
                    <a:pt x="118228" y="400200"/>
                  </a:lnTo>
                  <a:lnTo>
                    <a:pt x="111274" y="400200"/>
                  </a:lnTo>
                  <a:lnTo>
                    <a:pt x="104319" y="400200"/>
                  </a:lnTo>
                  <a:lnTo>
                    <a:pt x="97364" y="400200"/>
                  </a:lnTo>
                  <a:lnTo>
                    <a:pt x="90410" y="400200"/>
                  </a:lnTo>
                  <a:lnTo>
                    <a:pt x="83455" y="400200"/>
                  </a:lnTo>
                  <a:lnTo>
                    <a:pt x="76500" y="400200"/>
                  </a:lnTo>
                  <a:lnTo>
                    <a:pt x="69546" y="400200"/>
                  </a:lnTo>
                  <a:lnTo>
                    <a:pt x="62591" y="400200"/>
                  </a:lnTo>
                  <a:lnTo>
                    <a:pt x="55637" y="400200"/>
                  </a:lnTo>
                  <a:lnTo>
                    <a:pt x="48682" y="400200"/>
                  </a:lnTo>
                  <a:lnTo>
                    <a:pt x="41727" y="400200"/>
                  </a:lnTo>
                  <a:lnTo>
                    <a:pt x="34773" y="400200"/>
                  </a:lnTo>
                  <a:lnTo>
                    <a:pt x="27818" y="400200"/>
                  </a:lnTo>
                  <a:lnTo>
                    <a:pt x="20863" y="400200"/>
                  </a:lnTo>
                  <a:lnTo>
                    <a:pt x="13909" y="400200"/>
                  </a:lnTo>
                  <a:lnTo>
                    <a:pt x="6954" y="400200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1535334" y="3225644"/>
              <a:ext cx="3553814" cy="400200"/>
            </a:xfrm>
            <a:custGeom>
              <a:avLst/>
              <a:pathLst>
                <a:path w="3553814" h="400200">
                  <a:moveTo>
                    <a:pt x="0" y="400200"/>
                  </a:moveTo>
                  <a:lnTo>
                    <a:pt x="6954" y="400200"/>
                  </a:lnTo>
                  <a:lnTo>
                    <a:pt x="13909" y="400200"/>
                  </a:lnTo>
                  <a:lnTo>
                    <a:pt x="20863" y="400200"/>
                  </a:lnTo>
                  <a:lnTo>
                    <a:pt x="27818" y="400200"/>
                  </a:lnTo>
                  <a:lnTo>
                    <a:pt x="34773" y="400200"/>
                  </a:lnTo>
                  <a:lnTo>
                    <a:pt x="41727" y="400200"/>
                  </a:lnTo>
                  <a:lnTo>
                    <a:pt x="48682" y="400200"/>
                  </a:lnTo>
                  <a:lnTo>
                    <a:pt x="55637" y="400200"/>
                  </a:lnTo>
                  <a:lnTo>
                    <a:pt x="62591" y="400200"/>
                  </a:lnTo>
                  <a:lnTo>
                    <a:pt x="69546" y="400200"/>
                  </a:lnTo>
                  <a:lnTo>
                    <a:pt x="76500" y="400200"/>
                  </a:lnTo>
                  <a:lnTo>
                    <a:pt x="83455" y="400200"/>
                  </a:lnTo>
                  <a:lnTo>
                    <a:pt x="90410" y="400200"/>
                  </a:lnTo>
                  <a:lnTo>
                    <a:pt x="97364" y="400200"/>
                  </a:lnTo>
                  <a:lnTo>
                    <a:pt x="104319" y="400200"/>
                  </a:lnTo>
                  <a:lnTo>
                    <a:pt x="111274" y="400200"/>
                  </a:lnTo>
                  <a:lnTo>
                    <a:pt x="118228" y="400200"/>
                  </a:lnTo>
                  <a:lnTo>
                    <a:pt x="125183" y="400200"/>
                  </a:lnTo>
                  <a:lnTo>
                    <a:pt x="132137" y="400200"/>
                  </a:lnTo>
                  <a:lnTo>
                    <a:pt x="139092" y="400200"/>
                  </a:lnTo>
                  <a:lnTo>
                    <a:pt x="146047" y="400200"/>
                  </a:lnTo>
                  <a:lnTo>
                    <a:pt x="153001" y="400200"/>
                  </a:lnTo>
                  <a:lnTo>
                    <a:pt x="159956" y="400200"/>
                  </a:lnTo>
                  <a:lnTo>
                    <a:pt x="166911" y="400200"/>
                  </a:lnTo>
                  <a:lnTo>
                    <a:pt x="173865" y="400200"/>
                  </a:lnTo>
                  <a:lnTo>
                    <a:pt x="180820" y="400200"/>
                  </a:lnTo>
                  <a:lnTo>
                    <a:pt x="187774" y="400200"/>
                  </a:lnTo>
                  <a:lnTo>
                    <a:pt x="194729" y="400200"/>
                  </a:lnTo>
                  <a:lnTo>
                    <a:pt x="201684" y="400200"/>
                  </a:lnTo>
                  <a:lnTo>
                    <a:pt x="208638" y="400200"/>
                  </a:lnTo>
                  <a:lnTo>
                    <a:pt x="215593" y="400200"/>
                  </a:lnTo>
                  <a:lnTo>
                    <a:pt x="222548" y="400200"/>
                  </a:lnTo>
                  <a:lnTo>
                    <a:pt x="229502" y="400200"/>
                  </a:lnTo>
                  <a:lnTo>
                    <a:pt x="236457" y="400200"/>
                  </a:lnTo>
                  <a:lnTo>
                    <a:pt x="243411" y="400200"/>
                  </a:lnTo>
                  <a:lnTo>
                    <a:pt x="250366" y="400200"/>
                  </a:lnTo>
                  <a:lnTo>
                    <a:pt x="257321" y="400200"/>
                  </a:lnTo>
                  <a:lnTo>
                    <a:pt x="264275" y="400200"/>
                  </a:lnTo>
                  <a:lnTo>
                    <a:pt x="271230" y="400200"/>
                  </a:lnTo>
                  <a:lnTo>
                    <a:pt x="278185" y="400200"/>
                  </a:lnTo>
                  <a:lnTo>
                    <a:pt x="285139" y="400200"/>
                  </a:lnTo>
                  <a:lnTo>
                    <a:pt x="292094" y="400200"/>
                  </a:lnTo>
                  <a:lnTo>
                    <a:pt x="299048" y="400200"/>
                  </a:lnTo>
                  <a:lnTo>
                    <a:pt x="306003" y="400200"/>
                  </a:lnTo>
                  <a:lnTo>
                    <a:pt x="312958" y="400200"/>
                  </a:lnTo>
                  <a:lnTo>
                    <a:pt x="319912" y="400200"/>
                  </a:lnTo>
                  <a:lnTo>
                    <a:pt x="326867" y="400200"/>
                  </a:lnTo>
                  <a:lnTo>
                    <a:pt x="333822" y="400200"/>
                  </a:lnTo>
                  <a:lnTo>
                    <a:pt x="340776" y="400200"/>
                  </a:lnTo>
                  <a:lnTo>
                    <a:pt x="347731" y="400200"/>
                  </a:lnTo>
                  <a:lnTo>
                    <a:pt x="354685" y="400200"/>
                  </a:lnTo>
                  <a:lnTo>
                    <a:pt x="361640" y="400200"/>
                  </a:lnTo>
                  <a:lnTo>
                    <a:pt x="368595" y="400200"/>
                  </a:lnTo>
                  <a:lnTo>
                    <a:pt x="375549" y="400200"/>
                  </a:lnTo>
                  <a:lnTo>
                    <a:pt x="382504" y="400200"/>
                  </a:lnTo>
                  <a:lnTo>
                    <a:pt x="389459" y="400200"/>
                  </a:lnTo>
                  <a:lnTo>
                    <a:pt x="396413" y="400200"/>
                  </a:lnTo>
                  <a:lnTo>
                    <a:pt x="403368" y="400200"/>
                  </a:lnTo>
                  <a:lnTo>
                    <a:pt x="410323" y="400200"/>
                  </a:lnTo>
                  <a:lnTo>
                    <a:pt x="417277" y="400200"/>
                  </a:lnTo>
                  <a:lnTo>
                    <a:pt x="424232" y="400200"/>
                  </a:lnTo>
                  <a:lnTo>
                    <a:pt x="431186" y="400200"/>
                  </a:lnTo>
                  <a:lnTo>
                    <a:pt x="438141" y="400200"/>
                  </a:lnTo>
                  <a:lnTo>
                    <a:pt x="445096" y="400200"/>
                  </a:lnTo>
                  <a:lnTo>
                    <a:pt x="452050" y="400200"/>
                  </a:lnTo>
                  <a:lnTo>
                    <a:pt x="459005" y="400200"/>
                  </a:lnTo>
                  <a:lnTo>
                    <a:pt x="465960" y="400200"/>
                  </a:lnTo>
                  <a:lnTo>
                    <a:pt x="472914" y="400200"/>
                  </a:lnTo>
                  <a:lnTo>
                    <a:pt x="479869" y="400200"/>
                  </a:lnTo>
                  <a:lnTo>
                    <a:pt x="486823" y="400200"/>
                  </a:lnTo>
                  <a:lnTo>
                    <a:pt x="493778" y="400200"/>
                  </a:lnTo>
                  <a:lnTo>
                    <a:pt x="500733" y="400200"/>
                  </a:lnTo>
                  <a:lnTo>
                    <a:pt x="507687" y="400200"/>
                  </a:lnTo>
                  <a:lnTo>
                    <a:pt x="514642" y="400200"/>
                  </a:lnTo>
                  <a:lnTo>
                    <a:pt x="521597" y="400200"/>
                  </a:lnTo>
                  <a:lnTo>
                    <a:pt x="528551" y="400200"/>
                  </a:lnTo>
                  <a:lnTo>
                    <a:pt x="535506" y="400200"/>
                  </a:lnTo>
                  <a:lnTo>
                    <a:pt x="542460" y="400200"/>
                  </a:lnTo>
                  <a:lnTo>
                    <a:pt x="549415" y="400200"/>
                  </a:lnTo>
                  <a:lnTo>
                    <a:pt x="556370" y="400200"/>
                  </a:lnTo>
                  <a:lnTo>
                    <a:pt x="563324" y="400200"/>
                  </a:lnTo>
                  <a:lnTo>
                    <a:pt x="570279" y="400200"/>
                  </a:lnTo>
                  <a:lnTo>
                    <a:pt x="577234" y="400200"/>
                  </a:lnTo>
                  <a:lnTo>
                    <a:pt x="584188" y="400200"/>
                  </a:lnTo>
                  <a:lnTo>
                    <a:pt x="591143" y="400200"/>
                  </a:lnTo>
                  <a:lnTo>
                    <a:pt x="598097" y="400200"/>
                  </a:lnTo>
                  <a:lnTo>
                    <a:pt x="605052" y="400200"/>
                  </a:lnTo>
                  <a:lnTo>
                    <a:pt x="612007" y="400200"/>
                  </a:lnTo>
                  <a:lnTo>
                    <a:pt x="618961" y="400200"/>
                  </a:lnTo>
                  <a:lnTo>
                    <a:pt x="625916" y="400200"/>
                  </a:lnTo>
                  <a:lnTo>
                    <a:pt x="632871" y="400200"/>
                  </a:lnTo>
                  <a:lnTo>
                    <a:pt x="639825" y="400200"/>
                  </a:lnTo>
                  <a:lnTo>
                    <a:pt x="646780" y="400200"/>
                  </a:lnTo>
                  <a:lnTo>
                    <a:pt x="653734" y="400200"/>
                  </a:lnTo>
                  <a:lnTo>
                    <a:pt x="660689" y="400200"/>
                  </a:lnTo>
                  <a:lnTo>
                    <a:pt x="667644" y="400200"/>
                  </a:lnTo>
                  <a:lnTo>
                    <a:pt x="674598" y="400200"/>
                  </a:lnTo>
                  <a:lnTo>
                    <a:pt x="681553" y="400200"/>
                  </a:lnTo>
                  <a:lnTo>
                    <a:pt x="688508" y="400200"/>
                  </a:lnTo>
                  <a:lnTo>
                    <a:pt x="695462" y="400200"/>
                  </a:lnTo>
                  <a:lnTo>
                    <a:pt x="702417" y="400200"/>
                  </a:lnTo>
                  <a:lnTo>
                    <a:pt x="709371" y="400200"/>
                  </a:lnTo>
                  <a:lnTo>
                    <a:pt x="716326" y="400200"/>
                  </a:lnTo>
                  <a:lnTo>
                    <a:pt x="723281" y="400200"/>
                  </a:lnTo>
                  <a:lnTo>
                    <a:pt x="730235" y="400200"/>
                  </a:lnTo>
                  <a:lnTo>
                    <a:pt x="737190" y="400200"/>
                  </a:lnTo>
                  <a:lnTo>
                    <a:pt x="744145" y="400200"/>
                  </a:lnTo>
                  <a:lnTo>
                    <a:pt x="751099" y="400200"/>
                  </a:lnTo>
                  <a:lnTo>
                    <a:pt x="758054" y="400200"/>
                  </a:lnTo>
                  <a:lnTo>
                    <a:pt x="765009" y="400200"/>
                  </a:lnTo>
                  <a:lnTo>
                    <a:pt x="771963" y="400200"/>
                  </a:lnTo>
                  <a:lnTo>
                    <a:pt x="778918" y="400200"/>
                  </a:lnTo>
                  <a:lnTo>
                    <a:pt x="785872" y="400200"/>
                  </a:lnTo>
                  <a:lnTo>
                    <a:pt x="792827" y="400200"/>
                  </a:lnTo>
                  <a:lnTo>
                    <a:pt x="799782" y="400200"/>
                  </a:lnTo>
                  <a:lnTo>
                    <a:pt x="806736" y="400200"/>
                  </a:lnTo>
                  <a:lnTo>
                    <a:pt x="813691" y="400200"/>
                  </a:lnTo>
                  <a:lnTo>
                    <a:pt x="820646" y="400200"/>
                  </a:lnTo>
                  <a:lnTo>
                    <a:pt x="827600" y="400200"/>
                  </a:lnTo>
                  <a:lnTo>
                    <a:pt x="834555" y="400200"/>
                  </a:lnTo>
                  <a:lnTo>
                    <a:pt x="841509" y="400200"/>
                  </a:lnTo>
                  <a:lnTo>
                    <a:pt x="848464" y="400200"/>
                  </a:lnTo>
                  <a:lnTo>
                    <a:pt x="855419" y="400200"/>
                  </a:lnTo>
                  <a:lnTo>
                    <a:pt x="862373" y="400200"/>
                  </a:lnTo>
                  <a:lnTo>
                    <a:pt x="869328" y="400200"/>
                  </a:lnTo>
                  <a:lnTo>
                    <a:pt x="876283" y="400200"/>
                  </a:lnTo>
                  <a:lnTo>
                    <a:pt x="883237" y="400200"/>
                  </a:lnTo>
                  <a:lnTo>
                    <a:pt x="890192" y="400200"/>
                  </a:lnTo>
                  <a:lnTo>
                    <a:pt x="897146" y="400200"/>
                  </a:lnTo>
                  <a:lnTo>
                    <a:pt x="904101" y="400200"/>
                  </a:lnTo>
                  <a:lnTo>
                    <a:pt x="911056" y="400200"/>
                  </a:lnTo>
                  <a:lnTo>
                    <a:pt x="918010" y="400200"/>
                  </a:lnTo>
                  <a:lnTo>
                    <a:pt x="924965" y="400200"/>
                  </a:lnTo>
                  <a:lnTo>
                    <a:pt x="931920" y="400200"/>
                  </a:lnTo>
                  <a:lnTo>
                    <a:pt x="938874" y="400200"/>
                  </a:lnTo>
                  <a:lnTo>
                    <a:pt x="945829" y="400200"/>
                  </a:lnTo>
                  <a:lnTo>
                    <a:pt x="952783" y="400200"/>
                  </a:lnTo>
                  <a:lnTo>
                    <a:pt x="959738" y="400200"/>
                  </a:lnTo>
                  <a:lnTo>
                    <a:pt x="966693" y="400200"/>
                  </a:lnTo>
                  <a:lnTo>
                    <a:pt x="973647" y="400200"/>
                  </a:lnTo>
                  <a:lnTo>
                    <a:pt x="980602" y="400200"/>
                  </a:lnTo>
                  <a:lnTo>
                    <a:pt x="987557" y="400200"/>
                  </a:lnTo>
                  <a:lnTo>
                    <a:pt x="994511" y="400200"/>
                  </a:lnTo>
                  <a:lnTo>
                    <a:pt x="1001466" y="400200"/>
                  </a:lnTo>
                  <a:lnTo>
                    <a:pt x="1008420" y="400200"/>
                  </a:lnTo>
                  <a:lnTo>
                    <a:pt x="1015375" y="400200"/>
                  </a:lnTo>
                  <a:lnTo>
                    <a:pt x="1022330" y="400200"/>
                  </a:lnTo>
                  <a:lnTo>
                    <a:pt x="1029284" y="400200"/>
                  </a:lnTo>
                  <a:lnTo>
                    <a:pt x="1036239" y="400200"/>
                  </a:lnTo>
                  <a:lnTo>
                    <a:pt x="1043194" y="400200"/>
                  </a:lnTo>
                  <a:lnTo>
                    <a:pt x="1050148" y="400199"/>
                  </a:lnTo>
                  <a:lnTo>
                    <a:pt x="1057103" y="400198"/>
                  </a:lnTo>
                  <a:lnTo>
                    <a:pt x="1064057" y="400197"/>
                  </a:lnTo>
                  <a:lnTo>
                    <a:pt x="1071012" y="400193"/>
                  </a:lnTo>
                  <a:lnTo>
                    <a:pt x="1077967" y="400186"/>
                  </a:lnTo>
                  <a:lnTo>
                    <a:pt x="1084921" y="400175"/>
                  </a:lnTo>
                  <a:lnTo>
                    <a:pt x="1091876" y="400157"/>
                  </a:lnTo>
                  <a:lnTo>
                    <a:pt x="1098831" y="400129"/>
                  </a:lnTo>
                  <a:lnTo>
                    <a:pt x="1105785" y="400088"/>
                  </a:lnTo>
                  <a:lnTo>
                    <a:pt x="1112740" y="400035"/>
                  </a:lnTo>
                  <a:lnTo>
                    <a:pt x="1119694" y="399970"/>
                  </a:lnTo>
                  <a:lnTo>
                    <a:pt x="1126649" y="399896"/>
                  </a:lnTo>
                  <a:lnTo>
                    <a:pt x="1133604" y="399817"/>
                  </a:lnTo>
                  <a:lnTo>
                    <a:pt x="1140558" y="399737"/>
                  </a:lnTo>
                  <a:lnTo>
                    <a:pt x="1147513" y="399661"/>
                  </a:lnTo>
                  <a:lnTo>
                    <a:pt x="1154468" y="399586"/>
                  </a:lnTo>
                  <a:lnTo>
                    <a:pt x="1161422" y="399507"/>
                  </a:lnTo>
                  <a:lnTo>
                    <a:pt x="1168377" y="399412"/>
                  </a:lnTo>
                  <a:lnTo>
                    <a:pt x="1175332" y="399284"/>
                  </a:lnTo>
                  <a:lnTo>
                    <a:pt x="1182286" y="399104"/>
                  </a:lnTo>
                  <a:lnTo>
                    <a:pt x="1189241" y="398852"/>
                  </a:lnTo>
                  <a:lnTo>
                    <a:pt x="1196195" y="398512"/>
                  </a:lnTo>
                  <a:lnTo>
                    <a:pt x="1203150" y="398072"/>
                  </a:lnTo>
                  <a:lnTo>
                    <a:pt x="1210105" y="397525"/>
                  </a:lnTo>
                  <a:lnTo>
                    <a:pt x="1217059" y="396880"/>
                  </a:lnTo>
                  <a:lnTo>
                    <a:pt x="1224014" y="396154"/>
                  </a:lnTo>
                  <a:lnTo>
                    <a:pt x="1230969" y="395370"/>
                  </a:lnTo>
                  <a:lnTo>
                    <a:pt x="1237923" y="394555"/>
                  </a:lnTo>
                  <a:lnTo>
                    <a:pt x="1244878" y="393740"/>
                  </a:lnTo>
                  <a:lnTo>
                    <a:pt x="1251832" y="392951"/>
                  </a:lnTo>
                  <a:lnTo>
                    <a:pt x="1258787" y="392214"/>
                  </a:lnTo>
                  <a:lnTo>
                    <a:pt x="1265742" y="391543"/>
                  </a:lnTo>
                  <a:lnTo>
                    <a:pt x="1272696" y="390943"/>
                  </a:lnTo>
                  <a:lnTo>
                    <a:pt x="1279651" y="390404"/>
                  </a:lnTo>
                  <a:lnTo>
                    <a:pt x="1286606" y="389897"/>
                  </a:lnTo>
                  <a:lnTo>
                    <a:pt x="1293560" y="389374"/>
                  </a:lnTo>
                  <a:lnTo>
                    <a:pt x="1300515" y="388772"/>
                  </a:lnTo>
                  <a:lnTo>
                    <a:pt x="1307469" y="388019"/>
                  </a:lnTo>
                  <a:lnTo>
                    <a:pt x="1314424" y="387050"/>
                  </a:lnTo>
                  <a:lnTo>
                    <a:pt x="1321379" y="385817"/>
                  </a:lnTo>
                  <a:lnTo>
                    <a:pt x="1328333" y="384301"/>
                  </a:lnTo>
                  <a:lnTo>
                    <a:pt x="1335288" y="382545"/>
                  </a:lnTo>
                  <a:lnTo>
                    <a:pt x="1342243" y="380600"/>
                  </a:lnTo>
                  <a:lnTo>
                    <a:pt x="1349197" y="378521"/>
                  </a:lnTo>
                  <a:lnTo>
                    <a:pt x="1356152" y="376345"/>
                  </a:lnTo>
                  <a:lnTo>
                    <a:pt x="1363106" y="374084"/>
                  </a:lnTo>
                  <a:lnTo>
                    <a:pt x="1370061" y="371720"/>
                  </a:lnTo>
                  <a:lnTo>
                    <a:pt x="1377016" y="369208"/>
                  </a:lnTo>
                  <a:lnTo>
                    <a:pt x="1383970" y="366490"/>
                  </a:lnTo>
                  <a:lnTo>
                    <a:pt x="1390925" y="363509"/>
                  </a:lnTo>
                  <a:lnTo>
                    <a:pt x="1397880" y="360222"/>
                  </a:lnTo>
                  <a:lnTo>
                    <a:pt x="1404834" y="356614"/>
                  </a:lnTo>
                  <a:lnTo>
                    <a:pt x="1411789" y="352697"/>
                  </a:lnTo>
                  <a:lnTo>
                    <a:pt x="1418743" y="348509"/>
                  </a:lnTo>
                  <a:lnTo>
                    <a:pt x="1425698" y="344105"/>
                  </a:lnTo>
                  <a:lnTo>
                    <a:pt x="1432653" y="339537"/>
                  </a:lnTo>
                  <a:lnTo>
                    <a:pt x="1439607" y="334837"/>
                  </a:lnTo>
                  <a:lnTo>
                    <a:pt x="1446562" y="330006"/>
                  </a:lnTo>
                  <a:lnTo>
                    <a:pt x="1453517" y="325003"/>
                  </a:lnTo>
                  <a:lnTo>
                    <a:pt x="1460471" y="319754"/>
                  </a:lnTo>
                  <a:lnTo>
                    <a:pt x="1467426" y="314173"/>
                  </a:lnTo>
                  <a:lnTo>
                    <a:pt x="1474380" y="308185"/>
                  </a:lnTo>
                  <a:lnTo>
                    <a:pt x="1481335" y="301741"/>
                  </a:lnTo>
                  <a:lnTo>
                    <a:pt x="1488290" y="294836"/>
                  </a:lnTo>
                  <a:lnTo>
                    <a:pt x="1495244" y="287511"/>
                  </a:lnTo>
                  <a:lnTo>
                    <a:pt x="1502199" y="279847"/>
                  </a:lnTo>
                  <a:lnTo>
                    <a:pt x="1509154" y="271953"/>
                  </a:lnTo>
                  <a:lnTo>
                    <a:pt x="1516108" y="263943"/>
                  </a:lnTo>
                  <a:lnTo>
                    <a:pt x="1523063" y="255902"/>
                  </a:lnTo>
                  <a:lnTo>
                    <a:pt x="1530018" y="247860"/>
                  </a:lnTo>
                  <a:lnTo>
                    <a:pt x="1536972" y="239766"/>
                  </a:lnTo>
                  <a:lnTo>
                    <a:pt x="1543927" y="231485"/>
                  </a:lnTo>
                  <a:lnTo>
                    <a:pt x="1550881" y="222808"/>
                  </a:lnTo>
                  <a:lnTo>
                    <a:pt x="1557836" y="213512"/>
                  </a:lnTo>
                  <a:lnTo>
                    <a:pt x="1564791" y="203503"/>
                  </a:lnTo>
                  <a:lnTo>
                    <a:pt x="1571745" y="192800"/>
                  </a:lnTo>
                  <a:lnTo>
                    <a:pt x="1578700" y="181567"/>
                  </a:lnTo>
                  <a:lnTo>
                    <a:pt x="1585655" y="170096"/>
                  </a:lnTo>
                  <a:lnTo>
                    <a:pt x="1592609" y="158753"/>
                  </a:lnTo>
                  <a:lnTo>
                    <a:pt x="1599564" y="147914"/>
                  </a:lnTo>
                  <a:lnTo>
                    <a:pt x="1606518" y="137903"/>
                  </a:lnTo>
                  <a:lnTo>
                    <a:pt x="1613473" y="128951"/>
                  </a:lnTo>
                  <a:lnTo>
                    <a:pt x="1620428" y="121171"/>
                  </a:lnTo>
                  <a:lnTo>
                    <a:pt x="1627382" y="114552"/>
                  </a:lnTo>
                  <a:lnTo>
                    <a:pt x="1634337" y="108963"/>
                  </a:lnTo>
                  <a:lnTo>
                    <a:pt x="1641292" y="104164"/>
                  </a:lnTo>
                  <a:lnTo>
                    <a:pt x="1648246" y="99833"/>
                  </a:lnTo>
                  <a:lnTo>
                    <a:pt x="1655201" y="95587"/>
                  </a:lnTo>
                  <a:lnTo>
                    <a:pt x="1662155" y="91034"/>
                  </a:lnTo>
                  <a:lnTo>
                    <a:pt x="1669110" y="85774"/>
                  </a:lnTo>
                  <a:lnTo>
                    <a:pt x="1676065" y="79626"/>
                  </a:lnTo>
                  <a:lnTo>
                    <a:pt x="1683019" y="72574"/>
                  </a:lnTo>
                  <a:lnTo>
                    <a:pt x="1689974" y="64789"/>
                  </a:lnTo>
                  <a:lnTo>
                    <a:pt x="1696929" y="56602"/>
                  </a:lnTo>
                  <a:lnTo>
                    <a:pt x="1703883" y="48451"/>
                  </a:lnTo>
                  <a:lnTo>
                    <a:pt x="1710838" y="40794"/>
                  </a:lnTo>
                  <a:lnTo>
                    <a:pt x="1717792" y="34023"/>
                  </a:lnTo>
                  <a:lnTo>
                    <a:pt x="1724747" y="28382"/>
                  </a:lnTo>
                  <a:lnTo>
                    <a:pt x="1731702" y="23919"/>
                  </a:lnTo>
                  <a:lnTo>
                    <a:pt x="1738656" y="20482"/>
                  </a:lnTo>
                  <a:lnTo>
                    <a:pt x="1745611" y="17765"/>
                  </a:lnTo>
                  <a:lnTo>
                    <a:pt x="1752566" y="15397"/>
                  </a:lnTo>
                  <a:lnTo>
                    <a:pt x="1759520" y="13043"/>
                  </a:lnTo>
                  <a:lnTo>
                    <a:pt x="1766475" y="10505"/>
                  </a:lnTo>
                  <a:lnTo>
                    <a:pt x="1773429" y="7768"/>
                  </a:lnTo>
                  <a:lnTo>
                    <a:pt x="1780384" y="5014"/>
                  </a:lnTo>
                  <a:lnTo>
                    <a:pt x="1787339" y="2585"/>
                  </a:lnTo>
                  <a:lnTo>
                    <a:pt x="1794293" y="819"/>
                  </a:lnTo>
                  <a:lnTo>
                    <a:pt x="1801248" y="0"/>
                  </a:lnTo>
                  <a:lnTo>
                    <a:pt x="1808203" y="308"/>
                  </a:lnTo>
                  <a:lnTo>
                    <a:pt x="1815157" y="1822"/>
                  </a:lnTo>
                  <a:lnTo>
                    <a:pt x="1822112" y="4538"/>
                  </a:lnTo>
                  <a:lnTo>
                    <a:pt x="1829066" y="8410"/>
                  </a:lnTo>
                  <a:lnTo>
                    <a:pt x="1836021" y="13378"/>
                  </a:lnTo>
                  <a:lnTo>
                    <a:pt x="1842976" y="19386"/>
                  </a:lnTo>
                  <a:lnTo>
                    <a:pt x="1849930" y="26374"/>
                  </a:lnTo>
                  <a:lnTo>
                    <a:pt x="1856885" y="34257"/>
                  </a:lnTo>
                  <a:lnTo>
                    <a:pt x="1863840" y="42901"/>
                  </a:lnTo>
                  <a:lnTo>
                    <a:pt x="1870794" y="52112"/>
                  </a:lnTo>
                  <a:lnTo>
                    <a:pt x="1877749" y="61644"/>
                  </a:lnTo>
                  <a:lnTo>
                    <a:pt x="1884704" y="71235"/>
                  </a:lnTo>
                  <a:lnTo>
                    <a:pt x="1891658" y="80649"/>
                  </a:lnTo>
                  <a:lnTo>
                    <a:pt x="1898613" y="89715"/>
                  </a:lnTo>
                  <a:lnTo>
                    <a:pt x="1905567" y="98441"/>
                  </a:lnTo>
                  <a:lnTo>
                    <a:pt x="1912522" y="106945"/>
                  </a:lnTo>
                  <a:lnTo>
                    <a:pt x="1919477" y="115422"/>
                  </a:lnTo>
                  <a:lnTo>
                    <a:pt x="1926431" y="124090"/>
                  </a:lnTo>
                  <a:lnTo>
                    <a:pt x="1933386" y="133117"/>
                  </a:lnTo>
                  <a:lnTo>
                    <a:pt x="1940341" y="142569"/>
                  </a:lnTo>
                  <a:lnTo>
                    <a:pt x="1947295" y="152388"/>
                  </a:lnTo>
                  <a:lnTo>
                    <a:pt x="1954250" y="162406"/>
                  </a:lnTo>
                  <a:lnTo>
                    <a:pt x="1961204" y="172390"/>
                  </a:lnTo>
                  <a:lnTo>
                    <a:pt x="1968159" y="182110"/>
                  </a:lnTo>
                  <a:lnTo>
                    <a:pt x="1975114" y="191399"/>
                  </a:lnTo>
                  <a:lnTo>
                    <a:pt x="1982068" y="200195"/>
                  </a:lnTo>
                  <a:lnTo>
                    <a:pt x="1989023" y="208547"/>
                  </a:lnTo>
                  <a:lnTo>
                    <a:pt x="1995978" y="216594"/>
                  </a:lnTo>
                  <a:lnTo>
                    <a:pt x="2002932" y="224511"/>
                  </a:lnTo>
                  <a:lnTo>
                    <a:pt x="2009887" y="232463"/>
                  </a:lnTo>
                  <a:lnTo>
                    <a:pt x="2016841" y="240548"/>
                  </a:lnTo>
                  <a:lnTo>
                    <a:pt x="2023796" y="248768"/>
                  </a:lnTo>
                  <a:lnTo>
                    <a:pt x="2030751" y="257064"/>
                  </a:lnTo>
                  <a:lnTo>
                    <a:pt x="2037705" y="265337"/>
                  </a:lnTo>
                  <a:lnTo>
                    <a:pt x="2044660" y="273486"/>
                  </a:lnTo>
                  <a:lnTo>
                    <a:pt x="2051615" y="281429"/>
                  </a:lnTo>
                  <a:lnTo>
                    <a:pt x="2058569" y="289108"/>
                  </a:lnTo>
                  <a:lnTo>
                    <a:pt x="2065524" y="296488"/>
                  </a:lnTo>
                  <a:lnTo>
                    <a:pt x="2072478" y="303543"/>
                  </a:lnTo>
                  <a:lnTo>
                    <a:pt x="2079433" y="310244"/>
                  </a:lnTo>
                  <a:lnTo>
                    <a:pt x="2086388" y="316550"/>
                  </a:lnTo>
                  <a:lnTo>
                    <a:pt x="2093342" y="322418"/>
                  </a:lnTo>
                  <a:lnTo>
                    <a:pt x="2100297" y="327807"/>
                  </a:lnTo>
                  <a:lnTo>
                    <a:pt x="2107252" y="332703"/>
                  </a:lnTo>
                  <a:lnTo>
                    <a:pt x="2114206" y="337127"/>
                  </a:lnTo>
                  <a:lnTo>
                    <a:pt x="2121161" y="341136"/>
                  </a:lnTo>
                  <a:lnTo>
                    <a:pt x="2128115" y="344824"/>
                  </a:lnTo>
                  <a:lnTo>
                    <a:pt x="2135070" y="348325"/>
                  </a:lnTo>
                  <a:lnTo>
                    <a:pt x="2142025" y="351743"/>
                  </a:lnTo>
                  <a:lnTo>
                    <a:pt x="2148979" y="355152"/>
                  </a:lnTo>
                  <a:lnTo>
                    <a:pt x="2155934" y="358586"/>
                  </a:lnTo>
                  <a:lnTo>
                    <a:pt x="2162889" y="362033"/>
                  </a:lnTo>
                  <a:lnTo>
                    <a:pt x="2169843" y="365442"/>
                  </a:lnTo>
                  <a:lnTo>
                    <a:pt x="2176798" y="368733"/>
                  </a:lnTo>
                  <a:lnTo>
                    <a:pt x="2183752" y="371815"/>
                  </a:lnTo>
                  <a:lnTo>
                    <a:pt x="2190707" y="374609"/>
                  </a:lnTo>
                  <a:lnTo>
                    <a:pt x="2197662" y="377062"/>
                  </a:lnTo>
                  <a:lnTo>
                    <a:pt x="2204616" y="379164"/>
                  </a:lnTo>
                  <a:lnTo>
                    <a:pt x="2211571" y="380941"/>
                  </a:lnTo>
                  <a:lnTo>
                    <a:pt x="2218526" y="382454"/>
                  </a:lnTo>
                  <a:lnTo>
                    <a:pt x="2225480" y="383780"/>
                  </a:lnTo>
                  <a:lnTo>
                    <a:pt x="2232435" y="384996"/>
                  </a:lnTo>
                  <a:lnTo>
                    <a:pt x="2239389" y="386168"/>
                  </a:lnTo>
                  <a:lnTo>
                    <a:pt x="2246344" y="387346"/>
                  </a:lnTo>
                  <a:lnTo>
                    <a:pt x="2253299" y="388553"/>
                  </a:lnTo>
                  <a:lnTo>
                    <a:pt x="2260253" y="389794"/>
                  </a:lnTo>
                  <a:lnTo>
                    <a:pt x="2267208" y="391057"/>
                  </a:lnTo>
                  <a:lnTo>
                    <a:pt x="2274163" y="392319"/>
                  </a:lnTo>
                  <a:lnTo>
                    <a:pt x="2281117" y="393546"/>
                  </a:lnTo>
                  <a:lnTo>
                    <a:pt x="2288072" y="394698"/>
                  </a:lnTo>
                  <a:lnTo>
                    <a:pt x="2295027" y="395733"/>
                  </a:lnTo>
                  <a:lnTo>
                    <a:pt x="2301981" y="396609"/>
                  </a:lnTo>
                  <a:lnTo>
                    <a:pt x="2308936" y="397298"/>
                  </a:lnTo>
                  <a:lnTo>
                    <a:pt x="2315890" y="397781"/>
                  </a:lnTo>
                  <a:lnTo>
                    <a:pt x="2322845" y="398061"/>
                  </a:lnTo>
                  <a:lnTo>
                    <a:pt x="2329800" y="398156"/>
                  </a:lnTo>
                  <a:lnTo>
                    <a:pt x="2336754" y="398103"/>
                  </a:lnTo>
                  <a:lnTo>
                    <a:pt x="2343709" y="397950"/>
                  </a:lnTo>
                  <a:lnTo>
                    <a:pt x="2350664" y="397751"/>
                  </a:lnTo>
                  <a:lnTo>
                    <a:pt x="2357618" y="397561"/>
                  </a:lnTo>
                  <a:lnTo>
                    <a:pt x="2364573" y="397423"/>
                  </a:lnTo>
                  <a:lnTo>
                    <a:pt x="2371527" y="397363"/>
                  </a:lnTo>
                  <a:lnTo>
                    <a:pt x="2378482" y="397395"/>
                  </a:lnTo>
                  <a:lnTo>
                    <a:pt x="2385437" y="397520"/>
                  </a:lnTo>
                  <a:lnTo>
                    <a:pt x="2392391" y="397727"/>
                  </a:lnTo>
                  <a:lnTo>
                    <a:pt x="2399346" y="398000"/>
                  </a:lnTo>
                  <a:lnTo>
                    <a:pt x="2406301" y="398316"/>
                  </a:lnTo>
                  <a:lnTo>
                    <a:pt x="2413255" y="398650"/>
                  </a:lnTo>
                  <a:lnTo>
                    <a:pt x="2420210" y="398978"/>
                  </a:lnTo>
                  <a:lnTo>
                    <a:pt x="2427164" y="399278"/>
                  </a:lnTo>
                  <a:lnTo>
                    <a:pt x="2434119" y="399537"/>
                  </a:lnTo>
                  <a:lnTo>
                    <a:pt x="2441074" y="399746"/>
                  </a:lnTo>
                  <a:lnTo>
                    <a:pt x="2448028" y="399905"/>
                  </a:lnTo>
                  <a:lnTo>
                    <a:pt x="2454983" y="400018"/>
                  </a:lnTo>
                  <a:lnTo>
                    <a:pt x="2461938" y="400094"/>
                  </a:lnTo>
                  <a:lnTo>
                    <a:pt x="2468892" y="400141"/>
                  </a:lnTo>
                  <a:lnTo>
                    <a:pt x="2475847" y="400168"/>
                  </a:lnTo>
                  <a:lnTo>
                    <a:pt x="2482801" y="400184"/>
                  </a:lnTo>
                  <a:lnTo>
                    <a:pt x="2489756" y="400192"/>
                  </a:lnTo>
                  <a:lnTo>
                    <a:pt x="2496711" y="400197"/>
                  </a:lnTo>
                  <a:lnTo>
                    <a:pt x="2503665" y="400199"/>
                  </a:lnTo>
                  <a:lnTo>
                    <a:pt x="2510620" y="400199"/>
                  </a:lnTo>
                  <a:lnTo>
                    <a:pt x="2517575" y="400200"/>
                  </a:lnTo>
                  <a:lnTo>
                    <a:pt x="2524529" y="400200"/>
                  </a:lnTo>
                  <a:lnTo>
                    <a:pt x="2531484" y="400200"/>
                  </a:lnTo>
                  <a:lnTo>
                    <a:pt x="2538438" y="400200"/>
                  </a:lnTo>
                  <a:lnTo>
                    <a:pt x="2545393" y="400200"/>
                  </a:lnTo>
                  <a:lnTo>
                    <a:pt x="2552348" y="400200"/>
                  </a:lnTo>
                  <a:lnTo>
                    <a:pt x="2559302" y="400200"/>
                  </a:lnTo>
                  <a:lnTo>
                    <a:pt x="2566257" y="400200"/>
                  </a:lnTo>
                  <a:lnTo>
                    <a:pt x="2573212" y="400200"/>
                  </a:lnTo>
                  <a:lnTo>
                    <a:pt x="2580166" y="400200"/>
                  </a:lnTo>
                  <a:lnTo>
                    <a:pt x="2587121" y="400200"/>
                  </a:lnTo>
                  <a:lnTo>
                    <a:pt x="2594075" y="400200"/>
                  </a:lnTo>
                  <a:lnTo>
                    <a:pt x="2601030" y="400200"/>
                  </a:lnTo>
                  <a:lnTo>
                    <a:pt x="2607985" y="400200"/>
                  </a:lnTo>
                  <a:lnTo>
                    <a:pt x="2614939" y="400200"/>
                  </a:lnTo>
                  <a:lnTo>
                    <a:pt x="2621894" y="400200"/>
                  </a:lnTo>
                  <a:lnTo>
                    <a:pt x="2628849" y="400200"/>
                  </a:lnTo>
                  <a:lnTo>
                    <a:pt x="2635803" y="400200"/>
                  </a:lnTo>
                  <a:lnTo>
                    <a:pt x="2642758" y="400200"/>
                  </a:lnTo>
                  <a:lnTo>
                    <a:pt x="2649713" y="400200"/>
                  </a:lnTo>
                  <a:lnTo>
                    <a:pt x="2656667" y="400200"/>
                  </a:lnTo>
                  <a:lnTo>
                    <a:pt x="2663622" y="400200"/>
                  </a:lnTo>
                  <a:lnTo>
                    <a:pt x="2670576" y="400200"/>
                  </a:lnTo>
                  <a:lnTo>
                    <a:pt x="2677531" y="400200"/>
                  </a:lnTo>
                  <a:lnTo>
                    <a:pt x="2684486" y="400200"/>
                  </a:lnTo>
                  <a:lnTo>
                    <a:pt x="2691440" y="400200"/>
                  </a:lnTo>
                  <a:lnTo>
                    <a:pt x="2698395" y="400200"/>
                  </a:lnTo>
                  <a:lnTo>
                    <a:pt x="2705350" y="400200"/>
                  </a:lnTo>
                  <a:lnTo>
                    <a:pt x="2712304" y="400200"/>
                  </a:lnTo>
                  <a:lnTo>
                    <a:pt x="2719259" y="400200"/>
                  </a:lnTo>
                  <a:lnTo>
                    <a:pt x="2726213" y="400200"/>
                  </a:lnTo>
                  <a:lnTo>
                    <a:pt x="2733168" y="400200"/>
                  </a:lnTo>
                  <a:lnTo>
                    <a:pt x="2740123" y="400200"/>
                  </a:lnTo>
                  <a:lnTo>
                    <a:pt x="2747077" y="400200"/>
                  </a:lnTo>
                  <a:lnTo>
                    <a:pt x="2754032" y="400200"/>
                  </a:lnTo>
                  <a:lnTo>
                    <a:pt x="2760987" y="400200"/>
                  </a:lnTo>
                  <a:lnTo>
                    <a:pt x="2767941" y="400200"/>
                  </a:lnTo>
                  <a:lnTo>
                    <a:pt x="2774896" y="400200"/>
                  </a:lnTo>
                  <a:lnTo>
                    <a:pt x="2781850" y="400200"/>
                  </a:lnTo>
                  <a:lnTo>
                    <a:pt x="2788805" y="400200"/>
                  </a:lnTo>
                  <a:lnTo>
                    <a:pt x="2795760" y="400200"/>
                  </a:lnTo>
                  <a:lnTo>
                    <a:pt x="2802714" y="400200"/>
                  </a:lnTo>
                  <a:lnTo>
                    <a:pt x="2809669" y="400200"/>
                  </a:lnTo>
                  <a:lnTo>
                    <a:pt x="2816624" y="400200"/>
                  </a:lnTo>
                  <a:lnTo>
                    <a:pt x="2823578" y="400200"/>
                  </a:lnTo>
                  <a:lnTo>
                    <a:pt x="2830533" y="400200"/>
                  </a:lnTo>
                  <a:lnTo>
                    <a:pt x="2837487" y="400200"/>
                  </a:lnTo>
                  <a:lnTo>
                    <a:pt x="2844442" y="400200"/>
                  </a:lnTo>
                  <a:lnTo>
                    <a:pt x="2851397" y="400200"/>
                  </a:lnTo>
                  <a:lnTo>
                    <a:pt x="2858351" y="400200"/>
                  </a:lnTo>
                  <a:lnTo>
                    <a:pt x="2865306" y="400200"/>
                  </a:lnTo>
                  <a:lnTo>
                    <a:pt x="2872261" y="400200"/>
                  </a:lnTo>
                  <a:lnTo>
                    <a:pt x="2879215" y="400200"/>
                  </a:lnTo>
                  <a:lnTo>
                    <a:pt x="2886170" y="400200"/>
                  </a:lnTo>
                  <a:lnTo>
                    <a:pt x="2893124" y="400200"/>
                  </a:lnTo>
                  <a:lnTo>
                    <a:pt x="2900079" y="400200"/>
                  </a:lnTo>
                  <a:lnTo>
                    <a:pt x="2907034" y="400200"/>
                  </a:lnTo>
                  <a:lnTo>
                    <a:pt x="2913988" y="400200"/>
                  </a:lnTo>
                  <a:lnTo>
                    <a:pt x="2920943" y="400200"/>
                  </a:lnTo>
                  <a:lnTo>
                    <a:pt x="2927898" y="400200"/>
                  </a:lnTo>
                  <a:lnTo>
                    <a:pt x="2934852" y="400200"/>
                  </a:lnTo>
                  <a:lnTo>
                    <a:pt x="2941807" y="400200"/>
                  </a:lnTo>
                  <a:lnTo>
                    <a:pt x="2948761" y="400200"/>
                  </a:lnTo>
                  <a:lnTo>
                    <a:pt x="2955716" y="400200"/>
                  </a:lnTo>
                  <a:lnTo>
                    <a:pt x="2962671" y="400200"/>
                  </a:lnTo>
                  <a:lnTo>
                    <a:pt x="2969625" y="400200"/>
                  </a:lnTo>
                  <a:lnTo>
                    <a:pt x="2976580" y="400200"/>
                  </a:lnTo>
                  <a:lnTo>
                    <a:pt x="2983535" y="400200"/>
                  </a:lnTo>
                  <a:lnTo>
                    <a:pt x="2990489" y="400200"/>
                  </a:lnTo>
                  <a:lnTo>
                    <a:pt x="2997444" y="400200"/>
                  </a:lnTo>
                  <a:lnTo>
                    <a:pt x="3004399" y="400200"/>
                  </a:lnTo>
                  <a:lnTo>
                    <a:pt x="3011353" y="400200"/>
                  </a:lnTo>
                  <a:lnTo>
                    <a:pt x="3018308" y="400200"/>
                  </a:lnTo>
                  <a:lnTo>
                    <a:pt x="3025262" y="400200"/>
                  </a:lnTo>
                  <a:lnTo>
                    <a:pt x="3032217" y="400200"/>
                  </a:lnTo>
                  <a:lnTo>
                    <a:pt x="3039172" y="400200"/>
                  </a:lnTo>
                  <a:lnTo>
                    <a:pt x="3046126" y="400200"/>
                  </a:lnTo>
                  <a:lnTo>
                    <a:pt x="3053081" y="400200"/>
                  </a:lnTo>
                  <a:lnTo>
                    <a:pt x="3060036" y="400200"/>
                  </a:lnTo>
                  <a:lnTo>
                    <a:pt x="3066990" y="400200"/>
                  </a:lnTo>
                  <a:lnTo>
                    <a:pt x="3073945" y="400200"/>
                  </a:lnTo>
                  <a:lnTo>
                    <a:pt x="3080899" y="400200"/>
                  </a:lnTo>
                  <a:lnTo>
                    <a:pt x="3087854" y="400200"/>
                  </a:lnTo>
                  <a:lnTo>
                    <a:pt x="3094809" y="400200"/>
                  </a:lnTo>
                  <a:lnTo>
                    <a:pt x="3101763" y="400200"/>
                  </a:lnTo>
                  <a:lnTo>
                    <a:pt x="3108718" y="400200"/>
                  </a:lnTo>
                  <a:lnTo>
                    <a:pt x="3115673" y="400200"/>
                  </a:lnTo>
                  <a:lnTo>
                    <a:pt x="3122627" y="400200"/>
                  </a:lnTo>
                  <a:lnTo>
                    <a:pt x="3129582" y="400200"/>
                  </a:lnTo>
                  <a:lnTo>
                    <a:pt x="3136536" y="400200"/>
                  </a:lnTo>
                  <a:lnTo>
                    <a:pt x="3143491" y="400200"/>
                  </a:lnTo>
                  <a:lnTo>
                    <a:pt x="3150446" y="400200"/>
                  </a:lnTo>
                  <a:lnTo>
                    <a:pt x="3157400" y="400200"/>
                  </a:lnTo>
                  <a:lnTo>
                    <a:pt x="3164355" y="400200"/>
                  </a:lnTo>
                  <a:lnTo>
                    <a:pt x="3171310" y="400200"/>
                  </a:lnTo>
                  <a:lnTo>
                    <a:pt x="3178264" y="400200"/>
                  </a:lnTo>
                  <a:lnTo>
                    <a:pt x="3185219" y="400200"/>
                  </a:lnTo>
                  <a:lnTo>
                    <a:pt x="3192173" y="400200"/>
                  </a:lnTo>
                  <a:lnTo>
                    <a:pt x="3199128" y="400200"/>
                  </a:lnTo>
                  <a:lnTo>
                    <a:pt x="3206083" y="400200"/>
                  </a:lnTo>
                  <a:lnTo>
                    <a:pt x="3213037" y="400200"/>
                  </a:lnTo>
                  <a:lnTo>
                    <a:pt x="3219992" y="400200"/>
                  </a:lnTo>
                  <a:lnTo>
                    <a:pt x="3226947" y="400200"/>
                  </a:lnTo>
                  <a:lnTo>
                    <a:pt x="3233901" y="400200"/>
                  </a:lnTo>
                  <a:lnTo>
                    <a:pt x="3240856" y="400200"/>
                  </a:lnTo>
                  <a:lnTo>
                    <a:pt x="3247810" y="400200"/>
                  </a:lnTo>
                  <a:lnTo>
                    <a:pt x="3254765" y="400200"/>
                  </a:lnTo>
                  <a:lnTo>
                    <a:pt x="3261720" y="400200"/>
                  </a:lnTo>
                  <a:lnTo>
                    <a:pt x="3268674" y="400200"/>
                  </a:lnTo>
                  <a:lnTo>
                    <a:pt x="3275629" y="400200"/>
                  </a:lnTo>
                  <a:lnTo>
                    <a:pt x="3282584" y="400200"/>
                  </a:lnTo>
                  <a:lnTo>
                    <a:pt x="3289538" y="400200"/>
                  </a:lnTo>
                  <a:lnTo>
                    <a:pt x="3296493" y="400200"/>
                  </a:lnTo>
                  <a:lnTo>
                    <a:pt x="3303447" y="400200"/>
                  </a:lnTo>
                  <a:lnTo>
                    <a:pt x="3310402" y="400200"/>
                  </a:lnTo>
                  <a:lnTo>
                    <a:pt x="3317357" y="400200"/>
                  </a:lnTo>
                  <a:lnTo>
                    <a:pt x="3324311" y="400200"/>
                  </a:lnTo>
                  <a:lnTo>
                    <a:pt x="3331266" y="400200"/>
                  </a:lnTo>
                  <a:lnTo>
                    <a:pt x="3338221" y="400200"/>
                  </a:lnTo>
                  <a:lnTo>
                    <a:pt x="3345175" y="400200"/>
                  </a:lnTo>
                  <a:lnTo>
                    <a:pt x="3352130" y="400200"/>
                  </a:lnTo>
                  <a:lnTo>
                    <a:pt x="3359084" y="400200"/>
                  </a:lnTo>
                  <a:lnTo>
                    <a:pt x="3366039" y="400200"/>
                  </a:lnTo>
                  <a:lnTo>
                    <a:pt x="3372994" y="400200"/>
                  </a:lnTo>
                  <a:lnTo>
                    <a:pt x="3379948" y="400200"/>
                  </a:lnTo>
                  <a:lnTo>
                    <a:pt x="3386903" y="400200"/>
                  </a:lnTo>
                  <a:lnTo>
                    <a:pt x="3393858" y="400200"/>
                  </a:lnTo>
                  <a:lnTo>
                    <a:pt x="3400812" y="400200"/>
                  </a:lnTo>
                  <a:lnTo>
                    <a:pt x="3407767" y="400200"/>
                  </a:lnTo>
                  <a:lnTo>
                    <a:pt x="3414722" y="400200"/>
                  </a:lnTo>
                  <a:lnTo>
                    <a:pt x="3421676" y="400200"/>
                  </a:lnTo>
                  <a:lnTo>
                    <a:pt x="3428631" y="400200"/>
                  </a:lnTo>
                  <a:lnTo>
                    <a:pt x="3435585" y="400200"/>
                  </a:lnTo>
                  <a:lnTo>
                    <a:pt x="3442540" y="400200"/>
                  </a:lnTo>
                  <a:lnTo>
                    <a:pt x="3449495" y="400200"/>
                  </a:lnTo>
                  <a:lnTo>
                    <a:pt x="3456449" y="400200"/>
                  </a:lnTo>
                  <a:lnTo>
                    <a:pt x="3463404" y="400200"/>
                  </a:lnTo>
                  <a:lnTo>
                    <a:pt x="3470359" y="400200"/>
                  </a:lnTo>
                  <a:lnTo>
                    <a:pt x="3477313" y="400200"/>
                  </a:lnTo>
                  <a:lnTo>
                    <a:pt x="3484268" y="400200"/>
                  </a:lnTo>
                  <a:lnTo>
                    <a:pt x="3491222" y="400200"/>
                  </a:lnTo>
                  <a:lnTo>
                    <a:pt x="3498177" y="400200"/>
                  </a:lnTo>
                  <a:lnTo>
                    <a:pt x="3505132" y="400200"/>
                  </a:lnTo>
                  <a:lnTo>
                    <a:pt x="3512086" y="400200"/>
                  </a:lnTo>
                  <a:lnTo>
                    <a:pt x="3519041" y="400200"/>
                  </a:lnTo>
                  <a:lnTo>
                    <a:pt x="3525996" y="400200"/>
                  </a:lnTo>
                  <a:lnTo>
                    <a:pt x="3532950" y="400200"/>
                  </a:lnTo>
                  <a:lnTo>
                    <a:pt x="3539905" y="400200"/>
                  </a:lnTo>
                  <a:lnTo>
                    <a:pt x="3546859" y="400200"/>
                  </a:lnTo>
                  <a:lnTo>
                    <a:pt x="3553814" y="400200"/>
                  </a:lnTo>
                </a:path>
              </a:pathLst>
            </a:custGeom>
            <a:ln w="27101" cap="flat">
              <a:solidFill>
                <a:srgbClr val="A14D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312241" y="2949266"/>
              <a:ext cx="0" cy="708796"/>
            </a:xfrm>
            <a:custGeom>
              <a:avLst/>
              <a:pathLst>
                <a:path w="0" h="708796">
                  <a:moveTo>
                    <a:pt x="0" y="708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349081" y="2867025"/>
              <a:ext cx="4114800" cy="914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601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472443" y="2949266"/>
              <a:ext cx="3909196" cy="7087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650134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722661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795188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5867715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940241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012768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6085295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157822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230349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6302876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375402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6447929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520456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592983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665510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738037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810563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883090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955617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028144" y="3625358"/>
              <a:ext cx="72526" cy="48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100671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73198" y="3622930"/>
              <a:ext cx="72526" cy="2914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45724" y="3617586"/>
              <a:ext cx="72526" cy="8257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18251" y="3604957"/>
              <a:ext cx="72526" cy="20887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390778" y="3573869"/>
              <a:ext cx="72526" cy="5197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463305" y="3503436"/>
              <a:ext cx="72526" cy="122408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535832" y="3437374"/>
              <a:ext cx="72526" cy="18847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608358" y="3325166"/>
              <a:ext cx="72526" cy="300678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80885" y="3249875"/>
              <a:ext cx="72526" cy="375969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3412" y="3229959"/>
              <a:ext cx="72526" cy="395884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25939" y="3280963"/>
              <a:ext cx="72526" cy="344881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7898466" y="3353339"/>
              <a:ext cx="72526" cy="272504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7970993" y="3460690"/>
              <a:ext cx="72526" cy="165154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8043519" y="3522380"/>
              <a:ext cx="72526" cy="103464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8116046" y="3581641"/>
              <a:ext cx="72526" cy="44203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8188573" y="3603500"/>
              <a:ext cx="72526" cy="22344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8261100" y="3620501"/>
              <a:ext cx="72526" cy="5343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8333627" y="3623415"/>
              <a:ext cx="72526" cy="2428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8406154" y="3625358"/>
              <a:ext cx="72526" cy="48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8478680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8551207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8623734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8696261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8768788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8841315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8913841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8986368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9058895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9131422" y="36258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650134" y="3230317"/>
              <a:ext cx="3553814" cy="395527"/>
            </a:xfrm>
            <a:custGeom>
              <a:avLst/>
              <a:pathLst>
                <a:path w="3553814" h="395527">
                  <a:moveTo>
                    <a:pt x="0" y="395527"/>
                  </a:moveTo>
                  <a:lnTo>
                    <a:pt x="6954" y="395527"/>
                  </a:lnTo>
                  <a:lnTo>
                    <a:pt x="13909" y="395527"/>
                  </a:lnTo>
                  <a:lnTo>
                    <a:pt x="20863" y="395527"/>
                  </a:lnTo>
                  <a:lnTo>
                    <a:pt x="27818" y="395527"/>
                  </a:lnTo>
                  <a:lnTo>
                    <a:pt x="34773" y="395527"/>
                  </a:lnTo>
                  <a:lnTo>
                    <a:pt x="41727" y="395527"/>
                  </a:lnTo>
                  <a:lnTo>
                    <a:pt x="48682" y="395527"/>
                  </a:lnTo>
                  <a:lnTo>
                    <a:pt x="55637" y="395527"/>
                  </a:lnTo>
                  <a:lnTo>
                    <a:pt x="62591" y="395527"/>
                  </a:lnTo>
                  <a:lnTo>
                    <a:pt x="69546" y="395527"/>
                  </a:lnTo>
                  <a:lnTo>
                    <a:pt x="76500" y="395527"/>
                  </a:lnTo>
                  <a:lnTo>
                    <a:pt x="83455" y="395527"/>
                  </a:lnTo>
                  <a:lnTo>
                    <a:pt x="90410" y="395527"/>
                  </a:lnTo>
                  <a:lnTo>
                    <a:pt x="97364" y="395527"/>
                  </a:lnTo>
                  <a:lnTo>
                    <a:pt x="104319" y="395527"/>
                  </a:lnTo>
                  <a:lnTo>
                    <a:pt x="111274" y="395527"/>
                  </a:lnTo>
                  <a:lnTo>
                    <a:pt x="118228" y="395527"/>
                  </a:lnTo>
                  <a:lnTo>
                    <a:pt x="125183" y="395527"/>
                  </a:lnTo>
                  <a:lnTo>
                    <a:pt x="132137" y="395527"/>
                  </a:lnTo>
                  <a:lnTo>
                    <a:pt x="139092" y="395527"/>
                  </a:lnTo>
                  <a:lnTo>
                    <a:pt x="146047" y="395527"/>
                  </a:lnTo>
                  <a:lnTo>
                    <a:pt x="153001" y="395527"/>
                  </a:lnTo>
                  <a:lnTo>
                    <a:pt x="159956" y="395527"/>
                  </a:lnTo>
                  <a:lnTo>
                    <a:pt x="166911" y="395527"/>
                  </a:lnTo>
                  <a:lnTo>
                    <a:pt x="173865" y="395527"/>
                  </a:lnTo>
                  <a:lnTo>
                    <a:pt x="180820" y="395527"/>
                  </a:lnTo>
                  <a:lnTo>
                    <a:pt x="187774" y="395527"/>
                  </a:lnTo>
                  <a:lnTo>
                    <a:pt x="194729" y="395527"/>
                  </a:lnTo>
                  <a:lnTo>
                    <a:pt x="201684" y="395527"/>
                  </a:lnTo>
                  <a:lnTo>
                    <a:pt x="208638" y="395527"/>
                  </a:lnTo>
                  <a:lnTo>
                    <a:pt x="215593" y="395527"/>
                  </a:lnTo>
                  <a:lnTo>
                    <a:pt x="222548" y="395527"/>
                  </a:lnTo>
                  <a:lnTo>
                    <a:pt x="229502" y="395527"/>
                  </a:lnTo>
                  <a:lnTo>
                    <a:pt x="236457" y="395527"/>
                  </a:lnTo>
                  <a:lnTo>
                    <a:pt x="243411" y="395527"/>
                  </a:lnTo>
                  <a:lnTo>
                    <a:pt x="250366" y="395527"/>
                  </a:lnTo>
                  <a:lnTo>
                    <a:pt x="257321" y="395527"/>
                  </a:lnTo>
                  <a:lnTo>
                    <a:pt x="264275" y="395527"/>
                  </a:lnTo>
                  <a:lnTo>
                    <a:pt x="271230" y="395527"/>
                  </a:lnTo>
                  <a:lnTo>
                    <a:pt x="278185" y="395527"/>
                  </a:lnTo>
                  <a:lnTo>
                    <a:pt x="285139" y="395527"/>
                  </a:lnTo>
                  <a:lnTo>
                    <a:pt x="292094" y="395527"/>
                  </a:lnTo>
                  <a:lnTo>
                    <a:pt x="299048" y="395527"/>
                  </a:lnTo>
                  <a:lnTo>
                    <a:pt x="306003" y="395527"/>
                  </a:lnTo>
                  <a:lnTo>
                    <a:pt x="312958" y="395527"/>
                  </a:lnTo>
                  <a:lnTo>
                    <a:pt x="319912" y="395527"/>
                  </a:lnTo>
                  <a:lnTo>
                    <a:pt x="326867" y="395527"/>
                  </a:lnTo>
                  <a:lnTo>
                    <a:pt x="333822" y="395527"/>
                  </a:lnTo>
                  <a:lnTo>
                    <a:pt x="340776" y="395527"/>
                  </a:lnTo>
                  <a:lnTo>
                    <a:pt x="347731" y="395527"/>
                  </a:lnTo>
                  <a:lnTo>
                    <a:pt x="354685" y="395527"/>
                  </a:lnTo>
                  <a:lnTo>
                    <a:pt x="361640" y="395527"/>
                  </a:lnTo>
                  <a:lnTo>
                    <a:pt x="368595" y="395527"/>
                  </a:lnTo>
                  <a:lnTo>
                    <a:pt x="375549" y="395527"/>
                  </a:lnTo>
                  <a:lnTo>
                    <a:pt x="382504" y="395527"/>
                  </a:lnTo>
                  <a:lnTo>
                    <a:pt x="389459" y="395527"/>
                  </a:lnTo>
                  <a:lnTo>
                    <a:pt x="396413" y="395527"/>
                  </a:lnTo>
                  <a:lnTo>
                    <a:pt x="403368" y="395527"/>
                  </a:lnTo>
                  <a:lnTo>
                    <a:pt x="410323" y="395527"/>
                  </a:lnTo>
                  <a:lnTo>
                    <a:pt x="417277" y="395527"/>
                  </a:lnTo>
                  <a:lnTo>
                    <a:pt x="424232" y="395527"/>
                  </a:lnTo>
                  <a:lnTo>
                    <a:pt x="431186" y="395527"/>
                  </a:lnTo>
                  <a:lnTo>
                    <a:pt x="438141" y="395527"/>
                  </a:lnTo>
                  <a:lnTo>
                    <a:pt x="445096" y="395527"/>
                  </a:lnTo>
                  <a:lnTo>
                    <a:pt x="452050" y="395527"/>
                  </a:lnTo>
                  <a:lnTo>
                    <a:pt x="459005" y="395527"/>
                  </a:lnTo>
                  <a:lnTo>
                    <a:pt x="465960" y="395527"/>
                  </a:lnTo>
                  <a:lnTo>
                    <a:pt x="472914" y="395527"/>
                  </a:lnTo>
                  <a:lnTo>
                    <a:pt x="479869" y="395527"/>
                  </a:lnTo>
                  <a:lnTo>
                    <a:pt x="486823" y="395527"/>
                  </a:lnTo>
                  <a:lnTo>
                    <a:pt x="493778" y="395527"/>
                  </a:lnTo>
                  <a:lnTo>
                    <a:pt x="500733" y="395527"/>
                  </a:lnTo>
                  <a:lnTo>
                    <a:pt x="507687" y="395527"/>
                  </a:lnTo>
                  <a:lnTo>
                    <a:pt x="514642" y="395527"/>
                  </a:lnTo>
                  <a:lnTo>
                    <a:pt x="521597" y="395527"/>
                  </a:lnTo>
                  <a:lnTo>
                    <a:pt x="528551" y="395527"/>
                  </a:lnTo>
                  <a:lnTo>
                    <a:pt x="535506" y="395527"/>
                  </a:lnTo>
                  <a:lnTo>
                    <a:pt x="542460" y="395527"/>
                  </a:lnTo>
                  <a:lnTo>
                    <a:pt x="549415" y="395527"/>
                  </a:lnTo>
                  <a:lnTo>
                    <a:pt x="556370" y="395527"/>
                  </a:lnTo>
                  <a:lnTo>
                    <a:pt x="563324" y="395527"/>
                  </a:lnTo>
                  <a:lnTo>
                    <a:pt x="570279" y="395527"/>
                  </a:lnTo>
                  <a:lnTo>
                    <a:pt x="577234" y="395527"/>
                  </a:lnTo>
                  <a:lnTo>
                    <a:pt x="584188" y="395527"/>
                  </a:lnTo>
                  <a:lnTo>
                    <a:pt x="591143" y="395527"/>
                  </a:lnTo>
                  <a:lnTo>
                    <a:pt x="598097" y="395527"/>
                  </a:lnTo>
                  <a:lnTo>
                    <a:pt x="605052" y="395527"/>
                  </a:lnTo>
                  <a:lnTo>
                    <a:pt x="612007" y="395527"/>
                  </a:lnTo>
                  <a:lnTo>
                    <a:pt x="618961" y="395527"/>
                  </a:lnTo>
                  <a:lnTo>
                    <a:pt x="625916" y="395527"/>
                  </a:lnTo>
                  <a:lnTo>
                    <a:pt x="632871" y="395527"/>
                  </a:lnTo>
                  <a:lnTo>
                    <a:pt x="639825" y="395527"/>
                  </a:lnTo>
                  <a:lnTo>
                    <a:pt x="646780" y="395527"/>
                  </a:lnTo>
                  <a:lnTo>
                    <a:pt x="653734" y="395527"/>
                  </a:lnTo>
                  <a:lnTo>
                    <a:pt x="660689" y="395527"/>
                  </a:lnTo>
                  <a:lnTo>
                    <a:pt x="667644" y="395527"/>
                  </a:lnTo>
                  <a:lnTo>
                    <a:pt x="674598" y="395527"/>
                  </a:lnTo>
                  <a:lnTo>
                    <a:pt x="681553" y="395527"/>
                  </a:lnTo>
                  <a:lnTo>
                    <a:pt x="688508" y="395527"/>
                  </a:lnTo>
                  <a:lnTo>
                    <a:pt x="695462" y="395527"/>
                  </a:lnTo>
                  <a:lnTo>
                    <a:pt x="702417" y="395527"/>
                  </a:lnTo>
                  <a:lnTo>
                    <a:pt x="709371" y="395527"/>
                  </a:lnTo>
                  <a:lnTo>
                    <a:pt x="716326" y="395527"/>
                  </a:lnTo>
                  <a:lnTo>
                    <a:pt x="723281" y="395527"/>
                  </a:lnTo>
                  <a:lnTo>
                    <a:pt x="730235" y="395527"/>
                  </a:lnTo>
                  <a:lnTo>
                    <a:pt x="737190" y="395527"/>
                  </a:lnTo>
                  <a:lnTo>
                    <a:pt x="744145" y="395527"/>
                  </a:lnTo>
                  <a:lnTo>
                    <a:pt x="751099" y="395527"/>
                  </a:lnTo>
                  <a:lnTo>
                    <a:pt x="758054" y="395527"/>
                  </a:lnTo>
                  <a:lnTo>
                    <a:pt x="765009" y="395527"/>
                  </a:lnTo>
                  <a:lnTo>
                    <a:pt x="771963" y="395527"/>
                  </a:lnTo>
                  <a:lnTo>
                    <a:pt x="778918" y="395527"/>
                  </a:lnTo>
                  <a:lnTo>
                    <a:pt x="785872" y="395527"/>
                  </a:lnTo>
                  <a:lnTo>
                    <a:pt x="792827" y="395527"/>
                  </a:lnTo>
                  <a:lnTo>
                    <a:pt x="799782" y="395527"/>
                  </a:lnTo>
                  <a:lnTo>
                    <a:pt x="806736" y="395527"/>
                  </a:lnTo>
                  <a:lnTo>
                    <a:pt x="813691" y="395527"/>
                  </a:lnTo>
                  <a:lnTo>
                    <a:pt x="820646" y="395527"/>
                  </a:lnTo>
                  <a:lnTo>
                    <a:pt x="827600" y="395527"/>
                  </a:lnTo>
                  <a:lnTo>
                    <a:pt x="834555" y="395527"/>
                  </a:lnTo>
                  <a:lnTo>
                    <a:pt x="841509" y="395527"/>
                  </a:lnTo>
                  <a:lnTo>
                    <a:pt x="848464" y="395527"/>
                  </a:lnTo>
                  <a:lnTo>
                    <a:pt x="855419" y="395527"/>
                  </a:lnTo>
                  <a:lnTo>
                    <a:pt x="862373" y="395527"/>
                  </a:lnTo>
                  <a:lnTo>
                    <a:pt x="869328" y="395527"/>
                  </a:lnTo>
                  <a:lnTo>
                    <a:pt x="876283" y="395527"/>
                  </a:lnTo>
                  <a:lnTo>
                    <a:pt x="883237" y="395527"/>
                  </a:lnTo>
                  <a:lnTo>
                    <a:pt x="890192" y="395527"/>
                  </a:lnTo>
                  <a:lnTo>
                    <a:pt x="897146" y="395527"/>
                  </a:lnTo>
                  <a:lnTo>
                    <a:pt x="904101" y="395527"/>
                  </a:lnTo>
                  <a:lnTo>
                    <a:pt x="911056" y="395527"/>
                  </a:lnTo>
                  <a:lnTo>
                    <a:pt x="918010" y="395527"/>
                  </a:lnTo>
                  <a:lnTo>
                    <a:pt x="924965" y="395527"/>
                  </a:lnTo>
                  <a:lnTo>
                    <a:pt x="931920" y="395527"/>
                  </a:lnTo>
                  <a:lnTo>
                    <a:pt x="938874" y="395527"/>
                  </a:lnTo>
                  <a:lnTo>
                    <a:pt x="945829" y="395527"/>
                  </a:lnTo>
                  <a:lnTo>
                    <a:pt x="952783" y="395527"/>
                  </a:lnTo>
                  <a:lnTo>
                    <a:pt x="959738" y="395527"/>
                  </a:lnTo>
                  <a:lnTo>
                    <a:pt x="966693" y="395527"/>
                  </a:lnTo>
                  <a:lnTo>
                    <a:pt x="973647" y="395527"/>
                  </a:lnTo>
                  <a:lnTo>
                    <a:pt x="980602" y="395527"/>
                  </a:lnTo>
                  <a:lnTo>
                    <a:pt x="987557" y="395527"/>
                  </a:lnTo>
                  <a:lnTo>
                    <a:pt x="994511" y="395527"/>
                  </a:lnTo>
                  <a:lnTo>
                    <a:pt x="1001466" y="395527"/>
                  </a:lnTo>
                  <a:lnTo>
                    <a:pt x="1008420" y="395527"/>
                  </a:lnTo>
                  <a:lnTo>
                    <a:pt x="1015375" y="395527"/>
                  </a:lnTo>
                  <a:lnTo>
                    <a:pt x="1022330" y="395527"/>
                  </a:lnTo>
                  <a:lnTo>
                    <a:pt x="1029284" y="395527"/>
                  </a:lnTo>
                  <a:lnTo>
                    <a:pt x="1036239" y="395527"/>
                  </a:lnTo>
                  <a:lnTo>
                    <a:pt x="1043194" y="395527"/>
                  </a:lnTo>
                  <a:lnTo>
                    <a:pt x="1050148" y="395527"/>
                  </a:lnTo>
                  <a:lnTo>
                    <a:pt x="1057103" y="395527"/>
                  </a:lnTo>
                  <a:lnTo>
                    <a:pt x="1064057" y="395527"/>
                  </a:lnTo>
                  <a:lnTo>
                    <a:pt x="1071012" y="395527"/>
                  </a:lnTo>
                  <a:lnTo>
                    <a:pt x="1077967" y="395527"/>
                  </a:lnTo>
                  <a:lnTo>
                    <a:pt x="1084921" y="395527"/>
                  </a:lnTo>
                  <a:lnTo>
                    <a:pt x="1091876" y="395527"/>
                  </a:lnTo>
                  <a:lnTo>
                    <a:pt x="1098831" y="395527"/>
                  </a:lnTo>
                  <a:lnTo>
                    <a:pt x="1105785" y="395527"/>
                  </a:lnTo>
                  <a:lnTo>
                    <a:pt x="1112740" y="395527"/>
                  </a:lnTo>
                  <a:lnTo>
                    <a:pt x="1119694" y="395527"/>
                  </a:lnTo>
                  <a:lnTo>
                    <a:pt x="1126649" y="395527"/>
                  </a:lnTo>
                  <a:lnTo>
                    <a:pt x="1133604" y="395527"/>
                  </a:lnTo>
                  <a:lnTo>
                    <a:pt x="1140558" y="395527"/>
                  </a:lnTo>
                  <a:lnTo>
                    <a:pt x="1147513" y="395527"/>
                  </a:lnTo>
                  <a:lnTo>
                    <a:pt x="1154468" y="395527"/>
                  </a:lnTo>
                  <a:lnTo>
                    <a:pt x="1161422" y="395527"/>
                  </a:lnTo>
                  <a:lnTo>
                    <a:pt x="1168377" y="395527"/>
                  </a:lnTo>
                  <a:lnTo>
                    <a:pt x="1175332" y="395527"/>
                  </a:lnTo>
                  <a:lnTo>
                    <a:pt x="1182286" y="395527"/>
                  </a:lnTo>
                  <a:lnTo>
                    <a:pt x="1189241" y="395527"/>
                  </a:lnTo>
                  <a:lnTo>
                    <a:pt x="1196195" y="395527"/>
                  </a:lnTo>
                  <a:lnTo>
                    <a:pt x="1203150" y="395527"/>
                  </a:lnTo>
                  <a:lnTo>
                    <a:pt x="1210105" y="395527"/>
                  </a:lnTo>
                  <a:lnTo>
                    <a:pt x="1217059" y="395527"/>
                  </a:lnTo>
                  <a:lnTo>
                    <a:pt x="1224014" y="395527"/>
                  </a:lnTo>
                  <a:lnTo>
                    <a:pt x="1230969" y="395527"/>
                  </a:lnTo>
                  <a:lnTo>
                    <a:pt x="1237923" y="395527"/>
                  </a:lnTo>
                  <a:lnTo>
                    <a:pt x="1244878" y="395527"/>
                  </a:lnTo>
                  <a:lnTo>
                    <a:pt x="1251832" y="395527"/>
                  </a:lnTo>
                  <a:lnTo>
                    <a:pt x="1258787" y="395527"/>
                  </a:lnTo>
                  <a:lnTo>
                    <a:pt x="1265742" y="395527"/>
                  </a:lnTo>
                  <a:lnTo>
                    <a:pt x="1272696" y="395527"/>
                  </a:lnTo>
                  <a:lnTo>
                    <a:pt x="1279651" y="395527"/>
                  </a:lnTo>
                  <a:lnTo>
                    <a:pt x="1286606" y="395527"/>
                  </a:lnTo>
                  <a:lnTo>
                    <a:pt x="1293560" y="395527"/>
                  </a:lnTo>
                  <a:lnTo>
                    <a:pt x="1300515" y="395527"/>
                  </a:lnTo>
                  <a:lnTo>
                    <a:pt x="1307469" y="395527"/>
                  </a:lnTo>
                  <a:lnTo>
                    <a:pt x="1314424" y="395527"/>
                  </a:lnTo>
                  <a:lnTo>
                    <a:pt x="1321379" y="395527"/>
                  </a:lnTo>
                  <a:lnTo>
                    <a:pt x="1328333" y="395526"/>
                  </a:lnTo>
                  <a:lnTo>
                    <a:pt x="1335288" y="395526"/>
                  </a:lnTo>
                  <a:lnTo>
                    <a:pt x="1342243" y="395526"/>
                  </a:lnTo>
                  <a:lnTo>
                    <a:pt x="1349197" y="395524"/>
                  </a:lnTo>
                  <a:lnTo>
                    <a:pt x="1356152" y="395522"/>
                  </a:lnTo>
                  <a:lnTo>
                    <a:pt x="1363106" y="395517"/>
                  </a:lnTo>
                  <a:lnTo>
                    <a:pt x="1370061" y="395509"/>
                  </a:lnTo>
                  <a:lnTo>
                    <a:pt x="1377016" y="395496"/>
                  </a:lnTo>
                  <a:lnTo>
                    <a:pt x="1383970" y="395474"/>
                  </a:lnTo>
                  <a:lnTo>
                    <a:pt x="1390925" y="395443"/>
                  </a:lnTo>
                  <a:lnTo>
                    <a:pt x="1397880" y="395401"/>
                  </a:lnTo>
                  <a:lnTo>
                    <a:pt x="1404834" y="395347"/>
                  </a:lnTo>
                  <a:lnTo>
                    <a:pt x="1411789" y="395284"/>
                  </a:lnTo>
                  <a:lnTo>
                    <a:pt x="1418743" y="395216"/>
                  </a:lnTo>
                  <a:lnTo>
                    <a:pt x="1425698" y="395150"/>
                  </a:lnTo>
                  <a:lnTo>
                    <a:pt x="1432653" y="395094"/>
                  </a:lnTo>
                  <a:lnTo>
                    <a:pt x="1439607" y="395056"/>
                  </a:lnTo>
                  <a:lnTo>
                    <a:pt x="1446562" y="395044"/>
                  </a:lnTo>
                  <a:lnTo>
                    <a:pt x="1453517" y="395055"/>
                  </a:lnTo>
                  <a:lnTo>
                    <a:pt x="1460471" y="395085"/>
                  </a:lnTo>
                  <a:lnTo>
                    <a:pt x="1467426" y="395125"/>
                  </a:lnTo>
                  <a:lnTo>
                    <a:pt x="1474380" y="395161"/>
                  </a:lnTo>
                  <a:lnTo>
                    <a:pt x="1481335" y="395178"/>
                  </a:lnTo>
                  <a:lnTo>
                    <a:pt x="1488290" y="395161"/>
                  </a:lnTo>
                  <a:lnTo>
                    <a:pt x="1495244" y="395097"/>
                  </a:lnTo>
                  <a:lnTo>
                    <a:pt x="1502199" y="394972"/>
                  </a:lnTo>
                  <a:lnTo>
                    <a:pt x="1509154" y="394782"/>
                  </a:lnTo>
                  <a:lnTo>
                    <a:pt x="1516108" y="394526"/>
                  </a:lnTo>
                  <a:lnTo>
                    <a:pt x="1523063" y="394208"/>
                  </a:lnTo>
                  <a:lnTo>
                    <a:pt x="1530018" y="393844"/>
                  </a:lnTo>
                  <a:lnTo>
                    <a:pt x="1536972" y="393454"/>
                  </a:lnTo>
                  <a:lnTo>
                    <a:pt x="1543927" y="393062"/>
                  </a:lnTo>
                  <a:lnTo>
                    <a:pt x="1550881" y="392692"/>
                  </a:lnTo>
                  <a:lnTo>
                    <a:pt x="1557836" y="392364"/>
                  </a:lnTo>
                  <a:lnTo>
                    <a:pt x="1564791" y="392080"/>
                  </a:lnTo>
                  <a:lnTo>
                    <a:pt x="1571745" y="391829"/>
                  </a:lnTo>
                  <a:lnTo>
                    <a:pt x="1578700" y="391587"/>
                  </a:lnTo>
                  <a:lnTo>
                    <a:pt x="1585655" y="391322"/>
                  </a:lnTo>
                  <a:lnTo>
                    <a:pt x="1592609" y="390997"/>
                  </a:lnTo>
                  <a:lnTo>
                    <a:pt x="1599564" y="390580"/>
                  </a:lnTo>
                  <a:lnTo>
                    <a:pt x="1606518" y="390046"/>
                  </a:lnTo>
                  <a:lnTo>
                    <a:pt x="1613473" y="389384"/>
                  </a:lnTo>
                  <a:lnTo>
                    <a:pt x="1620428" y="388597"/>
                  </a:lnTo>
                  <a:lnTo>
                    <a:pt x="1627382" y="387703"/>
                  </a:lnTo>
                  <a:lnTo>
                    <a:pt x="1634337" y="386731"/>
                  </a:lnTo>
                  <a:lnTo>
                    <a:pt x="1641292" y="385720"/>
                  </a:lnTo>
                  <a:lnTo>
                    <a:pt x="1648246" y="384705"/>
                  </a:lnTo>
                  <a:lnTo>
                    <a:pt x="1655201" y="383710"/>
                  </a:lnTo>
                  <a:lnTo>
                    <a:pt x="1662155" y="382742"/>
                  </a:lnTo>
                  <a:lnTo>
                    <a:pt x="1669110" y="381775"/>
                  </a:lnTo>
                  <a:lnTo>
                    <a:pt x="1676065" y="380753"/>
                  </a:lnTo>
                  <a:lnTo>
                    <a:pt x="1683019" y="379603"/>
                  </a:lnTo>
                  <a:lnTo>
                    <a:pt x="1689974" y="378248"/>
                  </a:lnTo>
                  <a:lnTo>
                    <a:pt x="1696929" y="376625"/>
                  </a:lnTo>
                  <a:lnTo>
                    <a:pt x="1703883" y="374696"/>
                  </a:lnTo>
                  <a:lnTo>
                    <a:pt x="1710838" y="372455"/>
                  </a:lnTo>
                  <a:lnTo>
                    <a:pt x="1717792" y="369931"/>
                  </a:lnTo>
                  <a:lnTo>
                    <a:pt x="1724747" y="367174"/>
                  </a:lnTo>
                  <a:lnTo>
                    <a:pt x="1731702" y="364243"/>
                  </a:lnTo>
                  <a:lnTo>
                    <a:pt x="1738656" y="361187"/>
                  </a:lnTo>
                  <a:lnTo>
                    <a:pt x="1745611" y="358033"/>
                  </a:lnTo>
                  <a:lnTo>
                    <a:pt x="1752566" y="354772"/>
                  </a:lnTo>
                  <a:lnTo>
                    <a:pt x="1759520" y="351362"/>
                  </a:lnTo>
                  <a:lnTo>
                    <a:pt x="1766475" y="347733"/>
                  </a:lnTo>
                  <a:lnTo>
                    <a:pt x="1773429" y="343805"/>
                  </a:lnTo>
                  <a:lnTo>
                    <a:pt x="1780384" y="339492"/>
                  </a:lnTo>
                  <a:lnTo>
                    <a:pt x="1787339" y="334741"/>
                  </a:lnTo>
                  <a:lnTo>
                    <a:pt x="1794293" y="329555"/>
                  </a:lnTo>
                  <a:lnTo>
                    <a:pt x="1801248" y="323944"/>
                  </a:lnTo>
                  <a:lnTo>
                    <a:pt x="1808203" y="317930"/>
                  </a:lnTo>
                  <a:lnTo>
                    <a:pt x="1815157" y="311526"/>
                  </a:lnTo>
                  <a:lnTo>
                    <a:pt x="1822112" y="304743"/>
                  </a:lnTo>
                  <a:lnTo>
                    <a:pt x="1829066" y="297587"/>
                  </a:lnTo>
                  <a:lnTo>
                    <a:pt x="1836021" y="290085"/>
                  </a:lnTo>
                  <a:lnTo>
                    <a:pt x="1842976" y="282299"/>
                  </a:lnTo>
                  <a:lnTo>
                    <a:pt x="1849930" y="274341"/>
                  </a:lnTo>
                  <a:lnTo>
                    <a:pt x="1856885" y="266371"/>
                  </a:lnTo>
                  <a:lnTo>
                    <a:pt x="1863840" y="258574"/>
                  </a:lnTo>
                  <a:lnTo>
                    <a:pt x="1870794" y="251125"/>
                  </a:lnTo>
                  <a:lnTo>
                    <a:pt x="1877749" y="244144"/>
                  </a:lnTo>
                  <a:lnTo>
                    <a:pt x="1884704" y="237661"/>
                  </a:lnTo>
                  <a:lnTo>
                    <a:pt x="1891658" y="231600"/>
                  </a:lnTo>
                  <a:lnTo>
                    <a:pt x="1898613" y="225756"/>
                  </a:lnTo>
                  <a:lnTo>
                    <a:pt x="1905567" y="219837"/>
                  </a:lnTo>
                  <a:lnTo>
                    <a:pt x="1912522" y="213562"/>
                  </a:lnTo>
                  <a:lnTo>
                    <a:pt x="1919477" y="206688"/>
                  </a:lnTo>
                  <a:lnTo>
                    <a:pt x="1926431" y="199047"/>
                  </a:lnTo>
                  <a:lnTo>
                    <a:pt x="1933386" y="190567"/>
                  </a:lnTo>
                  <a:lnTo>
                    <a:pt x="1940341" y="181266"/>
                  </a:lnTo>
                  <a:lnTo>
                    <a:pt x="1947295" y="171240"/>
                  </a:lnTo>
                  <a:lnTo>
                    <a:pt x="1954250" y="160643"/>
                  </a:lnTo>
                  <a:lnTo>
                    <a:pt x="1961204" y="149662"/>
                  </a:lnTo>
                  <a:lnTo>
                    <a:pt x="1968159" y="138499"/>
                  </a:lnTo>
                  <a:lnTo>
                    <a:pt x="1975114" y="127353"/>
                  </a:lnTo>
                  <a:lnTo>
                    <a:pt x="1982068" y="116406"/>
                  </a:lnTo>
                  <a:lnTo>
                    <a:pt x="1989023" y="105809"/>
                  </a:lnTo>
                  <a:lnTo>
                    <a:pt x="1995978" y="95666"/>
                  </a:lnTo>
                  <a:lnTo>
                    <a:pt x="2002932" y="86031"/>
                  </a:lnTo>
                  <a:lnTo>
                    <a:pt x="2009887" y="76934"/>
                  </a:lnTo>
                  <a:lnTo>
                    <a:pt x="2016841" y="68301"/>
                  </a:lnTo>
                  <a:lnTo>
                    <a:pt x="2023796" y="60097"/>
                  </a:lnTo>
                  <a:lnTo>
                    <a:pt x="2030751" y="52311"/>
                  </a:lnTo>
                  <a:lnTo>
                    <a:pt x="2037705" y="44976"/>
                  </a:lnTo>
                  <a:lnTo>
                    <a:pt x="2044660" y="38159"/>
                  </a:lnTo>
                  <a:lnTo>
                    <a:pt x="2051615" y="31938"/>
                  </a:lnTo>
                  <a:lnTo>
                    <a:pt x="2058569" y="26377"/>
                  </a:lnTo>
                  <a:lnTo>
                    <a:pt x="2065524" y="21501"/>
                  </a:lnTo>
                  <a:lnTo>
                    <a:pt x="2072478" y="17284"/>
                  </a:lnTo>
                  <a:lnTo>
                    <a:pt x="2079433" y="13655"/>
                  </a:lnTo>
                  <a:lnTo>
                    <a:pt x="2086388" y="10522"/>
                  </a:lnTo>
                  <a:lnTo>
                    <a:pt x="2093342" y="7798"/>
                  </a:lnTo>
                  <a:lnTo>
                    <a:pt x="2100297" y="5424"/>
                  </a:lnTo>
                  <a:lnTo>
                    <a:pt x="2107252" y="3389"/>
                  </a:lnTo>
                  <a:lnTo>
                    <a:pt x="2114206" y="1731"/>
                  </a:lnTo>
                  <a:lnTo>
                    <a:pt x="2121161" y="566"/>
                  </a:lnTo>
                  <a:lnTo>
                    <a:pt x="2128115" y="0"/>
                  </a:lnTo>
                  <a:lnTo>
                    <a:pt x="2135070" y="141"/>
                  </a:lnTo>
                  <a:lnTo>
                    <a:pt x="2142025" y="1089"/>
                  </a:lnTo>
                  <a:lnTo>
                    <a:pt x="2148979" y="2905"/>
                  </a:lnTo>
                  <a:lnTo>
                    <a:pt x="2155934" y="5610"/>
                  </a:lnTo>
                  <a:lnTo>
                    <a:pt x="2162889" y="9188"/>
                  </a:lnTo>
                  <a:lnTo>
                    <a:pt x="2169843" y="13592"/>
                  </a:lnTo>
                  <a:lnTo>
                    <a:pt x="2176798" y="18761"/>
                  </a:lnTo>
                  <a:lnTo>
                    <a:pt x="2183752" y="24625"/>
                  </a:lnTo>
                  <a:lnTo>
                    <a:pt x="2190707" y="31109"/>
                  </a:lnTo>
                  <a:lnTo>
                    <a:pt x="2197662" y="38131"/>
                  </a:lnTo>
                  <a:lnTo>
                    <a:pt x="2204616" y="45596"/>
                  </a:lnTo>
                  <a:lnTo>
                    <a:pt x="2211571" y="53401"/>
                  </a:lnTo>
                  <a:lnTo>
                    <a:pt x="2218526" y="61433"/>
                  </a:lnTo>
                  <a:lnTo>
                    <a:pt x="2225480" y="69573"/>
                  </a:lnTo>
                  <a:lnTo>
                    <a:pt x="2232435" y="77694"/>
                  </a:lnTo>
                  <a:lnTo>
                    <a:pt x="2239389" y="85654"/>
                  </a:lnTo>
                  <a:lnTo>
                    <a:pt x="2246344" y="93326"/>
                  </a:lnTo>
                  <a:lnTo>
                    <a:pt x="2253299" y="100599"/>
                  </a:lnTo>
                  <a:lnTo>
                    <a:pt x="2260253" y="107412"/>
                  </a:lnTo>
                  <a:lnTo>
                    <a:pt x="2267208" y="113793"/>
                  </a:lnTo>
                  <a:lnTo>
                    <a:pt x="2274163" y="119884"/>
                  </a:lnTo>
                  <a:lnTo>
                    <a:pt x="2281117" y="125940"/>
                  </a:lnTo>
                  <a:lnTo>
                    <a:pt x="2288072" y="132281"/>
                  </a:lnTo>
                  <a:lnTo>
                    <a:pt x="2295027" y="139223"/>
                  </a:lnTo>
                  <a:lnTo>
                    <a:pt x="2301981" y="146992"/>
                  </a:lnTo>
                  <a:lnTo>
                    <a:pt x="2308936" y="155656"/>
                  </a:lnTo>
                  <a:lnTo>
                    <a:pt x="2315890" y="165105"/>
                  </a:lnTo>
                  <a:lnTo>
                    <a:pt x="2322845" y="175078"/>
                  </a:lnTo>
                  <a:lnTo>
                    <a:pt x="2329800" y="185238"/>
                  </a:lnTo>
                  <a:lnTo>
                    <a:pt x="2336754" y="195261"/>
                  </a:lnTo>
                  <a:lnTo>
                    <a:pt x="2343709" y="204896"/>
                  </a:lnTo>
                  <a:lnTo>
                    <a:pt x="2350664" y="214007"/>
                  </a:lnTo>
                  <a:lnTo>
                    <a:pt x="2357618" y="222611"/>
                  </a:lnTo>
                  <a:lnTo>
                    <a:pt x="2364573" y="230755"/>
                  </a:lnTo>
                  <a:lnTo>
                    <a:pt x="2371527" y="238498"/>
                  </a:lnTo>
                  <a:lnTo>
                    <a:pt x="2378482" y="245886"/>
                  </a:lnTo>
                  <a:lnTo>
                    <a:pt x="2385437" y="252951"/>
                  </a:lnTo>
                  <a:lnTo>
                    <a:pt x="2392391" y="259718"/>
                  </a:lnTo>
                  <a:lnTo>
                    <a:pt x="2399346" y="266214"/>
                  </a:lnTo>
                  <a:lnTo>
                    <a:pt x="2406301" y="272470"/>
                  </a:lnTo>
                  <a:lnTo>
                    <a:pt x="2413255" y="278519"/>
                  </a:lnTo>
                  <a:lnTo>
                    <a:pt x="2420210" y="284389"/>
                  </a:lnTo>
                  <a:lnTo>
                    <a:pt x="2427164" y="290103"/>
                  </a:lnTo>
                  <a:lnTo>
                    <a:pt x="2434119" y="295682"/>
                  </a:lnTo>
                  <a:lnTo>
                    <a:pt x="2441074" y="301149"/>
                  </a:lnTo>
                  <a:lnTo>
                    <a:pt x="2448028" y="306544"/>
                  </a:lnTo>
                  <a:lnTo>
                    <a:pt x="2454983" y="311915"/>
                  </a:lnTo>
                  <a:lnTo>
                    <a:pt x="2461938" y="317321"/>
                  </a:lnTo>
                  <a:lnTo>
                    <a:pt x="2468892" y="322797"/>
                  </a:lnTo>
                  <a:lnTo>
                    <a:pt x="2475847" y="328339"/>
                  </a:lnTo>
                  <a:lnTo>
                    <a:pt x="2482801" y="333898"/>
                  </a:lnTo>
                  <a:lnTo>
                    <a:pt x="2489756" y="339383"/>
                  </a:lnTo>
                  <a:lnTo>
                    <a:pt x="2496711" y="344675"/>
                  </a:lnTo>
                  <a:lnTo>
                    <a:pt x="2503665" y="349645"/>
                  </a:lnTo>
                  <a:lnTo>
                    <a:pt x="2510620" y="354177"/>
                  </a:lnTo>
                  <a:lnTo>
                    <a:pt x="2517575" y="358189"/>
                  </a:lnTo>
                  <a:lnTo>
                    <a:pt x="2524529" y="361642"/>
                  </a:lnTo>
                  <a:lnTo>
                    <a:pt x="2531484" y="364542"/>
                  </a:lnTo>
                  <a:lnTo>
                    <a:pt x="2538438" y="366938"/>
                  </a:lnTo>
                  <a:lnTo>
                    <a:pt x="2545393" y="368910"/>
                  </a:lnTo>
                  <a:lnTo>
                    <a:pt x="2552348" y="370556"/>
                  </a:lnTo>
                  <a:lnTo>
                    <a:pt x="2559302" y="371979"/>
                  </a:lnTo>
                  <a:lnTo>
                    <a:pt x="2566257" y="373280"/>
                  </a:lnTo>
                  <a:lnTo>
                    <a:pt x="2573212" y="374548"/>
                  </a:lnTo>
                  <a:lnTo>
                    <a:pt x="2580166" y="375854"/>
                  </a:lnTo>
                  <a:lnTo>
                    <a:pt x="2587121" y="377239"/>
                  </a:lnTo>
                  <a:lnTo>
                    <a:pt x="2594075" y="378719"/>
                  </a:lnTo>
                  <a:lnTo>
                    <a:pt x="2601030" y="380281"/>
                  </a:lnTo>
                  <a:lnTo>
                    <a:pt x="2607985" y="381891"/>
                  </a:lnTo>
                  <a:lnTo>
                    <a:pt x="2614939" y="383495"/>
                  </a:lnTo>
                  <a:lnTo>
                    <a:pt x="2621894" y="385027"/>
                  </a:lnTo>
                  <a:lnTo>
                    <a:pt x="2628849" y="386425"/>
                  </a:lnTo>
                  <a:lnTo>
                    <a:pt x="2635803" y="387635"/>
                  </a:lnTo>
                  <a:lnTo>
                    <a:pt x="2642758" y="388628"/>
                  </a:lnTo>
                  <a:lnTo>
                    <a:pt x="2649713" y="389398"/>
                  </a:lnTo>
                  <a:lnTo>
                    <a:pt x="2656667" y="389968"/>
                  </a:lnTo>
                  <a:lnTo>
                    <a:pt x="2663622" y="390384"/>
                  </a:lnTo>
                  <a:lnTo>
                    <a:pt x="2670576" y="390704"/>
                  </a:lnTo>
                  <a:lnTo>
                    <a:pt x="2677531" y="390989"/>
                  </a:lnTo>
                  <a:lnTo>
                    <a:pt x="2684486" y="391290"/>
                  </a:lnTo>
                  <a:lnTo>
                    <a:pt x="2691440" y="391638"/>
                  </a:lnTo>
                  <a:lnTo>
                    <a:pt x="2698395" y="392036"/>
                  </a:lnTo>
                  <a:lnTo>
                    <a:pt x="2705350" y="392469"/>
                  </a:lnTo>
                  <a:lnTo>
                    <a:pt x="2712304" y="392910"/>
                  </a:lnTo>
                  <a:lnTo>
                    <a:pt x="2719259" y="393330"/>
                  </a:lnTo>
                  <a:lnTo>
                    <a:pt x="2726213" y="393706"/>
                  </a:lnTo>
                  <a:lnTo>
                    <a:pt x="2733168" y="394022"/>
                  </a:lnTo>
                  <a:lnTo>
                    <a:pt x="2740123" y="394274"/>
                  </a:lnTo>
                  <a:lnTo>
                    <a:pt x="2747077" y="394469"/>
                  </a:lnTo>
                  <a:lnTo>
                    <a:pt x="2754032" y="394618"/>
                  </a:lnTo>
                  <a:lnTo>
                    <a:pt x="2760987" y="394736"/>
                  </a:lnTo>
                  <a:lnTo>
                    <a:pt x="2767941" y="394836"/>
                  </a:lnTo>
                  <a:lnTo>
                    <a:pt x="2774896" y="394929"/>
                  </a:lnTo>
                  <a:lnTo>
                    <a:pt x="2781850" y="395020"/>
                  </a:lnTo>
                  <a:lnTo>
                    <a:pt x="2788805" y="395111"/>
                  </a:lnTo>
                  <a:lnTo>
                    <a:pt x="2795760" y="395199"/>
                  </a:lnTo>
                  <a:lnTo>
                    <a:pt x="2802714" y="395279"/>
                  </a:lnTo>
                  <a:lnTo>
                    <a:pt x="2809669" y="395348"/>
                  </a:lnTo>
                  <a:lnTo>
                    <a:pt x="2816624" y="395404"/>
                  </a:lnTo>
                  <a:lnTo>
                    <a:pt x="2823578" y="395447"/>
                  </a:lnTo>
                  <a:lnTo>
                    <a:pt x="2830533" y="395477"/>
                  </a:lnTo>
                  <a:lnTo>
                    <a:pt x="2837487" y="395497"/>
                  </a:lnTo>
                  <a:lnTo>
                    <a:pt x="2844442" y="395510"/>
                  </a:lnTo>
                  <a:lnTo>
                    <a:pt x="2851397" y="395518"/>
                  </a:lnTo>
                  <a:lnTo>
                    <a:pt x="2858351" y="395522"/>
                  </a:lnTo>
                  <a:lnTo>
                    <a:pt x="2865306" y="395525"/>
                  </a:lnTo>
                  <a:lnTo>
                    <a:pt x="2872261" y="395526"/>
                  </a:lnTo>
                  <a:lnTo>
                    <a:pt x="2879215" y="395526"/>
                  </a:lnTo>
                  <a:lnTo>
                    <a:pt x="2886170" y="395526"/>
                  </a:lnTo>
                  <a:lnTo>
                    <a:pt x="2893124" y="395527"/>
                  </a:lnTo>
                  <a:lnTo>
                    <a:pt x="2900079" y="395527"/>
                  </a:lnTo>
                  <a:lnTo>
                    <a:pt x="2907034" y="395527"/>
                  </a:lnTo>
                  <a:lnTo>
                    <a:pt x="2913988" y="395527"/>
                  </a:lnTo>
                  <a:lnTo>
                    <a:pt x="2920943" y="395527"/>
                  </a:lnTo>
                  <a:lnTo>
                    <a:pt x="2927898" y="395527"/>
                  </a:lnTo>
                  <a:lnTo>
                    <a:pt x="2934852" y="395527"/>
                  </a:lnTo>
                  <a:lnTo>
                    <a:pt x="2941807" y="395527"/>
                  </a:lnTo>
                  <a:lnTo>
                    <a:pt x="2948761" y="395527"/>
                  </a:lnTo>
                  <a:lnTo>
                    <a:pt x="2955716" y="395527"/>
                  </a:lnTo>
                  <a:lnTo>
                    <a:pt x="2962671" y="395527"/>
                  </a:lnTo>
                  <a:lnTo>
                    <a:pt x="2969625" y="395527"/>
                  </a:lnTo>
                  <a:lnTo>
                    <a:pt x="2976580" y="395527"/>
                  </a:lnTo>
                  <a:lnTo>
                    <a:pt x="2983535" y="395527"/>
                  </a:lnTo>
                  <a:lnTo>
                    <a:pt x="2990489" y="395527"/>
                  </a:lnTo>
                  <a:lnTo>
                    <a:pt x="2997444" y="395527"/>
                  </a:lnTo>
                  <a:lnTo>
                    <a:pt x="3004399" y="395527"/>
                  </a:lnTo>
                  <a:lnTo>
                    <a:pt x="3011353" y="395527"/>
                  </a:lnTo>
                  <a:lnTo>
                    <a:pt x="3018308" y="395527"/>
                  </a:lnTo>
                  <a:lnTo>
                    <a:pt x="3025262" y="395527"/>
                  </a:lnTo>
                  <a:lnTo>
                    <a:pt x="3032217" y="395527"/>
                  </a:lnTo>
                  <a:lnTo>
                    <a:pt x="3039172" y="395527"/>
                  </a:lnTo>
                  <a:lnTo>
                    <a:pt x="3046126" y="395527"/>
                  </a:lnTo>
                  <a:lnTo>
                    <a:pt x="3053081" y="395527"/>
                  </a:lnTo>
                  <a:lnTo>
                    <a:pt x="3060036" y="395527"/>
                  </a:lnTo>
                  <a:lnTo>
                    <a:pt x="3066990" y="395527"/>
                  </a:lnTo>
                  <a:lnTo>
                    <a:pt x="3073945" y="395527"/>
                  </a:lnTo>
                  <a:lnTo>
                    <a:pt x="3080899" y="395527"/>
                  </a:lnTo>
                  <a:lnTo>
                    <a:pt x="3087854" y="395527"/>
                  </a:lnTo>
                  <a:lnTo>
                    <a:pt x="3094809" y="395527"/>
                  </a:lnTo>
                  <a:lnTo>
                    <a:pt x="3101763" y="395527"/>
                  </a:lnTo>
                  <a:lnTo>
                    <a:pt x="3108718" y="395527"/>
                  </a:lnTo>
                  <a:lnTo>
                    <a:pt x="3115673" y="395527"/>
                  </a:lnTo>
                  <a:lnTo>
                    <a:pt x="3122627" y="395527"/>
                  </a:lnTo>
                  <a:lnTo>
                    <a:pt x="3129582" y="395527"/>
                  </a:lnTo>
                  <a:lnTo>
                    <a:pt x="3136536" y="395527"/>
                  </a:lnTo>
                  <a:lnTo>
                    <a:pt x="3143491" y="395527"/>
                  </a:lnTo>
                  <a:lnTo>
                    <a:pt x="3150446" y="395527"/>
                  </a:lnTo>
                  <a:lnTo>
                    <a:pt x="3157400" y="395527"/>
                  </a:lnTo>
                  <a:lnTo>
                    <a:pt x="3164355" y="395527"/>
                  </a:lnTo>
                  <a:lnTo>
                    <a:pt x="3171310" y="395527"/>
                  </a:lnTo>
                  <a:lnTo>
                    <a:pt x="3178264" y="395527"/>
                  </a:lnTo>
                  <a:lnTo>
                    <a:pt x="3185219" y="395527"/>
                  </a:lnTo>
                  <a:lnTo>
                    <a:pt x="3192173" y="395527"/>
                  </a:lnTo>
                  <a:lnTo>
                    <a:pt x="3199128" y="395527"/>
                  </a:lnTo>
                  <a:lnTo>
                    <a:pt x="3206083" y="395527"/>
                  </a:lnTo>
                  <a:lnTo>
                    <a:pt x="3213037" y="395527"/>
                  </a:lnTo>
                  <a:lnTo>
                    <a:pt x="3219992" y="395527"/>
                  </a:lnTo>
                  <a:lnTo>
                    <a:pt x="3226947" y="395527"/>
                  </a:lnTo>
                  <a:lnTo>
                    <a:pt x="3233901" y="395527"/>
                  </a:lnTo>
                  <a:lnTo>
                    <a:pt x="3240856" y="395527"/>
                  </a:lnTo>
                  <a:lnTo>
                    <a:pt x="3247810" y="395527"/>
                  </a:lnTo>
                  <a:lnTo>
                    <a:pt x="3254765" y="395527"/>
                  </a:lnTo>
                  <a:lnTo>
                    <a:pt x="3261720" y="395527"/>
                  </a:lnTo>
                  <a:lnTo>
                    <a:pt x="3268674" y="395527"/>
                  </a:lnTo>
                  <a:lnTo>
                    <a:pt x="3275629" y="395527"/>
                  </a:lnTo>
                  <a:lnTo>
                    <a:pt x="3282584" y="395527"/>
                  </a:lnTo>
                  <a:lnTo>
                    <a:pt x="3289538" y="395527"/>
                  </a:lnTo>
                  <a:lnTo>
                    <a:pt x="3296493" y="395527"/>
                  </a:lnTo>
                  <a:lnTo>
                    <a:pt x="3303447" y="395527"/>
                  </a:lnTo>
                  <a:lnTo>
                    <a:pt x="3310402" y="395527"/>
                  </a:lnTo>
                  <a:lnTo>
                    <a:pt x="3317357" y="395527"/>
                  </a:lnTo>
                  <a:lnTo>
                    <a:pt x="3324311" y="395527"/>
                  </a:lnTo>
                  <a:lnTo>
                    <a:pt x="3331266" y="395527"/>
                  </a:lnTo>
                  <a:lnTo>
                    <a:pt x="3338221" y="395527"/>
                  </a:lnTo>
                  <a:lnTo>
                    <a:pt x="3345175" y="395527"/>
                  </a:lnTo>
                  <a:lnTo>
                    <a:pt x="3352130" y="395527"/>
                  </a:lnTo>
                  <a:lnTo>
                    <a:pt x="3359084" y="395527"/>
                  </a:lnTo>
                  <a:lnTo>
                    <a:pt x="3366039" y="395527"/>
                  </a:lnTo>
                  <a:lnTo>
                    <a:pt x="3372994" y="395527"/>
                  </a:lnTo>
                  <a:lnTo>
                    <a:pt x="3379948" y="395527"/>
                  </a:lnTo>
                  <a:lnTo>
                    <a:pt x="3386903" y="395527"/>
                  </a:lnTo>
                  <a:lnTo>
                    <a:pt x="3393858" y="395527"/>
                  </a:lnTo>
                  <a:lnTo>
                    <a:pt x="3400812" y="395527"/>
                  </a:lnTo>
                  <a:lnTo>
                    <a:pt x="3407767" y="395527"/>
                  </a:lnTo>
                  <a:lnTo>
                    <a:pt x="3414722" y="395527"/>
                  </a:lnTo>
                  <a:lnTo>
                    <a:pt x="3421676" y="395527"/>
                  </a:lnTo>
                  <a:lnTo>
                    <a:pt x="3428631" y="395527"/>
                  </a:lnTo>
                  <a:lnTo>
                    <a:pt x="3435585" y="395527"/>
                  </a:lnTo>
                  <a:lnTo>
                    <a:pt x="3442540" y="395527"/>
                  </a:lnTo>
                  <a:lnTo>
                    <a:pt x="3449495" y="395527"/>
                  </a:lnTo>
                  <a:lnTo>
                    <a:pt x="3456449" y="395527"/>
                  </a:lnTo>
                  <a:lnTo>
                    <a:pt x="3463404" y="395527"/>
                  </a:lnTo>
                  <a:lnTo>
                    <a:pt x="3470359" y="395527"/>
                  </a:lnTo>
                  <a:lnTo>
                    <a:pt x="3477313" y="395527"/>
                  </a:lnTo>
                  <a:lnTo>
                    <a:pt x="3484268" y="395527"/>
                  </a:lnTo>
                  <a:lnTo>
                    <a:pt x="3491222" y="395527"/>
                  </a:lnTo>
                  <a:lnTo>
                    <a:pt x="3498177" y="395527"/>
                  </a:lnTo>
                  <a:lnTo>
                    <a:pt x="3505132" y="395527"/>
                  </a:lnTo>
                  <a:lnTo>
                    <a:pt x="3512086" y="395527"/>
                  </a:lnTo>
                  <a:lnTo>
                    <a:pt x="3519041" y="395527"/>
                  </a:lnTo>
                  <a:lnTo>
                    <a:pt x="3525996" y="395527"/>
                  </a:lnTo>
                  <a:lnTo>
                    <a:pt x="3532950" y="395527"/>
                  </a:lnTo>
                  <a:lnTo>
                    <a:pt x="3539905" y="395527"/>
                  </a:lnTo>
                  <a:lnTo>
                    <a:pt x="3546859" y="395527"/>
                  </a:lnTo>
                  <a:lnTo>
                    <a:pt x="3553814" y="395527"/>
                  </a:lnTo>
                  <a:lnTo>
                    <a:pt x="3546859" y="395527"/>
                  </a:lnTo>
                  <a:lnTo>
                    <a:pt x="3539905" y="395527"/>
                  </a:lnTo>
                  <a:lnTo>
                    <a:pt x="3532950" y="395527"/>
                  </a:lnTo>
                  <a:lnTo>
                    <a:pt x="3525996" y="395527"/>
                  </a:lnTo>
                  <a:lnTo>
                    <a:pt x="3519041" y="395527"/>
                  </a:lnTo>
                  <a:lnTo>
                    <a:pt x="3512086" y="395527"/>
                  </a:lnTo>
                  <a:lnTo>
                    <a:pt x="3505132" y="395527"/>
                  </a:lnTo>
                  <a:lnTo>
                    <a:pt x="3498177" y="395527"/>
                  </a:lnTo>
                  <a:lnTo>
                    <a:pt x="3491222" y="395527"/>
                  </a:lnTo>
                  <a:lnTo>
                    <a:pt x="3484268" y="395527"/>
                  </a:lnTo>
                  <a:lnTo>
                    <a:pt x="3477313" y="395527"/>
                  </a:lnTo>
                  <a:lnTo>
                    <a:pt x="3470359" y="395527"/>
                  </a:lnTo>
                  <a:lnTo>
                    <a:pt x="3463404" y="395527"/>
                  </a:lnTo>
                  <a:lnTo>
                    <a:pt x="3456449" y="395527"/>
                  </a:lnTo>
                  <a:lnTo>
                    <a:pt x="3449495" y="395527"/>
                  </a:lnTo>
                  <a:lnTo>
                    <a:pt x="3442540" y="395527"/>
                  </a:lnTo>
                  <a:lnTo>
                    <a:pt x="3435585" y="395527"/>
                  </a:lnTo>
                  <a:lnTo>
                    <a:pt x="3428631" y="395527"/>
                  </a:lnTo>
                  <a:lnTo>
                    <a:pt x="3421676" y="395527"/>
                  </a:lnTo>
                  <a:lnTo>
                    <a:pt x="3414722" y="395527"/>
                  </a:lnTo>
                  <a:lnTo>
                    <a:pt x="3407767" y="395527"/>
                  </a:lnTo>
                  <a:lnTo>
                    <a:pt x="3400812" y="395527"/>
                  </a:lnTo>
                  <a:lnTo>
                    <a:pt x="3393858" y="395527"/>
                  </a:lnTo>
                  <a:lnTo>
                    <a:pt x="3386903" y="395527"/>
                  </a:lnTo>
                  <a:lnTo>
                    <a:pt x="3379948" y="395527"/>
                  </a:lnTo>
                  <a:lnTo>
                    <a:pt x="3372994" y="395527"/>
                  </a:lnTo>
                  <a:lnTo>
                    <a:pt x="3366039" y="395527"/>
                  </a:lnTo>
                  <a:lnTo>
                    <a:pt x="3359084" y="395527"/>
                  </a:lnTo>
                  <a:lnTo>
                    <a:pt x="3352130" y="395527"/>
                  </a:lnTo>
                  <a:lnTo>
                    <a:pt x="3345175" y="395527"/>
                  </a:lnTo>
                  <a:lnTo>
                    <a:pt x="3338221" y="395527"/>
                  </a:lnTo>
                  <a:lnTo>
                    <a:pt x="3331266" y="395527"/>
                  </a:lnTo>
                  <a:lnTo>
                    <a:pt x="3324311" y="395527"/>
                  </a:lnTo>
                  <a:lnTo>
                    <a:pt x="3317357" y="395527"/>
                  </a:lnTo>
                  <a:lnTo>
                    <a:pt x="3310402" y="395527"/>
                  </a:lnTo>
                  <a:lnTo>
                    <a:pt x="3303447" y="395527"/>
                  </a:lnTo>
                  <a:lnTo>
                    <a:pt x="3296493" y="395527"/>
                  </a:lnTo>
                  <a:lnTo>
                    <a:pt x="3289538" y="395527"/>
                  </a:lnTo>
                  <a:lnTo>
                    <a:pt x="3282584" y="395527"/>
                  </a:lnTo>
                  <a:lnTo>
                    <a:pt x="3275629" y="395527"/>
                  </a:lnTo>
                  <a:lnTo>
                    <a:pt x="3268674" y="395527"/>
                  </a:lnTo>
                  <a:lnTo>
                    <a:pt x="3261720" y="395527"/>
                  </a:lnTo>
                  <a:lnTo>
                    <a:pt x="3254765" y="395527"/>
                  </a:lnTo>
                  <a:lnTo>
                    <a:pt x="3247810" y="395527"/>
                  </a:lnTo>
                  <a:lnTo>
                    <a:pt x="3240856" y="395527"/>
                  </a:lnTo>
                  <a:lnTo>
                    <a:pt x="3233901" y="395527"/>
                  </a:lnTo>
                  <a:lnTo>
                    <a:pt x="3226947" y="395527"/>
                  </a:lnTo>
                  <a:lnTo>
                    <a:pt x="3219992" y="395527"/>
                  </a:lnTo>
                  <a:lnTo>
                    <a:pt x="3213037" y="395527"/>
                  </a:lnTo>
                  <a:lnTo>
                    <a:pt x="3206083" y="395527"/>
                  </a:lnTo>
                  <a:lnTo>
                    <a:pt x="3199128" y="395527"/>
                  </a:lnTo>
                  <a:lnTo>
                    <a:pt x="3192173" y="395527"/>
                  </a:lnTo>
                  <a:lnTo>
                    <a:pt x="3185219" y="395527"/>
                  </a:lnTo>
                  <a:lnTo>
                    <a:pt x="3178264" y="395527"/>
                  </a:lnTo>
                  <a:lnTo>
                    <a:pt x="3171310" y="395527"/>
                  </a:lnTo>
                  <a:lnTo>
                    <a:pt x="3164355" y="395527"/>
                  </a:lnTo>
                  <a:lnTo>
                    <a:pt x="3157400" y="395527"/>
                  </a:lnTo>
                  <a:lnTo>
                    <a:pt x="3150446" y="395527"/>
                  </a:lnTo>
                  <a:lnTo>
                    <a:pt x="3143491" y="395527"/>
                  </a:lnTo>
                  <a:lnTo>
                    <a:pt x="3136536" y="395527"/>
                  </a:lnTo>
                  <a:lnTo>
                    <a:pt x="3129582" y="395527"/>
                  </a:lnTo>
                  <a:lnTo>
                    <a:pt x="3122627" y="395527"/>
                  </a:lnTo>
                  <a:lnTo>
                    <a:pt x="3115673" y="395527"/>
                  </a:lnTo>
                  <a:lnTo>
                    <a:pt x="3108718" y="395527"/>
                  </a:lnTo>
                  <a:lnTo>
                    <a:pt x="3101763" y="395527"/>
                  </a:lnTo>
                  <a:lnTo>
                    <a:pt x="3094809" y="395527"/>
                  </a:lnTo>
                  <a:lnTo>
                    <a:pt x="3087854" y="395527"/>
                  </a:lnTo>
                  <a:lnTo>
                    <a:pt x="3080899" y="395527"/>
                  </a:lnTo>
                  <a:lnTo>
                    <a:pt x="3073945" y="395527"/>
                  </a:lnTo>
                  <a:lnTo>
                    <a:pt x="3066990" y="395527"/>
                  </a:lnTo>
                  <a:lnTo>
                    <a:pt x="3060036" y="395527"/>
                  </a:lnTo>
                  <a:lnTo>
                    <a:pt x="3053081" y="395527"/>
                  </a:lnTo>
                  <a:lnTo>
                    <a:pt x="3046126" y="395527"/>
                  </a:lnTo>
                  <a:lnTo>
                    <a:pt x="3039172" y="395527"/>
                  </a:lnTo>
                  <a:lnTo>
                    <a:pt x="3032217" y="395527"/>
                  </a:lnTo>
                  <a:lnTo>
                    <a:pt x="3025262" y="395527"/>
                  </a:lnTo>
                  <a:lnTo>
                    <a:pt x="3018308" y="395527"/>
                  </a:lnTo>
                  <a:lnTo>
                    <a:pt x="3011353" y="395527"/>
                  </a:lnTo>
                  <a:lnTo>
                    <a:pt x="3004399" y="395527"/>
                  </a:lnTo>
                  <a:lnTo>
                    <a:pt x="2997444" y="395527"/>
                  </a:lnTo>
                  <a:lnTo>
                    <a:pt x="2990489" y="395527"/>
                  </a:lnTo>
                  <a:lnTo>
                    <a:pt x="2983535" y="395527"/>
                  </a:lnTo>
                  <a:lnTo>
                    <a:pt x="2976580" y="395527"/>
                  </a:lnTo>
                  <a:lnTo>
                    <a:pt x="2969625" y="395527"/>
                  </a:lnTo>
                  <a:lnTo>
                    <a:pt x="2962671" y="395527"/>
                  </a:lnTo>
                  <a:lnTo>
                    <a:pt x="2955716" y="395527"/>
                  </a:lnTo>
                  <a:lnTo>
                    <a:pt x="2948761" y="395527"/>
                  </a:lnTo>
                  <a:lnTo>
                    <a:pt x="2941807" y="395527"/>
                  </a:lnTo>
                  <a:lnTo>
                    <a:pt x="2934852" y="395527"/>
                  </a:lnTo>
                  <a:lnTo>
                    <a:pt x="2927898" y="395527"/>
                  </a:lnTo>
                  <a:lnTo>
                    <a:pt x="2920943" y="395527"/>
                  </a:lnTo>
                  <a:lnTo>
                    <a:pt x="2913988" y="395527"/>
                  </a:lnTo>
                  <a:lnTo>
                    <a:pt x="2907034" y="395527"/>
                  </a:lnTo>
                  <a:lnTo>
                    <a:pt x="2900079" y="395527"/>
                  </a:lnTo>
                  <a:lnTo>
                    <a:pt x="2893124" y="395527"/>
                  </a:lnTo>
                  <a:lnTo>
                    <a:pt x="2886170" y="395527"/>
                  </a:lnTo>
                  <a:lnTo>
                    <a:pt x="2879215" y="395527"/>
                  </a:lnTo>
                  <a:lnTo>
                    <a:pt x="2872261" y="395527"/>
                  </a:lnTo>
                  <a:lnTo>
                    <a:pt x="2865306" y="395527"/>
                  </a:lnTo>
                  <a:lnTo>
                    <a:pt x="2858351" y="395527"/>
                  </a:lnTo>
                  <a:lnTo>
                    <a:pt x="2851397" y="395527"/>
                  </a:lnTo>
                  <a:lnTo>
                    <a:pt x="2844442" y="395527"/>
                  </a:lnTo>
                  <a:lnTo>
                    <a:pt x="2837487" y="395527"/>
                  </a:lnTo>
                  <a:lnTo>
                    <a:pt x="2830533" y="395527"/>
                  </a:lnTo>
                  <a:lnTo>
                    <a:pt x="2823578" y="395527"/>
                  </a:lnTo>
                  <a:lnTo>
                    <a:pt x="2816624" y="395527"/>
                  </a:lnTo>
                  <a:lnTo>
                    <a:pt x="2809669" y="395527"/>
                  </a:lnTo>
                  <a:lnTo>
                    <a:pt x="2802714" y="395527"/>
                  </a:lnTo>
                  <a:lnTo>
                    <a:pt x="2795760" y="395527"/>
                  </a:lnTo>
                  <a:lnTo>
                    <a:pt x="2788805" y="395527"/>
                  </a:lnTo>
                  <a:lnTo>
                    <a:pt x="2781850" y="395527"/>
                  </a:lnTo>
                  <a:lnTo>
                    <a:pt x="2774896" y="395527"/>
                  </a:lnTo>
                  <a:lnTo>
                    <a:pt x="2767941" y="395527"/>
                  </a:lnTo>
                  <a:lnTo>
                    <a:pt x="2760987" y="395527"/>
                  </a:lnTo>
                  <a:lnTo>
                    <a:pt x="2754032" y="395527"/>
                  </a:lnTo>
                  <a:lnTo>
                    <a:pt x="2747077" y="395527"/>
                  </a:lnTo>
                  <a:lnTo>
                    <a:pt x="2740123" y="395527"/>
                  </a:lnTo>
                  <a:lnTo>
                    <a:pt x="2733168" y="395527"/>
                  </a:lnTo>
                  <a:lnTo>
                    <a:pt x="2726213" y="395527"/>
                  </a:lnTo>
                  <a:lnTo>
                    <a:pt x="2719259" y="395527"/>
                  </a:lnTo>
                  <a:lnTo>
                    <a:pt x="2712304" y="395527"/>
                  </a:lnTo>
                  <a:lnTo>
                    <a:pt x="2705350" y="395527"/>
                  </a:lnTo>
                  <a:lnTo>
                    <a:pt x="2698395" y="395527"/>
                  </a:lnTo>
                  <a:lnTo>
                    <a:pt x="2691440" y="395527"/>
                  </a:lnTo>
                  <a:lnTo>
                    <a:pt x="2684486" y="395527"/>
                  </a:lnTo>
                  <a:lnTo>
                    <a:pt x="2677531" y="395527"/>
                  </a:lnTo>
                  <a:lnTo>
                    <a:pt x="2670576" y="395527"/>
                  </a:lnTo>
                  <a:lnTo>
                    <a:pt x="2663622" y="395527"/>
                  </a:lnTo>
                  <a:lnTo>
                    <a:pt x="2656667" y="395527"/>
                  </a:lnTo>
                  <a:lnTo>
                    <a:pt x="2649713" y="395527"/>
                  </a:lnTo>
                  <a:lnTo>
                    <a:pt x="2642758" y="395527"/>
                  </a:lnTo>
                  <a:lnTo>
                    <a:pt x="2635803" y="395527"/>
                  </a:lnTo>
                  <a:lnTo>
                    <a:pt x="2628849" y="395527"/>
                  </a:lnTo>
                  <a:lnTo>
                    <a:pt x="2621894" y="395527"/>
                  </a:lnTo>
                  <a:lnTo>
                    <a:pt x="2614939" y="395527"/>
                  </a:lnTo>
                  <a:lnTo>
                    <a:pt x="2607985" y="395527"/>
                  </a:lnTo>
                  <a:lnTo>
                    <a:pt x="2601030" y="395527"/>
                  </a:lnTo>
                  <a:lnTo>
                    <a:pt x="2594075" y="395527"/>
                  </a:lnTo>
                  <a:lnTo>
                    <a:pt x="2587121" y="395527"/>
                  </a:lnTo>
                  <a:lnTo>
                    <a:pt x="2580166" y="395527"/>
                  </a:lnTo>
                  <a:lnTo>
                    <a:pt x="2573212" y="395527"/>
                  </a:lnTo>
                  <a:lnTo>
                    <a:pt x="2566257" y="395527"/>
                  </a:lnTo>
                  <a:lnTo>
                    <a:pt x="2559302" y="395527"/>
                  </a:lnTo>
                  <a:lnTo>
                    <a:pt x="2552348" y="395527"/>
                  </a:lnTo>
                  <a:lnTo>
                    <a:pt x="2545393" y="395527"/>
                  </a:lnTo>
                  <a:lnTo>
                    <a:pt x="2538438" y="395527"/>
                  </a:lnTo>
                  <a:lnTo>
                    <a:pt x="2531484" y="395527"/>
                  </a:lnTo>
                  <a:lnTo>
                    <a:pt x="2524529" y="395527"/>
                  </a:lnTo>
                  <a:lnTo>
                    <a:pt x="2517575" y="395527"/>
                  </a:lnTo>
                  <a:lnTo>
                    <a:pt x="2510620" y="395527"/>
                  </a:lnTo>
                  <a:lnTo>
                    <a:pt x="2503665" y="395527"/>
                  </a:lnTo>
                  <a:lnTo>
                    <a:pt x="2496711" y="395527"/>
                  </a:lnTo>
                  <a:lnTo>
                    <a:pt x="2489756" y="395527"/>
                  </a:lnTo>
                  <a:lnTo>
                    <a:pt x="2482801" y="395527"/>
                  </a:lnTo>
                  <a:lnTo>
                    <a:pt x="2475847" y="395527"/>
                  </a:lnTo>
                  <a:lnTo>
                    <a:pt x="2468892" y="395527"/>
                  </a:lnTo>
                  <a:lnTo>
                    <a:pt x="2461938" y="395527"/>
                  </a:lnTo>
                  <a:lnTo>
                    <a:pt x="2454983" y="395527"/>
                  </a:lnTo>
                  <a:lnTo>
                    <a:pt x="2448028" y="395527"/>
                  </a:lnTo>
                  <a:lnTo>
                    <a:pt x="2441074" y="395527"/>
                  </a:lnTo>
                  <a:lnTo>
                    <a:pt x="2434119" y="395527"/>
                  </a:lnTo>
                  <a:lnTo>
                    <a:pt x="2427164" y="395527"/>
                  </a:lnTo>
                  <a:lnTo>
                    <a:pt x="2420210" y="395527"/>
                  </a:lnTo>
                  <a:lnTo>
                    <a:pt x="2413255" y="395527"/>
                  </a:lnTo>
                  <a:lnTo>
                    <a:pt x="2406301" y="395527"/>
                  </a:lnTo>
                  <a:lnTo>
                    <a:pt x="2399346" y="395527"/>
                  </a:lnTo>
                  <a:lnTo>
                    <a:pt x="2392391" y="395527"/>
                  </a:lnTo>
                  <a:lnTo>
                    <a:pt x="2385437" y="395527"/>
                  </a:lnTo>
                  <a:lnTo>
                    <a:pt x="2378482" y="395527"/>
                  </a:lnTo>
                  <a:lnTo>
                    <a:pt x="2371527" y="395527"/>
                  </a:lnTo>
                  <a:lnTo>
                    <a:pt x="2364573" y="395527"/>
                  </a:lnTo>
                  <a:lnTo>
                    <a:pt x="2357618" y="395527"/>
                  </a:lnTo>
                  <a:lnTo>
                    <a:pt x="2350664" y="395527"/>
                  </a:lnTo>
                  <a:lnTo>
                    <a:pt x="2343709" y="395527"/>
                  </a:lnTo>
                  <a:lnTo>
                    <a:pt x="2336754" y="395527"/>
                  </a:lnTo>
                  <a:lnTo>
                    <a:pt x="2329800" y="395527"/>
                  </a:lnTo>
                  <a:lnTo>
                    <a:pt x="2322845" y="395527"/>
                  </a:lnTo>
                  <a:lnTo>
                    <a:pt x="2315890" y="395527"/>
                  </a:lnTo>
                  <a:lnTo>
                    <a:pt x="2308936" y="395527"/>
                  </a:lnTo>
                  <a:lnTo>
                    <a:pt x="2301981" y="395527"/>
                  </a:lnTo>
                  <a:lnTo>
                    <a:pt x="2295027" y="395527"/>
                  </a:lnTo>
                  <a:lnTo>
                    <a:pt x="2288072" y="395527"/>
                  </a:lnTo>
                  <a:lnTo>
                    <a:pt x="2281117" y="395527"/>
                  </a:lnTo>
                  <a:lnTo>
                    <a:pt x="2274163" y="395527"/>
                  </a:lnTo>
                  <a:lnTo>
                    <a:pt x="2267208" y="395527"/>
                  </a:lnTo>
                  <a:lnTo>
                    <a:pt x="2260253" y="395527"/>
                  </a:lnTo>
                  <a:lnTo>
                    <a:pt x="2253299" y="395527"/>
                  </a:lnTo>
                  <a:lnTo>
                    <a:pt x="2246344" y="395527"/>
                  </a:lnTo>
                  <a:lnTo>
                    <a:pt x="2239389" y="395527"/>
                  </a:lnTo>
                  <a:lnTo>
                    <a:pt x="2232435" y="395527"/>
                  </a:lnTo>
                  <a:lnTo>
                    <a:pt x="2225480" y="395527"/>
                  </a:lnTo>
                  <a:lnTo>
                    <a:pt x="2218526" y="395527"/>
                  </a:lnTo>
                  <a:lnTo>
                    <a:pt x="2211571" y="395527"/>
                  </a:lnTo>
                  <a:lnTo>
                    <a:pt x="2204616" y="395527"/>
                  </a:lnTo>
                  <a:lnTo>
                    <a:pt x="2197662" y="395527"/>
                  </a:lnTo>
                  <a:lnTo>
                    <a:pt x="2190707" y="395527"/>
                  </a:lnTo>
                  <a:lnTo>
                    <a:pt x="2183752" y="395527"/>
                  </a:lnTo>
                  <a:lnTo>
                    <a:pt x="2176798" y="395527"/>
                  </a:lnTo>
                  <a:lnTo>
                    <a:pt x="2169843" y="395527"/>
                  </a:lnTo>
                  <a:lnTo>
                    <a:pt x="2162889" y="395527"/>
                  </a:lnTo>
                  <a:lnTo>
                    <a:pt x="2155934" y="395527"/>
                  </a:lnTo>
                  <a:lnTo>
                    <a:pt x="2148979" y="395527"/>
                  </a:lnTo>
                  <a:lnTo>
                    <a:pt x="2142025" y="395527"/>
                  </a:lnTo>
                  <a:lnTo>
                    <a:pt x="2135070" y="395527"/>
                  </a:lnTo>
                  <a:lnTo>
                    <a:pt x="2128115" y="395527"/>
                  </a:lnTo>
                  <a:lnTo>
                    <a:pt x="2121161" y="395527"/>
                  </a:lnTo>
                  <a:lnTo>
                    <a:pt x="2114206" y="395527"/>
                  </a:lnTo>
                  <a:lnTo>
                    <a:pt x="2107252" y="395527"/>
                  </a:lnTo>
                  <a:lnTo>
                    <a:pt x="2100297" y="395527"/>
                  </a:lnTo>
                  <a:lnTo>
                    <a:pt x="2093342" y="395527"/>
                  </a:lnTo>
                  <a:lnTo>
                    <a:pt x="2086388" y="395527"/>
                  </a:lnTo>
                  <a:lnTo>
                    <a:pt x="2079433" y="395527"/>
                  </a:lnTo>
                  <a:lnTo>
                    <a:pt x="2072478" y="395527"/>
                  </a:lnTo>
                  <a:lnTo>
                    <a:pt x="2065524" y="395527"/>
                  </a:lnTo>
                  <a:lnTo>
                    <a:pt x="2058569" y="395527"/>
                  </a:lnTo>
                  <a:lnTo>
                    <a:pt x="2051615" y="395527"/>
                  </a:lnTo>
                  <a:lnTo>
                    <a:pt x="2044660" y="395527"/>
                  </a:lnTo>
                  <a:lnTo>
                    <a:pt x="2037705" y="395527"/>
                  </a:lnTo>
                  <a:lnTo>
                    <a:pt x="2030751" y="395527"/>
                  </a:lnTo>
                  <a:lnTo>
                    <a:pt x="2023796" y="395527"/>
                  </a:lnTo>
                  <a:lnTo>
                    <a:pt x="2016841" y="395527"/>
                  </a:lnTo>
                  <a:lnTo>
                    <a:pt x="2009887" y="395527"/>
                  </a:lnTo>
                  <a:lnTo>
                    <a:pt x="2002932" y="395527"/>
                  </a:lnTo>
                  <a:lnTo>
                    <a:pt x="1995978" y="395527"/>
                  </a:lnTo>
                  <a:lnTo>
                    <a:pt x="1989023" y="395527"/>
                  </a:lnTo>
                  <a:lnTo>
                    <a:pt x="1982068" y="395527"/>
                  </a:lnTo>
                  <a:lnTo>
                    <a:pt x="1975114" y="395527"/>
                  </a:lnTo>
                  <a:lnTo>
                    <a:pt x="1968159" y="395527"/>
                  </a:lnTo>
                  <a:lnTo>
                    <a:pt x="1961204" y="395527"/>
                  </a:lnTo>
                  <a:lnTo>
                    <a:pt x="1954250" y="395527"/>
                  </a:lnTo>
                  <a:lnTo>
                    <a:pt x="1947295" y="395527"/>
                  </a:lnTo>
                  <a:lnTo>
                    <a:pt x="1940341" y="395527"/>
                  </a:lnTo>
                  <a:lnTo>
                    <a:pt x="1933386" y="395527"/>
                  </a:lnTo>
                  <a:lnTo>
                    <a:pt x="1926431" y="395527"/>
                  </a:lnTo>
                  <a:lnTo>
                    <a:pt x="1919477" y="395527"/>
                  </a:lnTo>
                  <a:lnTo>
                    <a:pt x="1912522" y="395527"/>
                  </a:lnTo>
                  <a:lnTo>
                    <a:pt x="1905567" y="395527"/>
                  </a:lnTo>
                  <a:lnTo>
                    <a:pt x="1898613" y="395527"/>
                  </a:lnTo>
                  <a:lnTo>
                    <a:pt x="1891658" y="395527"/>
                  </a:lnTo>
                  <a:lnTo>
                    <a:pt x="1884704" y="395527"/>
                  </a:lnTo>
                  <a:lnTo>
                    <a:pt x="1877749" y="395527"/>
                  </a:lnTo>
                  <a:lnTo>
                    <a:pt x="1870794" y="395527"/>
                  </a:lnTo>
                  <a:lnTo>
                    <a:pt x="1863840" y="395527"/>
                  </a:lnTo>
                  <a:lnTo>
                    <a:pt x="1856885" y="395527"/>
                  </a:lnTo>
                  <a:lnTo>
                    <a:pt x="1849930" y="395527"/>
                  </a:lnTo>
                  <a:lnTo>
                    <a:pt x="1842976" y="395527"/>
                  </a:lnTo>
                  <a:lnTo>
                    <a:pt x="1836021" y="395527"/>
                  </a:lnTo>
                  <a:lnTo>
                    <a:pt x="1829066" y="395527"/>
                  </a:lnTo>
                  <a:lnTo>
                    <a:pt x="1822112" y="395527"/>
                  </a:lnTo>
                  <a:lnTo>
                    <a:pt x="1815157" y="395527"/>
                  </a:lnTo>
                  <a:lnTo>
                    <a:pt x="1808203" y="395527"/>
                  </a:lnTo>
                  <a:lnTo>
                    <a:pt x="1801248" y="395527"/>
                  </a:lnTo>
                  <a:lnTo>
                    <a:pt x="1794293" y="395527"/>
                  </a:lnTo>
                  <a:lnTo>
                    <a:pt x="1787339" y="395527"/>
                  </a:lnTo>
                  <a:lnTo>
                    <a:pt x="1780384" y="395527"/>
                  </a:lnTo>
                  <a:lnTo>
                    <a:pt x="1773429" y="395527"/>
                  </a:lnTo>
                  <a:lnTo>
                    <a:pt x="1766475" y="395527"/>
                  </a:lnTo>
                  <a:lnTo>
                    <a:pt x="1759520" y="395527"/>
                  </a:lnTo>
                  <a:lnTo>
                    <a:pt x="1752566" y="395527"/>
                  </a:lnTo>
                  <a:lnTo>
                    <a:pt x="1745611" y="395527"/>
                  </a:lnTo>
                  <a:lnTo>
                    <a:pt x="1738656" y="395527"/>
                  </a:lnTo>
                  <a:lnTo>
                    <a:pt x="1731702" y="395527"/>
                  </a:lnTo>
                  <a:lnTo>
                    <a:pt x="1724747" y="395527"/>
                  </a:lnTo>
                  <a:lnTo>
                    <a:pt x="1717792" y="395527"/>
                  </a:lnTo>
                  <a:lnTo>
                    <a:pt x="1710838" y="395527"/>
                  </a:lnTo>
                  <a:lnTo>
                    <a:pt x="1703883" y="395527"/>
                  </a:lnTo>
                  <a:lnTo>
                    <a:pt x="1696929" y="395527"/>
                  </a:lnTo>
                  <a:lnTo>
                    <a:pt x="1689974" y="395527"/>
                  </a:lnTo>
                  <a:lnTo>
                    <a:pt x="1683019" y="395527"/>
                  </a:lnTo>
                  <a:lnTo>
                    <a:pt x="1676065" y="395527"/>
                  </a:lnTo>
                  <a:lnTo>
                    <a:pt x="1669110" y="395527"/>
                  </a:lnTo>
                  <a:lnTo>
                    <a:pt x="1662155" y="395527"/>
                  </a:lnTo>
                  <a:lnTo>
                    <a:pt x="1655201" y="395527"/>
                  </a:lnTo>
                  <a:lnTo>
                    <a:pt x="1648246" y="395527"/>
                  </a:lnTo>
                  <a:lnTo>
                    <a:pt x="1641292" y="395527"/>
                  </a:lnTo>
                  <a:lnTo>
                    <a:pt x="1634337" y="395527"/>
                  </a:lnTo>
                  <a:lnTo>
                    <a:pt x="1627382" y="395527"/>
                  </a:lnTo>
                  <a:lnTo>
                    <a:pt x="1620428" y="395527"/>
                  </a:lnTo>
                  <a:lnTo>
                    <a:pt x="1613473" y="395527"/>
                  </a:lnTo>
                  <a:lnTo>
                    <a:pt x="1606518" y="395527"/>
                  </a:lnTo>
                  <a:lnTo>
                    <a:pt x="1599564" y="395527"/>
                  </a:lnTo>
                  <a:lnTo>
                    <a:pt x="1592609" y="395527"/>
                  </a:lnTo>
                  <a:lnTo>
                    <a:pt x="1585655" y="395527"/>
                  </a:lnTo>
                  <a:lnTo>
                    <a:pt x="1578700" y="395527"/>
                  </a:lnTo>
                  <a:lnTo>
                    <a:pt x="1571745" y="395527"/>
                  </a:lnTo>
                  <a:lnTo>
                    <a:pt x="1564791" y="395527"/>
                  </a:lnTo>
                  <a:lnTo>
                    <a:pt x="1557836" y="395527"/>
                  </a:lnTo>
                  <a:lnTo>
                    <a:pt x="1550881" y="395527"/>
                  </a:lnTo>
                  <a:lnTo>
                    <a:pt x="1543927" y="395527"/>
                  </a:lnTo>
                  <a:lnTo>
                    <a:pt x="1536972" y="395527"/>
                  </a:lnTo>
                  <a:lnTo>
                    <a:pt x="1530018" y="395527"/>
                  </a:lnTo>
                  <a:lnTo>
                    <a:pt x="1523063" y="395527"/>
                  </a:lnTo>
                  <a:lnTo>
                    <a:pt x="1516108" y="395527"/>
                  </a:lnTo>
                  <a:lnTo>
                    <a:pt x="1509154" y="395527"/>
                  </a:lnTo>
                  <a:lnTo>
                    <a:pt x="1502199" y="395527"/>
                  </a:lnTo>
                  <a:lnTo>
                    <a:pt x="1495244" y="395527"/>
                  </a:lnTo>
                  <a:lnTo>
                    <a:pt x="1488290" y="395527"/>
                  </a:lnTo>
                  <a:lnTo>
                    <a:pt x="1481335" y="395527"/>
                  </a:lnTo>
                  <a:lnTo>
                    <a:pt x="1474380" y="395527"/>
                  </a:lnTo>
                  <a:lnTo>
                    <a:pt x="1467426" y="395527"/>
                  </a:lnTo>
                  <a:lnTo>
                    <a:pt x="1460471" y="395527"/>
                  </a:lnTo>
                  <a:lnTo>
                    <a:pt x="1453517" y="395527"/>
                  </a:lnTo>
                  <a:lnTo>
                    <a:pt x="1446562" y="395527"/>
                  </a:lnTo>
                  <a:lnTo>
                    <a:pt x="1439607" y="395527"/>
                  </a:lnTo>
                  <a:lnTo>
                    <a:pt x="1432653" y="395527"/>
                  </a:lnTo>
                  <a:lnTo>
                    <a:pt x="1425698" y="395527"/>
                  </a:lnTo>
                  <a:lnTo>
                    <a:pt x="1418743" y="395527"/>
                  </a:lnTo>
                  <a:lnTo>
                    <a:pt x="1411789" y="395527"/>
                  </a:lnTo>
                  <a:lnTo>
                    <a:pt x="1404834" y="395527"/>
                  </a:lnTo>
                  <a:lnTo>
                    <a:pt x="1397880" y="395527"/>
                  </a:lnTo>
                  <a:lnTo>
                    <a:pt x="1390925" y="395527"/>
                  </a:lnTo>
                  <a:lnTo>
                    <a:pt x="1383970" y="395527"/>
                  </a:lnTo>
                  <a:lnTo>
                    <a:pt x="1377016" y="395527"/>
                  </a:lnTo>
                  <a:lnTo>
                    <a:pt x="1370061" y="395527"/>
                  </a:lnTo>
                  <a:lnTo>
                    <a:pt x="1363106" y="395527"/>
                  </a:lnTo>
                  <a:lnTo>
                    <a:pt x="1356152" y="395527"/>
                  </a:lnTo>
                  <a:lnTo>
                    <a:pt x="1349197" y="395527"/>
                  </a:lnTo>
                  <a:lnTo>
                    <a:pt x="1342243" y="395527"/>
                  </a:lnTo>
                  <a:lnTo>
                    <a:pt x="1335288" y="395527"/>
                  </a:lnTo>
                  <a:lnTo>
                    <a:pt x="1328333" y="395527"/>
                  </a:lnTo>
                  <a:lnTo>
                    <a:pt x="1321379" y="395527"/>
                  </a:lnTo>
                  <a:lnTo>
                    <a:pt x="1314424" y="395527"/>
                  </a:lnTo>
                  <a:lnTo>
                    <a:pt x="1307469" y="395527"/>
                  </a:lnTo>
                  <a:lnTo>
                    <a:pt x="1300515" y="395527"/>
                  </a:lnTo>
                  <a:lnTo>
                    <a:pt x="1293560" y="395527"/>
                  </a:lnTo>
                  <a:lnTo>
                    <a:pt x="1286606" y="395527"/>
                  </a:lnTo>
                  <a:lnTo>
                    <a:pt x="1279651" y="395527"/>
                  </a:lnTo>
                  <a:lnTo>
                    <a:pt x="1272696" y="395527"/>
                  </a:lnTo>
                  <a:lnTo>
                    <a:pt x="1265742" y="395527"/>
                  </a:lnTo>
                  <a:lnTo>
                    <a:pt x="1258787" y="395527"/>
                  </a:lnTo>
                  <a:lnTo>
                    <a:pt x="1251832" y="395527"/>
                  </a:lnTo>
                  <a:lnTo>
                    <a:pt x="1244878" y="395527"/>
                  </a:lnTo>
                  <a:lnTo>
                    <a:pt x="1237923" y="395527"/>
                  </a:lnTo>
                  <a:lnTo>
                    <a:pt x="1230969" y="395527"/>
                  </a:lnTo>
                  <a:lnTo>
                    <a:pt x="1224014" y="395527"/>
                  </a:lnTo>
                  <a:lnTo>
                    <a:pt x="1217059" y="395527"/>
                  </a:lnTo>
                  <a:lnTo>
                    <a:pt x="1210105" y="395527"/>
                  </a:lnTo>
                  <a:lnTo>
                    <a:pt x="1203150" y="395527"/>
                  </a:lnTo>
                  <a:lnTo>
                    <a:pt x="1196195" y="395527"/>
                  </a:lnTo>
                  <a:lnTo>
                    <a:pt x="1189241" y="395527"/>
                  </a:lnTo>
                  <a:lnTo>
                    <a:pt x="1182286" y="395527"/>
                  </a:lnTo>
                  <a:lnTo>
                    <a:pt x="1175332" y="395527"/>
                  </a:lnTo>
                  <a:lnTo>
                    <a:pt x="1168377" y="395527"/>
                  </a:lnTo>
                  <a:lnTo>
                    <a:pt x="1161422" y="395527"/>
                  </a:lnTo>
                  <a:lnTo>
                    <a:pt x="1154468" y="395527"/>
                  </a:lnTo>
                  <a:lnTo>
                    <a:pt x="1147513" y="395527"/>
                  </a:lnTo>
                  <a:lnTo>
                    <a:pt x="1140558" y="395527"/>
                  </a:lnTo>
                  <a:lnTo>
                    <a:pt x="1133604" y="395527"/>
                  </a:lnTo>
                  <a:lnTo>
                    <a:pt x="1126649" y="395527"/>
                  </a:lnTo>
                  <a:lnTo>
                    <a:pt x="1119694" y="395527"/>
                  </a:lnTo>
                  <a:lnTo>
                    <a:pt x="1112740" y="395527"/>
                  </a:lnTo>
                  <a:lnTo>
                    <a:pt x="1105785" y="395527"/>
                  </a:lnTo>
                  <a:lnTo>
                    <a:pt x="1098831" y="395527"/>
                  </a:lnTo>
                  <a:lnTo>
                    <a:pt x="1091876" y="395527"/>
                  </a:lnTo>
                  <a:lnTo>
                    <a:pt x="1084921" y="395527"/>
                  </a:lnTo>
                  <a:lnTo>
                    <a:pt x="1077967" y="395527"/>
                  </a:lnTo>
                  <a:lnTo>
                    <a:pt x="1071012" y="395527"/>
                  </a:lnTo>
                  <a:lnTo>
                    <a:pt x="1064057" y="395527"/>
                  </a:lnTo>
                  <a:lnTo>
                    <a:pt x="1057103" y="395527"/>
                  </a:lnTo>
                  <a:lnTo>
                    <a:pt x="1050148" y="395527"/>
                  </a:lnTo>
                  <a:lnTo>
                    <a:pt x="1043194" y="395527"/>
                  </a:lnTo>
                  <a:lnTo>
                    <a:pt x="1036239" y="395527"/>
                  </a:lnTo>
                  <a:lnTo>
                    <a:pt x="1029284" y="395527"/>
                  </a:lnTo>
                  <a:lnTo>
                    <a:pt x="1022330" y="395527"/>
                  </a:lnTo>
                  <a:lnTo>
                    <a:pt x="1015375" y="395527"/>
                  </a:lnTo>
                  <a:lnTo>
                    <a:pt x="1008420" y="395527"/>
                  </a:lnTo>
                  <a:lnTo>
                    <a:pt x="1001466" y="395527"/>
                  </a:lnTo>
                  <a:lnTo>
                    <a:pt x="994511" y="395527"/>
                  </a:lnTo>
                  <a:lnTo>
                    <a:pt x="987557" y="395527"/>
                  </a:lnTo>
                  <a:lnTo>
                    <a:pt x="980602" y="395527"/>
                  </a:lnTo>
                  <a:lnTo>
                    <a:pt x="973647" y="395527"/>
                  </a:lnTo>
                  <a:lnTo>
                    <a:pt x="966693" y="395527"/>
                  </a:lnTo>
                  <a:lnTo>
                    <a:pt x="959738" y="395527"/>
                  </a:lnTo>
                  <a:lnTo>
                    <a:pt x="952783" y="395527"/>
                  </a:lnTo>
                  <a:lnTo>
                    <a:pt x="945829" y="395527"/>
                  </a:lnTo>
                  <a:lnTo>
                    <a:pt x="938874" y="395527"/>
                  </a:lnTo>
                  <a:lnTo>
                    <a:pt x="931920" y="395527"/>
                  </a:lnTo>
                  <a:lnTo>
                    <a:pt x="924965" y="395527"/>
                  </a:lnTo>
                  <a:lnTo>
                    <a:pt x="918010" y="395527"/>
                  </a:lnTo>
                  <a:lnTo>
                    <a:pt x="911056" y="395527"/>
                  </a:lnTo>
                  <a:lnTo>
                    <a:pt x="904101" y="395527"/>
                  </a:lnTo>
                  <a:lnTo>
                    <a:pt x="897146" y="395527"/>
                  </a:lnTo>
                  <a:lnTo>
                    <a:pt x="890192" y="395527"/>
                  </a:lnTo>
                  <a:lnTo>
                    <a:pt x="883237" y="395527"/>
                  </a:lnTo>
                  <a:lnTo>
                    <a:pt x="876283" y="395527"/>
                  </a:lnTo>
                  <a:lnTo>
                    <a:pt x="869328" y="395527"/>
                  </a:lnTo>
                  <a:lnTo>
                    <a:pt x="862373" y="395527"/>
                  </a:lnTo>
                  <a:lnTo>
                    <a:pt x="855419" y="395527"/>
                  </a:lnTo>
                  <a:lnTo>
                    <a:pt x="848464" y="395527"/>
                  </a:lnTo>
                  <a:lnTo>
                    <a:pt x="841509" y="395527"/>
                  </a:lnTo>
                  <a:lnTo>
                    <a:pt x="834555" y="395527"/>
                  </a:lnTo>
                  <a:lnTo>
                    <a:pt x="827600" y="395527"/>
                  </a:lnTo>
                  <a:lnTo>
                    <a:pt x="820646" y="395527"/>
                  </a:lnTo>
                  <a:lnTo>
                    <a:pt x="813691" y="395527"/>
                  </a:lnTo>
                  <a:lnTo>
                    <a:pt x="806736" y="395527"/>
                  </a:lnTo>
                  <a:lnTo>
                    <a:pt x="799782" y="395527"/>
                  </a:lnTo>
                  <a:lnTo>
                    <a:pt x="792827" y="395527"/>
                  </a:lnTo>
                  <a:lnTo>
                    <a:pt x="785872" y="395527"/>
                  </a:lnTo>
                  <a:lnTo>
                    <a:pt x="778918" y="395527"/>
                  </a:lnTo>
                  <a:lnTo>
                    <a:pt x="771963" y="395527"/>
                  </a:lnTo>
                  <a:lnTo>
                    <a:pt x="765009" y="395527"/>
                  </a:lnTo>
                  <a:lnTo>
                    <a:pt x="758054" y="395527"/>
                  </a:lnTo>
                  <a:lnTo>
                    <a:pt x="751099" y="395527"/>
                  </a:lnTo>
                  <a:lnTo>
                    <a:pt x="744145" y="395527"/>
                  </a:lnTo>
                  <a:lnTo>
                    <a:pt x="737190" y="395527"/>
                  </a:lnTo>
                  <a:lnTo>
                    <a:pt x="730235" y="395527"/>
                  </a:lnTo>
                  <a:lnTo>
                    <a:pt x="723281" y="395527"/>
                  </a:lnTo>
                  <a:lnTo>
                    <a:pt x="716326" y="395527"/>
                  </a:lnTo>
                  <a:lnTo>
                    <a:pt x="709371" y="395527"/>
                  </a:lnTo>
                  <a:lnTo>
                    <a:pt x="702417" y="395527"/>
                  </a:lnTo>
                  <a:lnTo>
                    <a:pt x="695462" y="395527"/>
                  </a:lnTo>
                  <a:lnTo>
                    <a:pt x="688508" y="395527"/>
                  </a:lnTo>
                  <a:lnTo>
                    <a:pt x="681553" y="395527"/>
                  </a:lnTo>
                  <a:lnTo>
                    <a:pt x="674598" y="395527"/>
                  </a:lnTo>
                  <a:lnTo>
                    <a:pt x="667644" y="395527"/>
                  </a:lnTo>
                  <a:lnTo>
                    <a:pt x="660689" y="395527"/>
                  </a:lnTo>
                  <a:lnTo>
                    <a:pt x="653734" y="395527"/>
                  </a:lnTo>
                  <a:lnTo>
                    <a:pt x="646780" y="395527"/>
                  </a:lnTo>
                  <a:lnTo>
                    <a:pt x="639825" y="395527"/>
                  </a:lnTo>
                  <a:lnTo>
                    <a:pt x="632871" y="395527"/>
                  </a:lnTo>
                  <a:lnTo>
                    <a:pt x="625916" y="395527"/>
                  </a:lnTo>
                  <a:lnTo>
                    <a:pt x="618961" y="395527"/>
                  </a:lnTo>
                  <a:lnTo>
                    <a:pt x="612007" y="395527"/>
                  </a:lnTo>
                  <a:lnTo>
                    <a:pt x="605052" y="395527"/>
                  </a:lnTo>
                  <a:lnTo>
                    <a:pt x="598097" y="395527"/>
                  </a:lnTo>
                  <a:lnTo>
                    <a:pt x="591143" y="395527"/>
                  </a:lnTo>
                  <a:lnTo>
                    <a:pt x="584188" y="395527"/>
                  </a:lnTo>
                  <a:lnTo>
                    <a:pt x="577234" y="395527"/>
                  </a:lnTo>
                  <a:lnTo>
                    <a:pt x="570279" y="395527"/>
                  </a:lnTo>
                  <a:lnTo>
                    <a:pt x="563324" y="395527"/>
                  </a:lnTo>
                  <a:lnTo>
                    <a:pt x="556370" y="395527"/>
                  </a:lnTo>
                  <a:lnTo>
                    <a:pt x="549415" y="395527"/>
                  </a:lnTo>
                  <a:lnTo>
                    <a:pt x="542460" y="395527"/>
                  </a:lnTo>
                  <a:lnTo>
                    <a:pt x="535506" y="395527"/>
                  </a:lnTo>
                  <a:lnTo>
                    <a:pt x="528551" y="395527"/>
                  </a:lnTo>
                  <a:lnTo>
                    <a:pt x="521597" y="395527"/>
                  </a:lnTo>
                  <a:lnTo>
                    <a:pt x="514642" y="395527"/>
                  </a:lnTo>
                  <a:lnTo>
                    <a:pt x="507687" y="395527"/>
                  </a:lnTo>
                  <a:lnTo>
                    <a:pt x="500733" y="395527"/>
                  </a:lnTo>
                  <a:lnTo>
                    <a:pt x="493778" y="395527"/>
                  </a:lnTo>
                  <a:lnTo>
                    <a:pt x="486823" y="395527"/>
                  </a:lnTo>
                  <a:lnTo>
                    <a:pt x="479869" y="395527"/>
                  </a:lnTo>
                  <a:lnTo>
                    <a:pt x="472914" y="395527"/>
                  </a:lnTo>
                  <a:lnTo>
                    <a:pt x="465960" y="395527"/>
                  </a:lnTo>
                  <a:lnTo>
                    <a:pt x="459005" y="395527"/>
                  </a:lnTo>
                  <a:lnTo>
                    <a:pt x="452050" y="395527"/>
                  </a:lnTo>
                  <a:lnTo>
                    <a:pt x="445096" y="395527"/>
                  </a:lnTo>
                  <a:lnTo>
                    <a:pt x="438141" y="395527"/>
                  </a:lnTo>
                  <a:lnTo>
                    <a:pt x="431186" y="395527"/>
                  </a:lnTo>
                  <a:lnTo>
                    <a:pt x="424232" y="395527"/>
                  </a:lnTo>
                  <a:lnTo>
                    <a:pt x="417277" y="395527"/>
                  </a:lnTo>
                  <a:lnTo>
                    <a:pt x="410323" y="395527"/>
                  </a:lnTo>
                  <a:lnTo>
                    <a:pt x="403368" y="395527"/>
                  </a:lnTo>
                  <a:lnTo>
                    <a:pt x="396413" y="395527"/>
                  </a:lnTo>
                  <a:lnTo>
                    <a:pt x="389459" y="395527"/>
                  </a:lnTo>
                  <a:lnTo>
                    <a:pt x="382504" y="395527"/>
                  </a:lnTo>
                  <a:lnTo>
                    <a:pt x="375549" y="395527"/>
                  </a:lnTo>
                  <a:lnTo>
                    <a:pt x="368595" y="395527"/>
                  </a:lnTo>
                  <a:lnTo>
                    <a:pt x="361640" y="395527"/>
                  </a:lnTo>
                  <a:lnTo>
                    <a:pt x="354685" y="395527"/>
                  </a:lnTo>
                  <a:lnTo>
                    <a:pt x="347731" y="395527"/>
                  </a:lnTo>
                  <a:lnTo>
                    <a:pt x="340776" y="395527"/>
                  </a:lnTo>
                  <a:lnTo>
                    <a:pt x="333822" y="395527"/>
                  </a:lnTo>
                  <a:lnTo>
                    <a:pt x="326867" y="395527"/>
                  </a:lnTo>
                  <a:lnTo>
                    <a:pt x="319912" y="395527"/>
                  </a:lnTo>
                  <a:lnTo>
                    <a:pt x="312958" y="395527"/>
                  </a:lnTo>
                  <a:lnTo>
                    <a:pt x="306003" y="395527"/>
                  </a:lnTo>
                  <a:lnTo>
                    <a:pt x="299048" y="395527"/>
                  </a:lnTo>
                  <a:lnTo>
                    <a:pt x="292094" y="395527"/>
                  </a:lnTo>
                  <a:lnTo>
                    <a:pt x="285139" y="395527"/>
                  </a:lnTo>
                  <a:lnTo>
                    <a:pt x="278185" y="395527"/>
                  </a:lnTo>
                  <a:lnTo>
                    <a:pt x="271230" y="395527"/>
                  </a:lnTo>
                  <a:lnTo>
                    <a:pt x="264275" y="395527"/>
                  </a:lnTo>
                  <a:lnTo>
                    <a:pt x="257321" y="395527"/>
                  </a:lnTo>
                  <a:lnTo>
                    <a:pt x="250366" y="395527"/>
                  </a:lnTo>
                  <a:lnTo>
                    <a:pt x="243411" y="395527"/>
                  </a:lnTo>
                  <a:lnTo>
                    <a:pt x="236457" y="395527"/>
                  </a:lnTo>
                  <a:lnTo>
                    <a:pt x="229502" y="395527"/>
                  </a:lnTo>
                  <a:lnTo>
                    <a:pt x="222548" y="395527"/>
                  </a:lnTo>
                  <a:lnTo>
                    <a:pt x="215593" y="395527"/>
                  </a:lnTo>
                  <a:lnTo>
                    <a:pt x="208638" y="395527"/>
                  </a:lnTo>
                  <a:lnTo>
                    <a:pt x="201684" y="395527"/>
                  </a:lnTo>
                  <a:lnTo>
                    <a:pt x="194729" y="395527"/>
                  </a:lnTo>
                  <a:lnTo>
                    <a:pt x="187774" y="395527"/>
                  </a:lnTo>
                  <a:lnTo>
                    <a:pt x="180820" y="395527"/>
                  </a:lnTo>
                  <a:lnTo>
                    <a:pt x="173865" y="395527"/>
                  </a:lnTo>
                  <a:lnTo>
                    <a:pt x="166911" y="395527"/>
                  </a:lnTo>
                  <a:lnTo>
                    <a:pt x="159956" y="395527"/>
                  </a:lnTo>
                  <a:lnTo>
                    <a:pt x="153001" y="395527"/>
                  </a:lnTo>
                  <a:lnTo>
                    <a:pt x="146047" y="395527"/>
                  </a:lnTo>
                  <a:lnTo>
                    <a:pt x="139092" y="395527"/>
                  </a:lnTo>
                  <a:lnTo>
                    <a:pt x="132137" y="395527"/>
                  </a:lnTo>
                  <a:lnTo>
                    <a:pt x="125183" y="395527"/>
                  </a:lnTo>
                  <a:lnTo>
                    <a:pt x="118228" y="395527"/>
                  </a:lnTo>
                  <a:lnTo>
                    <a:pt x="111274" y="395527"/>
                  </a:lnTo>
                  <a:lnTo>
                    <a:pt x="104319" y="395527"/>
                  </a:lnTo>
                  <a:lnTo>
                    <a:pt x="97364" y="395527"/>
                  </a:lnTo>
                  <a:lnTo>
                    <a:pt x="90410" y="395527"/>
                  </a:lnTo>
                  <a:lnTo>
                    <a:pt x="83455" y="395527"/>
                  </a:lnTo>
                  <a:lnTo>
                    <a:pt x="76500" y="395527"/>
                  </a:lnTo>
                  <a:lnTo>
                    <a:pt x="69546" y="395527"/>
                  </a:lnTo>
                  <a:lnTo>
                    <a:pt x="62591" y="395527"/>
                  </a:lnTo>
                  <a:lnTo>
                    <a:pt x="55637" y="395527"/>
                  </a:lnTo>
                  <a:lnTo>
                    <a:pt x="48682" y="395527"/>
                  </a:lnTo>
                  <a:lnTo>
                    <a:pt x="41727" y="395527"/>
                  </a:lnTo>
                  <a:lnTo>
                    <a:pt x="34773" y="395527"/>
                  </a:lnTo>
                  <a:lnTo>
                    <a:pt x="27818" y="395527"/>
                  </a:lnTo>
                  <a:lnTo>
                    <a:pt x="20863" y="395527"/>
                  </a:lnTo>
                  <a:lnTo>
                    <a:pt x="13909" y="395527"/>
                  </a:lnTo>
                  <a:lnTo>
                    <a:pt x="6954" y="39552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5650134" y="3230317"/>
              <a:ext cx="3553814" cy="395527"/>
            </a:xfrm>
            <a:custGeom>
              <a:avLst/>
              <a:pathLst>
                <a:path w="3553814" h="395527">
                  <a:moveTo>
                    <a:pt x="0" y="395527"/>
                  </a:moveTo>
                  <a:lnTo>
                    <a:pt x="6954" y="395527"/>
                  </a:lnTo>
                  <a:lnTo>
                    <a:pt x="13909" y="395527"/>
                  </a:lnTo>
                  <a:lnTo>
                    <a:pt x="20863" y="395527"/>
                  </a:lnTo>
                  <a:lnTo>
                    <a:pt x="27818" y="395527"/>
                  </a:lnTo>
                  <a:lnTo>
                    <a:pt x="34773" y="395527"/>
                  </a:lnTo>
                  <a:lnTo>
                    <a:pt x="41727" y="395527"/>
                  </a:lnTo>
                  <a:lnTo>
                    <a:pt x="48682" y="395527"/>
                  </a:lnTo>
                  <a:lnTo>
                    <a:pt x="55637" y="395527"/>
                  </a:lnTo>
                  <a:lnTo>
                    <a:pt x="62591" y="395527"/>
                  </a:lnTo>
                  <a:lnTo>
                    <a:pt x="69546" y="395527"/>
                  </a:lnTo>
                  <a:lnTo>
                    <a:pt x="76500" y="395527"/>
                  </a:lnTo>
                  <a:lnTo>
                    <a:pt x="83455" y="395527"/>
                  </a:lnTo>
                  <a:lnTo>
                    <a:pt x="90410" y="395527"/>
                  </a:lnTo>
                  <a:lnTo>
                    <a:pt x="97364" y="395527"/>
                  </a:lnTo>
                  <a:lnTo>
                    <a:pt x="104319" y="395527"/>
                  </a:lnTo>
                  <a:lnTo>
                    <a:pt x="111274" y="395527"/>
                  </a:lnTo>
                  <a:lnTo>
                    <a:pt x="118228" y="395527"/>
                  </a:lnTo>
                  <a:lnTo>
                    <a:pt x="125183" y="395527"/>
                  </a:lnTo>
                  <a:lnTo>
                    <a:pt x="132137" y="395527"/>
                  </a:lnTo>
                  <a:lnTo>
                    <a:pt x="139092" y="395527"/>
                  </a:lnTo>
                  <a:lnTo>
                    <a:pt x="146047" y="395527"/>
                  </a:lnTo>
                  <a:lnTo>
                    <a:pt x="153001" y="395527"/>
                  </a:lnTo>
                  <a:lnTo>
                    <a:pt x="159956" y="395527"/>
                  </a:lnTo>
                  <a:lnTo>
                    <a:pt x="166911" y="395527"/>
                  </a:lnTo>
                  <a:lnTo>
                    <a:pt x="173865" y="395527"/>
                  </a:lnTo>
                  <a:lnTo>
                    <a:pt x="180820" y="395527"/>
                  </a:lnTo>
                  <a:lnTo>
                    <a:pt x="187774" y="395527"/>
                  </a:lnTo>
                  <a:lnTo>
                    <a:pt x="194729" y="395527"/>
                  </a:lnTo>
                  <a:lnTo>
                    <a:pt x="201684" y="395527"/>
                  </a:lnTo>
                  <a:lnTo>
                    <a:pt x="208638" y="395527"/>
                  </a:lnTo>
                  <a:lnTo>
                    <a:pt x="215593" y="395527"/>
                  </a:lnTo>
                  <a:lnTo>
                    <a:pt x="222548" y="395527"/>
                  </a:lnTo>
                  <a:lnTo>
                    <a:pt x="229502" y="395527"/>
                  </a:lnTo>
                  <a:lnTo>
                    <a:pt x="236457" y="395527"/>
                  </a:lnTo>
                  <a:lnTo>
                    <a:pt x="243411" y="395527"/>
                  </a:lnTo>
                  <a:lnTo>
                    <a:pt x="250366" y="395527"/>
                  </a:lnTo>
                  <a:lnTo>
                    <a:pt x="257321" y="395527"/>
                  </a:lnTo>
                  <a:lnTo>
                    <a:pt x="264275" y="395527"/>
                  </a:lnTo>
                  <a:lnTo>
                    <a:pt x="271230" y="395527"/>
                  </a:lnTo>
                  <a:lnTo>
                    <a:pt x="278185" y="395527"/>
                  </a:lnTo>
                  <a:lnTo>
                    <a:pt x="285139" y="395527"/>
                  </a:lnTo>
                  <a:lnTo>
                    <a:pt x="292094" y="395527"/>
                  </a:lnTo>
                  <a:lnTo>
                    <a:pt x="299048" y="395527"/>
                  </a:lnTo>
                  <a:lnTo>
                    <a:pt x="306003" y="395527"/>
                  </a:lnTo>
                  <a:lnTo>
                    <a:pt x="312958" y="395527"/>
                  </a:lnTo>
                  <a:lnTo>
                    <a:pt x="319912" y="395527"/>
                  </a:lnTo>
                  <a:lnTo>
                    <a:pt x="326867" y="395527"/>
                  </a:lnTo>
                  <a:lnTo>
                    <a:pt x="333822" y="395527"/>
                  </a:lnTo>
                  <a:lnTo>
                    <a:pt x="340776" y="395527"/>
                  </a:lnTo>
                  <a:lnTo>
                    <a:pt x="347731" y="395527"/>
                  </a:lnTo>
                  <a:lnTo>
                    <a:pt x="354685" y="395527"/>
                  </a:lnTo>
                  <a:lnTo>
                    <a:pt x="361640" y="395527"/>
                  </a:lnTo>
                  <a:lnTo>
                    <a:pt x="368595" y="395527"/>
                  </a:lnTo>
                  <a:lnTo>
                    <a:pt x="375549" y="395527"/>
                  </a:lnTo>
                  <a:lnTo>
                    <a:pt x="382504" y="395527"/>
                  </a:lnTo>
                  <a:lnTo>
                    <a:pt x="389459" y="395527"/>
                  </a:lnTo>
                  <a:lnTo>
                    <a:pt x="396413" y="395527"/>
                  </a:lnTo>
                  <a:lnTo>
                    <a:pt x="403368" y="395527"/>
                  </a:lnTo>
                  <a:lnTo>
                    <a:pt x="410323" y="395527"/>
                  </a:lnTo>
                  <a:lnTo>
                    <a:pt x="417277" y="395527"/>
                  </a:lnTo>
                  <a:lnTo>
                    <a:pt x="424232" y="395527"/>
                  </a:lnTo>
                  <a:lnTo>
                    <a:pt x="431186" y="395527"/>
                  </a:lnTo>
                  <a:lnTo>
                    <a:pt x="438141" y="395527"/>
                  </a:lnTo>
                  <a:lnTo>
                    <a:pt x="445096" y="395527"/>
                  </a:lnTo>
                  <a:lnTo>
                    <a:pt x="452050" y="395527"/>
                  </a:lnTo>
                  <a:lnTo>
                    <a:pt x="459005" y="395527"/>
                  </a:lnTo>
                  <a:lnTo>
                    <a:pt x="465960" y="395527"/>
                  </a:lnTo>
                  <a:lnTo>
                    <a:pt x="472914" y="395527"/>
                  </a:lnTo>
                  <a:lnTo>
                    <a:pt x="479869" y="395527"/>
                  </a:lnTo>
                  <a:lnTo>
                    <a:pt x="486823" y="395527"/>
                  </a:lnTo>
                  <a:lnTo>
                    <a:pt x="493778" y="395527"/>
                  </a:lnTo>
                  <a:lnTo>
                    <a:pt x="500733" y="395527"/>
                  </a:lnTo>
                  <a:lnTo>
                    <a:pt x="507687" y="395527"/>
                  </a:lnTo>
                  <a:lnTo>
                    <a:pt x="514642" y="395527"/>
                  </a:lnTo>
                  <a:lnTo>
                    <a:pt x="521597" y="395527"/>
                  </a:lnTo>
                  <a:lnTo>
                    <a:pt x="528551" y="395527"/>
                  </a:lnTo>
                  <a:lnTo>
                    <a:pt x="535506" y="395527"/>
                  </a:lnTo>
                  <a:lnTo>
                    <a:pt x="542460" y="395527"/>
                  </a:lnTo>
                  <a:lnTo>
                    <a:pt x="549415" y="395527"/>
                  </a:lnTo>
                  <a:lnTo>
                    <a:pt x="556370" y="395527"/>
                  </a:lnTo>
                  <a:lnTo>
                    <a:pt x="563324" y="395527"/>
                  </a:lnTo>
                  <a:lnTo>
                    <a:pt x="570279" y="395527"/>
                  </a:lnTo>
                  <a:lnTo>
                    <a:pt x="577234" y="395527"/>
                  </a:lnTo>
                  <a:lnTo>
                    <a:pt x="584188" y="395527"/>
                  </a:lnTo>
                  <a:lnTo>
                    <a:pt x="591143" y="395527"/>
                  </a:lnTo>
                  <a:lnTo>
                    <a:pt x="598097" y="395527"/>
                  </a:lnTo>
                  <a:lnTo>
                    <a:pt x="605052" y="395527"/>
                  </a:lnTo>
                  <a:lnTo>
                    <a:pt x="612007" y="395527"/>
                  </a:lnTo>
                  <a:lnTo>
                    <a:pt x="618961" y="395527"/>
                  </a:lnTo>
                  <a:lnTo>
                    <a:pt x="625916" y="395527"/>
                  </a:lnTo>
                  <a:lnTo>
                    <a:pt x="632871" y="395527"/>
                  </a:lnTo>
                  <a:lnTo>
                    <a:pt x="639825" y="395527"/>
                  </a:lnTo>
                  <a:lnTo>
                    <a:pt x="646780" y="395527"/>
                  </a:lnTo>
                  <a:lnTo>
                    <a:pt x="653734" y="395527"/>
                  </a:lnTo>
                  <a:lnTo>
                    <a:pt x="660689" y="395527"/>
                  </a:lnTo>
                  <a:lnTo>
                    <a:pt x="667644" y="395527"/>
                  </a:lnTo>
                  <a:lnTo>
                    <a:pt x="674598" y="395527"/>
                  </a:lnTo>
                  <a:lnTo>
                    <a:pt x="681553" y="395527"/>
                  </a:lnTo>
                  <a:lnTo>
                    <a:pt x="688508" y="395527"/>
                  </a:lnTo>
                  <a:lnTo>
                    <a:pt x="695462" y="395527"/>
                  </a:lnTo>
                  <a:lnTo>
                    <a:pt x="702417" y="395527"/>
                  </a:lnTo>
                  <a:lnTo>
                    <a:pt x="709371" y="395527"/>
                  </a:lnTo>
                  <a:lnTo>
                    <a:pt x="716326" y="395527"/>
                  </a:lnTo>
                  <a:lnTo>
                    <a:pt x="723281" y="395527"/>
                  </a:lnTo>
                  <a:lnTo>
                    <a:pt x="730235" y="395527"/>
                  </a:lnTo>
                  <a:lnTo>
                    <a:pt x="737190" y="395527"/>
                  </a:lnTo>
                  <a:lnTo>
                    <a:pt x="744145" y="395527"/>
                  </a:lnTo>
                  <a:lnTo>
                    <a:pt x="751099" y="395527"/>
                  </a:lnTo>
                  <a:lnTo>
                    <a:pt x="758054" y="395527"/>
                  </a:lnTo>
                  <a:lnTo>
                    <a:pt x="765009" y="395527"/>
                  </a:lnTo>
                  <a:lnTo>
                    <a:pt x="771963" y="395527"/>
                  </a:lnTo>
                  <a:lnTo>
                    <a:pt x="778918" y="395527"/>
                  </a:lnTo>
                  <a:lnTo>
                    <a:pt x="785872" y="395527"/>
                  </a:lnTo>
                  <a:lnTo>
                    <a:pt x="792827" y="395527"/>
                  </a:lnTo>
                  <a:lnTo>
                    <a:pt x="799782" y="395527"/>
                  </a:lnTo>
                  <a:lnTo>
                    <a:pt x="806736" y="395527"/>
                  </a:lnTo>
                  <a:lnTo>
                    <a:pt x="813691" y="395527"/>
                  </a:lnTo>
                  <a:lnTo>
                    <a:pt x="820646" y="395527"/>
                  </a:lnTo>
                  <a:lnTo>
                    <a:pt x="827600" y="395527"/>
                  </a:lnTo>
                  <a:lnTo>
                    <a:pt x="834555" y="395527"/>
                  </a:lnTo>
                  <a:lnTo>
                    <a:pt x="841509" y="395527"/>
                  </a:lnTo>
                  <a:lnTo>
                    <a:pt x="848464" y="395527"/>
                  </a:lnTo>
                  <a:lnTo>
                    <a:pt x="855419" y="395527"/>
                  </a:lnTo>
                  <a:lnTo>
                    <a:pt x="862373" y="395527"/>
                  </a:lnTo>
                  <a:lnTo>
                    <a:pt x="869328" y="395527"/>
                  </a:lnTo>
                  <a:lnTo>
                    <a:pt x="876283" y="395527"/>
                  </a:lnTo>
                  <a:lnTo>
                    <a:pt x="883237" y="395527"/>
                  </a:lnTo>
                  <a:lnTo>
                    <a:pt x="890192" y="395527"/>
                  </a:lnTo>
                  <a:lnTo>
                    <a:pt x="897146" y="395527"/>
                  </a:lnTo>
                  <a:lnTo>
                    <a:pt x="904101" y="395527"/>
                  </a:lnTo>
                  <a:lnTo>
                    <a:pt x="911056" y="395527"/>
                  </a:lnTo>
                  <a:lnTo>
                    <a:pt x="918010" y="395527"/>
                  </a:lnTo>
                  <a:lnTo>
                    <a:pt x="924965" y="395527"/>
                  </a:lnTo>
                  <a:lnTo>
                    <a:pt x="931920" y="395527"/>
                  </a:lnTo>
                  <a:lnTo>
                    <a:pt x="938874" y="395527"/>
                  </a:lnTo>
                  <a:lnTo>
                    <a:pt x="945829" y="395527"/>
                  </a:lnTo>
                  <a:lnTo>
                    <a:pt x="952783" y="395527"/>
                  </a:lnTo>
                  <a:lnTo>
                    <a:pt x="959738" y="395527"/>
                  </a:lnTo>
                  <a:lnTo>
                    <a:pt x="966693" y="395527"/>
                  </a:lnTo>
                  <a:lnTo>
                    <a:pt x="973647" y="395527"/>
                  </a:lnTo>
                  <a:lnTo>
                    <a:pt x="980602" y="395527"/>
                  </a:lnTo>
                  <a:lnTo>
                    <a:pt x="987557" y="395527"/>
                  </a:lnTo>
                  <a:lnTo>
                    <a:pt x="994511" y="395527"/>
                  </a:lnTo>
                  <a:lnTo>
                    <a:pt x="1001466" y="395527"/>
                  </a:lnTo>
                  <a:lnTo>
                    <a:pt x="1008420" y="395527"/>
                  </a:lnTo>
                  <a:lnTo>
                    <a:pt x="1015375" y="395527"/>
                  </a:lnTo>
                  <a:lnTo>
                    <a:pt x="1022330" y="395527"/>
                  </a:lnTo>
                  <a:lnTo>
                    <a:pt x="1029284" y="395527"/>
                  </a:lnTo>
                  <a:lnTo>
                    <a:pt x="1036239" y="395527"/>
                  </a:lnTo>
                  <a:lnTo>
                    <a:pt x="1043194" y="395527"/>
                  </a:lnTo>
                  <a:lnTo>
                    <a:pt x="1050148" y="395527"/>
                  </a:lnTo>
                  <a:lnTo>
                    <a:pt x="1057103" y="395527"/>
                  </a:lnTo>
                  <a:lnTo>
                    <a:pt x="1064057" y="395527"/>
                  </a:lnTo>
                  <a:lnTo>
                    <a:pt x="1071012" y="395527"/>
                  </a:lnTo>
                  <a:lnTo>
                    <a:pt x="1077967" y="395527"/>
                  </a:lnTo>
                  <a:lnTo>
                    <a:pt x="1084921" y="395527"/>
                  </a:lnTo>
                  <a:lnTo>
                    <a:pt x="1091876" y="395527"/>
                  </a:lnTo>
                  <a:lnTo>
                    <a:pt x="1098831" y="395527"/>
                  </a:lnTo>
                  <a:lnTo>
                    <a:pt x="1105785" y="395527"/>
                  </a:lnTo>
                  <a:lnTo>
                    <a:pt x="1112740" y="395527"/>
                  </a:lnTo>
                  <a:lnTo>
                    <a:pt x="1119694" y="395527"/>
                  </a:lnTo>
                  <a:lnTo>
                    <a:pt x="1126649" y="395527"/>
                  </a:lnTo>
                  <a:lnTo>
                    <a:pt x="1133604" y="395527"/>
                  </a:lnTo>
                  <a:lnTo>
                    <a:pt x="1140558" y="395527"/>
                  </a:lnTo>
                  <a:lnTo>
                    <a:pt x="1147513" y="395527"/>
                  </a:lnTo>
                  <a:lnTo>
                    <a:pt x="1154468" y="395527"/>
                  </a:lnTo>
                  <a:lnTo>
                    <a:pt x="1161422" y="395527"/>
                  </a:lnTo>
                  <a:lnTo>
                    <a:pt x="1168377" y="395527"/>
                  </a:lnTo>
                  <a:lnTo>
                    <a:pt x="1175332" y="395527"/>
                  </a:lnTo>
                  <a:lnTo>
                    <a:pt x="1182286" y="395527"/>
                  </a:lnTo>
                  <a:lnTo>
                    <a:pt x="1189241" y="395527"/>
                  </a:lnTo>
                  <a:lnTo>
                    <a:pt x="1196195" y="395527"/>
                  </a:lnTo>
                  <a:lnTo>
                    <a:pt x="1203150" y="395527"/>
                  </a:lnTo>
                  <a:lnTo>
                    <a:pt x="1210105" y="395527"/>
                  </a:lnTo>
                  <a:lnTo>
                    <a:pt x="1217059" y="395527"/>
                  </a:lnTo>
                  <a:lnTo>
                    <a:pt x="1224014" y="395527"/>
                  </a:lnTo>
                  <a:lnTo>
                    <a:pt x="1230969" y="395527"/>
                  </a:lnTo>
                  <a:lnTo>
                    <a:pt x="1237923" y="395527"/>
                  </a:lnTo>
                  <a:lnTo>
                    <a:pt x="1244878" y="395527"/>
                  </a:lnTo>
                  <a:lnTo>
                    <a:pt x="1251832" y="395527"/>
                  </a:lnTo>
                  <a:lnTo>
                    <a:pt x="1258787" y="395527"/>
                  </a:lnTo>
                  <a:lnTo>
                    <a:pt x="1265742" y="395527"/>
                  </a:lnTo>
                  <a:lnTo>
                    <a:pt x="1272696" y="395527"/>
                  </a:lnTo>
                  <a:lnTo>
                    <a:pt x="1279651" y="395527"/>
                  </a:lnTo>
                  <a:lnTo>
                    <a:pt x="1286606" y="395527"/>
                  </a:lnTo>
                  <a:lnTo>
                    <a:pt x="1293560" y="395527"/>
                  </a:lnTo>
                  <a:lnTo>
                    <a:pt x="1300515" y="395527"/>
                  </a:lnTo>
                  <a:lnTo>
                    <a:pt x="1307469" y="395527"/>
                  </a:lnTo>
                  <a:lnTo>
                    <a:pt x="1314424" y="395527"/>
                  </a:lnTo>
                  <a:lnTo>
                    <a:pt x="1321379" y="395527"/>
                  </a:lnTo>
                  <a:lnTo>
                    <a:pt x="1328333" y="395526"/>
                  </a:lnTo>
                  <a:lnTo>
                    <a:pt x="1335288" y="395526"/>
                  </a:lnTo>
                  <a:lnTo>
                    <a:pt x="1342243" y="395526"/>
                  </a:lnTo>
                  <a:lnTo>
                    <a:pt x="1349197" y="395524"/>
                  </a:lnTo>
                  <a:lnTo>
                    <a:pt x="1356152" y="395522"/>
                  </a:lnTo>
                  <a:lnTo>
                    <a:pt x="1363106" y="395517"/>
                  </a:lnTo>
                  <a:lnTo>
                    <a:pt x="1370061" y="395509"/>
                  </a:lnTo>
                  <a:lnTo>
                    <a:pt x="1377016" y="395496"/>
                  </a:lnTo>
                  <a:lnTo>
                    <a:pt x="1383970" y="395474"/>
                  </a:lnTo>
                  <a:lnTo>
                    <a:pt x="1390925" y="395443"/>
                  </a:lnTo>
                  <a:lnTo>
                    <a:pt x="1397880" y="395401"/>
                  </a:lnTo>
                  <a:lnTo>
                    <a:pt x="1404834" y="395347"/>
                  </a:lnTo>
                  <a:lnTo>
                    <a:pt x="1411789" y="395284"/>
                  </a:lnTo>
                  <a:lnTo>
                    <a:pt x="1418743" y="395216"/>
                  </a:lnTo>
                  <a:lnTo>
                    <a:pt x="1425698" y="395150"/>
                  </a:lnTo>
                  <a:lnTo>
                    <a:pt x="1432653" y="395094"/>
                  </a:lnTo>
                  <a:lnTo>
                    <a:pt x="1439607" y="395056"/>
                  </a:lnTo>
                  <a:lnTo>
                    <a:pt x="1446562" y="395044"/>
                  </a:lnTo>
                  <a:lnTo>
                    <a:pt x="1453517" y="395055"/>
                  </a:lnTo>
                  <a:lnTo>
                    <a:pt x="1460471" y="395085"/>
                  </a:lnTo>
                  <a:lnTo>
                    <a:pt x="1467426" y="395125"/>
                  </a:lnTo>
                  <a:lnTo>
                    <a:pt x="1474380" y="395161"/>
                  </a:lnTo>
                  <a:lnTo>
                    <a:pt x="1481335" y="395178"/>
                  </a:lnTo>
                  <a:lnTo>
                    <a:pt x="1488290" y="395161"/>
                  </a:lnTo>
                  <a:lnTo>
                    <a:pt x="1495244" y="395097"/>
                  </a:lnTo>
                  <a:lnTo>
                    <a:pt x="1502199" y="394972"/>
                  </a:lnTo>
                  <a:lnTo>
                    <a:pt x="1509154" y="394782"/>
                  </a:lnTo>
                  <a:lnTo>
                    <a:pt x="1516108" y="394526"/>
                  </a:lnTo>
                  <a:lnTo>
                    <a:pt x="1523063" y="394208"/>
                  </a:lnTo>
                  <a:lnTo>
                    <a:pt x="1530018" y="393844"/>
                  </a:lnTo>
                  <a:lnTo>
                    <a:pt x="1536972" y="393454"/>
                  </a:lnTo>
                  <a:lnTo>
                    <a:pt x="1543927" y="393062"/>
                  </a:lnTo>
                  <a:lnTo>
                    <a:pt x="1550881" y="392692"/>
                  </a:lnTo>
                  <a:lnTo>
                    <a:pt x="1557836" y="392364"/>
                  </a:lnTo>
                  <a:lnTo>
                    <a:pt x="1564791" y="392080"/>
                  </a:lnTo>
                  <a:lnTo>
                    <a:pt x="1571745" y="391829"/>
                  </a:lnTo>
                  <a:lnTo>
                    <a:pt x="1578700" y="391587"/>
                  </a:lnTo>
                  <a:lnTo>
                    <a:pt x="1585655" y="391322"/>
                  </a:lnTo>
                  <a:lnTo>
                    <a:pt x="1592609" y="390997"/>
                  </a:lnTo>
                  <a:lnTo>
                    <a:pt x="1599564" y="390580"/>
                  </a:lnTo>
                  <a:lnTo>
                    <a:pt x="1606518" y="390046"/>
                  </a:lnTo>
                  <a:lnTo>
                    <a:pt x="1613473" y="389384"/>
                  </a:lnTo>
                  <a:lnTo>
                    <a:pt x="1620428" y="388597"/>
                  </a:lnTo>
                  <a:lnTo>
                    <a:pt x="1627382" y="387703"/>
                  </a:lnTo>
                  <a:lnTo>
                    <a:pt x="1634337" y="386731"/>
                  </a:lnTo>
                  <a:lnTo>
                    <a:pt x="1641292" y="385720"/>
                  </a:lnTo>
                  <a:lnTo>
                    <a:pt x="1648246" y="384705"/>
                  </a:lnTo>
                  <a:lnTo>
                    <a:pt x="1655201" y="383710"/>
                  </a:lnTo>
                  <a:lnTo>
                    <a:pt x="1662155" y="382742"/>
                  </a:lnTo>
                  <a:lnTo>
                    <a:pt x="1669110" y="381775"/>
                  </a:lnTo>
                  <a:lnTo>
                    <a:pt x="1676065" y="380753"/>
                  </a:lnTo>
                  <a:lnTo>
                    <a:pt x="1683019" y="379603"/>
                  </a:lnTo>
                  <a:lnTo>
                    <a:pt x="1689974" y="378248"/>
                  </a:lnTo>
                  <a:lnTo>
                    <a:pt x="1696929" y="376625"/>
                  </a:lnTo>
                  <a:lnTo>
                    <a:pt x="1703883" y="374696"/>
                  </a:lnTo>
                  <a:lnTo>
                    <a:pt x="1710838" y="372455"/>
                  </a:lnTo>
                  <a:lnTo>
                    <a:pt x="1717792" y="369931"/>
                  </a:lnTo>
                  <a:lnTo>
                    <a:pt x="1724747" y="367174"/>
                  </a:lnTo>
                  <a:lnTo>
                    <a:pt x="1731702" y="364243"/>
                  </a:lnTo>
                  <a:lnTo>
                    <a:pt x="1738656" y="361187"/>
                  </a:lnTo>
                  <a:lnTo>
                    <a:pt x="1745611" y="358033"/>
                  </a:lnTo>
                  <a:lnTo>
                    <a:pt x="1752566" y="354772"/>
                  </a:lnTo>
                  <a:lnTo>
                    <a:pt x="1759520" y="351362"/>
                  </a:lnTo>
                  <a:lnTo>
                    <a:pt x="1766475" y="347733"/>
                  </a:lnTo>
                  <a:lnTo>
                    <a:pt x="1773429" y="343805"/>
                  </a:lnTo>
                  <a:lnTo>
                    <a:pt x="1780384" y="339492"/>
                  </a:lnTo>
                  <a:lnTo>
                    <a:pt x="1787339" y="334741"/>
                  </a:lnTo>
                  <a:lnTo>
                    <a:pt x="1794293" y="329555"/>
                  </a:lnTo>
                  <a:lnTo>
                    <a:pt x="1801248" y="323944"/>
                  </a:lnTo>
                  <a:lnTo>
                    <a:pt x="1808203" y="317930"/>
                  </a:lnTo>
                  <a:lnTo>
                    <a:pt x="1815157" y="311526"/>
                  </a:lnTo>
                  <a:lnTo>
                    <a:pt x="1822112" y="304743"/>
                  </a:lnTo>
                  <a:lnTo>
                    <a:pt x="1829066" y="297587"/>
                  </a:lnTo>
                  <a:lnTo>
                    <a:pt x="1836021" y="290085"/>
                  </a:lnTo>
                  <a:lnTo>
                    <a:pt x="1842976" y="282299"/>
                  </a:lnTo>
                  <a:lnTo>
                    <a:pt x="1849930" y="274341"/>
                  </a:lnTo>
                  <a:lnTo>
                    <a:pt x="1856885" y="266371"/>
                  </a:lnTo>
                  <a:lnTo>
                    <a:pt x="1863840" y="258574"/>
                  </a:lnTo>
                  <a:lnTo>
                    <a:pt x="1870794" y="251125"/>
                  </a:lnTo>
                  <a:lnTo>
                    <a:pt x="1877749" y="244144"/>
                  </a:lnTo>
                  <a:lnTo>
                    <a:pt x="1884704" y="237661"/>
                  </a:lnTo>
                  <a:lnTo>
                    <a:pt x="1891658" y="231600"/>
                  </a:lnTo>
                  <a:lnTo>
                    <a:pt x="1898613" y="225756"/>
                  </a:lnTo>
                  <a:lnTo>
                    <a:pt x="1905567" y="219837"/>
                  </a:lnTo>
                  <a:lnTo>
                    <a:pt x="1912522" y="213562"/>
                  </a:lnTo>
                  <a:lnTo>
                    <a:pt x="1919477" y="206688"/>
                  </a:lnTo>
                  <a:lnTo>
                    <a:pt x="1926431" y="199047"/>
                  </a:lnTo>
                  <a:lnTo>
                    <a:pt x="1933386" y="190567"/>
                  </a:lnTo>
                  <a:lnTo>
                    <a:pt x="1940341" y="181266"/>
                  </a:lnTo>
                  <a:lnTo>
                    <a:pt x="1947295" y="171240"/>
                  </a:lnTo>
                  <a:lnTo>
                    <a:pt x="1954250" y="160643"/>
                  </a:lnTo>
                  <a:lnTo>
                    <a:pt x="1961204" y="149662"/>
                  </a:lnTo>
                  <a:lnTo>
                    <a:pt x="1968159" y="138499"/>
                  </a:lnTo>
                  <a:lnTo>
                    <a:pt x="1975114" y="127353"/>
                  </a:lnTo>
                  <a:lnTo>
                    <a:pt x="1982068" y="116406"/>
                  </a:lnTo>
                  <a:lnTo>
                    <a:pt x="1989023" y="105809"/>
                  </a:lnTo>
                  <a:lnTo>
                    <a:pt x="1995978" y="95666"/>
                  </a:lnTo>
                  <a:lnTo>
                    <a:pt x="2002932" y="86031"/>
                  </a:lnTo>
                  <a:lnTo>
                    <a:pt x="2009887" y="76934"/>
                  </a:lnTo>
                  <a:lnTo>
                    <a:pt x="2016841" y="68301"/>
                  </a:lnTo>
                  <a:lnTo>
                    <a:pt x="2023796" y="60097"/>
                  </a:lnTo>
                  <a:lnTo>
                    <a:pt x="2030751" y="52311"/>
                  </a:lnTo>
                  <a:lnTo>
                    <a:pt x="2037705" y="44976"/>
                  </a:lnTo>
                  <a:lnTo>
                    <a:pt x="2044660" y="38159"/>
                  </a:lnTo>
                  <a:lnTo>
                    <a:pt x="2051615" y="31938"/>
                  </a:lnTo>
                  <a:lnTo>
                    <a:pt x="2058569" y="26377"/>
                  </a:lnTo>
                  <a:lnTo>
                    <a:pt x="2065524" y="21501"/>
                  </a:lnTo>
                  <a:lnTo>
                    <a:pt x="2072478" y="17284"/>
                  </a:lnTo>
                  <a:lnTo>
                    <a:pt x="2079433" y="13655"/>
                  </a:lnTo>
                  <a:lnTo>
                    <a:pt x="2086388" y="10522"/>
                  </a:lnTo>
                  <a:lnTo>
                    <a:pt x="2093342" y="7798"/>
                  </a:lnTo>
                  <a:lnTo>
                    <a:pt x="2100297" y="5424"/>
                  </a:lnTo>
                  <a:lnTo>
                    <a:pt x="2107252" y="3389"/>
                  </a:lnTo>
                  <a:lnTo>
                    <a:pt x="2114206" y="1731"/>
                  </a:lnTo>
                  <a:lnTo>
                    <a:pt x="2121161" y="566"/>
                  </a:lnTo>
                  <a:lnTo>
                    <a:pt x="2128115" y="0"/>
                  </a:lnTo>
                  <a:lnTo>
                    <a:pt x="2135070" y="141"/>
                  </a:lnTo>
                  <a:lnTo>
                    <a:pt x="2142025" y="1089"/>
                  </a:lnTo>
                  <a:lnTo>
                    <a:pt x="2148979" y="2905"/>
                  </a:lnTo>
                  <a:lnTo>
                    <a:pt x="2155934" y="5610"/>
                  </a:lnTo>
                  <a:lnTo>
                    <a:pt x="2162889" y="9188"/>
                  </a:lnTo>
                  <a:lnTo>
                    <a:pt x="2169843" y="13592"/>
                  </a:lnTo>
                  <a:lnTo>
                    <a:pt x="2176798" y="18761"/>
                  </a:lnTo>
                  <a:lnTo>
                    <a:pt x="2183752" y="24625"/>
                  </a:lnTo>
                  <a:lnTo>
                    <a:pt x="2190707" y="31109"/>
                  </a:lnTo>
                  <a:lnTo>
                    <a:pt x="2197662" y="38131"/>
                  </a:lnTo>
                  <a:lnTo>
                    <a:pt x="2204616" y="45596"/>
                  </a:lnTo>
                  <a:lnTo>
                    <a:pt x="2211571" y="53401"/>
                  </a:lnTo>
                  <a:lnTo>
                    <a:pt x="2218526" y="61433"/>
                  </a:lnTo>
                  <a:lnTo>
                    <a:pt x="2225480" y="69573"/>
                  </a:lnTo>
                  <a:lnTo>
                    <a:pt x="2232435" y="77694"/>
                  </a:lnTo>
                  <a:lnTo>
                    <a:pt x="2239389" y="85654"/>
                  </a:lnTo>
                  <a:lnTo>
                    <a:pt x="2246344" y="93326"/>
                  </a:lnTo>
                  <a:lnTo>
                    <a:pt x="2253299" y="100599"/>
                  </a:lnTo>
                  <a:lnTo>
                    <a:pt x="2260253" y="107412"/>
                  </a:lnTo>
                  <a:lnTo>
                    <a:pt x="2267208" y="113793"/>
                  </a:lnTo>
                  <a:lnTo>
                    <a:pt x="2274163" y="119884"/>
                  </a:lnTo>
                  <a:lnTo>
                    <a:pt x="2281117" y="125940"/>
                  </a:lnTo>
                  <a:lnTo>
                    <a:pt x="2288072" y="132281"/>
                  </a:lnTo>
                  <a:lnTo>
                    <a:pt x="2295027" y="139223"/>
                  </a:lnTo>
                  <a:lnTo>
                    <a:pt x="2301981" y="146992"/>
                  </a:lnTo>
                  <a:lnTo>
                    <a:pt x="2308936" y="155656"/>
                  </a:lnTo>
                  <a:lnTo>
                    <a:pt x="2315890" y="165105"/>
                  </a:lnTo>
                  <a:lnTo>
                    <a:pt x="2322845" y="175078"/>
                  </a:lnTo>
                  <a:lnTo>
                    <a:pt x="2329800" y="185238"/>
                  </a:lnTo>
                  <a:lnTo>
                    <a:pt x="2336754" y="195261"/>
                  </a:lnTo>
                  <a:lnTo>
                    <a:pt x="2343709" y="204896"/>
                  </a:lnTo>
                  <a:lnTo>
                    <a:pt x="2350664" y="214007"/>
                  </a:lnTo>
                  <a:lnTo>
                    <a:pt x="2357618" y="222611"/>
                  </a:lnTo>
                  <a:lnTo>
                    <a:pt x="2364573" y="230755"/>
                  </a:lnTo>
                  <a:lnTo>
                    <a:pt x="2371527" y="238498"/>
                  </a:lnTo>
                  <a:lnTo>
                    <a:pt x="2378482" y="245886"/>
                  </a:lnTo>
                  <a:lnTo>
                    <a:pt x="2385437" y="252951"/>
                  </a:lnTo>
                  <a:lnTo>
                    <a:pt x="2392391" y="259718"/>
                  </a:lnTo>
                  <a:lnTo>
                    <a:pt x="2399346" y="266214"/>
                  </a:lnTo>
                  <a:lnTo>
                    <a:pt x="2406301" y="272470"/>
                  </a:lnTo>
                  <a:lnTo>
                    <a:pt x="2413255" y="278519"/>
                  </a:lnTo>
                  <a:lnTo>
                    <a:pt x="2420210" y="284389"/>
                  </a:lnTo>
                  <a:lnTo>
                    <a:pt x="2427164" y="290103"/>
                  </a:lnTo>
                  <a:lnTo>
                    <a:pt x="2434119" y="295682"/>
                  </a:lnTo>
                  <a:lnTo>
                    <a:pt x="2441074" y="301149"/>
                  </a:lnTo>
                  <a:lnTo>
                    <a:pt x="2448028" y="306544"/>
                  </a:lnTo>
                  <a:lnTo>
                    <a:pt x="2454983" y="311915"/>
                  </a:lnTo>
                  <a:lnTo>
                    <a:pt x="2461938" y="317321"/>
                  </a:lnTo>
                  <a:lnTo>
                    <a:pt x="2468892" y="322797"/>
                  </a:lnTo>
                  <a:lnTo>
                    <a:pt x="2475847" y="328339"/>
                  </a:lnTo>
                  <a:lnTo>
                    <a:pt x="2482801" y="333898"/>
                  </a:lnTo>
                  <a:lnTo>
                    <a:pt x="2489756" y="339383"/>
                  </a:lnTo>
                  <a:lnTo>
                    <a:pt x="2496711" y="344675"/>
                  </a:lnTo>
                  <a:lnTo>
                    <a:pt x="2503665" y="349645"/>
                  </a:lnTo>
                  <a:lnTo>
                    <a:pt x="2510620" y="354177"/>
                  </a:lnTo>
                  <a:lnTo>
                    <a:pt x="2517575" y="358189"/>
                  </a:lnTo>
                  <a:lnTo>
                    <a:pt x="2524529" y="361642"/>
                  </a:lnTo>
                  <a:lnTo>
                    <a:pt x="2531484" y="364542"/>
                  </a:lnTo>
                  <a:lnTo>
                    <a:pt x="2538438" y="366938"/>
                  </a:lnTo>
                  <a:lnTo>
                    <a:pt x="2545393" y="368910"/>
                  </a:lnTo>
                  <a:lnTo>
                    <a:pt x="2552348" y="370556"/>
                  </a:lnTo>
                  <a:lnTo>
                    <a:pt x="2559302" y="371979"/>
                  </a:lnTo>
                  <a:lnTo>
                    <a:pt x="2566257" y="373280"/>
                  </a:lnTo>
                  <a:lnTo>
                    <a:pt x="2573212" y="374548"/>
                  </a:lnTo>
                  <a:lnTo>
                    <a:pt x="2580166" y="375854"/>
                  </a:lnTo>
                  <a:lnTo>
                    <a:pt x="2587121" y="377239"/>
                  </a:lnTo>
                  <a:lnTo>
                    <a:pt x="2594075" y="378719"/>
                  </a:lnTo>
                  <a:lnTo>
                    <a:pt x="2601030" y="380281"/>
                  </a:lnTo>
                  <a:lnTo>
                    <a:pt x="2607985" y="381891"/>
                  </a:lnTo>
                  <a:lnTo>
                    <a:pt x="2614939" y="383495"/>
                  </a:lnTo>
                  <a:lnTo>
                    <a:pt x="2621894" y="385027"/>
                  </a:lnTo>
                  <a:lnTo>
                    <a:pt x="2628849" y="386425"/>
                  </a:lnTo>
                  <a:lnTo>
                    <a:pt x="2635803" y="387635"/>
                  </a:lnTo>
                  <a:lnTo>
                    <a:pt x="2642758" y="388628"/>
                  </a:lnTo>
                  <a:lnTo>
                    <a:pt x="2649713" y="389398"/>
                  </a:lnTo>
                  <a:lnTo>
                    <a:pt x="2656667" y="389968"/>
                  </a:lnTo>
                  <a:lnTo>
                    <a:pt x="2663622" y="390384"/>
                  </a:lnTo>
                  <a:lnTo>
                    <a:pt x="2670576" y="390704"/>
                  </a:lnTo>
                  <a:lnTo>
                    <a:pt x="2677531" y="390989"/>
                  </a:lnTo>
                  <a:lnTo>
                    <a:pt x="2684486" y="391290"/>
                  </a:lnTo>
                  <a:lnTo>
                    <a:pt x="2691440" y="391638"/>
                  </a:lnTo>
                  <a:lnTo>
                    <a:pt x="2698395" y="392036"/>
                  </a:lnTo>
                  <a:lnTo>
                    <a:pt x="2705350" y="392469"/>
                  </a:lnTo>
                  <a:lnTo>
                    <a:pt x="2712304" y="392910"/>
                  </a:lnTo>
                  <a:lnTo>
                    <a:pt x="2719259" y="393330"/>
                  </a:lnTo>
                  <a:lnTo>
                    <a:pt x="2726213" y="393706"/>
                  </a:lnTo>
                  <a:lnTo>
                    <a:pt x="2733168" y="394022"/>
                  </a:lnTo>
                  <a:lnTo>
                    <a:pt x="2740123" y="394274"/>
                  </a:lnTo>
                  <a:lnTo>
                    <a:pt x="2747077" y="394469"/>
                  </a:lnTo>
                  <a:lnTo>
                    <a:pt x="2754032" y="394618"/>
                  </a:lnTo>
                  <a:lnTo>
                    <a:pt x="2760987" y="394736"/>
                  </a:lnTo>
                  <a:lnTo>
                    <a:pt x="2767941" y="394836"/>
                  </a:lnTo>
                  <a:lnTo>
                    <a:pt x="2774896" y="394929"/>
                  </a:lnTo>
                  <a:lnTo>
                    <a:pt x="2781850" y="395020"/>
                  </a:lnTo>
                  <a:lnTo>
                    <a:pt x="2788805" y="395111"/>
                  </a:lnTo>
                  <a:lnTo>
                    <a:pt x="2795760" y="395199"/>
                  </a:lnTo>
                  <a:lnTo>
                    <a:pt x="2802714" y="395279"/>
                  </a:lnTo>
                  <a:lnTo>
                    <a:pt x="2809669" y="395348"/>
                  </a:lnTo>
                  <a:lnTo>
                    <a:pt x="2816624" y="395404"/>
                  </a:lnTo>
                  <a:lnTo>
                    <a:pt x="2823578" y="395447"/>
                  </a:lnTo>
                  <a:lnTo>
                    <a:pt x="2830533" y="395477"/>
                  </a:lnTo>
                  <a:lnTo>
                    <a:pt x="2837487" y="395497"/>
                  </a:lnTo>
                  <a:lnTo>
                    <a:pt x="2844442" y="395510"/>
                  </a:lnTo>
                  <a:lnTo>
                    <a:pt x="2851397" y="395518"/>
                  </a:lnTo>
                  <a:lnTo>
                    <a:pt x="2858351" y="395522"/>
                  </a:lnTo>
                  <a:lnTo>
                    <a:pt x="2865306" y="395525"/>
                  </a:lnTo>
                  <a:lnTo>
                    <a:pt x="2872261" y="395526"/>
                  </a:lnTo>
                  <a:lnTo>
                    <a:pt x="2879215" y="395526"/>
                  </a:lnTo>
                  <a:lnTo>
                    <a:pt x="2886170" y="395526"/>
                  </a:lnTo>
                  <a:lnTo>
                    <a:pt x="2893124" y="395527"/>
                  </a:lnTo>
                  <a:lnTo>
                    <a:pt x="2900079" y="395527"/>
                  </a:lnTo>
                  <a:lnTo>
                    <a:pt x="2907034" y="395527"/>
                  </a:lnTo>
                  <a:lnTo>
                    <a:pt x="2913988" y="395527"/>
                  </a:lnTo>
                  <a:lnTo>
                    <a:pt x="2920943" y="395527"/>
                  </a:lnTo>
                  <a:lnTo>
                    <a:pt x="2927898" y="395527"/>
                  </a:lnTo>
                  <a:lnTo>
                    <a:pt x="2934852" y="395527"/>
                  </a:lnTo>
                  <a:lnTo>
                    <a:pt x="2941807" y="395527"/>
                  </a:lnTo>
                  <a:lnTo>
                    <a:pt x="2948761" y="395527"/>
                  </a:lnTo>
                  <a:lnTo>
                    <a:pt x="2955716" y="395527"/>
                  </a:lnTo>
                  <a:lnTo>
                    <a:pt x="2962671" y="395527"/>
                  </a:lnTo>
                  <a:lnTo>
                    <a:pt x="2969625" y="395527"/>
                  </a:lnTo>
                  <a:lnTo>
                    <a:pt x="2976580" y="395527"/>
                  </a:lnTo>
                  <a:lnTo>
                    <a:pt x="2983535" y="395527"/>
                  </a:lnTo>
                  <a:lnTo>
                    <a:pt x="2990489" y="395527"/>
                  </a:lnTo>
                  <a:lnTo>
                    <a:pt x="2997444" y="395527"/>
                  </a:lnTo>
                  <a:lnTo>
                    <a:pt x="3004399" y="395527"/>
                  </a:lnTo>
                  <a:lnTo>
                    <a:pt x="3011353" y="395527"/>
                  </a:lnTo>
                  <a:lnTo>
                    <a:pt x="3018308" y="395527"/>
                  </a:lnTo>
                  <a:lnTo>
                    <a:pt x="3025262" y="395527"/>
                  </a:lnTo>
                  <a:lnTo>
                    <a:pt x="3032217" y="395527"/>
                  </a:lnTo>
                  <a:lnTo>
                    <a:pt x="3039172" y="395527"/>
                  </a:lnTo>
                  <a:lnTo>
                    <a:pt x="3046126" y="395527"/>
                  </a:lnTo>
                  <a:lnTo>
                    <a:pt x="3053081" y="395527"/>
                  </a:lnTo>
                  <a:lnTo>
                    <a:pt x="3060036" y="395527"/>
                  </a:lnTo>
                  <a:lnTo>
                    <a:pt x="3066990" y="395527"/>
                  </a:lnTo>
                  <a:lnTo>
                    <a:pt x="3073945" y="395527"/>
                  </a:lnTo>
                  <a:lnTo>
                    <a:pt x="3080899" y="395527"/>
                  </a:lnTo>
                  <a:lnTo>
                    <a:pt x="3087854" y="395527"/>
                  </a:lnTo>
                  <a:lnTo>
                    <a:pt x="3094809" y="395527"/>
                  </a:lnTo>
                  <a:lnTo>
                    <a:pt x="3101763" y="395527"/>
                  </a:lnTo>
                  <a:lnTo>
                    <a:pt x="3108718" y="395527"/>
                  </a:lnTo>
                  <a:lnTo>
                    <a:pt x="3115673" y="395527"/>
                  </a:lnTo>
                  <a:lnTo>
                    <a:pt x="3122627" y="395527"/>
                  </a:lnTo>
                  <a:lnTo>
                    <a:pt x="3129582" y="395527"/>
                  </a:lnTo>
                  <a:lnTo>
                    <a:pt x="3136536" y="395527"/>
                  </a:lnTo>
                  <a:lnTo>
                    <a:pt x="3143491" y="395527"/>
                  </a:lnTo>
                  <a:lnTo>
                    <a:pt x="3150446" y="395527"/>
                  </a:lnTo>
                  <a:lnTo>
                    <a:pt x="3157400" y="395527"/>
                  </a:lnTo>
                  <a:lnTo>
                    <a:pt x="3164355" y="395527"/>
                  </a:lnTo>
                  <a:lnTo>
                    <a:pt x="3171310" y="395527"/>
                  </a:lnTo>
                  <a:lnTo>
                    <a:pt x="3178264" y="395527"/>
                  </a:lnTo>
                  <a:lnTo>
                    <a:pt x="3185219" y="395527"/>
                  </a:lnTo>
                  <a:lnTo>
                    <a:pt x="3192173" y="395527"/>
                  </a:lnTo>
                  <a:lnTo>
                    <a:pt x="3199128" y="395527"/>
                  </a:lnTo>
                  <a:lnTo>
                    <a:pt x="3206083" y="395527"/>
                  </a:lnTo>
                  <a:lnTo>
                    <a:pt x="3213037" y="395527"/>
                  </a:lnTo>
                  <a:lnTo>
                    <a:pt x="3219992" y="395527"/>
                  </a:lnTo>
                  <a:lnTo>
                    <a:pt x="3226947" y="395527"/>
                  </a:lnTo>
                  <a:lnTo>
                    <a:pt x="3233901" y="395527"/>
                  </a:lnTo>
                  <a:lnTo>
                    <a:pt x="3240856" y="395527"/>
                  </a:lnTo>
                  <a:lnTo>
                    <a:pt x="3247810" y="395527"/>
                  </a:lnTo>
                  <a:lnTo>
                    <a:pt x="3254765" y="395527"/>
                  </a:lnTo>
                  <a:lnTo>
                    <a:pt x="3261720" y="395527"/>
                  </a:lnTo>
                  <a:lnTo>
                    <a:pt x="3268674" y="395527"/>
                  </a:lnTo>
                  <a:lnTo>
                    <a:pt x="3275629" y="395527"/>
                  </a:lnTo>
                  <a:lnTo>
                    <a:pt x="3282584" y="395527"/>
                  </a:lnTo>
                  <a:lnTo>
                    <a:pt x="3289538" y="395527"/>
                  </a:lnTo>
                  <a:lnTo>
                    <a:pt x="3296493" y="395527"/>
                  </a:lnTo>
                  <a:lnTo>
                    <a:pt x="3303447" y="395527"/>
                  </a:lnTo>
                  <a:lnTo>
                    <a:pt x="3310402" y="395527"/>
                  </a:lnTo>
                  <a:lnTo>
                    <a:pt x="3317357" y="395527"/>
                  </a:lnTo>
                  <a:lnTo>
                    <a:pt x="3324311" y="395527"/>
                  </a:lnTo>
                  <a:lnTo>
                    <a:pt x="3331266" y="395527"/>
                  </a:lnTo>
                  <a:lnTo>
                    <a:pt x="3338221" y="395527"/>
                  </a:lnTo>
                  <a:lnTo>
                    <a:pt x="3345175" y="395527"/>
                  </a:lnTo>
                  <a:lnTo>
                    <a:pt x="3352130" y="395527"/>
                  </a:lnTo>
                  <a:lnTo>
                    <a:pt x="3359084" y="395527"/>
                  </a:lnTo>
                  <a:lnTo>
                    <a:pt x="3366039" y="395527"/>
                  </a:lnTo>
                  <a:lnTo>
                    <a:pt x="3372994" y="395527"/>
                  </a:lnTo>
                  <a:lnTo>
                    <a:pt x="3379948" y="395527"/>
                  </a:lnTo>
                  <a:lnTo>
                    <a:pt x="3386903" y="395527"/>
                  </a:lnTo>
                  <a:lnTo>
                    <a:pt x="3393858" y="395527"/>
                  </a:lnTo>
                  <a:lnTo>
                    <a:pt x="3400812" y="395527"/>
                  </a:lnTo>
                  <a:lnTo>
                    <a:pt x="3407767" y="395527"/>
                  </a:lnTo>
                  <a:lnTo>
                    <a:pt x="3414722" y="395527"/>
                  </a:lnTo>
                  <a:lnTo>
                    <a:pt x="3421676" y="395527"/>
                  </a:lnTo>
                  <a:lnTo>
                    <a:pt x="3428631" y="395527"/>
                  </a:lnTo>
                  <a:lnTo>
                    <a:pt x="3435585" y="395527"/>
                  </a:lnTo>
                  <a:lnTo>
                    <a:pt x="3442540" y="395527"/>
                  </a:lnTo>
                  <a:lnTo>
                    <a:pt x="3449495" y="395527"/>
                  </a:lnTo>
                  <a:lnTo>
                    <a:pt x="3456449" y="395527"/>
                  </a:lnTo>
                  <a:lnTo>
                    <a:pt x="3463404" y="395527"/>
                  </a:lnTo>
                  <a:lnTo>
                    <a:pt x="3470359" y="395527"/>
                  </a:lnTo>
                  <a:lnTo>
                    <a:pt x="3477313" y="395527"/>
                  </a:lnTo>
                  <a:lnTo>
                    <a:pt x="3484268" y="395527"/>
                  </a:lnTo>
                  <a:lnTo>
                    <a:pt x="3491222" y="395527"/>
                  </a:lnTo>
                  <a:lnTo>
                    <a:pt x="3498177" y="395527"/>
                  </a:lnTo>
                  <a:lnTo>
                    <a:pt x="3505132" y="395527"/>
                  </a:lnTo>
                  <a:lnTo>
                    <a:pt x="3512086" y="395527"/>
                  </a:lnTo>
                  <a:lnTo>
                    <a:pt x="3519041" y="395527"/>
                  </a:lnTo>
                  <a:lnTo>
                    <a:pt x="3525996" y="395527"/>
                  </a:lnTo>
                  <a:lnTo>
                    <a:pt x="3532950" y="395527"/>
                  </a:lnTo>
                  <a:lnTo>
                    <a:pt x="3539905" y="395527"/>
                  </a:lnTo>
                  <a:lnTo>
                    <a:pt x="3546859" y="395527"/>
                  </a:lnTo>
                  <a:lnTo>
                    <a:pt x="3553814" y="395527"/>
                  </a:lnTo>
                </a:path>
              </a:pathLst>
            </a:custGeom>
            <a:ln w="27101" cap="flat">
              <a:solidFill>
                <a:srgbClr val="A14D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7427041" y="2949266"/>
              <a:ext cx="0" cy="708796"/>
            </a:xfrm>
            <a:custGeom>
              <a:avLst/>
              <a:pathLst>
                <a:path w="0" h="708796">
                  <a:moveTo>
                    <a:pt x="0" y="708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234281" y="3781425"/>
              <a:ext cx="4114800" cy="914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601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357643" y="3863666"/>
              <a:ext cx="3909196" cy="7087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35334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07861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680388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752915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825441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897968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970495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043022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115549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188076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260602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333129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405656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478183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550710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2623237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2695763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768290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840817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913344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985871" y="4539758"/>
              <a:ext cx="72526" cy="48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058398" y="4537330"/>
              <a:ext cx="72526" cy="2914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130924" y="4510128"/>
              <a:ext cx="72526" cy="30116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203451" y="4395977"/>
              <a:ext cx="72526" cy="144267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3275978" y="4111328"/>
              <a:ext cx="72526" cy="42891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3348505" y="3980662"/>
              <a:ext cx="72526" cy="559582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3421032" y="4035066"/>
              <a:ext cx="72526" cy="505178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3493558" y="4173018"/>
              <a:ext cx="72526" cy="36722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3566085" y="4331858"/>
              <a:ext cx="72526" cy="208386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3638612" y="4427550"/>
              <a:ext cx="72526" cy="112693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3711139" y="4494584"/>
              <a:ext cx="72526" cy="4566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3783666" y="4521300"/>
              <a:ext cx="72526" cy="18944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3856193" y="4536844"/>
              <a:ext cx="72526" cy="340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3928719" y="4539273"/>
              <a:ext cx="72526" cy="971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001246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073773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146300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218827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291354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363880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436407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508934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581461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653988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4726515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799041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4871568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4944095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016622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1535334" y="3950324"/>
              <a:ext cx="3553814" cy="589919"/>
            </a:xfrm>
            <a:custGeom>
              <a:avLst/>
              <a:pathLst>
                <a:path w="3553814" h="589919">
                  <a:moveTo>
                    <a:pt x="0" y="589919"/>
                  </a:moveTo>
                  <a:lnTo>
                    <a:pt x="6954" y="589919"/>
                  </a:lnTo>
                  <a:lnTo>
                    <a:pt x="13909" y="589919"/>
                  </a:lnTo>
                  <a:lnTo>
                    <a:pt x="20863" y="589919"/>
                  </a:lnTo>
                  <a:lnTo>
                    <a:pt x="27818" y="589919"/>
                  </a:lnTo>
                  <a:lnTo>
                    <a:pt x="34773" y="589919"/>
                  </a:lnTo>
                  <a:lnTo>
                    <a:pt x="41727" y="589919"/>
                  </a:lnTo>
                  <a:lnTo>
                    <a:pt x="48682" y="589919"/>
                  </a:lnTo>
                  <a:lnTo>
                    <a:pt x="55637" y="589919"/>
                  </a:lnTo>
                  <a:lnTo>
                    <a:pt x="62591" y="589919"/>
                  </a:lnTo>
                  <a:lnTo>
                    <a:pt x="69546" y="589919"/>
                  </a:lnTo>
                  <a:lnTo>
                    <a:pt x="76500" y="589919"/>
                  </a:lnTo>
                  <a:lnTo>
                    <a:pt x="83455" y="589919"/>
                  </a:lnTo>
                  <a:lnTo>
                    <a:pt x="90410" y="589919"/>
                  </a:lnTo>
                  <a:lnTo>
                    <a:pt x="97364" y="589919"/>
                  </a:lnTo>
                  <a:lnTo>
                    <a:pt x="104319" y="589919"/>
                  </a:lnTo>
                  <a:lnTo>
                    <a:pt x="111274" y="589919"/>
                  </a:lnTo>
                  <a:lnTo>
                    <a:pt x="118228" y="589919"/>
                  </a:lnTo>
                  <a:lnTo>
                    <a:pt x="125183" y="589919"/>
                  </a:lnTo>
                  <a:lnTo>
                    <a:pt x="132137" y="589919"/>
                  </a:lnTo>
                  <a:lnTo>
                    <a:pt x="139092" y="589919"/>
                  </a:lnTo>
                  <a:lnTo>
                    <a:pt x="146047" y="589919"/>
                  </a:lnTo>
                  <a:lnTo>
                    <a:pt x="153001" y="589919"/>
                  </a:lnTo>
                  <a:lnTo>
                    <a:pt x="159956" y="589919"/>
                  </a:lnTo>
                  <a:lnTo>
                    <a:pt x="166911" y="589919"/>
                  </a:lnTo>
                  <a:lnTo>
                    <a:pt x="173865" y="589919"/>
                  </a:lnTo>
                  <a:lnTo>
                    <a:pt x="180820" y="589919"/>
                  </a:lnTo>
                  <a:lnTo>
                    <a:pt x="187774" y="589919"/>
                  </a:lnTo>
                  <a:lnTo>
                    <a:pt x="194729" y="589919"/>
                  </a:lnTo>
                  <a:lnTo>
                    <a:pt x="201684" y="589919"/>
                  </a:lnTo>
                  <a:lnTo>
                    <a:pt x="208638" y="589919"/>
                  </a:lnTo>
                  <a:lnTo>
                    <a:pt x="215593" y="589919"/>
                  </a:lnTo>
                  <a:lnTo>
                    <a:pt x="222548" y="589919"/>
                  </a:lnTo>
                  <a:lnTo>
                    <a:pt x="229502" y="589919"/>
                  </a:lnTo>
                  <a:lnTo>
                    <a:pt x="236457" y="589919"/>
                  </a:lnTo>
                  <a:lnTo>
                    <a:pt x="243411" y="589919"/>
                  </a:lnTo>
                  <a:lnTo>
                    <a:pt x="250366" y="589919"/>
                  </a:lnTo>
                  <a:lnTo>
                    <a:pt x="257321" y="589919"/>
                  </a:lnTo>
                  <a:lnTo>
                    <a:pt x="264275" y="589919"/>
                  </a:lnTo>
                  <a:lnTo>
                    <a:pt x="271230" y="589919"/>
                  </a:lnTo>
                  <a:lnTo>
                    <a:pt x="278185" y="589919"/>
                  </a:lnTo>
                  <a:lnTo>
                    <a:pt x="285139" y="589919"/>
                  </a:lnTo>
                  <a:lnTo>
                    <a:pt x="292094" y="589919"/>
                  </a:lnTo>
                  <a:lnTo>
                    <a:pt x="299048" y="589919"/>
                  </a:lnTo>
                  <a:lnTo>
                    <a:pt x="306003" y="589919"/>
                  </a:lnTo>
                  <a:lnTo>
                    <a:pt x="312958" y="589919"/>
                  </a:lnTo>
                  <a:lnTo>
                    <a:pt x="319912" y="589919"/>
                  </a:lnTo>
                  <a:lnTo>
                    <a:pt x="326867" y="589919"/>
                  </a:lnTo>
                  <a:lnTo>
                    <a:pt x="333822" y="589919"/>
                  </a:lnTo>
                  <a:lnTo>
                    <a:pt x="340776" y="589919"/>
                  </a:lnTo>
                  <a:lnTo>
                    <a:pt x="347731" y="589919"/>
                  </a:lnTo>
                  <a:lnTo>
                    <a:pt x="354685" y="589919"/>
                  </a:lnTo>
                  <a:lnTo>
                    <a:pt x="361640" y="589919"/>
                  </a:lnTo>
                  <a:lnTo>
                    <a:pt x="368595" y="589919"/>
                  </a:lnTo>
                  <a:lnTo>
                    <a:pt x="375549" y="589919"/>
                  </a:lnTo>
                  <a:lnTo>
                    <a:pt x="382504" y="589919"/>
                  </a:lnTo>
                  <a:lnTo>
                    <a:pt x="389459" y="589919"/>
                  </a:lnTo>
                  <a:lnTo>
                    <a:pt x="396413" y="589919"/>
                  </a:lnTo>
                  <a:lnTo>
                    <a:pt x="403368" y="589919"/>
                  </a:lnTo>
                  <a:lnTo>
                    <a:pt x="410323" y="589919"/>
                  </a:lnTo>
                  <a:lnTo>
                    <a:pt x="417277" y="589919"/>
                  </a:lnTo>
                  <a:lnTo>
                    <a:pt x="424232" y="589919"/>
                  </a:lnTo>
                  <a:lnTo>
                    <a:pt x="431186" y="589919"/>
                  </a:lnTo>
                  <a:lnTo>
                    <a:pt x="438141" y="589919"/>
                  </a:lnTo>
                  <a:lnTo>
                    <a:pt x="445096" y="589919"/>
                  </a:lnTo>
                  <a:lnTo>
                    <a:pt x="452050" y="589919"/>
                  </a:lnTo>
                  <a:lnTo>
                    <a:pt x="459005" y="589919"/>
                  </a:lnTo>
                  <a:lnTo>
                    <a:pt x="465960" y="589919"/>
                  </a:lnTo>
                  <a:lnTo>
                    <a:pt x="472914" y="589919"/>
                  </a:lnTo>
                  <a:lnTo>
                    <a:pt x="479869" y="589919"/>
                  </a:lnTo>
                  <a:lnTo>
                    <a:pt x="486823" y="589919"/>
                  </a:lnTo>
                  <a:lnTo>
                    <a:pt x="493778" y="589919"/>
                  </a:lnTo>
                  <a:lnTo>
                    <a:pt x="500733" y="589919"/>
                  </a:lnTo>
                  <a:lnTo>
                    <a:pt x="507687" y="589919"/>
                  </a:lnTo>
                  <a:lnTo>
                    <a:pt x="514642" y="589919"/>
                  </a:lnTo>
                  <a:lnTo>
                    <a:pt x="521597" y="589919"/>
                  </a:lnTo>
                  <a:lnTo>
                    <a:pt x="528551" y="589919"/>
                  </a:lnTo>
                  <a:lnTo>
                    <a:pt x="535506" y="589919"/>
                  </a:lnTo>
                  <a:lnTo>
                    <a:pt x="542460" y="589919"/>
                  </a:lnTo>
                  <a:lnTo>
                    <a:pt x="549415" y="589919"/>
                  </a:lnTo>
                  <a:lnTo>
                    <a:pt x="556370" y="589919"/>
                  </a:lnTo>
                  <a:lnTo>
                    <a:pt x="563324" y="589919"/>
                  </a:lnTo>
                  <a:lnTo>
                    <a:pt x="570279" y="589919"/>
                  </a:lnTo>
                  <a:lnTo>
                    <a:pt x="577234" y="589919"/>
                  </a:lnTo>
                  <a:lnTo>
                    <a:pt x="584188" y="589919"/>
                  </a:lnTo>
                  <a:lnTo>
                    <a:pt x="591143" y="589919"/>
                  </a:lnTo>
                  <a:lnTo>
                    <a:pt x="598097" y="589919"/>
                  </a:lnTo>
                  <a:lnTo>
                    <a:pt x="605052" y="589919"/>
                  </a:lnTo>
                  <a:lnTo>
                    <a:pt x="612007" y="589919"/>
                  </a:lnTo>
                  <a:lnTo>
                    <a:pt x="618961" y="589919"/>
                  </a:lnTo>
                  <a:lnTo>
                    <a:pt x="625916" y="589919"/>
                  </a:lnTo>
                  <a:lnTo>
                    <a:pt x="632871" y="589919"/>
                  </a:lnTo>
                  <a:lnTo>
                    <a:pt x="639825" y="589919"/>
                  </a:lnTo>
                  <a:lnTo>
                    <a:pt x="646780" y="589919"/>
                  </a:lnTo>
                  <a:lnTo>
                    <a:pt x="653734" y="589919"/>
                  </a:lnTo>
                  <a:lnTo>
                    <a:pt x="660689" y="589919"/>
                  </a:lnTo>
                  <a:lnTo>
                    <a:pt x="667644" y="589919"/>
                  </a:lnTo>
                  <a:lnTo>
                    <a:pt x="674598" y="589919"/>
                  </a:lnTo>
                  <a:lnTo>
                    <a:pt x="681553" y="589919"/>
                  </a:lnTo>
                  <a:lnTo>
                    <a:pt x="688508" y="589919"/>
                  </a:lnTo>
                  <a:lnTo>
                    <a:pt x="695462" y="589919"/>
                  </a:lnTo>
                  <a:lnTo>
                    <a:pt x="702417" y="589919"/>
                  </a:lnTo>
                  <a:lnTo>
                    <a:pt x="709371" y="589919"/>
                  </a:lnTo>
                  <a:lnTo>
                    <a:pt x="716326" y="589919"/>
                  </a:lnTo>
                  <a:lnTo>
                    <a:pt x="723281" y="589919"/>
                  </a:lnTo>
                  <a:lnTo>
                    <a:pt x="730235" y="589919"/>
                  </a:lnTo>
                  <a:lnTo>
                    <a:pt x="737190" y="589919"/>
                  </a:lnTo>
                  <a:lnTo>
                    <a:pt x="744145" y="589919"/>
                  </a:lnTo>
                  <a:lnTo>
                    <a:pt x="751099" y="589919"/>
                  </a:lnTo>
                  <a:lnTo>
                    <a:pt x="758054" y="589919"/>
                  </a:lnTo>
                  <a:lnTo>
                    <a:pt x="765009" y="589919"/>
                  </a:lnTo>
                  <a:lnTo>
                    <a:pt x="771963" y="589919"/>
                  </a:lnTo>
                  <a:lnTo>
                    <a:pt x="778918" y="589919"/>
                  </a:lnTo>
                  <a:lnTo>
                    <a:pt x="785872" y="589919"/>
                  </a:lnTo>
                  <a:lnTo>
                    <a:pt x="792827" y="589919"/>
                  </a:lnTo>
                  <a:lnTo>
                    <a:pt x="799782" y="589919"/>
                  </a:lnTo>
                  <a:lnTo>
                    <a:pt x="806736" y="589919"/>
                  </a:lnTo>
                  <a:lnTo>
                    <a:pt x="813691" y="589919"/>
                  </a:lnTo>
                  <a:lnTo>
                    <a:pt x="820646" y="589919"/>
                  </a:lnTo>
                  <a:lnTo>
                    <a:pt x="827600" y="589919"/>
                  </a:lnTo>
                  <a:lnTo>
                    <a:pt x="834555" y="589919"/>
                  </a:lnTo>
                  <a:lnTo>
                    <a:pt x="841509" y="589919"/>
                  </a:lnTo>
                  <a:lnTo>
                    <a:pt x="848464" y="589919"/>
                  </a:lnTo>
                  <a:lnTo>
                    <a:pt x="855419" y="589919"/>
                  </a:lnTo>
                  <a:lnTo>
                    <a:pt x="862373" y="589919"/>
                  </a:lnTo>
                  <a:lnTo>
                    <a:pt x="869328" y="589919"/>
                  </a:lnTo>
                  <a:lnTo>
                    <a:pt x="876283" y="589919"/>
                  </a:lnTo>
                  <a:lnTo>
                    <a:pt x="883237" y="589919"/>
                  </a:lnTo>
                  <a:lnTo>
                    <a:pt x="890192" y="589919"/>
                  </a:lnTo>
                  <a:lnTo>
                    <a:pt x="897146" y="589919"/>
                  </a:lnTo>
                  <a:lnTo>
                    <a:pt x="904101" y="589919"/>
                  </a:lnTo>
                  <a:lnTo>
                    <a:pt x="911056" y="589919"/>
                  </a:lnTo>
                  <a:lnTo>
                    <a:pt x="918010" y="589919"/>
                  </a:lnTo>
                  <a:lnTo>
                    <a:pt x="924965" y="589919"/>
                  </a:lnTo>
                  <a:lnTo>
                    <a:pt x="931920" y="589919"/>
                  </a:lnTo>
                  <a:lnTo>
                    <a:pt x="938874" y="589919"/>
                  </a:lnTo>
                  <a:lnTo>
                    <a:pt x="945829" y="589919"/>
                  </a:lnTo>
                  <a:lnTo>
                    <a:pt x="952783" y="589919"/>
                  </a:lnTo>
                  <a:lnTo>
                    <a:pt x="959738" y="589919"/>
                  </a:lnTo>
                  <a:lnTo>
                    <a:pt x="966693" y="589919"/>
                  </a:lnTo>
                  <a:lnTo>
                    <a:pt x="973647" y="589919"/>
                  </a:lnTo>
                  <a:lnTo>
                    <a:pt x="980602" y="589919"/>
                  </a:lnTo>
                  <a:lnTo>
                    <a:pt x="987557" y="589919"/>
                  </a:lnTo>
                  <a:lnTo>
                    <a:pt x="994511" y="589919"/>
                  </a:lnTo>
                  <a:lnTo>
                    <a:pt x="1001466" y="589919"/>
                  </a:lnTo>
                  <a:lnTo>
                    <a:pt x="1008420" y="589919"/>
                  </a:lnTo>
                  <a:lnTo>
                    <a:pt x="1015375" y="589919"/>
                  </a:lnTo>
                  <a:lnTo>
                    <a:pt x="1022330" y="589919"/>
                  </a:lnTo>
                  <a:lnTo>
                    <a:pt x="1029284" y="589919"/>
                  </a:lnTo>
                  <a:lnTo>
                    <a:pt x="1036239" y="589919"/>
                  </a:lnTo>
                  <a:lnTo>
                    <a:pt x="1043194" y="589919"/>
                  </a:lnTo>
                  <a:lnTo>
                    <a:pt x="1050148" y="589919"/>
                  </a:lnTo>
                  <a:lnTo>
                    <a:pt x="1057103" y="589919"/>
                  </a:lnTo>
                  <a:lnTo>
                    <a:pt x="1064057" y="589919"/>
                  </a:lnTo>
                  <a:lnTo>
                    <a:pt x="1071012" y="589919"/>
                  </a:lnTo>
                  <a:lnTo>
                    <a:pt x="1077967" y="589919"/>
                  </a:lnTo>
                  <a:lnTo>
                    <a:pt x="1084921" y="589919"/>
                  </a:lnTo>
                  <a:lnTo>
                    <a:pt x="1091876" y="589919"/>
                  </a:lnTo>
                  <a:lnTo>
                    <a:pt x="1098831" y="589919"/>
                  </a:lnTo>
                  <a:lnTo>
                    <a:pt x="1105785" y="589919"/>
                  </a:lnTo>
                  <a:lnTo>
                    <a:pt x="1112740" y="589919"/>
                  </a:lnTo>
                  <a:lnTo>
                    <a:pt x="1119694" y="589919"/>
                  </a:lnTo>
                  <a:lnTo>
                    <a:pt x="1126649" y="589919"/>
                  </a:lnTo>
                  <a:lnTo>
                    <a:pt x="1133604" y="589919"/>
                  </a:lnTo>
                  <a:lnTo>
                    <a:pt x="1140558" y="589919"/>
                  </a:lnTo>
                  <a:lnTo>
                    <a:pt x="1147513" y="589919"/>
                  </a:lnTo>
                  <a:lnTo>
                    <a:pt x="1154468" y="589919"/>
                  </a:lnTo>
                  <a:lnTo>
                    <a:pt x="1161422" y="589919"/>
                  </a:lnTo>
                  <a:lnTo>
                    <a:pt x="1168377" y="589919"/>
                  </a:lnTo>
                  <a:lnTo>
                    <a:pt x="1175332" y="589919"/>
                  </a:lnTo>
                  <a:lnTo>
                    <a:pt x="1182286" y="589919"/>
                  </a:lnTo>
                  <a:lnTo>
                    <a:pt x="1189241" y="589919"/>
                  </a:lnTo>
                  <a:lnTo>
                    <a:pt x="1196195" y="589919"/>
                  </a:lnTo>
                  <a:lnTo>
                    <a:pt x="1203150" y="589919"/>
                  </a:lnTo>
                  <a:lnTo>
                    <a:pt x="1210105" y="589919"/>
                  </a:lnTo>
                  <a:lnTo>
                    <a:pt x="1217059" y="589919"/>
                  </a:lnTo>
                  <a:lnTo>
                    <a:pt x="1224014" y="589919"/>
                  </a:lnTo>
                  <a:lnTo>
                    <a:pt x="1230969" y="589919"/>
                  </a:lnTo>
                  <a:lnTo>
                    <a:pt x="1237923" y="589919"/>
                  </a:lnTo>
                  <a:lnTo>
                    <a:pt x="1244878" y="589919"/>
                  </a:lnTo>
                  <a:lnTo>
                    <a:pt x="1251832" y="589919"/>
                  </a:lnTo>
                  <a:lnTo>
                    <a:pt x="1258787" y="589919"/>
                  </a:lnTo>
                  <a:lnTo>
                    <a:pt x="1265742" y="589919"/>
                  </a:lnTo>
                  <a:lnTo>
                    <a:pt x="1272696" y="589919"/>
                  </a:lnTo>
                  <a:lnTo>
                    <a:pt x="1279651" y="589919"/>
                  </a:lnTo>
                  <a:lnTo>
                    <a:pt x="1286606" y="589919"/>
                  </a:lnTo>
                  <a:lnTo>
                    <a:pt x="1293560" y="589919"/>
                  </a:lnTo>
                  <a:lnTo>
                    <a:pt x="1300515" y="589919"/>
                  </a:lnTo>
                  <a:lnTo>
                    <a:pt x="1307469" y="589919"/>
                  </a:lnTo>
                  <a:lnTo>
                    <a:pt x="1314424" y="589919"/>
                  </a:lnTo>
                  <a:lnTo>
                    <a:pt x="1321379" y="589919"/>
                  </a:lnTo>
                  <a:lnTo>
                    <a:pt x="1328333" y="589919"/>
                  </a:lnTo>
                  <a:lnTo>
                    <a:pt x="1335288" y="589919"/>
                  </a:lnTo>
                  <a:lnTo>
                    <a:pt x="1342243" y="589919"/>
                  </a:lnTo>
                  <a:lnTo>
                    <a:pt x="1349197" y="589919"/>
                  </a:lnTo>
                  <a:lnTo>
                    <a:pt x="1356152" y="589919"/>
                  </a:lnTo>
                  <a:lnTo>
                    <a:pt x="1363106" y="589919"/>
                  </a:lnTo>
                  <a:lnTo>
                    <a:pt x="1370061" y="589919"/>
                  </a:lnTo>
                  <a:lnTo>
                    <a:pt x="1377016" y="589919"/>
                  </a:lnTo>
                  <a:lnTo>
                    <a:pt x="1383970" y="589919"/>
                  </a:lnTo>
                  <a:lnTo>
                    <a:pt x="1390925" y="589919"/>
                  </a:lnTo>
                  <a:lnTo>
                    <a:pt x="1397880" y="589919"/>
                  </a:lnTo>
                  <a:lnTo>
                    <a:pt x="1404834" y="589919"/>
                  </a:lnTo>
                  <a:lnTo>
                    <a:pt x="1411789" y="589919"/>
                  </a:lnTo>
                  <a:lnTo>
                    <a:pt x="1418743" y="589919"/>
                  </a:lnTo>
                  <a:lnTo>
                    <a:pt x="1425698" y="589919"/>
                  </a:lnTo>
                  <a:lnTo>
                    <a:pt x="1432653" y="589918"/>
                  </a:lnTo>
                  <a:lnTo>
                    <a:pt x="1439607" y="589916"/>
                  </a:lnTo>
                  <a:lnTo>
                    <a:pt x="1446562" y="589910"/>
                  </a:lnTo>
                  <a:lnTo>
                    <a:pt x="1453517" y="589896"/>
                  </a:lnTo>
                  <a:lnTo>
                    <a:pt x="1460471" y="589868"/>
                  </a:lnTo>
                  <a:lnTo>
                    <a:pt x="1467426" y="589817"/>
                  </a:lnTo>
                  <a:lnTo>
                    <a:pt x="1474380" y="589734"/>
                  </a:lnTo>
                  <a:lnTo>
                    <a:pt x="1481335" y="589619"/>
                  </a:lnTo>
                  <a:lnTo>
                    <a:pt x="1488290" y="589480"/>
                  </a:lnTo>
                  <a:lnTo>
                    <a:pt x="1495244" y="589337"/>
                  </a:lnTo>
                  <a:lnTo>
                    <a:pt x="1502199" y="589211"/>
                  </a:lnTo>
                  <a:lnTo>
                    <a:pt x="1509154" y="589114"/>
                  </a:lnTo>
                  <a:lnTo>
                    <a:pt x="1516108" y="589043"/>
                  </a:lnTo>
                  <a:lnTo>
                    <a:pt x="1523063" y="588974"/>
                  </a:lnTo>
                  <a:lnTo>
                    <a:pt x="1530018" y="588872"/>
                  </a:lnTo>
                  <a:lnTo>
                    <a:pt x="1536972" y="588696"/>
                  </a:lnTo>
                  <a:lnTo>
                    <a:pt x="1543927" y="588397"/>
                  </a:lnTo>
                  <a:lnTo>
                    <a:pt x="1550881" y="587918"/>
                  </a:lnTo>
                  <a:lnTo>
                    <a:pt x="1557836" y="587198"/>
                  </a:lnTo>
                  <a:lnTo>
                    <a:pt x="1564791" y="586184"/>
                  </a:lnTo>
                  <a:lnTo>
                    <a:pt x="1571745" y="584850"/>
                  </a:lnTo>
                  <a:lnTo>
                    <a:pt x="1578700" y="583212"/>
                  </a:lnTo>
                  <a:lnTo>
                    <a:pt x="1585655" y="581325"/>
                  </a:lnTo>
                  <a:lnTo>
                    <a:pt x="1592609" y="579257"/>
                  </a:lnTo>
                  <a:lnTo>
                    <a:pt x="1599564" y="577042"/>
                  </a:lnTo>
                  <a:lnTo>
                    <a:pt x="1606518" y="574627"/>
                  </a:lnTo>
                  <a:lnTo>
                    <a:pt x="1613473" y="571838"/>
                  </a:lnTo>
                  <a:lnTo>
                    <a:pt x="1620428" y="568394"/>
                  </a:lnTo>
                  <a:lnTo>
                    <a:pt x="1627382" y="563914"/>
                  </a:lnTo>
                  <a:lnTo>
                    <a:pt x="1634337" y="558152"/>
                  </a:lnTo>
                  <a:lnTo>
                    <a:pt x="1641292" y="551001"/>
                  </a:lnTo>
                  <a:lnTo>
                    <a:pt x="1648246" y="542523"/>
                  </a:lnTo>
                  <a:lnTo>
                    <a:pt x="1655201" y="532942"/>
                  </a:lnTo>
                  <a:lnTo>
                    <a:pt x="1662155" y="522585"/>
                  </a:lnTo>
                  <a:lnTo>
                    <a:pt x="1669110" y="511778"/>
                  </a:lnTo>
                  <a:lnTo>
                    <a:pt x="1676065" y="500710"/>
                  </a:lnTo>
                  <a:lnTo>
                    <a:pt x="1683019" y="489304"/>
                  </a:lnTo>
                  <a:lnTo>
                    <a:pt x="1689974" y="477162"/>
                  </a:lnTo>
                  <a:lnTo>
                    <a:pt x="1696929" y="463609"/>
                  </a:lnTo>
                  <a:lnTo>
                    <a:pt x="1703883" y="447865"/>
                  </a:lnTo>
                  <a:lnTo>
                    <a:pt x="1710838" y="429270"/>
                  </a:lnTo>
                  <a:lnTo>
                    <a:pt x="1717792" y="407498"/>
                  </a:lnTo>
                  <a:lnTo>
                    <a:pt x="1724747" y="382657"/>
                  </a:lnTo>
                  <a:lnTo>
                    <a:pt x="1731702" y="355265"/>
                  </a:lnTo>
                  <a:lnTo>
                    <a:pt x="1738656" y="326096"/>
                  </a:lnTo>
                  <a:lnTo>
                    <a:pt x="1745611" y="295992"/>
                  </a:lnTo>
                  <a:lnTo>
                    <a:pt x="1752566" y="265717"/>
                  </a:lnTo>
                  <a:lnTo>
                    <a:pt x="1759520" y="235888"/>
                  </a:lnTo>
                  <a:lnTo>
                    <a:pt x="1766475" y="207012"/>
                  </a:lnTo>
                  <a:lnTo>
                    <a:pt x="1773429" y="179574"/>
                  </a:lnTo>
                  <a:lnTo>
                    <a:pt x="1780384" y="154232"/>
                  </a:lnTo>
                  <a:lnTo>
                    <a:pt x="1787339" y="131802"/>
                  </a:lnTo>
                  <a:lnTo>
                    <a:pt x="1794293" y="113044"/>
                  </a:lnTo>
                  <a:lnTo>
                    <a:pt x="1801248" y="98499"/>
                  </a:lnTo>
                  <a:lnTo>
                    <a:pt x="1808203" y="88071"/>
                  </a:lnTo>
                  <a:lnTo>
                    <a:pt x="1815157" y="80807"/>
                  </a:lnTo>
                  <a:lnTo>
                    <a:pt x="1822112" y="75008"/>
                  </a:lnTo>
                  <a:lnTo>
                    <a:pt x="1829066" y="68696"/>
                  </a:lnTo>
                  <a:lnTo>
                    <a:pt x="1836021" y="60274"/>
                  </a:lnTo>
                  <a:lnTo>
                    <a:pt x="1842976" y="49098"/>
                  </a:lnTo>
                  <a:lnTo>
                    <a:pt x="1849930" y="35747"/>
                  </a:lnTo>
                  <a:lnTo>
                    <a:pt x="1856885" y="21890"/>
                  </a:lnTo>
                  <a:lnTo>
                    <a:pt x="1863840" y="9834"/>
                  </a:lnTo>
                  <a:lnTo>
                    <a:pt x="1870794" y="1930"/>
                  </a:lnTo>
                  <a:lnTo>
                    <a:pt x="1877749" y="0"/>
                  </a:lnTo>
                  <a:lnTo>
                    <a:pt x="1884704" y="4903"/>
                  </a:lnTo>
                  <a:lnTo>
                    <a:pt x="1891658" y="16308"/>
                  </a:lnTo>
                  <a:lnTo>
                    <a:pt x="1898613" y="32730"/>
                  </a:lnTo>
                  <a:lnTo>
                    <a:pt x="1905567" y="51873"/>
                  </a:lnTo>
                  <a:lnTo>
                    <a:pt x="1912522" y="71234"/>
                  </a:lnTo>
                  <a:lnTo>
                    <a:pt x="1919477" y="88760"/>
                  </a:lnTo>
                  <a:lnTo>
                    <a:pt x="1926431" y="103329"/>
                  </a:lnTo>
                  <a:lnTo>
                    <a:pt x="1933386" y="114867"/>
                  </a:lnTo>
                  <a:lnTo>
                    <a:pt x="1940341" y="124161"/>
                  </a:lnTo>
                  <a:lnTo>
                    <a:pt x="1947295" y="132582"/>
                  </a:lnTo>
                  <a:lnTo>
                    <a:pt x="1954250" y="141312"/>
                  </a:lnTo>
                  <a:lnTo>
                    <a:pt x="1961204" y="151215"/>
                  </a:lnTo>
                  <a:lnTo>
                    <a:pt x="1968159" y="162755"/>
                  </a:lnTo>
                  <a:lnTo>
                    <a:pt x="1975114" y="176048"/>
                  </a:lnTo>
                  <a:lnTo>
                    <a:pt x="1982068" y="190953"/>
                  </a:lnTo>
                  <a:lnTo>
                    <a:pt x="1989023" y="207162"/>
                  </a:lnTo>
                  <a:lnTo>
                    <a:pt x="1995978" y="224259"/>
                  </a:lnTo>
                  <a:lnTo>
                    <a:pt x="2002932" y="241780"/>
                  </a:lnTo>
                  <a:lnTo>
                    <a:pt x="2009887" y="259284"/>
                  </a:lnTo>
                  <a:lnTo>
                    <a:pt x="2016841" y="276438"/>
                  </a:lnTo>
                  <a:lnTo>
                    <a:pt x="2023796" y="293061"/>
                  </a:lnTo>
                  <a:lnTo>
                    <a:pt x="2030751" y="309099"/>
                  </a:lnTo>
                  <a:lnTo>
                    <a:pt x="2037705" y="324527"/>
                  </a:lnTo>
                  <a:lnTo>
                    <a:pt x="2044660" y="339252"/>
                  </a:lnTo>
                  <a:lnTo>
                    <a:pt x="2051615" y="353093"/>
                  </a:lnTo>
                  <a:lnTo>
                    <a:pt x="2058569" y="365873"/>
                  </a:lnTo>
                  <a:lnTo>
                    <a:pt x="2065524" y="377554"/>
                  </a:lnTo>
                  <a:lnTo>
                    <a:pt x="2072478" y="388327"/>
                  </a:lnTo>
                  <a:lnTo>
                    <a:pt x="2079433" y="398577"/>
                  </a:lnTo>
                  <a:lnTo>
                    <a:pt x="2086388" y="408725"/>
                  </a:lnTo>
                  <a:lnTo>
                    <a:pt x="2093342" y="419050"/>
                  </a:lnTo>
                  <a:lnTo>
                    <a:pt x="2100297" y="429527"/>
                  </a:lnTo>
                  <a:lnTo>
                    <a:pt x="2107252" y="439886"/>
                  </a:lnTo>
                  <a:lnTo>
                    <a:pt x="2114206" y="449793"/>
                  </a:lnTo>
                  <a:lnTo>
                    <a:pt x="2121161" y="459017"/>
                  </a:lnTo>
                  <a:lnTo>
                    <a:pt x="2128115" y="467516"/>
                  </a:lnTo>
                  <a:lnTo>
                    <a:pt x="2135070" y="475407"/>
                  </a:lnTo>
                  <a:lnTo>
                    <a:pt x="2142025" y="482866"/>
                  </a:lnTo>
                  <a:lnTo>
                    <a:pt x="2148979" y="490043"/>
                  </a:lnTo>
                  <a:lnTo>
                    <a:pt x="2155934" y="497039"/>
                  </a:lnTo>
                  <a:lnTo>
                    <a:pt x="2162889" y="503904"/>
                  </a:lnTo>
                  <a:lnTo>
                    <a:pt x="2169843" y="510640"/>
                  </a:lnTo>
                  <a:lnTo>
                    <a:pt x="2176798" y="517186"/>
                  </a:lnTo>
                  <a:lnTo>
                    <a:pt x="2183752" y="523408"/>
                  </a:lnTo>
                  <a:lnTo>
                    <a:pt x="2190707" y="529141"/>
                  </a:lnTo>
                  <a:lnTo>
                    <a:pt x="2197662" y="534240"/>
                  </a:lnTo>
                  <a:lnTo>
                    <a:pt x="2204616" y="538637"/>
                  </a:lnTo>
                  <a:lnTo>
                    <a:pt x="2211571" y="542365"/>
                  </a:lnTo>
                  <a:lnTo>
                    <a:pt x="2218526" y="545555"/>
                  </a:lnTo>
                  <a:lnTo>
                    <a:pt x="2225480" y="548417"/>
                  </a:lnTo>
                  <a:lnTo>
                    <a:pt x="2232435" y="551188"/>
                  </a:lnTo>
                  <a:lnTo>
                    <a:pt x="2239389" y="554055"/>
                  </a:lnTo>
                  <a:lnTo>
                    <a:pt x="2246344" y="557081"/>
                  </a:lnTo>
                  <a:lnTo>
                    <a:pt x="2253299" y="560172"/>
                  </a:lnTo>
                  <a:lnTo>
                    <a:pt x="2260253" y="563150"/>
                  </a:lnTo>
                  <a:lnTo>
                    <a:pt x="2267208" y="565875"/>
                  </a:lnTo>
                  <a:lnTo>
                    <a:pt x="2274163" y="568289"/>
                  </a:lnTo>
                  <a:lnTo>
                    <a:pt x="2281117" y="570420"/>
                  </a:lnTo>
                  <a:lnTo>
                    <a:pt x="2288072" y="572331"/>
                  </a:lnTo>
                  <a:lnTo>
                    <a:pt x="2295027" y="574095"/>
                  </a:lnTo>
                  <a:lnTo>
                    <a:pt x="2301981" y="575774"/>
                  </a:lnTo>
                  <a:lnTo>
                    <a:pt x="2308936" y="577421"/>
                  </a:lnTo>
                  <a:lnTo>
                    <a:pt x="2315890" y="579070"/>
                  </a:lnTo>
                  <a:lnTo>
                    <a:pt x="2322845" y="580722"/>
                  </a:lnTo>
                  <a:lnTo>
                    <a:pt x="2329800" y="582329"/>
                  </a:lnTo>
                  <a:lnTo>
                    <a:pt x="2336754" y="583808"/>
                  </a:lnTo>
                  <a:lnTo>
                    <a:pt x="2343709" y="585068"/>
                  </a:lnTo>
                  <a:lnTo>
                    <a:pt x="2350664" y="586049"/>
                  </a:lnTo>
                  <a:lnTo>
                    <a:pt x="2357618" y="586744"/>
                  </a:lnTo>
                  <a:lnTo>
                    <a:pt x="2364573" y="587203"/>
                  </a:lnTo>
                  <a:lnTo>
                    <a:pt x="2371527" y="587505"/>
                  </a:lnTo>
                  <a:lnTo>
                    <a:pt x="2378482" y="587727"/>
                  </a:lnTo>
                  <a:lnTo>
                    <a:pt x="2385437" y="587913"/>
                  </a:lnTo>
                  <a:lnTo>
                    <a:pt x="2392391" y="588071"/>
                  </a:lnTo>
                  <a:lnTo>
                    <a:pt x="2399346" y="588187"/>
                  </a:lnTo>
                  <a:lnTo>
                    <a:pt x="2406301" y="588247"/>
                  </a:lnTo>
                  <a:lnTo>
                    <a:pt x="2413255" y="588275"/>
                  </a:lnTo>
                  <a:lnTo>
                    <a:pt x="2420210" y="588316"/>
                  </a:lnTo>
                  <a:lnTo>
                    <a:pt x="2427164" y="588418"/>
                  </a:lnTo>
                  <a:lnTo>
                    <a:pt x="2434119" y="588601"/>
                  </a:lnTo>
                  <a:lnTo>
                    <a:pt x="2441074" y="588851"/>
                  </a:lnTo>
                  <a:lnTo>
                    <a:pt x="2448028" y="589130"/>
                  </a:lnTo>
                  <a:lnTo>
                    <a:pt x="2454983" y="589390"/>
                  </a:lnTo>
                  <a:lnTo>
                    <a:pt x="2461938" y="589598"/>
                  </a:lnTo>
                  <a:lnTo>
                    <a:pt x="2468892" y="589744"/>
                  </a:lnTo>
                  <a:lnTo>
                    <a:pt x="2475847" y="589833"/>
                  </a:lnTo>
                  <a:lnTo>
                    <a:pt x="2482801" y="589881"/>
                  </a:lnTo>
                  <a:lnTo>
                    <a:pt x="2489756" y="589904"/>
                  </a:lnTo>
                  <a:lnTo>
                    <a:pt x="2496711" y="589914"/>
                  </a:lnTo>
                  <a:lnTo>
                    <a:pt x="2503665" y="589918"/>
                  </a:lnTo>
                  <a:lnTo>
                    <a:pt x="2510620" y="589919"/>
                  </a:lnTo>
                  <a:lnTo>
                    <a:pt x="2517575" y="589919"/>
                  </a:lnTo>
                  <a:lnTo>
                    <a:pt x="2524529" y="589919"/>
                  </a:lnTo>
                  <a:lnTo>
                    <a:pt x="2531484" y="589919"/>
                  </a:lnTo>
                  <a:lnTo>
                    <a:pt x="2538438" y="589919"/>
                  </a:lnTo>
                  <a:lnTo>
                    <a:pt x="2545393" y="589919"/>
                  </a:lnTo>
                  <a:lnTo>
                    <a:pt x="2552348" y="589919"/>
                  </a:lnTo>
                  <a:lnTo>
                    <a:pt x="2559302" y="589919"/>
                  </a:lnTo>
                  <a:lnTo>
                    <a:pt x="2566257" y="589919"/>
                  </a:lnTo>
                  <a:lnTo>
                    <a:pt x="2573212" y="589919"/>
                  </a:lnTo>
                  <a:lnTo>
                    <a:pt x="2580166" y="589919"/>
                  </a:lnTo>
                  <a:lnTo>
                    <a:pt x="2587121" y="589919"/>
                  </a:lnTo>
                  <a:lnTo>
                    <a:pt x="2594075" y="589919"/>
                  </a:lnTo>
                  <a:lnTo>
                    <a:pt x="2601030" y="589919"/>
                  </a:lnTo>
                  <a:lnTo>
                    <a:pt x="2607985" y="589919"/>
                  </a:lnTo>
                  <a:lnTo>
                    <a:pt x="2614939" y="589919"/>
                  </a:lnTo>
                  <a:lnTo>
                    <a:pt x="2621894" y="589919"/>
                  </a:lnTo>
                  <a:lnTo>
                    <a:pt x="2628849" y="589919"/>
                  </a:lnTo>
                  <a:lnTo>
                    <a:pt x="2635803" y="589919"/>
                  </a:lnTo>
                  <a:lnTo>
                    <a:pt x="2642758" y="589919"/>
                  </a:lnTo>
                  <a:lnTo>
                    <a:pt x="2649713" y="589919"/>
                  </a:lnTo>
                  <a:lnTo>
                    <a:pt x="2656667" y="589919"/>
                  </a:lnTo>
                  <a:lnTo>
                    <a:pt x="2663622" y="589919"/>
                  </a:lnTo>
                  <a:lnTo>
                    <a:pt x="2670576" y="589919"/>
                  </a:lnTo>
                  <a:lnTo>
                    <a:pt x="2677531" y="589919"/>
                  </a:lnTo>
                  <a:lnTo>
                    <a:pt x="2684486" y="589919"/>
                  </a:lnTo>
                  <a:lnTo>
                    <a:pt x="2691440" y="589919"/>
                  </a:lnTo>
                  <a:lnTo>
                    <a:pt x="2698395" y="589919"/>
                  </a:lnTo>
                  <a:lnTo>
                    <a:pt x="2705350" y="589919"/>
                  </a:lnTo>
                  <a:lnTo>
                    <a:pt x="2712304" y="589919"/>
                  </a:lnTo>
                  <a:lnTo>
                    <a:pt x="2719259" y="589919"/>
                  </a:lnTo>
                  <a:lnTo>
                    <a:pt x="2726213" y="589919"/>
                  </a:lnTo>
                  <a:lnTo>
                    <a:pt x="2733168" y="589919"/>
                  </a:lnTo>
                  <a:lnTo>
                    <a:pt x="2740123" y="589919"/>
                  </a:lnTo>
                  <a:lnTo>
                    <a:pt x="2747077" y="589919"/>
                  </a:lnTo>
                  <a:lnTo>
                    <a:pt x="2754032" y="589919"/>
                  </a:lnTo>
                  <a:lnTo>
                    <a:pt x="2760987" y="589919"/>
                  </a:lnTo>
                  <a:lnTo>
                    <a:pt x="2767941" y="589919"/>
                  </a:lnTo>
                  <a:lnTo>
                    <a:pt x="2774896" y="589919"/>
                  </a:lnTo>
                  <a:lnTo>
                    <a:pt x="2781850" y="589919"/>
                  </a:lnTo>
                  <a:lnTo>
                    <a:pt x="2788805" y="589919"/>
                  </a:lnTo>
                  <a:lnTo>
                    <a:pt x="2795760" y="589919"/>
                  </a:lnTo>
                  <a:lnTo>
                    <a:pt x="2802714" y="589919"/>
                  </a:lnTo>
                  <a:lnTo>
                    <a:pt x="2809669" y="589919"/>
                  </a:lnTo>
                  <a:lnTo>
                    <a:pt x="2816624" y="589919"/>
                  </a:lnTo>
                  <a:lnTo>
                    <a:pt x="2823578" y="589919"/>
                  </a:lnTo>
                  <a:lnTo>
                    <a:pt x="2830533" y="589919"/>
                  </a:lnTo>
                  <a:lnTo>
                    <a:pt x="2837487" y="589919"/>
                  </a:lnTo>
                  <a:lnTo>
                    <a:pt x="2844442" y="589919"/>
                  </a:lnTo>
                  <a:lnTo>
                    <a:pt x="2851397" y="589919"/>
                  </a:lnTo>
                  <a:lnTo>
                    <a:pt x="2858351" y="589919"/>
                  </a:lnTo>
                  <a:lnTo>
                    <a:pt x="2865306" y="589919"/>
                  </a:lnTo>
                  <a:lnTo>
                    <a:pt x="2872261" y="589919"/>
                  </a:lnTo>
                  <a:lnTo>
                    <a:pt x="2879215" y="589919"/>
                  </a:lnTo>
                  <a:lnTo>
                    <a:pt x="2886170" y="589919"/>
                  </a:lnTo>
                  <a:lnTo>
                    <a:pt x="2893124" y="589919"/>
                  </a:lnTo>
                  <a:lnTo>
                    <a:pt x="2900079" y="589919"/>
                  </a:lnTo>
                  <a:lnTo>
                    <a:pt x="2907034" y="589919"/>
                  </a:lnTo>
                  <a:lnTo>
                    <a:pt x="2913988" y="589919"/>
                  </a:lnTo>
                  <a:lnTo>
                    <a:pt x="2920943" y="589919"/>
                  </a:lnTo>
                  <a:lnTo>
                    <a:pt x="2927898" y="589919"/>
                  </a:lnTo>
                  <a:lnTo>
                    <a:pt x="2934852" y="589919"/>
                  </a:lnTo>
                  <a:lnTo>
                    <a:pt x="2941807" y="589919"/>
                  </a:lnTo>
                  <a:lnTo>
                    <a:pt x="2948761" y="589919"/>
                  </a:lnTo>
                  <a:lnTo>
                    <a:pt x="2955716" y="589919"/>
                  </a:lnTo>
                  <a:lnTo>
                    <a:pt x="2962671" y="589919"/>
                  </a:lnTo>
                  <a:lnTo>
                    <a:pt x="2969625" y="589919"/>
                  </a:lnTo>
                  <a:lnTo>
                    <a:pt x="2976580" y="589919"/>
                  </a:lnTo>
                  <a:lnTo>
                    <a:pt x="2983535" y="589919"/>
                  </a:lnTo>
                  <a:lnTo>
                    <a:pt x="2990489" y="589919"/>
                  </a:lnTo>
                  <a:lnTo>
                    <a:pt x="2997444" y="589919"/>
                  </a:lnTo>
                  <a:lnTo>
                    <a:pt x="3004399" y="589919"/>
                  </a:lnTo>
                  <a:lnTo>
                    <a:pt x="3011353" y="589919"/>
                  </a:lnTo>
                  <a:lnTo>
                    <a:pt x="3018308" y="589919"/>
                  </a:lnTo>
                  <a:lnTo>
                    <a:pt x="3025262" y="589919"/>
                  </a:lnTo>
                  <a:lnTo>
                    <a:pt x="3032217" y="589919"/>
                  </a:lnTo>
                  <a:lnTo>
                    <a:pt x="3039172" y="589919"/>
                  </a:lnTo>
                  <a:lnTo>
                    <a:pt x="3046126" y="589919"/>
                  </a:lnTo>
                  <a:lnTo>
                    <a:pt x="3053081" y="589919"/>
                  </a:lnTo>
                  <a:lnTo>
                    <a:pt x="3060036" y="589919"/>
                  </a:lnTo>
                  <a:lnTo>
                    <a:pt x="3066990" y="589919"/>
                  </a:lnTo>
                  <a:lnTo>
                    <a:pt x="3073945" y="589919"/>
                  </a:lnTo>
                  <a:lnTo>
                    <a:pt x="3080899" y="589919"/>
                  </a:lnTo>
                  <a:lnTo>
                    <a:pt x="3087854" y="589919"/>
                  </a:lnTo>
                  <a:lnTo>
                    <a:pt x="3094809" y="589919"/>
                  </a:lnTo>
                  <a:lnTo>
                    <a:pt x="3101763" y="589919"/>
                  </a:lnTo>
                  <a:lnTo>
                    <a:pt x="3108718" y="589919"/>
                  </a:lnTo>
                  <a:lnTo>
                    <a:pt x="3115673" y="589919"/>
                  </a:lnTo>
                  <a:lnTo>
                    <a:pt x="3122627" y="589919"/>
                  </a:lnTo>
                  <a:lnTo>
                    <a:pt x="3129582" y="589919"/>
                  </a:lnTo>
                  <a:lnTo>
                    <a:pt x="3136536" y="589919"/>
                  </a:lnTo>
                  <a:lnTo>
                    <a:pt x="3143491" y="589919"/>
                  </a:lnTo>
                  <a:lnTo>
                    <a:pt x="3150446" y="589919"/>
                  </a:lnTo>
                  <a:lnTo>
                    <a:pt x="3157400" y="589919"/>
                  </a:lnTo>
                  <a:lnTo>
                    <a:pt x="3164355" y="589919"/>
                  </a:lnTo>
                  <a:lnTo>
                    <a:pt x="3171310" y="589919"/>
                  </a:lnTo>
                  <a:lnTo>
                    <a:pt x="3178264" y="589919"/>
                  </a:lnTo>
                  <a:lnTo>
                    <a:pt x="3185219" y="589919"/>
                  </a:lnTo>
                  <a:lnTo>
                    <a:pt x="3192173" y="589919"/>
                  </a:lnTo>
                  <a:lnTo>
                    <a:pt x="3199128" y="589919"/>
                  </a:lnTo>
                  <a:lnTo>
                    <a:pt x="3206083" y="589919"/>
                  </a:lnTo>
                  <a:lnTo>
                    <a:pt x="3213037" y="589919"/>
                  </a:lnTo>
                  <a:lnTo>
                    <a:pt x="3219992" y="589919"/>
                  </a:lnTo>
                  <a:lnTo>
                    <a:pt x="3226947" y="589919"/>
                  </a:lnTo>
                  <a:lnTo>
                    <a:pt x="3233901" y="589919"/>
                  </a:lnTo>
                  <a:lnTo>
                    <a:pt x="3240856" y="589919"/>
                  </a:lnTo>
                  <a:lnTo>
                    <a:pt x="3247810" y="589919"/>
                  </a:lnTo>
                  <a:lnTo>
                    <a:pt x="3254765" y="589919"/>
                  </a:lnTo>
                  <a:lnTo>
                    <a:pt x="3261720" y="589919"/>
                  </a:lnTo>
                  <a:lnTo>
                    <a:pt x="3268674" y="589919"/>
                  </a:lnTo>
                  <a:lnTo>
                    <a:pt x="3275629" y="589919"/>
                  </a:lnTo>
                  <a:lnTo>
                    <a:pt x="3282584" y="589919"/>
                  </a:lnTo>
                  <a:lnTo>
                    <a:pt x="3289538" y="589919"/>
                  </a:lnTo>
                  <a:lnTo>
                    <a:pt x="3296493" y="589919"/>
                  </a:lnTo>
                  <a:lnTo>
                    <a:pt x="3303447" y="589919"/>
                  </a:lnTo>
                  <a:lnTo>
                    <a:pt x="3310402" y="589919"/>
                  </a:lnTo>
                  <a:lnTo>
                    <a:pt x="3317357" y="589919"/>
                  </a:lnTo>
                  <a:lnTo>
                    <a:pt x="3324311" y="589919"/>
                  </a:lnTo>
                  <a:lnTo>
                    <a:pt x="3331266" y="589919"/>
                  </a:lnTo>
                  <a:lnTo>
                    <a:pt x="3338221" y="589919"/>
                  </a:lnTo>
                  <a:lnTo>
                    <a:pt x="3345175" y="589919"/>
                  </a:lnTo>
                  <a:lnTo>
                    <a:pt x="3352130" y="589919"/>
                  </a:lnTo>
                  <a:lnTo>
                    <a:pt x="3359084" y="589919"/>
                  </a:lnTo>
                  <a:lnTo>
                    <a:pt x="3366039" y="589919"/>
                  </a:lnTo>
                  <a:lnTo>
                    <a:pt x="3372994" y="589919"/>
                  </a:lnTo>
                  <a:lnTo>
                    <a:pt x="3379948" y="589919"/>
                  </a:lnTo>
                  <a:lnTo>
                    <a:pt x="3386903" y="589919"/>
                  </a:lnTo>
                  <a:lnTo>
                    <a:pt x="3393858" y="589919"/>
                  </a:lnTo>
                  <a:lnTo>
                    <a:pt x="3400812" y="589919"/>
                  </a:lnTo>
                  <a:lnTo>
                    <a:pt x="3407767" y="589919"/>
                  </a:lnTo>
                  <a:lnTo>
                    <a:pt x="3414722" y="589919"/>
                  </a:lnTo>
                  <a:lnTo>
                    <a:pt x="3421676" y="589919"/>
                  </a:lnTo>
                  <a:lnTo>
                    <a:pt x="3428631" y="589919"/>
                  </a:lnTo>
                  <a:lnTo>
                    <a:pt x="3435585" y="589919"/>
                  </a:lnTo>
                  <a:lnTo>
                    <a:pt x="3442540" y="589919"/>
                  </a:lnTo>
                  <a:lnTo>
                    <a:pt x="3449495" y="589919"/>
                  </a:lnTo>
                  <a:lnTo>
                    <a:pt x="3456449" y="589919"/>
                  </a:lnTo>
                  <a:lnTo>
                    <a:pt x="3463404" y="589919"/>
                  </a:lnTo>
                  <a:lnTo>
                    <a:pt x="3470359" y="589919"/>
                  </a:lnTo>
                  <a:lnTo>
                    <a:pt x="3477313" y="589919"/>
                  </a:lnTo>
                  <a:lnTo>
                    <a:pt x="3484268" y="589919"/>
                  </a:lnTo>
                  <a:lnTo>
                    <a:pt x="3491222" y="589919"/>
                  </a:lnTo>
                  <a:lnTo>
                    <a:pt x="3498177" y="589919"/>
                  </a:lnTo>
                  <a:lnTo>
                    <a:pt x="3505132" y="589919"/>
                  </a:lnTo>
                  <a:lnTo>
                    <a:pt x="3512086" y="589919"/>
                  </a:lnTo>
                  <a:lnTo>
                    <a:pt x="3519041" y="589919"/>
                  </a:lnTo>
                  <a:lnTo>
                    <a:pt x="3525996" y="589919"/>
                  </a:lnTo>
                  <a:lnTo>
                    <a:pt x="3532950" y="589919"/>
                  </a:lnTo>
                  <a:lnTo>
                    <a:pt x="3539905" y="589919"/>
                  </a:lnTo>
                  <a:lnTo>
                    <a:pt x="3546859" y="589919"/>
                  </a:lnTo>
                  <a:lnTo>
                    <a:pt x="3553814" y="589919"/>
                  </a:lnTo>
                  <a:lnTo>
                    <a:pt x="3546859" y="589919"/>
                  </a:lnTo>
                  <a:lnTo>
                    <a:pt x="3539905" y="589919"/>
                  </a:lnTo>
                  <a:lnTo>
                    <a:pt x="3532950" y="589919"/>
                  </a:lnTo>
                  <a:lnTo>
                    <a:pt x="3525996" y="589919"/>
                  </a:lnTo>
                  <a:lnTo>
                    <a:pt x="3519041" y="589919"/>
                  </a:lnTo>
                  <a:lnTo>
                    <a:pt x="3512086" y="589919"/>
                  </a:lnTo>
                  <a:lnTo>
                    <a:pt x="3505132" y="589919"/>
                  </a:lnTo>
                  <a:lnTo>
                    <a:pt x="3498177" y="589919"/>
                  </a:lnTo>
                  <a:lnTo>
                    <a:pt x="3491222" y="589919"/>
                  </a:lnTo>
                  <a:lnTo>
                    <a:pt x="3484268" y="589919"/>
                  </a:lnTo>
                  <a:lnTo>
                    <a:pt x="3477313" y="589919"/>
                  </a:lnTo>
                  <a:lnTo>
                    <a:pt x="3470359" y="589919"/>
                  </a:lnTo>
                  <a:lnTo>
                    <a:pt x="3463404" y="589919"/>
                  </a:lnTo>
                  <a:lnTo>
                    <a:pt x="3456449" y="589919"/>
                  </a:lnTo>
                  <a:lnTo>
                    <a:pt x="3449495" y="589919"/>
                  </a:lnTo>
                  <a:lnTo>
                    <a:pt x="3442540" y="589919"/>
                  </a:lnTo>
                  <a:lnTo>
                    <a:pt x="3435585" y="589919"/>
                  </a:lnTo>
                  <a:lnTo>
                    <a:pt x="3428631" y="589919"/>
                  </a:lnTo>
                  <a:lnTo>
                    <a:pt x="3421676" y="589919"/>
                  </a:lnTo>
                  <a:lnTo>
                    <a:pt x="3414722" y="589919"/>
                  </a:lnTo>
                  <a:lnTo>
                    <a:pt x="3407767" y="589919"/>
                  </a:lnTo>
                  <a:lnTo>
                    <a:pt x="3400812" y="589919"/>
                  </a:lnTo>
                  <a:lnTo>
                    <a:pt x="3393858" y="589919"/>
                  </a:lnTo>
                  <a:lnTo>
                    <a:pt x="3386903" y="589919"/>
                  </a:lnTo>
                  <a:lnTo>
                    <a:pt x="3379948" y="589919"/>
                  </a:lnTo>
                  <a:lnTo>
                    <a:pt x="3372994" y="589919"/>
                  </a:lnTo>
                  <a:lnTo>
                    <a:pt x="3366039" y="589919"/>
                  </a:lnTo>
                  <a:lnTo>
                    <a:pt x="3359084" y="589919"/>
                  </a:lnTo>
                  <a:lnTo>
                    <a:pt x="3352130" y="589919"/>
                  </a:lnTo>
                  <a:lnTo>
                    <a:pt x="3345175" y="589919"/>
                  </a:lnTo>
                  <a:lnTo>
                    <a:pt x="3338221" y="589919"/>
                  </a:lnTo>
                  <a:lnTo>
                    <a:pt x="3331266" y="589919"/>
                  </a:lnTo>
                  <a:lnTo>
                    <a:pt x="3324311" y="589919"/>
                  </a:lnTo>
                  <a:lnTo>
                    <a:pt x="3317357" y="589919"/>
                  </a:lnTo>
                  <a:lnTo>
                    <a:pt x="3310402" y="589919"/>
                  </a:lnTo>
                  <a:lnTo>
                    <a:pt x="3303447" y="589919"/>
                  </a:lnTo>
                  <a:lnTo>
                    <a:pt x="3296493" y="589919"/>
                  </a:lnTo>
                  <a:lnTo>
                    <a:pt x="3289538" y="589919"/>
                  </a:lnTo>
                  <a:lnTo>
                    <a:pt x="3282584" y="589919"/>
                  </a:lnTo>
                  <a:lnTo>
                    <a:pt x="3275629" y="589919"/>
                  </a:lnTo>
                  <a:lnTo>
                    <a:pt x="3268674" y="589919"/>
                  </a:lnTo>
                  <a:lnTo>
                    <a:pt x="3261720" y="589919"/>
                  </a:lnTo>
                  <a:lnTo>
                    <a:pt x="3254765" y="589919"/>
                  </a:lnTo>
                  <a:lnTo>
                    <a:pt x="3247810" y="589919"/>
                  </a:lnTo>
                  <a:lnTo>
                    <a:pt x="3240856" y="589919"/>
                  </a:lnTo>
                  <a:lnTo>
                    <a:pt x="3233901" y="589919"/>
                  </a:lnTo>
                  <a:lnTo>
                    <a:pt x="3226947" y="589919"/>
                  </a:lnTo>
                  <a:lnTo>
                    <a:pt x="3219992" y="589919"/>
                  </a:lnTo>
                  <a:lnTo>
                    <a:pt x="3213037" y="589919"/>
                  </a:lnTo>
                  <a:lnTo>
                    <a:pt x="3206083" y="589919"/>
                  </a:lnTo>
                  <a:lnTo>
                    <a:pt x="3199128" y="589919"/>
                  </a:lnTo>
                  <a:lnTo>
                    <a:pt x="3192173" y="589919"/>
                  </a:lnTo>
                  <a:lnTo>
                    <a:pt x="3185219" y="589919"/>
                  </a:lnTo>
                  <a:lnTo>
                    <a:pt x="3178264" y="589919"/>
                  </a:lnTo>
                  <a:lnTo>
                    <a:pt x="3171310" y="589919"/>
                  </a:lnTo>
                  <a:lnTo>
                    <a:pt x="3164355" y="589919"/>
                  </a:lnTo>
                  <a:lnTo>
                    <a:pt x="3157400" y="589919"/>
                  </a:lnTo>
                  <a:lnTo>
                    <a:pt x="3150446" y="589919"/>
                  </a:lnTo>
                  <a:lnTo>
                    <a:pt x="3143491" y="589919"/>
                  </a:lnTo>
                  <a:lnTo>
                    <a:pt x="3136536" y="589919"/>
                  </a:lnTo>
                  <a:lnTo>
                    <a:pt x="3129582" y="589919"/>
                  </a:lnTo>
                  <a:lnTo>
                    <a:pt x="3122627" y="589919"/>
                  </a:lnTo>
                  <a:lnTo>
                    <a:pt x="3115673" y="589919"/>
                  </a:lnTo>
                  <a:lnTo>
                    <a:pt x="3108718" y="589919"/>
                  </a:lnTo>
                  <a:lnTo>
                    <a:pt x="3101763" y="589919"/>
                  </a:lnTo>
                  <a:lnTo>
                    <a:pt x="3094809" y="589919"/>
                  </a:lnTo>
                  <a:lnTo>
                    <a:pt x="3087854" y="589919"/>
                  </a:lnTo>
                  <a:lnTo>
                    <a:pt x="3080899" y="589919"/>
                  </a:lnTo>
                  <a:lnTo>
                    <a:pt x="3073945" y="589919"/>
                  </a:lnTo>
                  <a:lnTo>
                    <a:pt x="3066990" y="589919"/>
                  </a:lnTo>
                  <a:lnTo>
                    <a:pt x="3060036" y="589919"/>
                  </a:lnTo>
                  <a:lnTo>
                    <a:pt x="3053081" y="589919"/>
                  </a:lnTo>
                  <a:lnTo>
                    <a:pt x="3046126" y="589919"/>
                  </a:lnTo>
                  <a:lnTo>
                    <a:pt x="3039172" y="589919"/>
                  </a:lnTo>
                  <a:lnTo>
                    <a:pt x="3032217" y="589919"/>
                  </a:lnTo>
                  <a:lnTo>
                    <a:pt x="3025262" y="589919"/>
                  </a:lnTo>
                  <a:lnTo>
                    <a:pt x="3018308" y="589919"/>
                  </a:lnTo>
                  <a:lnTo>
                    <a:pt x="3011353" y="589919"/>
                  </a:lnTo>
                  <a:lnTo>
                    <a:pt x="3004399" y="589919"/>
                  </a:lnTo>
                  <a:lnTo>
                    <a:pt x="2997444" y="589919"/>
                  </a:lnTo>
                  <a:lnTo>
                    <a:pt x="2990489" y="589919"/>
                  </a:lnTo>
                  <a:lnTo>
                    <a:pt x="2983535" y="589919"/>
                  </a:lnTo>
                  <a:lnTo>
                    <a:pt x="2976580" y="589919"/>
                  </a:lnTo>
                  <a:lnTo>
                    <a:pt x="2969625" y="589919"/>
                  </a:lnTo>
                  <a:lnTo>
                    <a:pt x="2962671" y="589919"/>
                  </a:lnTo>
                  <a:lnTo>
                    <a:pt x="2955716" y="589919"/>
                  </a:lnTo>
                  <a:lnTo>
                    <a:pt x="2948761" y="589919"/>
                  </a:lnTo>
                  <a:lnTo>
                    <a:pt x="2941807" y="589919"/>
                  </a:lnTo>
                  <a:lnTo>
                    <a:pt x="2934852" y="589919"/>
                  </a:lnTo>
                  <a:lnTo>
                    <a:pt x="2927898" y="589919"/>
                  </a:lnTo>
                  <a:lnTo>
                    <a:pt x="2920943" y="589919"/>
                  </a:lnTo>
                  <a:lnTo>
                    <a:pt x="2913988" y="589919"/>
                  </a:lnTo>
                  <a:lnTo>
                    <a:pt x="2907034" y="589919"/>
                  </a:lnTo>
                  <a:lnTo>
                    <a:pt x="2900079" y="589919"/>
                  </a:lnTo>
                  <a:lnTo>
                    <a:pt x="2893124" y="589919"/>
                  </a:lnTo>
                  <a:lnTo>
                    <a:pt x="2886170" y="589919"/>
                  </a:lnTo>
                  <a:lnTo>
                    <a:pt x="2879215" y="589919"/>
                  </a:lnTo>
                  <a:lnTo>
                    <a:pt x="2872261" y="589919"/>
                  </a:lnTo>
                  <a:lnTo>
                    <a:pt x="2865306" y="589919"/>
                  </a:lnTo>
                  <a:lnTo>
                    <a:pt x="2858351" y="589919"/>
                  </a:lnTo>
                  <a:lnTo>
                    <a:pt x="2851397" y="589919"/>
                  </a:lnTo>
                  <a:lnTo>
                    <a:pt x="2844442" y="589919"/>
                  </a:lnTo>
                  <a:lnTo>
                    <a:pt x="2837487" y="589919"/>
                  </a:lnTo>
                  <a:lnTo>
                    <a:pt x="2830533" y="589919"/>
                  </a:lnTo>
                  <a:lnTo>
                    <a:pt x="2823578" y="589919"/>
                  </a:lnTo>
                  <a:lnTo>
                    <a:pt x="2816624" y="589919"/>
                  </a:lnTo>
                  <a:lnTo>
                    <a:pt x="2809669" y="589919"/>
                  </a:lnTo>
                  <a:lnTo>
                    <a:pt x="2802714" y="589919"/>
                  </a:lnTo>
                  <a:lnTo>
                    <a:pt x="2795760" y="589919"/>
                  </a:lnTo>
                  <a:lnTo>
                    <a:pt x="2788805" y="589919"/>
                  </a:lnTo>
                  <a:lnTo>
                    <a:pt x="2781850" y="589919"/>
                  </a:lnTo>
                  <a:lnTo>
                    <a:pt x="2774896" y="589919"/>
                  </a:lnTo>
                  <a:lnTo>
                    <a:pt x="2767941" y="589919"/>
                  </a:lnTo>
                  <a:lnTo>
                    <a:pt x="2760987" y="589919"/>
                  </a:lnTo>
                  <a:lnTo>
                    <a:pt x="2754032" y="589919"/>
                  </a:lnTo>
                  <a:lnTo>
                    <a:pt x="2747077" y="589919"/>
                  </a:lnTo>
                  <a:lnTo>
                    <a:pt x="2740123" y="589919"/>
                  </a:lnTo>
                  <a:lnTo>
                    <a:pt x="2733168" y="589919"/>
                  </a:lnTo>
                  <a:lnTo>
                    <a:pt x="2726213" y="589919"/>
                  </a:lnTo>
                  <a:lnTo>
                    <a:pt x="2719259" y="589919"/>
                  </a:lnTo>
                  <a:lnTo>
                    <a:pt x="2712304" y="589919"/>
                  </a:lnTo>
                  <a:lnTo>
                    <a:pt x="2705350" y="589919"/>
                  </a:lnTo>
                  <a:lnTo>
                    <a:pt x="2698395" y="589919"/>
                  </a:lnTo>
                  <a:lnTo>
                    <a:pt x="2691440" y="589919"/>
                  </a:lnTo>
                  <a:lnTo>
                    <a:pt x="2684486" y="589919"/>
                  </a:lnTo>
                  <a:lnTo>
                    <a:pt x="2677531" y="589919"/>
                  </a:lnTo>
                  <a:lnTo>
                    <a:pt x="2670576" y="589919"/>
                  </a:lnTo>
                  <a:lnTo>
                    <a:pt x="2663622" y="589919"/>
                  </a:lnTo>
                  <a:lnTo>
                    <a:pt x="2656667" y="589919"/>
                  </a:lnTo>
                  <a:lnTo>
                    <a:pt x="2649713" y="589919"/>
                  </a:lnTo>
                  <a:lnTo>
                    <a:pt x="2642758" y="589919"/>
                  </a:lnTo>
                  <a:lnTo>
                    <a:pt x="2635803" y="589919"/>
                  </a:lnTo>
                  <a:lnTo>
                    <a:pt x="2628849" y="589919"/>
                  </a:lnTo>
                  <a:lnTo>
                    <a:pt x="2621894" y="589919"/>
                  </a:lnTo>
                  <a:lnTo>
                    <a:pt x="2614939" y="589919"/>
                  </a:lnTo>
                  <a:lnTo>
                    <a:pt x="2607985" y="589919"/>
                  </a:lnTo>
                  <a:lnTo>
                    <a:pt x="2601030" y="589919"/>
                  </a:lnTo>
                  <a:lnTo>
                    <a:pt x="2594075" y="589919"/>
                  </a:lnTo>
                  <a:lnTo>
                    <a:pt x="2587121" y="589919"/>
                  </a:lnTo>
                  <a:lnTo>
                    <a:pt x="2580166" y="589919"/>
                  </a:lnTo>
                  <a:lnTo>
                    <a:pt x="2573212" y="589919"/>
                  </a:lnTo>
                  <a:lnTo>
                    <a:pt x="2566257" y="589919"/>
                  </a:lnTo>
                  <a:lnTo>
                    <a:pt x="2559302" y="589919"/>
                  </a:lnTo>
                  <a:lnTo>
                    <a:pt x="2552348" y="589919"/>
                  </a:lnTo>
                  <a:lnTo>
                    <a:pt x="2545393" y="589919"/>
                  </a:lnTo>
                  <a:lnTo>
                    <a:pt x="2538438" y="589919"/>
                  </a:lnTo>
                  <a:lnTo>
                    <a:pt x="2531484" y="589919"/>
                  </a:lnTo>
                  <a:lnTo>
                    <a:pt x="2524529" y="589919"/>
                  </a:lnTo>
                  <a:lnTo>
                    <a:pt x="2517575" y="589919"/>
                  </a:lnTo>
                  <a:lnTo>
                    <a:pt x="2510620" y="589919"/>
                  </a:lnTo>
                  <a:lnTo>
                    <a:pt x="2503665" y="589919"/>
                  </a:lnTo>
                  <a:lnTo>
                    <a:pt x="2496711" y="589919"/>
                  </a:lnTo>
                  <a:lnTo>
                    <a:pt x="2489756" y="589919"/>
                  </a:lnTo>
                  <a:lnTo>
                    <a:pt x="2482801" y="589919"/>
                  </a:lnTo>
                  <a:lnTo>
                    <a:pt x="2475847" y="589919"/>
                  </a:lnTo>
                  <a:lnTo>
                    <a:pt x="2468892" y="589919"/>
                  </a:lnTo>
                  <a:lnTo>
                    <a:pt x="2461938" y="589919"/>
                  </a:lnTo>
                  <a:lnTo>
                    <a:pt x="2454983" y="589919"/>
                  </a:lnTo>
                  <a:lnTo>
                    <a:pt x="2448028" y="589919"/>
                  </a:lnTo>
                  <a:lnTo>
                    <a:pt x="2441074" y="589919"/>
                  </a:lnTo>
                  <a:lnTo>
                    <a:pt x="2434119" y="589919"/>
                  </a:lnTo>
                  <a:lnTo>
                    <a:pt x="2427164" y="589919"/>
                  </a:lnTo>
                  <a:lnTo>
                    <a:pt x="2420210" y="589919"/>
                  </a:lnTo>
                  <a:lnTo>
                    <a:pt x="2413255" y="589919"/>
                  </a:lnTo>
                  <a:lnTo>
                    <a:pt x="2406301" y="589919"/>
                  </a:lnTo>
                  <a:lnTo>
                    <a:pt x="2399346" y="589919"/>
                  </a:lnTo>
                  <a:lnTo>
                    <a:pt x="2392391" y="589919"/>
                  </a:lnTo>
                  <a:lnTo>
                    <a:pt x="2385437" y="589919"/>
                  </a:lnTo>
                  <a:lnTo>
                    <a:pt x="2378482" y="589919"/>
                  </a:lnTo>
                  <a:lnTo>
                    <a:pt x="2371527" y="589919"/>
                  </a:lnTo>
                  <a:lnTo>
                    <a:pt x="2364573" y="589919"/>
                  </a:lnTo>
                  <a:lnTo>
                    <a:pt x="2357618" y="589919"/>
                  </a:lnTo>
                  <a:lnTo>
                    <a:pt x="2350664" y="589919"/>
                  </a:lnTo>
                  <a:lnTo>
                    <a:pt x="2343709" y="589919"/>
                  </a:lnTo>
                  <a:lnTo>
                    <a:pt x="2336754" y="589919"/>
                  </a:lnTo>
                  <a:lnTo>
                    <a:pt x="2329800" y="589919"/>
                  </a:lnTo>
                  <a:lnTo>
                    <a:pt x="2322845" y="589919"/>
                  </a:lnTo>
                  <a:lnTo>
                    <a:pt x="2315890" y="589919"/>
                  </a:lnTo>
                  <a:lnTo>
                    <a:pt x="2308936" y="589919"/>
                  </a:lnTo>
                  <a:lnTo>
                    <a:pt x="2301981" y="589919"/>
                  </a:lnTo>
                  <a:lnTo>
                    <a:pt x="2295027" y="589919"/>
                  </a:lnTo>
                  <a:lnTo>
                    <a:pt x="2288072" y="589919"/>
                  </a:lnTo>
                  <a:lnTo>
                    <a:pt x="2281117" y="589919"/>
                  </a:lnTo>
                  <a:lnTo>
                    <a:pt x="2274163" y="589919"/>
                  </a:lnTo>
                  <a:lnTo>
                    <a:pt x="2267208" y="589919"/>
                  </a:lnTo>
                  <a:lnTo>
                    <a:pt x="2260253" y="589919"/>
                  </a:lnTo>
                  <a:lnTo>
                    <a:pt x="2253299" y="589919"/>
                  </a:lnTo>
                  <a:lnTo>
                    <a:pt x="2246344" y="589919"/>
                  </a:lnTo>
                  <a:lnTo>
                    <a:pt x="2239389" y="589919"/>
                  </a:lnTo>
                  <a:lnTo>
                    <a:pt x="2232435" y="589919"/>
                  </a:lnTo>
                  <a:lnTo>
                    <a:pt x="2225480" y="589919"/>
                  </a:lnTo>
                  <a:lnTo>
                    <a:pt x="2218526" y="589919"/>
                  </a:lnTo>
                  <a:lnTo>
                    <a:pt x="2211571" y="589919"/>
                  </a:lnTo>
                  <a:lnTo>
                    <a:pt x="2204616" y="589919"/>
                  </a:lnTo>
                  <a:lnTo>
                    <a:pt x="2197662" y="589919"/>
                  </a:lnTo>
                  <a:lnTo>
                    <a:pt x="2190707" y="589919"/>
                  </a:lnTo>
                  <a:lnTo>
                    <a:pt x="2183752" y="589919"/>
                  </a:lnTo>
                  <a:lnTo>
                    <a:pt x="2176798" y="589919"/>
                  </a:lnTo>
                  <a:lnTo>
                    <a:pt x="2169843" y="589919"/>
                  </a:lnTo>
                  <a:lnTo>
                    <a:pt x="2162889" y="589919"/>
                  </a:lnTo>
                  <a:lnTo>
                    <a:pt x="2155934" y="589919"/>
                  </a:lnTo>
                  <a:lnTo>
                    <a:pt x="2148979" y="589919"/>
                  </a:lnTo>
                  <a:lnTo>
                    <a:pt x="2142025" y="589919"/>
                  </a:lnTo>
                  <a:lnTo>
                    <a:pt x="2135070" y="589919"/>
                  </a:lnTo>
                  <a:lnTo>
                    <a:pt x="2128115" y="589919"/>
                  </a:lnTo>
                  <a:lnTo>
                    <a:pt x="2121161" y="589919"/>
                  </a:lnTo>
                  <a:lnTo>
                    <a:pt x="2114206" y="589919"/>
                  </a:lnTo>
                  <a:lnTo>
                    <a:pt x="2107252" y="589919"/>
                  </a:lnTo>
                  <a:lnTo>
                    <a:pt x="2100297" y="589919"/>
                  </a:lnTo>
                  <a:lnTo>
                    <a:pt x="2093342" y="589919"/>
                  </a:lnTo>
                  <a:lnTo>
                    <a:pt x="2086388" y="589919"/>
                  </a:lnTo>
                  <a:lnTo>
                    <a:pt x="2079433" y="589919"/>
                  </a:lnTo>
                  <a:lnTo>
                    <a:pt x="2072478" y="589919"/>
                  </a:lnTo>
                  <a:lnTo>
                    <a:pt x="2065524" y="589919"/>
                  </a:lnTo>
                  <a:lnTo>
                    <a:pt x="2058569" y="589919"/>
                  </a:lnTo>
                  <a:lnTo>
                    <a:pt x="2051615" y="589919"/>
                  </a:lnTo>
                  <a:lnTo>
                    <a:pt x="2044660" y="589919"/>
                  </a:lnTo>
                  <a:lnTo>
                    <a:pt x="2037705" y="589919"/>
                  </a:lnTo>
                  <a:lnTo>
                    <a:pt x="2030751" y="589919"/>
                  </a:lnTo>
                  <a:lnTo>
                    <a:pt x="2023796" y="589919"/>
                  </a:lnTo>
                  <a:lnTo>
                    <a:pt x="2016841" y="589919"/>
                  </a:lnTo>
                  <a:lnTo>
                    <a:pt x="2009887" y="589919"/>
                  </a:lnTo>
                  <a:lnTo>
                    <a:pt x="2002932" y="589919"/>
                  </a:lnTo>
                  <a:lnTo>
                    <a:pt x="1995978" y="589919"/>
                  </a:lnTo>
                  <a:lnTo>
                    <a:pt x="1989023" y="589919"/>
                  </a:lnTo>
                  <a:lnTo>
                    <a:pt x="1982068" y="589919"/>
                  </a:lnTo>
                  <a:lnTo>
                    <a:pt x="1975114" y="589919"/>
                  </a:lnTo>
                  <a:lnTo>
                    <a:pt x="1968159" y="589919"/>
                  </a:lnTo>
                  <a:lnTo>
                    <a:pt x="1961204" y="589919"/>
                  </a:lnTo>
                  <a:lnTo>
                    <a:pt x="1954250" y="589919"/>
                  </a:lnTo>
                  <a:lnTo>
                    <a:pt x="1947295" y="589919"/>
                  </a:lnTo>
                  <a:lnTo>
                    <a:pt x="1940341" y="589919"/>
                  </a:lnTo>
                  <a:lnTo>
                    <a:pt x="1933386" y="589919"/>
                  </a:lnTo>
                  <a:lnTo>
                    <a:pt x="1926431" y="589919"/>
                  </a:lnTo>
                  <a:lnTo>
                    <a:pt x="1919477" y="589919"/>
                  </a:lnTo>
                  <a:lnTo>
                    <a:pt x="1912522" y="589919"/>
                  </a:lnTo>
                  <a:lnTo>
                    <a:pt x="1905567" y="589919"/>
                  </a:lnTo>
                  <a:lnTo>
                    <a:pt x="1898613" y="589919"/>
                  </a:lnTo>
                  <a:lnTo>
                    <a:pt x="1891658" y="589919"/>
                  </a:lnTo>
                  <a:lnTo>
                    <a:pt x="1884704" y="589919"/>
                  </a:lnTo>
                  <a:lnTo>
                    <a:pt x="1877749" y="589919"/>
                  </a:lnTo>
                  <a:lnTo>
                    <a:pt x="1870794" y="589919"/>
                  </a:lnTo>
                  <a:lnTo>
                    <a:pt x="1863840" y="589919"/>
                  </a:lnTo>
                  <a:lnTo>
                    <a:pt x="1856885" y="589919"/>
                  </a:lnTo>
                  <a:lnTo>
                    <a:pt x="1849930" y="589919"/>
                  </a:lnTo>
                  <a:lnTo>
                    <a:pt x="1842976" y="589919"/>
                  </a:lnTo>
                  <a:lnTo>
                    <a:pt x="1836021" y="589919"/>
                  </a:lnTo>
                  <a:lnTo>
                    <a:pt x="1829066" y="589919"/>
                  </a:lnTo>
                  <a:lnTo>
                    <a:pt x="1822112" y="589919"/>
                  </a:lnTo>
                  <a:lnTo>
                    <a:pt x="1815157" y="589919"/>
                  </a:lnTo>
                  <a:lnTo>
                    <a:pt x="1808203" y="589919"/>
                  </a:lnTo>
                  <a:lnTo>
                    <a:pt x="1801248" y="589919"/>
                  </a:lnTo>
                  <a:lnTo>
                    <a:pt x="1794293" y="589919"/>
                  </a:lnTo>
                  <a:lnTo>
                    <a:pt x="1787339" y="589919"/>
                  </a:lnTo>
                  <a:lnTo>
                    <a:pt x="1780384" y="589919"/>
                  </a:lnTo>
                  <a:lnTo>
                    <a:pt x="1773429" y="589919"/>
                  </a:lnTo>
                  <a:lnTo>
                    <a:pt x="1766475" y="589919"/>
                  </a:lnTo>
                  <a:lnTo>
                    <a:pt x="1759520" y="589919"/>
                  </a:lnTo>
                  <a:lnTo>
                    <a:pt x="1752566" y="589919"/>
                  </a:lnTo>
                  <a:lnTo>
                    <a:pt x="1745611" y="589919"/>
                  </a:lnTo>
                  <a:lnTo>
                    <a:pt x="1738656" y="589919"/>
                  </a:lnTo>
                  <a:lnTo>
                    <a:pt x="1731702" y="589919"/>
                  </a:lnTo>
                  <a:lnTo>
                    <a:pt x="1724747" y="589919"/>
                  </a:lnTo>
                  <a:lnTo>
                    <a:pt x="1717792" y="589919"/>
                  </a:lnTo>
                  <a:lnTo>
                    <a:pt x="1710838" y="589919"/>
                  </a:lnTo>
                  <a:lnTo>
                    <a:pt x="1703883" y="589919"/>
                  </a:lnTo>
                  <a:lnTo>
                    <a:pt x="1696929" y="589919"/>
                  </a:lnTo>
                  <a:lnTo>
                    <a:pt x="1689974" y="589919"/>
                  </a:lnTo>
                  <a:lnTo>
                    <a:pt x="1683019" y="589919"/>
                  </a:lnTo>
                  <a:lnTo>
                    <a:pt x="1676065" y="589919"/>
                  </a:lnTo>
                  <a:lnTo>
                    <a:pt x="1669110" y="589919"/>
                  </a:lnTo>
                  <a:lnTo>
                    <a:pt x="1662155" y="589919"/>
                  </a:lnTo>
                  <a:lnTo>
                    <a:pt x="1655201" y="589919"/>
                  </a:lnTo>
                  <a:lnTo>
                    <a:pt x="1648246" y="589919"/>
                  </a:lnTo>
                  <a:lnTo>
                    <a:pt x="1641292" y="589919"/>
                  </a:lnTo>
                  <a:lnTo>
                    <a:pt x="1634337" y="589919"/>
                  </a:lnTo>
                  <a:lnTo>
                    <a:pt x="1627382" y="589919"/>
                  </a:lnTo>
                  <a:lnTo>
                    <a:pt x="1620428" y="589919"/>
                  </a:lnTo>
                  <a:lnTo>
                    <a:pt x="1613473" y="589919"/>
                  </a:lnTo>
                  <a:lnTo>
                    <a:pt x="1606518" y="589919"/>
                  </a:lnTo>
                  <a:lnTo>
                    <a:pt x="1599564" y="589919"/>
                  </a:lnTo>
                  <a:lnTo>
                    <a:pt x="1592609" y="589919"/>
                  </a:lnTo>
                  <a:lnTo>
                    <a:pt x="1585655" y="589919"/>
                  </a:lnTo>
                  <a:lnTo>
                    <a:pt x="1578700" y="589919"/>
                  </a:lnTo>
                  <a:lnTo>
                    <a:pt x="1571745" y="589919"/>
                  </a:lnTo>
                  <a:lnTo>
                    <a:pt x="1564791" y="589919"/>
                  </a:lnTo>
                  <a:lnTo>
                    <a:pt x="1557836" y="589919"/>
                  </a:lnTo>
                  <a:lnTo>
                    <a:pt x="1550881" y="589919"/>
                  </a:lnTo>
                  <a:lnTo>
                    <a:pt x="1543927" y="589919"/>
                  </a:lnTo>
                  <a:lnTo>
                    <a:pt x="1536972" y="589919"/>
                  </a:lnTo>
                  <a:lnTo>
                    <a:pt x="1530018" y="589919"/>
                  </a:lnTo>
                  <a:lnTo>
                    <a:pt x="1523063" y="589919"/>
                  </a:lnTo>
                  <a:lnTo>
                    <a:pt x="1516108" y="589919"/>
                  </a:lnTo>
                  <a:lnTo>
                    <a:pt x="1509154" y="589919"/>
                  </a:lnTo>
                  <a:lnTo>
                    <a:pt x="1502199" y="589919"/>
                  </a:lnTo>
                  <a:lnTo>
                    <a:pt x="1495244" y="589919"/>
                  </a:lnTo>
                  <a:lnTo>
                    <a:pt x="1488290" y="589919"/>
                  </a:lnTo>
                  <a:lnTo>
                    <a:pt x="1481335" y="589919"/>
                  </a:lnTo>
                  <a:lnTo>
                    <a:pt x="1474380" y="589919"/>
                  </a:lnTo>
                  <a:lnTo>
                    <a:pt x="1467426" y="589919"/>
                  </a:lnTo>
                  <a:lnTo>
                    <a:pt x="1460471" y="589919"/>
                  </a:lnTo>
                  <a:lnTo>
                    <a:pt x="1453517" y="589919"/>
                  </a:lnTo>
                  <a:lnTo>
                    <a:pt x="1446562" y="589919"/>
                  </a:lnTo>
                  <a:lnTo>
                    <a:pt x="1439607" y="589919"/>
                  </a:lnTo>
                  <a:lnTo>
                    <a:pt x="1432653" y="589919"/>
                  </a:lnTo>
                  <a:lnTo>
                    <a:pt x="1425698" y="589919"/>
                  </a:lnTo>
                  <a:lnTo>
                    <a:pt x="1418743" y="589919"/>
                  </a:lnTo>
                  <a:lnTo>
                    <a:pt x="1411789" y="589919"/>
                  </a:lnTo>
                  <a:lnTo>
                    <a:pt x="1404834" y="589919"/>
                  </a:lnTo>
                  <a:lnTo>
                    <a:pt x="1397880" y="589919"/>
                  </a:lnTo>
                  <a:lnTo>
                    <a:pt x="1390925" y="589919"/>
                  </a:lnTo>
                  <a:lnTo>
                    <a:pt x="1383970" y="589919"/>
                  </a:lnTo>
                  <a:lnTo>
                    <a:pt x="1377016" y="589919"/>
                  </a:lnTo>
                  <a:lnTo>
                    <a:pt x="1370061" y="589919"/>
                  </a:lnTo>
                  <a:lnTo>
                    <a:pt x="1363106" y="589919"/>
                  </a:lnTo>
                  <a:lnTo>
                    <a:pt x="1356152" y="589919"/>
                  </a:lnTo>
                  <a:lnTo>
                    <a:pt x="1349197" y="589919"/>
                  </a:lnTo>
                  <a:lnTo>
                    <a:pt x="1342243" y="589919"/>
                  </a:lnTo>
                  <a:lnTo>
                    <a:pt x="1335288" y="589919"/>
                  </a:lnTo>
                  <a:lnTo>
                    <a:pt x="1328333" y="589919"/>
                  </a:lnTo>
                  <a:lnTo>
                    <a:pt x="1321379" y="589919"/>
                  </a:lnTo>
                  <a:lnTo>
                    <a:pt x="1314424" y="589919"/>
                  </a:lnTo>
                  <a:lnTo>
                    <a:pt x="1307469" y="589919"/>
                  </a:lnTo>
                  <a:lnTo>
                    <a:pt x="1300515" y="589919"/>
                  </a:lnTo>
                  <a:lnTo>
                    <a:pt x="1293560" y="589919"/>
                  </a:lnTo>
                  <a:lnTo>
                    <a:pt x="1286606" y="589919"/>
                  </a:lnTo>
                  <a:lnTo>
                    <a:pt x="1279651" y="589919"/>
                  </a:lnTo>
                  <a:lnTo>
                    <a:pt x="1272696" y="589919"/>
                  </a:lnTo>
                  <a:lnTo>
                    <a:pt x="1265742" y="589919"/>
                  </a:lnTo>
                  <a:lnTo>
                    <a:pt x="1258787" y="589919"/>
                  </a:lnTo>
                  <a:lnTo>
                    <a:pt x="1251832" y="589919"/>
                  </a:lnTo>
                  <a:lnTo>
                    <a:pt x="1244878" y="589919"/>
                  </a:lnTo>
                  <a:lnTo>
                    <a:pt x="1237923" y="589919"/>
                  </a:lnTo>
                  <a:lnTo>
                    <a:pt x="1230969" y="589919"/>
                  </a:lnTo>
                  <a:lnTo>
                    <a:pt x="1224014" y="589919"/>
                  </a:lnTo>
                  <a:lnTo>
                    <a:pt x="1217059" y="589919"/>
                  </a:lnTo>
                  <a:lnTo>
                    <a:pt x="1210105" y="589919"/>
                  </a:lnTo>
                  <a:lnTo>
                    <a:pt x="1203150" y="589919"/>
                  </a:lnTo>
                  <a:lnTo>
                    <a:pt x="1196195" y="589919"/>
                  </a:lnTo>
                  <a:lnTo>
                    <a:pt x="1189241" y="589919"/>
                  </a:lnTo>
                  <a:lnTo>
                    <a:pt x="1182286" y="589919"/>
                  </a:lnTo>
                  <a:lnTo>
                    <a:pt x="1175332" y="589919"/>
                  </a:lnTo>
                  <a:lnTo>
                    <a:pt x="1168377" y="589919"/>
                  </a:lnTo>
                  <a:lnTo>
                    <a:pt x="1161422" y="589919"/>
                  </a:lnTo>
                  <a:lnTo>
                    <a:pt x="1154468" y="589919"/>
                  </a:lnTo>
                  <a:lnTo>
                    <a:pt x="1147513" y="589919"/>
                  </a:lnTo>
                  <a:lnTo>
                    <a:pt x="1140558" y="589919"/>
                  </a:lnTo>
                  <a:lnTo>
                    <a:pt x="1133604" y="589919"/>
                  </a:lnTo>
                  <a:lnTo>
                    <a:pt x="1126649" y="589919"/>
                  </a:lnTo>
                  <a:lnTo>
                    <a:pt x="1119694" y="589919"/>
                  </a:lnTo>
                  <a:lnTo>
                    <a:pt x="1112740" y="589919"/>
                  </a:lnTo>
                  <a:lnTo>
                    <a:pt x="1105785" y="589919"/>
                  </a:lnTo>
                  <a:lnTo>
                    <a:pt x="1098831" y="589919"/>
                  </a:lnTo>
                  <a:lnTo>
                    <a:pt x="1091876" y="589919"/>
                  </a:lnTo>
                  <a:lnTo>
                    <a:pt x="1084921" y="589919"/>
                  </a:lnTo>
                  <a:lnTo>
                    <a:pt x="1077967" y="589919"/>
                  </a:lnTo>
                  <a:lnTo>
                    <a:pt x="1071012" y="589919"/>
                  </a:lnTo>
                  <a:lnTo>
                    <a:pt x="1064057" y="589919"/>
                  </a:lnTo>
                  <a:lnTo>
                    <a:pt x="1057103" y="589919"/>
                  </a:lnTo>
                  <a:lnTo>
                    <a:pt x="1050148" y="589919"/>
                  </a:lnTo>
                  <a:lnTo>
                    <a:pt x="1043194" y="589919"/>
                  </a:lnTo>
                  <a:lnTo>
                    <a:pt x="1036239" y="589919"/>
                  </a:lnTo>
                  <a:lnTo>
                    <a:pt x="1029284" y="589919"/>
                  </a:lnTo>
                  <a:lnTo>
                    <a:pt x="1022330" y="589919"/>
                  </a:lnTo>
                  <a:lnTo>
                    <a:pt x="1015375" y="589919"/>
                  </a:lnTo>
                  <a:lnTo>
                    <a:pt x="1008420" y="589919"/>
                  </a:lnTo>
                  <a:lnTo>
                    <a:pt x="1001466" y="589919"/>
                  </a:lnTo>
                  <a:lnTo>
                    <a:pt x="994511" y="589919"/>
                  </a:lnTo>
                  <a:lnTo>
                    <a:pt x="987557" y="589919"/>
                  </a:lnTo>
                  <a:lnTo>
                    <a:pt x="980602" y="589919"/>
                  </a:lnTo>
                  <a:lnTo>
                    <a:pt x="973647" y="589919"/>
                  </a:lnTo>
                  <a:lnTo>
                    <a:pt x="966693" y="589919"/>
                  </a:lnTo>
                  <a:lnTo>
                    <a:pt x="959738" y="589919"/>
                  </a:lnTo>
                  <a:lnTo>
                    <a:pt x="952783" y="589919"/>
                  </a:lnTo>
                  <a:lnTo>
                    <a:pt x="945829" y="589919"/>
                  </a:lnTo>
                  <a:lnTo>
                    <a:pt x="938874" y="589919"/>
                  </a:lnTo>
                  <a:lnTo>
                    <a:pt x="931920" y="589919"/>
                  </a:lnTo>
                  <a:lnTo>
                    <a:pt x="924965" y="589919"/>
                  </a:lnTo>
                  <a:lnTo>
                    <a:pt x="918010" y="589919"/>
                  </a:lnTo>
                  <a:lnTo>
                    <a:pt x="911056" y="589919"/>
                  </a:lnTo>
                  <a:lnTo>
                    <a:pt x="904101" y="589919"/>
                  </a:lnTo>
                  <a:lnTo>
                    <a:pt x="897146" y="589919"/>
                  </a:lnTo>
                  <a:lnTo>
                    <a:pt x="890192" y="589919"/>
                  </a:lnTo>
                  <a:lnTo>
                    <a:pt x="883237" y="589919"/>
                  </a:lnTo>
                  <a:lnTo>
                    <a:pt x="876283" y="589919"/>
                  </a:lnTo>
                  <a:lnTo>
                    <a:pt x="869328" y="589919"/>
                  </a:lnTo>
                  <a:lnTo>
                    <a:pt x="862373" y="589919"/>
                  </a:lnTo>
                  <a:lnTo>
                    <a:pt x="855419" y="589919"/>
                  </a:lnTo>
                  <a:lnTo>
                    <a:pt x="848464" y="589919"/>
                  </a:lnTo>
                  <a:lnTo>
                    <a:pt x="841509" y="589919"/>
                  </a:lnTo>
                  <a:lnTo>
                    <a:pt x="834555" y="589919"/>
                  </a:lnTo>
                  <a:lnTo>
                    <a:pt x="827600" y="589919"/>
                  </a:lnTo>
                  <a:lnTo>
                    <a:pt x="820646" y="589919"/>
                  </a:lnTo>
                  <a:lnTo>
                    <a:pt x="813691" y="589919"/>
                  </a:lnTo>
                  <a:lnTo>
                    <a:pt x="806736" y="589919"/>
                  </a:lnTo>
                  <a:lnTo>
                    <a:pt x="799782" y="589919"/>
                  </a:lnTo>
                  <a:lnTo>
                    <a:pt x="792827" y="589919"/>
                  </a:lnTo>
                  <a:lnTo>
                    <a:pt x="785872" y="589919"/>
                  </a:lnTo>
                  <a:lnTo>
                    <a:pt x="778918" y="589919"/>
                  </a:lnTo>
                  <a:lnTo>
                    <a:pt x="771963" y="589919"/>
                  </a:lnTo>
                  <a:lnTo>
                    <a:pt x="765009" y="589919"/>
                  </a:lnTo>
                  <a:lnTo>
                    <a:pt x="758054" y="589919"/>
                  </a:lnTo>
                  <a:lnTo>
                    <a:pt x="751099" y="589919"/>
                  </a:lnTo>
                  <a:lnTo>
                    <a:pt x="744145" y="589919"/>
                  </a:lnTo>
                  <a:lnTo>
                    <a:pt x="737190" y="589919"/>
                  </a:lnTo>
                  <a:lnTo>
                    <a:pt x="730235" y="589919"/>
                  </a:lnTo>
                  <a:lnTo>
                    <a:pt x="723281" y="589919"/>
                  </a:lnTo>
                  <a:lnTo>
                    <a:pt x="716326" y="589919"/>
                  </a:lnTo>
                  <a:lnTo>
                    <a:pt x="709371" y="589919"/>
                  </a:lnTo>
                  <a:lnTo>
                    <a:pt x="702417" y="589919"/>
                  </a:lnTo>
                  <a:lnTo>
                    <a:pt x="695462" y="589919"/>
                  </a:lnTo>
                  <a:lnTo>
                    <a:pt x="688508" y="589919"/>
                  </a:lnTo>
                  <a:lnTo>
                    <a:pt x="681553" y="589919"/>
                  </a:lnTo>
                  <a:lnTo>
                    <a:pt x="674598" y="589919"/>
                  </a:lnTo>
                  <a:lnTo>
                    <a:pt x="667644" y="589919"/>
                  </a:lnTo>
                  <a:lnTo>
                    <a:pt x="660689" y="589919"/>
                  </a:lnTo>
                  <a:lnTo>
                    <a:pt x="653734" y="589919"/>
                  </a:lnTo>
                  <a:lnTo>
                    <a:pt x="646780" y="589919"/>
                  </a:lnTo>
                  <a:lnTo>
                    <a:pt x="639825" y="589919"/>
                  </a:lnTo>
                  <a:lnTo>
                    <a:pt x="632871" y="589919"/>
                  </a:lnTo>
                  <a:lnTo>
                    <a:pt x="625916" y="589919"/>
                  </a:lnTo>
                  <a:lnTo>
                    <a:pt x="618961" y="589919"/>
                  </a:lnTo>
                  <a:lnTo>
                    <a:pt x="612007" y="589919"/>
                  </a:lnTo>
                  <a:lnTo>
                    <a:pt x="605052" y="589919"/>
                  </a:lnTo>
                  <a:lnTo>
                    <a:pt x="598097" y="589919"/>
                  </a:lnTo>
                  <a:lnTo>
                    <a:pt x="591143" y="589919"/>
                  </a:lnTo>
                  <a:lnTo>
                    <a:pt x="584188" y="589919"/>
                  </a:lnTo>
                  <a:lnTo>
                    <a:pt x="577234" y="589919"/>
                  </a:lnTo>
                  <a:lnTo>
                    <a:pt x="570279" y="589919"/>
                  </a:lnTo>
                  <a:lnTo>
                    <a:pt x="563324" y="589919"/>
                  </a:lnTo>
                  <a:lnTo>
                    <a:pt x="556370" y="589919"/>
                  </a:lnTo>
                  <a:lnTo>
                    <a:pt x="549415" y="589919"/>
                  </a:lnTo>
                  <a:lnTo>
                    <a:pt x="542460" y="589919"/>
                  </a:lnTo>
                  <a:lnTo>
                    <a:pt x="535506" y="589919"/>
                  </a:lnTo>
                  <a:lnTo>
                    <a:pt x="528551" y="589919"/>
                  </a:lnTo>
                  <a:lnTo>
                    <a:pt x="521597" y="589919"/>
                  </a:lnTo>
                  <a:lnTo>
                    <a:pt x="514642" y="589919"/>
                  </a:lnTo>
                  <a:lnTo>
                    <a:pt x="507687" y="589919"/>
                  </a:lnTo>
                  <a:lnTo>
                    <a:pt x="500733" y="589919"/>
                  </a:lnTo>
                  <a:lnTo>
                    <a:pt x="493778" y="589919"/>
                  </a:lnTo>
                  <a:lnTo>
                    <a:pt x="486823" y="589919"/>
                  </a:lnTo>
                  <a:lnTo>
                    <a:pt x="479869" y="589919"/>
                  </a:lnTo>
                  <a:lnTo>
                    <a:pt x="472914" y="589919"/>
                  </a:lnTo>
                  <a:lnTo>
                    <a:pt x="465960" y="589919"/>
                  </a:lnTo>
                  <a:lnTo>
                    <a:pt x="459005" y="589919"/>
                  </a:lnTo>
                  <a:lnTo>
                    <a:pt x="452050" y="589919"/>
                  </a:lnTo>
                  <a:lnTo>
                    <a:pt x="445096" y="589919"/>
                  </a:lnTo>
                  <a:lnTo>
                    <a:pt x="438141" y="589919"/>
                  </a:lnTo>
                  <a:lnTo>
                    <a:pt x="431186" y="589919"/>
                  </a:lnTo>
                  <a:lnTo>
                    <a:pt x="424232" y="589919"/>
                  </a:lnTo>
                  <a:lnTo>
                    <a:pt x="417277" y="589919"/>
                  </a:lnTo>
                  <a:lnTo>
                    <a:pt x="410323" y="589919"/>
                  </a:lnTo>
                  <a:lnTo>
                    <a:pt x="403368" y="589919"/>
                  </a:lnTo>
                  <a:lnTo>
                    <a:pt x="396413" y="589919"/>
                  </a:lnTo>
                  <a:lnTo>
                    <a:pt x="389459" y="589919"/>
                  </a:lnTo>
                  <a:lnTo>
                    <a:pt x="382504" y="589919"/>
                  </a:lnTo>
                  <a:lnTo>
                    <a:pt x="375549" y="589919"/>
                  </a:lnTo>
                  <a:lnTo>
                    <a:pt x="368595" y="589919"/>
                  </a:lnTo>
                  <a:lnTo>
                    <a:pt x="361640" y="589919"/>
                  </a:lnTo>
                  <a:lnTo>
                    <a:pt x="354685" y="589919"/>
                  </a:lnTo>
                  <a:lnTo>
                    <a:pt x="347731" y="589919"/>
                  </a:lnTo>
                  <a:lnTo>
                    <a:pt x="340776" y="589919"/>
                  </a:lnTo>
                  <a:lnTo>
                    <a:pt x="333822" y="589919"/>
                  </a:lnTo>
                  <a:lnTo>
                    <a:pt x="326867" y="589919"/>
                  </a:lnTo>
                  <a:lnTo>
                    <a:pt x="319912" y="589919"/>
                  </a:lnTo>
                  <a:lnTo>
                    <a:pt x="312958" y="589919"/>
                  </a:lnTo>
                  <a:lnTo>
                    <a:pt x="306003" y="589919"/>
                  </a:lnTo>
                  <a:lnTo>
                    <a:pt x="299048" y="589919"/>
                  </a:lnTo>
                  <a:lnTo>
                    <a:pt x="292094" y="589919"/>
                  </a:lnTo>
                  <a:lnTo>
                    <a:pt x="285139" y="589919"/>
                  </a:lnTo>
                  <a:lnTo>
                    <a:pt x="278185" y="589919"/>
                  </a:lnTo>
                  <a:lnTo>
                    <a:pt x="271230" y="589919"/>
                  </a:lnTo>
                  <a:lnTo>
                    <a:pt x="264275" y="589919"/>
                  </a:lnTo>
                  <a:lnTo>
                    <a:pt x="257321" y="589919"/>
                  </a:lnTo>
                  <a:lnTo>
                    <a:pt x="250366" y="589919"/>
                  </a:lnTo>
                  <a:lnTo>
                    <a:pt x="243411" y="589919"/>
                  </a:lnTo>
                  <a:lnTo>
                    <a:pt x="236457" y="589919"/>
                  </a:lnTo>
                  <a:lnTo>
                    <a:pt x="229502" y="589919"/>
                  </a:lnTo>
                  <a:lnTo>
                    <a:pt x="222548" y="589919"/>
                  </a:lnTo>
                  <a:lnTo>
                    <a:pt x="215593" y="589919"/>
                  </a:lnTo>
                  <a:lnTo>
                    <a:pt x="208638" y="589919"/>
                  </a:lnTo>
                  <a:lnTo>
                    <a:pt x="201684" y="589919"/>
                  </a:lnTo>
                  <a:lnTo>
                    <a:pt x="194729" y="589919"/>
                  </a:lnTo>
                  <a:lnTo>
                    <a:pt x="187774" y="589919"/>
                  </a:lnTo>
                  <a:lnTo>
                    <a:pt x="180820" y="589919"/>
                  </a:lnTo>
                  <a:lnTo>
                    <a:pt x="173865" y="589919"/>
                  </a:lnTo>
                  <a:lnTo>
                    <a:pt x="166911" y="589919"/>
                  </a:lnTo>
                  <a:lnTo>
                    <a:pt x="159956" y="589919"/>
                  </a:lnTo>
                  <a:lnTo>
                    <a:pt x="153001" y="589919"/>
                  </a:lnTo>
                  <a:lnTo>
                    <a:pt x="146047" y="589919"/>
                  </a:lnTo>
                  <a:lnTo>
                    <a:pt x="139092" y="589919"/>
                  </a:lnTo>
                  <a:lnTo>
                    <a:pt x="132137" y="589919"/>
                  </a:lnTo>
                  <a:lnTo>
                    <a:pt x="125183" y="589919"/>
                  </a:lnTo>
                  <a:lnTo>
                    <a:pt x="118228" y="589919"/>
                  </a:lnTo>
                  <a:lnTo>
                    <a:pt x="111274" y="589919"/>
                  </a:lnTo>
                  <a:lnTo>
                    <a:pt x="104319" y="589919"/>
                  </a:lnTo>
                  <a:lnTo>
                    <a:pt x="97364" y="589919"/>
                  </a:lnTo>
                  <a:lnTo>
                    <a:pt x="90410" y="589919"/>
                  </a:lnTo>
                  <a:lnTo>
                    <a:pt x="83455" y="589919"/>
                  </a:lnTo>
                  <a:lnTo>
                    <a:pt x="76500" y="589919"/>
                  </a:lnTo>
                  <a:lnTo>
                    <a:pt x="69546" y="589919"/>
                  </a:lnTo>
                  <a:lnTo>
                    <a:pt x="62591" y="589919"/>
                  </a:lnTo>
                  <a:lnTo>
                    <a:pt x="55637" y="589919"/>
                  </a:lnTo>
                  <a:lnTo>
                    <a:pt x="48682" y="589919"/>
                  </a:lnTo>
                  <a:lnTo>
                    <a:pt x="41727" y="589919"/>
                  </a:lnTo>
                  <a:lnTo>
                    <a:pt x="34773" y="589919"/>
                  </a:lnTo>
                  <a:lnTo>
                    <a:pt x="27818" y="589919"/>
                  </a:lnTo>
                  <a:lnTo>
                    <a:pt x="20863" y="589919"/>
                  </a:lnTo>
                  <a:lnTo>
                    <a:pt x="13909" y="589919"/>
                  </a:lnTo>
                  <a:lnTo>
                    <a:pt x="6954" y="58991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1535334" y="3950324"/>
              <a:ext cx="3553814" cy="589919"/>
            </a:xfrm>
            <a:custGeom>
              <a:avLst/>
              <a:pathLst>
                <a:path w="3553814" h="589919">
                  <a:moveTo>
                    <a:pt x="0" y="589919"/>
                  </a:moveTo>
                  <a:lnTo>
                    <a:pt x="6954" y="589919"/>
                  </a:lnTo>
                  <a:lnTo>
                    <a:pt x="13909" y="589919"/>
                  </a:lnTo>
                  <a:lnTo>
                    <a:pt x="20863" y="589919"/>
                  </a:lnTo>
                  <a:lnTo>
                    <a:pt x="27818" y="589919"/>
                  </a:lnTo>
                  <a:lnTo>
                    <a:pt x="34773" y="589919"/>
                  </a:lnTo>
                  <a:lnTo>
                    <a:pt x="41727" y="589919"/>
                  </a:lnTo>
                  <a:lnTo>
                    <a:pt x="48682" y="589919"/>
                  </a:lnTo>
                  <a:lnTo>
                    <a:pt x="55637" y="589919"/>
                  </a:lnTo>
                  <a:lnTo>
                    <a:pt x="62591" y="589919"/>
                  </a:lnTo>
                  <a:lnTo>
                    <a:pt x="69546" y="589919"/>
                  </a:lnTo>
                  <a:lnTo>
                    <a:pt x="76500" y="589919"/>
                  </a:lnTo>
                  <a:lnTo>
                    <a:pt x="83455" y="589919"/>
                  </a:lnTo>
                  <a:lnTo>
                    <a:pt x="90410" y="589919"/>
                  </a:lnTo>
                  <a:lnTo>
                    <a:pt x="97364" y="589919"/>
                  </a:lnTo>
                  <a:lnTo>
                    <a:pt x="104319" y="589919"/>
                  </a:lnTo>
                  <a:lnTo>
                    <a:pt x="111274" y="589919"/>
                  </a:lnTo>
                  <a:lnTo>
                    <a:pt x="118228" y="589919"/>
                  </a:lnTo>
                  <a:lnTo>
                    <a:pt x="125183" y="589919"/>
                  </a:lnTo>
                  <a:lnTo>
                    <a:pt x="132137" y="589919"/>
                  </a:lnTo>
                  <a:lnTo>
                    <a:pt x="139092" y="589919"/>
                  </a:lnTo>
                  <a:lnTo>
                    <a:pt x="146047" y="589919"/>
                  </a:lnTo>
                  <a:lnTo>
                    <a:pt x="153001" y="589919"/>
                  </a:lnTo>
                  <a:lnTo>
                    <a:pt x="159956" y="589919"/>
                  </a:lnTo>
                  <a:lnTo>
                    <a:pt x="166911" y="589919"/>
                  </a:lnTo>
                  <a:lnTo>
                    <a:pt x="173865" y="589919"/>
                  </a:lnTo>
                  <a:lnTo>
                    <a:pt x="180820" y="589919"/>
                  </a:lnTo>
                  <a:lnTo>
                    <a:pt x="187774" y="589919"/>
                  </a:lnTo>
                  <a:lnTo>
                    <a:pt x="194729" y="589919"/>
                  </a:lnTo>
                  <a:lnTo>
                    <a:pt x="201684" y="589919"/>
                  </a:lnTo>
                  <a:lnTo>
                    <a:pt x="208638" y="589919"/>
                  </a:lnTo>
                  <a:lnTo>
                    <a:pt x="215593" y="589919"/>
                  </a:lnTo>
                  <a:lnTo>
                    <a:pt x="222548" y="589919"/>
                  </a:lnTo>
                  <a:lnTo>
                    <a:pt x="229502" y="589919"/>
                  </a:lnTo>
                  <a:lnTo>
                    <a:pt x="236457" y="589919"/>
                  </a:lnTo>
                  <a:lnTo>
                    <a:pt x="243411" y="589919"/>
                  </a:lnTo>
                  <a:lnTo>
                    <a:pt x="250366" y="589919"/>
                  </a:lnTo>
                  <a:lnTo>
                    <a:pt x="257321" y="589919"/>
                  </a:lnTo>
                  <a:lnTo>
                    <a:pt x="264275" y="589919"/>
                  </a:lnTo>
                  <a:lnTo>
                    <a:pt x="271230" y="589919"/>
                  </a:lnTo>
                  <a:lnTo>
                    <a:pt x="278185" y="589919"/>
                  </a:lnTo>
                  <a:lnTo>
                    <a:pt x="285139" y="589919"/>
                  </a:lnTo>
                  <a:lnTo>
                    <a:pt x="292094" y="589919"/>
                  </a:lnTo>
                  <a:lnTo>
                    <a:pt x="299048" y="589919"/>
                  </a:lnTo>
                  <a:lnTo>
                    <a:pt x="306003" y="589919"/>
                  </a:lnTo>
                  <a:lnTo>
                    <a:pt x="312958" y="589919"/>
                  </a:lnTo>
                  <a:lnTo>
                    <a:pt x="319912" y="589919"/>
                  </a:lnTo>
                  <a:lnTo>
                    <a:pt x="326867" y="589919"/>
                  </a:lnTo>
                  <a:lnTo>
                    <a:pt x="333822" y="589919"/>
                  </a:lnTo>
                  <a:lnTo>
                    <a:pt x="340776" y="589919"/>
                  </a:lnTo>
                  <a:lnTo>
                    <a:pt x="347731" y="589919"/>
                  </a:lnTo>
                  <a:lnTo>
                    <a:pt x="354685" y="589919"/>
                  </a:lnTo>
                  <a:lnTo>
                    <a:pt x="361640" y="589919"/>
                  </a:lnTo>
                  <a:lnTo>
                    <a:pt x="368595" y="589919"/>
                  </a:lnTo>
                  <a:lnTo>
                    <a:pt x="375549" y="589919"/>
                  </a:lnTo>
                  <a:lnTo>
                    <a:pt x="382504" y="589919"/>
                  </a:lnTo>
                  <a:lnTo>
                    <a:pt x="389459" y="589919"/>
                  </a:lnTo>
                  <a:lnTo>
                    <a:pt x="396413" y="589919"/>
                  </a:lnTo>
                  <a:lnTo>
                    <a:pt x="403368" y="589919"/>
                  </a:lnTo>
                  <a:lnTo>
                    <a:pt x="410323" y="589919"/>
                  </a:lnTo>
                  <a:lnTo>
                    <a:pt x="417277" y="589919"/>
                  </a:lnTo>
                  <a:lnTo>
                    <a:pt x="424232" y="589919"/>
                  </a:lnTo>
                  <a:lnTo>
                    <a:pt x="431186" y="589919"/>
                  </a:lnTo>
                  <a:lnTo>
                    <a:pt x="438141" y="589919"/>
                  </a:lnTo>
                  <a:lnTo>
                    <a:pt x="445096" y="589919"/>
                  </a:lnTo>
                  <a:lnTo>
                    <a:pt x="452050" y="589919"/>
                  </a:lnTo>
                  <a:lnTo>
                    <a:pt x="459005" y="589919"/>
                  </a:lnTo>
                  <a:lnTo>
                    <a:pt x="465960" y="589919"/>
                  </a:lnTo>
                  <a:lnTo>
                    <a:pt x="472914" y="589919"/>
                  </a:lnTo>
                  <a:lnTo>
                    <a:pt x="479869" y="589919"/>
                  </a:lnTo>
                  <a:lnTo>
                    <a:pt x="486823" y="589919"/>
                  </a:lnTo>
                  <a:lnTo>
                    <a:pt x="493778" y="589919"/>
                  </a:lnTo>
                  <a:lnTo>
                    <a:pt x="500733" y="589919"/>
                  </a:lnTo>
                  <a:lnTo>
                    <a:pt x="507687" y="589919"/>
                  </a:lnTo>
                  <a:lnTo>
                    <a:pt x="514642" y="589919"/>
                  </a:lnTo>
                  <a:lnTo>
                    <a:pt x="521597" y="589919"/>
                  </a:lnTo>
                  <a:lnTo>
                    <a:pt x="528551" y="589919"/>
                  </a:lnTo>
                  <a:lnTo>
                    <a:pt x="535506" y="589919"/>
                  </a:lnTo>
                  <a:lnTo>
                    <a:pt x="542460" y="589919"/>
                  </a:lnTo>
                  <a:lnTo>
                    <a:pt x="549415" y="589919"/>
                  </a:lnTo>
                  <a:lnTo>
                    <a:pt x="556370" y="589919"/>
                  </a:lnTo>
                  <a:lnTo>
                    <a:pt x="563324" y="589919"/>
                  </a:lnTo>
                  <a:lnTo>
                    <a:pt x="570279" y="589919"/>
                  </a:lnTo>
                  <a:lnTo>
                    <a:pt x="577234" y="589919"/>
                  </a:lnTo>
                  <a:lnTo>
                    <a:pt x="584188" y="589919"/>
                  </a:lnTo>
                  <a:lnTo>
                    <a:pt x="591143" y="589919"/>
                  </a:lnTo>
                  <a:lnTo>
                    <a:pt x="598097" y="589919"/>
                  </a:lnTo>
                  <a:lnTo>
                    <a:pt x="605052" y="589919"/>
                  </a:lnTo>
                  <a:lnTo>
                    <a:pt x="612007" y="589919"/>
                  </a:lnTo>
                  <a:lnTo>
                    <a:pt x="618961" y="589919"/>
                  </a:lnTo>
                  <a:lnTo>
                    <a:pt x="625916" y="589919"/>
                  </a:lnTo>
                  <a:lnTo>
                    <a:pt x="632871" y="589919"/>
                  </a:lnTo>
                  <a:lnTo>
                    <a:pt x="639825" y="589919"/>
                  </a:lnTo>
                  <a:lnTo>
                    <a:pt x="646780" y="589919"/>
                  </a:lnTo>
                  <a:lnTo>
                    <a:pt x="653734" y="589919"/>
                  </a:lnTo>
                  <a:lnTo>
                    <a:pt x="660689" y="589919"/>
                  </a:lnTo>
                  <a:lnTo>
                    <a:pt x="667644" y="589919"/>
                  </a:lnTo>
                  <a:lnTo>
                    <a:pt x="674598" y="589919"/>
                  </a:lnTo>
                  <a:lnTo>
                    <a:pt x="681553" y="589919"/>
                  </a:lnTo>
                  <a:lnTo>
                    <a:pt x="688508" y="589919"/>
                  </a:lnTo>
                  <a:lnTo>
                    <a:pt x="695462" y="589919"/>
                  </a:lnTo>
                  <a:lnTo>
                    <a:pt x="702417" y="589919"/>
                  </a:lnTo>
                  <a:lnTo>
                    <a:pt x="709371" y="589919"/>
                  </a:lnTo>
                  <a:lnTo>
                    <a:pt x="716326" y="589919"/>
                  </a:lnTo>
                  <a:lnTo>
                    <a:pt x="723281" y="589919"/>
                  </a:lnTo>
                  <a:lnTo>
                    <a:pt x="730235" y="589919"/>
                  </a:lnTo>
                  <a:lnTo>
                    <a:pt x="737190" y="589919"/>
                  </a:lnTo>
                  <a:lnTo>
                    <a:pt x="744145" y="589919"/>
                  </a:lnTo>
                  <a:lnTo>
                    <a:pt x="751099" y="589919"/>
                  </a:lnTo>
                  <a:lnTo>
                    <a:pt x="758054" y="589919"/>
                  </a:lnTo>
                  <a:lnTo>
                    <a:pt x="765009" y="589919"/>
                  </a:lnTo>
                  <a:lnTo>
                    <a:pt x="771963" y="589919"/>
                  </a:lnTo>
                  <a:lnTo>
                    <a:pt x="778918" y="589919"/>
                  </a:lnTo>
                  <a:lnTo>
                    <a:pt x="785872" y="589919"/>
                  </a:lnTo>
                  <a:lnTo>
                    <a:pt x="792827" y="589919"/>
                  </a:lnTo>
                  <a:lnTo>
                    <a:pt x="799782" y="589919"/>
                  </a:lnTo>
                  <a:lnTo>
                    <a:pt x="806736" y="589919"/>
                  </a:lnTo>
                  <a:lnTo>
                    <a:pt x="813691" y="589919"/>
                  </a:lnTo>
                  <a:lnTo>
                    <a:pt x="820646" y="589919"/>
                  </a:lnTo>
                  <a:lnTo>
                    <a:pt x="827600" y="589919"/>
                  </a:lnTo>
                  <a:lnTo>
                    <a:pt x="834555" y="589919"/>
                  </a:lnTo>
                  <a:lnTo>
                    <a:pt x="841509" y="589919"/>
                  </a:lnTo>
                  <a:lnTo>
                    <a:pt x="848464" y="589919"/>
                  </a:lnTo>
                  <a:lnTo>
                    <a:pt x="855419" y="589919"/>
                  </a:lnTo>
                  <a:lnTo>
                    <a:pt x="862373" y="589919"/>
                  </a:lnTo>
                  <a:lnTo>
                    <a:pt x="869328" y="589919"/>
                  </a:lnTo>
                  <a:lnTo>
                    <a:pt x="876283" y="589919"/>
                  </a:lnTo>
                  <a:lnTo>
                    <a:pt x="883237" y="589919"/>
                  </a:lnTo>
                  <a:lnTo>
                    <a:pt x="890192" y="589919"/>
                  </a:lnTo>
                  <a:lnTo>
                    <a:pt x="897146" y="589919"/>
                  </a:lnTo>
                  <a:lnTo>
                    <a:pt x="904101" y="589919"/>
                  </a:lnTo>
                  <a:lnTo>
                    <a:pt x="911056" y="589919"/>
                  </a:lnTo>
                  <a:lnTo>
                    <a:pt x="918010" y="589919"/>
                  </a:lnTo>
                  <a:lnTo>
                    <a:pt x="924965" y="589919"/>
                  </a:lnTo>
                  <a:lnTo>
                    <a:pt x="931920" y="589919"/>
                  </a:lnTo>
                  <a:lnTo>
                    <a:pt x="938874" y="589919"/>
                  </a:lnTo>
                  <a:lnTo>
                    <a:pt x="945829" y="589919"/>
                  </a:lnTo>
                  <a:lnTo>
                    <a:pt x="952783" y="589919"/>
                  </a:lnTo>
                  <a:lnTo>
                    <a:pt x="959738" y="589919"/>
                  </a:lnTo>
                  <a:lnTo>
                    <a:pt x="966693" y="589919"/>
                  </a:lnTo>
                  <a:lnTo>
                    <a:pt x="973647" y="589919"/>
                  </a:lnTo>
                  <a:lnTo>
                    <a:pt x="980602" y="589919"/>
                  </a:lnTo>
                  <a:lnTo>
                    <a:pt x="987557" y="589919"/>
                  </a:lnTo>
                  <a:lnTo>
                    <a:pt x="994511" y="589919"/>
                  </a:lnTo>
                  <a:lnTo>
                    <a:pt x="1001466" y="589919"/>
                  </a:lnTo>
                  <a:lnTo>
                    <a:pt x="1008420" y="589919"/>
                  </a:lnTo>
                  <a:lnTo>
                    <a:pt x="1015375" y="589919"/>
                  </a:lnTo>
                  <a:lnTo>
                    <a:pt x="1022330" y="589919"/>
                  </a:lnTo>
                  <a:lnTo>
                    <a:pt x="1029284" y="589919"/>
                  </a:lnTo>
                  <a:lnTo>
                    <a:pt x="1036239" y="589919"/>
                  </a:lnTo>
                  <a:lnTo>
                    <a:pt x="1043194" y="589919"/>
                  </a:lnTo>
                  <a:lnTo>
                    <a:pt x="1050148" y="589919"/>
                  </a:lnTo>
                  <a:lnTo>
                    <a:pt x="1057103" y="589919"/>
                  </a:lnTo>
                  <a:lnTo>
                    <a:pt x="1064057" y="589919"/>
                  </a:lnTo>
                  <a:lnTo>
                    <a:pt x="1071012" y="589919"/>
                  </a:lnTo>
                  <a:lnTo>
                    <a:pt x="1077967" y="589919"/>
                  </a:lnTo>
                  <a:lnTo>
                    <a:pt x="1084921" y="589919"/>
                  </a:lnTo>
                  <a:lnTo>
                    <a:pt x="1091876" y="589919"/>
                  </a:lnTo>
                  <a:lnTo>
                    <a:pt x="1098831" y="589919"/>
                  </a:lnTo>
                  <a:lnTo>
                    <a:pt x="1105785" y="589919"/>
                  </a:lnTo>
                  <a:lnTo>
                    <a:pt x="1112740" y="589919"/>
                  </a:lnTo>
                  <a:lnTo>
                    <a:pt x="1119694" y="589919"/>
                  </a:lnTo>
                  <a:lnTo>
                    <a:pt x="1126649" y="589919"/>
                  </a:lnTo>
                  <a:lnTo>
                    <a:pt x="1133604" y="589919"/>
                  </a:lnTo>
                  <a:lnTo>
                    <a:pt x="1140558" y="589919"/>
                  </a:lnTo>
                  <a:lnTo>
                    <a:pt x="1147513" y="589919"/>
                  </a:lnTo>
                  <a:lnTo>
                    <a:pt x="1154468" y="589919"/>
                  </a:lnTo>
                  <a:lnTo>
                    <a:pt x="1161422" y="589919"/>
                  </a:lnTo>
                  <a:lnTo>
                    <a:pt x="1168377" y="589919"/>
                  </a:lnTo>
                  <a:lnTo>
                    <a:pt x="1175332" y="589919"/>
                  </a:lnTo>
                  <a:lnTo>
                    <a:pt x="1182286" y="589919"/>
                  </a:lnTo>
                  <a:lnTo>
                    <a:pt x="1189241" y="589919"/>
                  </a:lnTo>
                  <a:lnTo>
                    <a:pt x="1196195" y="589919"/>
                  </a:lnTo>
                  <a:lnTo>
                    <a:pt x="1203150" y="589919"/>
                  </a:lnTo>
                  <a:lnTo>
                    <a:pt x="1210105" y="589919"/>
                  </a:lnTo>
                  <a:lnTo>
                    <a:pt x="1217059" y="589919"/>
                  </a:lnTo>
                  <a:lnTo>
                    <a:pt x="1224014" y="589919"/>
                  </a:lnTo>
                  <a:lnTo>
                    <a:pt x="1230969" y="589919"/>
                  </a:lnTo>
                  <a:lnTo>
                    <a:pt x="1237923" y="589919"/>
                  </a:lnTo>
                  <a:lnTo>
                    <a:pt x="1244878" y="589919"/>
                  </a:lnTo>
                  <a:lnTo>
                    <a:pt x="1251832" y="589919"/>
                  </a:lnTo>
                  <a:lnTo>
                    <a:pt x="1258787" y="589919"/>
                  </a:lnTo>
                  <a:lnTo>
                    <a:pt x="1265742" y="589919"/>
                  </a:lnTo>
                  <a:lnTo>
                    <a:pt x="1272696" y="589919"/>
                  </a:lnTo>
                  <a:lnTo>
                    <a:pt x="1279651" y="589919"/>
                  </a:lnTo>
                  <a:lnTo>
                    <a:pt x="1286606" y="589919"/>
                  </a:lnTo>
                  <a:lnTo>
                    <a:pt x="1293560" y="589919"/>
                  </a:lnTo>
                  <a:lnTo>
                    <a:pt x="1300515" y="589919"/>
                  </a:lnTo>
                  <a:lnTo>
                    <a:pt x="1307469" y="589919"/>
                  </a:lnTo>
                  <a:lnTo>
                    <a:pt x="1314424" y="589919"/>
                  </a:lnTo>
                  <a:lnTo>
                    <a:pt x="1321379" y="589919"/>
                  </a:lnTo>
                  <a:lnTo>
                    <a:pt x="1328333" y="589919"/>
                  </a:lnTo>
                  <a:lnTo>
                    <a:pt x="1335288" y="589919"/>
                  </a:lnTo>
                  <a:lnTo>
                    <a:pt x="1342243" y="589919"/>
                  </a:lnTo>
                  <a:lnTo>
                    <a:pt x="1349197" y="589919"/>
                  </a:lnTo>
                  <a:lnTo>
                    <a:pt x="1356152" y="589919"/>
                  </a:lnTo>
                  <a:lnTo>
                    <a:pt x="1363106" y="589919"/>
                  </a:lnTo>
                  <a:lnTo>
                    <a:pt x="1370061" y="589919"/>
                  </a:lnTo>
                  <a:lnTo>
                    <a:pt x="1377016" y="589919"/>
                  </a:lnTo>
                  <a:lnTo>
                    <a:pt x="1383970" y="589919"/>
                  </a:lnTo>
                  <a:lnTo>
                    <a:pt x="1390925" y="589919"/>
                  </a:lnTo>
                  <a:lnTo>
                    <a:pt x="1397880" y="589919"/>
                  </a:lnTo>
                  <a:lnTo>
                    <a:pt x="1404834" y="589919"/>
                  </a:lnTo>
                  <a:lnTo>
                    <a:pt x="1411789" y="589919"/>
                  </a:lnTo>
                  <a:lnTo>
                    <a:pt x="1418743" y="589919"/>
                  </a:lnTo>
                  <a:lnTo>
                    <a:pt x="1425698" y="589919"/>
                  </a:lnTo>
                  <a:lnTo>
                    <a:pt x="1432653" y="589918"/>
                  </a:lnTo>
                  <a:lnTo>
                    <a:pt x="1439607" y="589916"/>
                  </a:lnTo>
                  <a:lnTo>
                    <a:pt x="1446562" y="589910"/>
                  </a:lnTo>
                  <a:lnTo>
                    <a:pt x="1453517" y="589896"/>
                  </a:lnTo>
                  <a:lnTo>
                    <a:pt x="1460471" y="589868"/>
                  </a:lnTo>
                  <a:lnTo>
                    <a:pt x="1467426" y="589817"/>
                  </a:lnTo>
                  <a:lnTo>
                    <a:pt x="1474380" y="589734"/>
                  </a:lnTo>
                  <a:lnTo>
                    <a:pt x="1481335" y="589619"/>
                  </a:lnTo>
                  <a:lnTo>
                    <a:pt x="1488290" y="589480"/>
                  </a:lnTo>
                  <a:lnTo>
                    <a:pt x="1495244" y="589337"/>
                  </a:lnTo>
                  <a:lnTo>
                    <a:pt x="1502199" y="589211"/>
                  </a:lnTo>
                  <a:lnTo>
                    <a:pt x="1509154" y="589114"/>
                  </a:lnTo>
                  <a:lnTo>
                    <a:pt x="1516108" y="589043"/>
                  </a:lnTo>
                  <a:lnTo>
                    <a:pt x="1523063" y="588974"/>
                  </a:lnTo>
                  <a:lnTo>
                    <a:pt x="1530018" y="588872"/>
                  </a:lnTo>
                  <a:lnTo>
                    <a:pt x="1536972" y="588696"/>
                  </a:lnTo>
                  <a:lnTo>
                    <a:pt x="1543927" y="588397"/>
                  </a:lnTo>
                  <a:lnTo>
                    <a:pt x="1550881" y="587918"/>
                  </a:lnTo>
                  <a:lnTo>
                    <a:pt x="1557836" y="587198"/>
                  </a:lnTo>
                  <a:lnTo>
                    <a:pt x="1564791" y="586184"/>
                  </a:lnTo>
                  <a:lnTo>
                    <a:pt x="1571745" y="584850"/>
                  </a:lnTo>
                  <a:lnTo>
                    <a:pt x="1578700" y="583212"/>
                  </a:lnTo>
                  <a:lnTo>
                    <a:pt x="1585655" y="581325"/>
                  </a:lnTo>
                  <a:lnTo>
                    <a:pt x="1592609" y="579257"/>
                  </a:lnTo>
                  <a:lnTo>
                    <a:pt x="1599564" y="577042"/>
                  </a:lnTo>
                  <a:lnTo>
                    <a:pt x="1606518" y="574627"/>
                  </a:lnTo>
                  <a:lnTo>
                    <a:pt x="1613473" y="571838"/>
                  </a:lnTo>
                  <a:lnTo>
                    <a:pt x="1620428" y="568394"/>
                  </a:lnTo>
                  <a:lnTo>
                    <a:pt x="1627382" y="563914"/>
                  </a:lnTo>
                  <a:lnTo>
                    <a:pt x="1634337" y="558152"/>
                  </a:lnTo>
                  <a:lnTo>
                    <a:pt x="1641292" y="551001"/>
                  </a:lnTo>
                  <a:lnTo>
                    <a:pt x="1648246" y="542523"/>
                  </a:lnTo>
                  <a:lnTo>
                    <a:pt x="1655201" y="532942"/>
                  </a:lnTo>
                  <a:lnTo>
                    <a:pt x="1662155" y="522585"/>
                  </a:lnTo>
                  <a:lnTo>
                    <a:pt x="1669110" y="511778"/>
                  </a:lnTo>
                  <a:lnTo>
                    <a:pt x="1676065" y="500710"/>
                  </a:lnTo>
                  <a:lnTo>
                    <a:pt x="1683019" y="489304"/>
                  </a:lnTo>
                  <a:lnTo>
                    <a:pt x="1689974" y="477162"/>
                  </a:lnTo>
                  <a:lnTo>
                    <a:pt x="1696929" y="463609"/>
                  </a:lnTo>
                  <a:lnTo>
                    <a:pt x="1703883" y="447865"/>
                  </a:lnTo>
                  <a:lnTo>
                    <a:pt x="1710838" y="429270"/>
                  </a:lnTo>
                  <a:lnTo>
                    <a:pt x="1717792" y="407498"/>
                  </a:lnTo>
                  <a:lnTo>
                    <a:pt x="1724747" y="382657"/>
                  </a:lnTo>
                  <a:lnTo>
                    <a:pt x="1731702" y="355265"/>
                  </a:lnTo>
                  <a:lnTo>
                    <a:pt x="1738656" y="326096"/>
                  </a:lnTo>
                  <a:lnTo>
                    <a:pt x="1745611" y="295992"/>
                  </a:lnTo>
                  <a:lnTo>
                    <a:pt x="1752566" y="265717"/>
                  </a:lnTo>
                  <a:lnTo>
                    <a:pt x="1759520" y="235888"/>
                  </a:lnTo>
                  <a:lnTo>
                    <a:pt x="1766475" y="207012"/>
                  </a:lnTo>
                  <a:lnTo>
                    <a:pt x="1773429" y="179574"/>
                  </a:lnTo>
                  <a:lnTo>
                    <a:pt x="1780384" y="154232"/>
                  </a:lnTo>
                  <a:lnTo>
                    <a:pt x="1787339" y="131802"/>
                  </a:lnTo>
                  <a:lnTo>
                    <a:pt x="1794293" y="113044"/>
                  </a:lnTo>
                  <a:lnTo>
                    <a:pt x="1801248" y="98499"/>
                  </a:lnTo>
                  <a:lnTo>
                    <a:pt x="1808203" y="88071"/>
                  </a:lnTo>
                  <a:lnTo>
                    <a:pt x="1815157" y="80807"/>
                  </a:lnTo>
                  <a:lnTo>
                    <a:pt x="1822112" y="75008"/>
                  </a:lnTo>
                  <a:lnTo>
                    <a:pt x="1829066" y="68696"/>
                  </a:lnTo>
                  <a:lnTo>
                    <a:pt x="1836021" y="60274"/>
                  </a:lnTo>
                  <a:lnTo>
                    <a:pt x="1842976" y="49098"/>
                  </a:lnTo>
                  <a:lnTo>
                    <a:pt x="1849930" y="35747"/>
                  </a:lnTo>
                  <a:lnTo>
                    <a:pt x="1856885" y="21890"/>
                  </a:lnTo>
                  <a:lnTo>
                    <a:pt x="1863840" y="9834"/>
                  </a:lnTo>
                  <a:lnTo>
                    <a:pt x="1870794" y="1930"/>
                  </a:lnTo>
                  <a:lnTo>
                    <a:pt x="1877749" y="0"/>
                  </a:lnTo>
                  <a:lnTo>
                    <a:pt x="1884704" y="4903"/>
                  </a:lnTo>
                  <a:lnTo>
                    <a:pt x="1891658" y="16308"/>
                  </a:lnTo>
                  <a:lnTo>
                    <a:pt x="1898613" y="32730"/>
                  </a:lnTo>
                  <a:lnTo>
                    <a:pt x="1905567" y="51873"/>
                  </a:lnTo>
                  <a:lnTo>
                    <a:pt x="1912522" y="71234"/>
                  </a:lnTo>
                  <a:lnTo>
                    <a:pt x="1919477" y="88760"/>
                  </a:lnTo>
                  <a:lnTo>
                    <a:pt x="1926431" y="103329"/>
                  </a:lnTo>
                  <a:lnTo>
                    <a:pt x="1933386" y="114867"/>
                  </a:lnTo>
                  <a:lnTo>
                    <a:pt x="1940341" y="124161"/>
                  </a:lnTo>
                  <a:lnTo>
                    <a:pt x="1947295" y="132582"/>
                  </a:lnTo>
                  <a:lnTo>
                    <a:pt x="1954250" y="141312"/>
                  </a:lnTo>
                  <a:lnTo>
                    <a:pt x="1961204" y="151215"/>
                  </a:lnTo>
                  <a:lnTo>
                    <a:pt x="1968159" y="162755"/>
                  </a:lnTo>
                  <a:lnTo>
                    <a:pt x="1975114" y="176048"/>
                  </a:lnTo>
                  <a:lnTo>
                    <a:pt x="1982068" y="190953"/>
                  </a:lnTo>
                  <a:lnTo>
                    <a:pt x="1989023" y="207162"/>
                  </a:lnTo>
                  <a:lnTo>
                    <a:pt x="1995978" y="224259"/>
                  </a:lnTo>
                  <a:lnTo>
                    <a:pt x="2002932" y="241780"/>
                  </a:lnTo>
                  <a:lnTo>
                    <a:pt x="2009887" y="259284"/>
                  </a:lnTo>
                  <a:lnTo>
                    <a:pt x="2016841" y="276438"/>
                  </a:lnTo>
                  <a:lnTo>
                    <a:pt x="2023796" y="293061"/>
                  </a:lnTo>
                  <a:lnTo>
                    <a:pt x="2030751" y="309099"/>
                  </a:lnTo>
                  <a:lnTo>
                    <a:pt x="2037705" y="324527"/>
                  </a:lnTo>
                  <a:lnTo>
                    <a:pt x="2044660" y="339252"/>
                  </a:lnTo>
                  <a:lnTo>
                    <a:pt x="2051615" y="353093"/>
                  </a:lnTo>
                  <a:lnTo>
                    <a:pt x="2058569" y="365873"/>
                  </a:lnTo>
                  <a:lnTo>
                    <a:pt x="2065524" y="377554"/>
                  </a:lnTo>
                  <a:lnTo>
                    <a:pt x="2072478" y="388327"/>
                  </a:lnTo>
                  <a:lnTo>
                    <a:pt x="2079433" y="398577"/>
                  </a:lnTo>
                  <a:lnTo>
                    <a:pt x="2086388" y="408725"/>
                  </a:lnTo>
                  <a:lnTo>
                    <a:pt x="2093342" y="419050"/>
                  </a:lnTo>
                  <a:lnTo>
                    <a:pt x="2100297" y="429527"/>
                  </a:lnTo>
                  <a:lnTo>
                    <a:pt x="2107252" y="439886"/>
                  </a:lnTo>
                  <a:lnTo>
                    <a:pt x="2114206" y="449793"/>
                  </a:lnTo>
                  <a:lnTo>
                    <a:pt x="2121161" y="459017"/>
                  </a:lnTo>
                  <a:lnTo>
                    <a:pt x="2128115" y="467516"/>
                  </a:lnTo>
                  <a:lnTo>
                    <a:pt x="2135070" y="475407"/>
                  </a:lnTo>
                  <a:lnTo>
                    <a:pt x="2142025" y="482866"/>
                  </a:lnTo>
                  <a:lnTo>
                    <a:pt x="2148979" y="490043"/>
                  </a:lnTo>
                  <a:lnTo>
                    <a:pt x="2155934" y="497039"/>
                  </a:lnTo>
                  <a:lnTo>
                    <a:pt x="2162889" y="503904"/>
                  </a:lnTo>
                  <a:lnTo>
                    <a:pt x="2169843" y="510640"/>
                  </a:lnTo>
                  <a:lnTo>
                    <a:pt x="2176798" y="517186"/>
                  </a:lnTo>
                  <a:lnTo>
                    <a:pt x="2183752" y="523408"/>
                  </a:lnTo>
                  <a:lnTo>
                    <a:pt x="2190707" y="529141"/>
                  </a:lnTo>
                  <a:lnTo>
                    <a:pt x="2197662" y="534240"/>
                  </a:lnTo>
                  <a:lnTo>
                    <a:pt x="2204616" y="538637"/>
                  </a:lnTo>
                  <a:lnTo>
                    <a:pt x="2211571" y="542365"/>
                  </a:lnTo>
                  <a:lnTo>
                    <a:pt x="2218526" y="545555"/>
                  </a:lnTo>
                  <a:lnTo>
                    <a:pt x="2225480" y="548417"/>
                  </a:lnTo>
                  <a:lnTo>
                    <a:pt x="2232435" y="551188"/>
                  </a:lnTo>
                  <a:lnTo>
                    <a:pt x="2239389" y="554055"/>
                  </a:lnTo>
                  <a:lnTo>
                    <a:pt x="2246344" y="557081"/>
                  </a:lnTo>
                  <a:lnTo>
                    <a:pt x="2253299" y="560172"/>
                  </a:lnTo>
                  <a:lnTo>
                    <a:pt x="2260253" y="563150"/>
                  </a:lnTo>
                  <a:lnTo>
                    <a:pt x="2267208" y="565875"/>
                  </a:lnTo>
                  <a:lnTo>
                    <a:pt x="2274163" y="568289"/>
                  </a:lnTo>
                  <a:lnTo>
                    <a:pt x="2281117" y="570420"/>
                  </a:lnTo>
                  <a:lnTo>
                    <a:pt x="2288072" y="572331"/>
                  </a:lnTo>
                  <a:lnTo>
                    <a:pt x="2295027" y="574095"/>
                  </a:lnTo>
                  <a:lnTo>
                    <a:pt x="2301981" y="575774"/>
                  </a:lnTo>
                  <a:lnTo>
                    <a:pt x="2308936" y="577421"/>
                  </a:lnTo>
                  <a:lnTo>
                    <a:pt x="2315890" y="579070"/>
                  </a:lnTo>
                  <a:lnTo>
                    <a:pt x="2322845" y="580722"/>
                  </a:lnTo>
                  <a:lnTo>
                    <a:pt x="2329800" y="582329"/>
                  </a:lnTo>
                  <a:lnTo>
                    <a:pt x="2336754" y="583808"/>
                  </a:lnTo>
                  <a:lnTo>
                    <a:pt x="2343709" y="585068"/>
                  </a:lnTo>
                  <a:lnTo>
                    <a:pt x="2350664" y="586049"/>
                  </a:lnTo>
                  <a:lnTo>
                    <a:pt x="2357618" y="586744"/>
                  </a:lnTo>
                  <a:lnTo>
                    <a:pt x="2364573" y="587203"/>
                  </a:lnTo>
                  <a:lnTo>
                    <a:pt x="2371527" y="587505"/>
                  </a:lnTo>
                  <a:lnTo>
                    <a:pt x="2378482" y="587727"/>
                  </a:lnTo>
                  <a:lnTo>
                    <a:pt x="2385437" y="587913"/>
                  </a:lnTo>
                  <a:lnTo>
                    <a:pt x="2392391" y="588071"/>
                  </a:lnTo>
                  <a:lnTo>
                    <a:pt x="2399346" y="588187"/>
                  </a:lnTo>
                  <a:lnTo>
                    <a:pt x="2406301" y="588247"/>
                  </a:lnTo>
                  <a:lnTo>
                    <a:pt x="2413255" y="588275"/>
                  </a:lnTo>
                  <a:lnTo>
                    <a:pt x="2420210" y="588316"/>
                  </a:lnTo>
                  <a:lnTo>
                    <a:pt x="2427164" y="588418"/>
                  </a:lnTo>
                  <a:lnTo>
                    <a:pt x="2434119" y="588601"/>
                  </a:lnTo>
                  <a:lnTo>
                    <a:pt x="2441074" y="588851"/>
                  </a:lnTo>
                  <a:lnTo>
                    <a:pt x="2448028" y="589130"/>
                  </a:lnTo>
                  <a:lnTo>
                    <a:pt x="2454983" y="589390"/>
                  </a:lnTo>
                  <a:lnTo>
                    <a:pt x="2461938" y="589598"/>
                  </a:lnTo>
                  <a:lnTo>
                    <a:pt x="2468892" y="589744"/>
                  </a:lnTo>
                  <a:lnTo>
                    <a:pt x="2475847" y="589833"/>
                  </a:lnTo>
                  <a:lnTo>
                    <a:pt x="2482801" y="589881"/>
                  </a:lnTo>
                  <a:lnTo>
                    <a:pt x="2489756" y="589904"/>
                  </a:lnTo>
                  <a:lnTo>
                    <a:pt x="2496711" y="589914"/>
                  </a:lnTo>
                  <a:lnTo>
                    <a:pt x="2503665" y="589918"/>
                  </a:lnTo>
                  <a:lnTo>
                    <a:pt x="2510620" y="589919"/>
                  </a:lnTo>
                  <a:lnTo>
                    <a:pt x="2517575" y="589919"/>
                  </a:lnTo>
                  <a:lnTo>
                    <a:pt x="2524529" y="589919"/>
                  </a:lnTo>
                  <a:lnTo>
                    <a:pt x="2531484" y="589919"/>
                  </a:lnTo>
                  <a:lnTo>
                    <a:pt x="2538438" y="589919"/>
                  </a:lnTo>
                  <a:lnTo>
                    <a:pt x="2545393" y="589919"/>
                  </a:lnTo>
                  <a:lnTo>
                    <a:pt x="2552348" y="589919"/>
                  </a:lnTo>
                  <a:lnTo>
                    <a:pt x="2559302" y="589919"/>
                  </a:lnTo>
                  <a:lnTo>
                    <a:pt x="2566257" y="589919"/>
                  </a:lnTo>
                  <a:lnTo>
                    <a:pt x="2573212" y="589919"/>
                  </a:lnTo>
                  <a:lnTo>
                    <a:pt x="2580166" y="589919"/>
                  </a:lnTo>
                  <a:lnTo>
                    <a:pt x="2587121" y="589919"/>
                  </a:lnTo>
                  <a:lnTo>
                    <a:pt x="2594075" y="589919"/>
                  </a:lnTo>
                  <a:lnTo>
                    <a:pt x="2601030" y="589919"/>
                  </a:lnTo>
                  <a:lnTo>
                    <a:pt x="2607985" y="589919"/>
                  </a:lnTo>
                  <a:lnTo>
                    <a:pt x="2614939" y="589919"/>
                  </a:lnTo>
                  <a:lnTo>
                    <a:pt x="2621894" y="589919"/>
                  </a:lnTo>
                  <a:lnTo>
                    <a:pt x="2628849" y="589919"/>
                  </a:lnTo>
                  <a:lnTo>
                    <a:pt x="2635803" y="589919"/>
                  </a:lnTo>
                  <a:lnTo>
                    <a:pt x="2642758" y="589919"/>
                  </a:lnTo>
                  <a:lnTo>
                    <a:pt x="2649713" y="589919"/>
                  </a:lnTo>
                  <a:lnTo>
                    <a:pt x="2656667" y="589919"/>
                  </a:lnTo>
                  <a:lnTo>
                    <a:pt x="2663622" y="589919"/>
                  </a:lnTo>
                  <a:lnTo>
                    <a:pt x="2670576" y="589919"/>
                  </a:lnTo>
                  <a:lnTo>
                    <a:pt x="2677531" y="589919"/>
                  </a:lnTo>
                  <a:lnTo>
                    <a:pt x="2684486" y="589919"/>
                  </a:lnTo>
                  <a:lnTo>
                    <a:pt x="2691440" y="589919"/>
                  </a:lnTo>
                  <a:lnTo>
                    <a:pt x="2698395" y="589919"/>
                  </a:lnTo>
                  <a:lnTo>
                    <a:pt x="2705350" y="589919"/>
                  </a:lnTo>
                  <a:lnTo>
                    <a:pt x="2712304" y="589919"/>
                  </a:lnTo>
                  <a:lnTo>
                    <a:pt x="2719259" y="589919"/>
                  </a:lnTo>
                  <a:lnTo>
                    <a:pt x="2726213" y="589919"/>
                  </a:lnTo>
                  <a:lnTo>
                    <a:pt x="2733168" y="589919"/>
                  </a:lnTo>
                  <a:lnTo>
                    <a:pt x="2740123" y="589919"/>
                  </a:lnTo>
                  <a:lnTo>
                    <a:pt x="2747077" y="589919"/>
                  </a:lnTo>
                  <a:lnTo>
                    <a:pt x="2754032" y="589919"/>
                  </a:lnTo>
                  <a:lnTo>
                    <a:pt x="2760987" y="589919"/>
                  </a:lnTo>
                  <a:lnTo>
                    <a:pt x="2767941" y="589919"/>
                  </a:lnTo>
                  <a:lnTo>
                    <a:pt x="2774896" y="589919"/>
                  </a:lnTo>
                  <a:lnTo>
                    <a:pt x="2781850" y="589919"/>
                  </a:lnTo>
                  <a:lnTo>
                    <a:pt x="2788805" y="589919"/>
                  </a:lnTo>
                  <a:lnTo>
                    <a:pt x="2795760" y="589919"/>
                  </a:lnTo>
                  <a:lnTo>
                    <a:pt x="2802714" y="589919"/>
                  </a:lnTo>
                  <a:lnTo>
                    <a:pt x="2809669" y="589919"/>
                  </a:lnTo>
                  <a:lnTo>
                    <a:pt x="2816624" y="589919"/>
                  </a:lnTo>
                  <a:lnTo>
                    <a:pt x="2823578" y="589919"/>
                  </a:lnTo>
                  <a:lnTo>
                    <a:pt x="2830533" y="589919"/>
                  </a:lnTo>
                  <a:lnTo>
                    <a:pt x="2837487" y="589919"/>
                  </a:lnTo>
                  <a:lnTo>
                    <a:pt x="2844442" y="589919"/>
                  </a:lnTo>
                  <a:lnTo>
                    <a:pt x="2851397" y="589919"/>
                  </a:lnTo>
                  <a:lnTo>
                    <a:pt x="2858351" y="589919"/>
                  </a:lnTo>
                  <a:lnTo>
                    <a:pt x="2865306" y="589919"/>
                  </a:lnTo>
                  <a:lnTo>
                    <a:pt x="2872261" y="589919"/>
                  </a:lnTo>
                  <a:lnTo>
                    <a:pt x="2879215" y="589919"/>
                  </a:lnTo>
                  <a:lnTo>
                    <a:pt x="2886170" y="589919"/>
                  </a:lnTo>
                  <a:lnTo>
                    <a:pt x="2893124" y="589919"/>
                  </a:lnTo>
                  <a:lnTo>
                    <a:pt x="2900079" y="589919"/>
                  </a:lnTo>
                  <a:lnTo>
                    <a:pt x="2907034" y="589919"/>
                  </a:lnTo>
                  <a:lnTo>
                    <a:pt x="2913988" y="589919"/>
                  </a:lnTo>
                  <a:lnTo>
                    <a:pt x="2920943" y="589919"/>
                  </a:lnTo>
                  <a:lnTo>
                    <a:pt x="2927898" y="589919"/>
                  </a:lnTo>
                  <a:lnTo>
                    <a:pt x="2934852" y="589919"/>
                  </a:lnTo>
                  <a:lnTo>
                    <a:pt x="2941807" y="589919"/>
                  </a:lnTo>
                  <a:lnTo>
                    <a:pt x="2948761" y="589919"/>
                  </a:lnTo>
                  <a:lnTo>
                    <a:pt x="2955716" y="589919"/>
                  </a:lnTo>
                  <a:lnTo>
                    <a:pt x="2962671" y="589919"/>
                  </a:lnTo>
                  <a:lnTo>
                    <a:pt x="2969625" y="589919"/>
                  </a:lnTo>
                  <a:lnTo>
                    <a:pt x="2976580" y="589919"/>
                  </a:lnTo>
                  <a:lnTo>
                    <a:pt x="2983535" y="589919"/>
                  </a:lnTo>
                  <a:lnTo>
                    <a:pt x="2990489" y="589919"/>
                  </a:lnTo>
                  <a:lnTo>
                    <a:pt x="2997444" y="589919"/>
                  </a:lnTo>
                  <a:lnTo>
                    <a:pt x="3004399" y="589919"/>
                  </a:lnTo>
                  <a:lnTo>
                    <a:pt x="3011353" y="589919"/>
                  </a:lnTo>
                  <a:lnTo>
                    <a:pt x="3018308" y="589919"/>
                  </a:lnTo>
                  <a:lnTo>
                    <a:pt x="3025262" y="589919"/>
                  </a:lnTo>
                  <a:lnTo>
                    <a:pt x="3032217" y="589919"/>
                  </a:lnTo>
                  <a:lnTo>
                    <a:pt x="3039172" y="589919"/>
                  </a:lnTo>
                  <a:lnTo>
                    <a:pt x="3046126" y="589919"/>
                  </a:lnTo>
                  <a:lnTo>
                    <a:pt x="3053081" y="589919"/>
                  </a:lnTo>
                  <a:lnTo>
                    <a:pt x="3060036" y="589919"/>
                  </a:lnTo>
                  <a:lnTo>
                    <a:pt x="3066990" y="589919"/>
                  </a:lnTo>
                  <a:lnTo>
                    <a:pt x="3073945" y="589919"/>
                  </a:lnTo>
                  <a:lnTo>
                    <a:pt x="3080899" y="589919"/>
                  </a:lnTo>
                  <a:lnTo>
                    <a:pt x="3087854" y="589919"/>
                  </a:lnTo>
                  <a:lnTo>
                    <a:pt x="3094809" y="589919"/>
                  </a:lnTo>
                  <a:lnTo>
                    <a:pt x="3101763" y="589919"/>
                  </a:lnTo>
                  <a:lnTo>
                    <a:pt x="3108718" y="589919"/>
                  </a:lnTo>
                  <a:lnTo>
                    <a:pt x="3115673" y="589919"/>
                  </a:lnTo>
                  <a:lnTo>
                    <a:pt x="3122627" y="589919"/>
                  </a:lnTo>
                  <a:lnTo>
                    <a:pt x="3129582" y="589919"/>
                  </a:lnTo>
                  <a:lnTo>
                    <a:pt x="3136536" y="589919"/>
                  </a:lnTo>
                  <a:lnTo>
                    <a:pt x="3143491" y="589919"/>
                  </a:lnTo>
                  <a:lnTo>
                    <a:pt x="3150446" y="589919"/>
                  </a:lnTo>
                  <a:lnTo>
                    <a:pt x="3157400" y="589919"/>
                  </a:lnTo>
                  <a:lnTo>
                    <a:pt x="3164355" y="589919"/>
                  </a:lnTo>
                  <a:lnTo>
                    <a:pt x="3171310" y="589919"/>
                  </a:lnTo>
                  <a:lnTo>
                    <a:pt x="3178264" y="589919"/>
                  </a:lnTo>
                  <a:lnTo>
                    <a:pt x="3185219" y="589919"/>
                  </a:lnTo>
                  <a:lnTo>
                    <a:pt x="3192173" y="589919"/>
                  </a:lnTo>
                  <a:lnTo>
                    <a:pt x="3199128" y="589919"/>
                  </a:lnTo>
                  <a:lnTo>
                    <a:pt x="3206083" y="589919"/>
                  </a:lnTo>
                  <a:lnTo>
                    <a:pt x="3213037" y="589919"/>
                  </a:lnTo>
                  <a:lnTo>
                    <a:pt x="3219992" y="589919"/>
                  </a:lnTo>
                  <a:lnTo>
                    <a:pt x="3226947" y="589919"/>
                  </a:lnTo>
                  <a:lnTo>
                    <a:pt x="3233901" y="589919"/>
                  </a:lnTo>
                  <a:lnTo>
                    <a:pt x="3240856" y="589919"/>
                  </a:lnTo>
                  <a:lnTo>
                    <a:pt x="3247810" y="589919"/>
                  </a:lnTo>
                  <a:lnTo>
                    <a:pt x="3254765" y="589919"/>
                  </a:lnTo>
                  <a:lnTo>
                    <a:pt x="3261720" y="589919"/>
                  </a:lnTo>
                  <a:lnTo>
                    <a:pt x="3268674" y="589919"/>
                  </a:lnTo>
                  <a:lnTo>
                    <a:pt x="3275629" y="589919"/>
                  </a:lnTo>
                  <a:lnTo>
                    <a:pt x="3282584" y="589919"/>
                  </a:lnTo>
                  <a:lnTo>
                    <a:pt x="3289538" y="589919"/>
                  </a:lnTo>
                  <a:lnTo>
                    <a:pt x="3296493" y="589919"/>
                  </a:lnTo>
                  <a:lnTo>
                    <a:pt x="3303447" y="589919"/>
                  </a:lnTo>
                  <a:lnTo>
                    <a:pt x="3310402" y="589919"/>
                  </a:lnTo>
                  <a:lnTo>
                    <a:pt x="3317357" y="589919"/>
                  </a:lnTo>
                  <a:lnTo>
                    <a:pt x="3324311" y="589919"/>
                  </a:lnTo>
                  <a:lnTo>
                    <a:pt x="3331266" y="589919"/>
                  </a:lnTo>
                  <a:lnTo>
                    <a:pt x="3338221" y="589919"/>
                  </a:lnTo>
                  <a:lnTo>
                    <a:pt x="3345175" y="589919"/>
                  </a:lnTo>
                  <a:lnTo>
                    <a:pt x="3352130" y="589919"/>
                  </a:lnTo>
                  <a:lnTo>
                    <a:pt x="3359084" y="589919"/>
                  </a:lnTo>
                  <a:lnTo>
                    <a:pt x="3366039" y="589919"/>
                  </a:lnTo>
                  <a:lnTo>
                    <a:pt x="3372994" y="589919"/>
                  </a:lnTo>
                  <a:lnTo>
                    <a:pt x="3379948" y="589919"/>
                  </a:lnTo>
                  <a:lnTo>
                    <a:pt x="3386903" y="589919"/>
                  </a:lnTo>
                  <a:lnTo>
                    <a:pt x="3393858" y="589919"/>
                  </a:lnTo>
                  <a:lnTo>
                    <a:pt x="3400812" y="589919"/>
                  </a:lnTo>
                  <a:lnTo>
                    <a:pt x="3407767" y="589919"/>
                  </a:lnTo>
                  <a:lnTo>
                    <a:pt x="3414722" y="589919"/>
                  </a:lnTo>
                  <a:lnTo>
                    <a:pt x="3421676" y="589919"/>
                  </a:lnTo>
                  <a:lnTo>
                    <a:pt x="3428631" y="589919"/>
                  </a:lnTo>
                  <a:lnTo>
                    <a:pt x="3435585" y="589919"/>
                  </a:lnTo>
                  <a:lnTo>
                    <a:pt x="3442540" y="589919"/>
                  </a:lnTo>
                  <a:lnTo>
                    <a:pt x="3449495" y="589919"/>
                  </a:lnTo>
                  <a:lnTo>
                    <a:pt x="3456449" y="589919"/>
                  </a:lnTo>
                  <a:lnTo>
                    <a:pt x="3463404" y="589919"/>
                  </a:lnTo>
                  <a:lnTo>
                    <a:pt x="3470359" y="589919"/>
                  </a:lnTo>
                  <a:lnTo>
                    <a:pt x="3477313" y="589919"/>
                  </a:lnTo>
                  <a:lnTo>
                    <a:pt x="3484268" y="589919"/>
                  </a:lnTo>
                  <a:lnTo>
                    <a:pt x="3491222" y="589919"/>
                  </a:lnTo>
                  <a:lnTo>
                    <a:pt x="3498177" y="589919"/>
                  </a:lnTo>
                  <a:lnTo>
                    <a:pt x="3505132" y="589919"/>
                  </a:lnTo>
                  <a:lnTo>
                    <a:pt x="3512086" y="589919"/>
                  </a:lnTo>
                  <a:lnTo>
                    <a:pt x="3519041" y="589919"/>
                  </a:lnTo>
                  <a:lnTo>
                    <a:pt x="3525996" y="589919"/>
                  </a:lnTo>
                  <a:lnTo>
                    <a:pt x="3532950" y="589919"/>
                  </a:lnTo>
                  <a:lnTo>
                    <a:pt x="3539905" y="589919"/>
                  </a:lnTo>
                  <a:lnTo>
                    <a:pt x="3546859" y="589919"/>
                  </a:lnTo>
                  <a:lnTo>
                    <a:pt x="3553814" y="589919"/>
                  </a:lnTo>
                </a:path>
              </a:pathLst>
            </a:custGeom>
            <a:ln w="27101" cap="flat">
              <a:solidFill>
                <a:srgbClr val="A14D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3312241" y="3863666"/>
              <a:ext cx="0" cy="708796"/>
            </a:xfrm>
            <a:custGeom>
              <a:avLst/>
              <a:pathLst>
                <a:path w="0" h="708796">
                  <a:moveTo>
                    <a:pt x="0" y="708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5349081" y="3781425"/>
              <a:ext cx="4114800" cy="914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601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5472443" y="3863666"/>
              <a:ext cx="3909196" cy="7087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5650134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5722661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5795188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5867715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5940241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6012768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6085295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6157822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230349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6302876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6375402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6447929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6520456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6592983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6665510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6738037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6810563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6883090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6955617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7028144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100671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7173198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7245724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7318251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7390778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7463305" y="4539758"/>
              <a:ext cx="72526" cy="48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7535832" y="4536844"/>
              <a:ext cx="72526" cy="340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608358" y="4502841"/>
              <a:ext cx="72526" cy="37402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7680885" y="4380919"/>
              <a:ext cx="72526" cy="15932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7753412" y="4132701"/>
              <a:ext cx="72526" cy="407542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7825939" y="3942774"/>
              <a:ext cx="72526" cy="59747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7898466" y="4012236"/>
              <a:ext cx="72526" cy="528008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7970993" y="4183219"/>
              <a:ext cx="72526" cy="35702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8043519" y="4346431"/>
              <a:ext cx="72526" cy="193813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8116046" y="4444552"/>
              <a:ext cx="72526" cy="95692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8188573" y="4506727"/>
              <a:ext cx="72526" cy="33516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8261100" y="4528100"/>
              <a:ext cx="72526" cy="12143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8333627" y="4537815"/>
              <a:ext cx="72526" cy="2428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8406154" y="4539758"/>
              <a:ext cx="72526" cy="485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8478680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8551207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8623734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8696261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8768788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8841315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8913841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8986368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9058895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9131422" y="4540244"/>
              <a:ext cx="72526" cy="0"/>
            </a:xfrm>
            <a:prstGeom prst="rect">
              <a:avLst/>
            </a:prstGeom>
            <a:solidFill>
              <a:srgbClr val="F8766D">
                <a:alpha val="69803"/>
              </a:srgbClr>
            </a:solidFill>
            <a:ln w="13550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650134" y="3942072"/>
              <a:ext cx="3553814" cy="598172"/>
            </a:xfrm>
            <a:custGeom>
              <a:avLst/>
              <a:pathLst>
                <a:path w="3553814" h="598172">
                  <a:moveTo>
                    <a:pt x="0" y="598172"/>
                  </a:moveTo>
                  <a:lnTo>
                    <a:pt x="6954" y="598172"/>
                  </a:lnTo>
                  <a:lnTo>
                    <a:pt x="13909" y="598172"/>
                  </a:lnTo>
                  <a:lnTo>
                    <a:pt x="20863" y="598172"/>
                  </a:lnTo>
                  <a:lnTo>
                    <a:pt x="27818" y="598172"/>
                  </a:lnTo>
                  <a:lnTo>
                    <a:pt x="34773" y="598172"/>
                  </a:lnTo>
                  <a:lnTo>
                    <a:pt x="41727" y="598172"/>
                  </a:lnTo>
                  <a:lnTo>
                    <a:pt x="48682" y="598172"/>
                  </a:lnTo>
                  <a:lnTo>
                    <a:pt x="55637" y="598172"/>
                  </a:lnTo>
                  <a:lnTo>
                    <a:pt x="62591" y="598172"/>
                  </a:lnTo>
                  <a:lnTo>
                    <a:pt x="69546" y="598172"/>
                  </a:lnTo>
                  <a:lnTo>
                    <a:pt x="76500" y="598172"/>
                  </a:lnTo>
                  <a:lnTo>
                    <a:pt x="83455" y="598172"/>
                  </a:lnTo>
                  <a:lnTo>
                    <a:pt x="90410" y="598172"/>
                  </a:lnTo>
                  <a:lnTo>
                    <a:pt x="97364" y="598172"/>
                  </a:lnTo>
                  <a:lnTo>
                    <a:pt x="104319" y="598172"/>
                  </a:lnTo>
                  <a:lnTo>
                    <a:pt x="111274" y="598172"/>
                  </a:lnTo>
                  <a:lnTo>
                    <a:pt x="118228" y="598172"/>
                  </a:lnTo>
                  <a:lnTo>
                    <a:pt x="125183" y="598172"/>
                  </a:lnTo>
                  <a:lnTo>
                    <a:pt x="132137" y="598172"/>
                  </a:lnTo>
                  <a:lnTo>
                    <a:pt x="139092" y="598172"/>
                  </a:lnTo>
                  <a:lnTo>
                    <a:pt x="146047" y="598172"/>
                  </a:lnTo>
                  <a:lnTo>
                    <a:pt x="153001" y="598172"/>
                  </a:lnTo>
                  <a:lnTo>
                    <a:pt x="159956" y="598172"/>
                  </a:lnTo>
                  <a:lnTo>
                    <a:pt x="166911" y="598172"/>
                  </a:lnTo>
                  <a:lnTo>
                    <a:pt x="173865" y="598172"/>
                  </a:lnTo>
                  <a:lnTo>
                    <a:pt x="180820" y="598172"/>
                  </a:lnTo>
                  <a:lnTo>
                    <a:pt x="187774" y="598172"/>
                  </a:lnTo>
                  <a:lnTo>
                    <a:pt x="194729" y="598172"/>
                  </a:lnTo>
                  <a:lnTo>
                    <a:pt x="201684" y="598172"/>
                  </a:lnTo>
                  <a:lnTo>
                    <a:pt x="208638" y="598172"/>
                  </a:lnTo>
                  <a:lnTo>
                    <a:pt x="215593" y="598172"/>
                  </a:lnTo>
                  <a:lnTo>
                    <a:pt x="222548" y="598172"/>
                  </a:lnTo>
                  <a:lnTo>
                    <a:pt x="229502" y="598172"/>
                  </a:lnTo>
                  <a:lnTo>
                    <a:pt x="236457" y="598172"/>
                  </a:lnTo>
                  <a:lnTo>
                    <a:pt x="243411" y="598172"/>
                  </a:lnTo>
                  <a:lnTo>
                    <a:pt x="250366" y="598172"/>
                  </a:lnTo>
                  <a:lnTo>
                    <a:pt x="257321" y="598172"/>
                  </a:lnTo>
                  <a:lnTo>
                    <a:pt x="264275" y="598172"/>
                  </a:lnTo>
                  <a:lnTo>
                    <a:pt x="271230" y="598172"/>
                  </a:lnTo>
                  <a:lnTo>
                    <a:pt x="278185" y="598172"/>
                  </a:lnTo>
                  <a:lnTo>
                    <a:pt x="285139" y="598172"/>
                  </a:lnTo>
                  <a:lnTo>
                    <a:pt x="292094" y="598172"/>
                  </a:lnTo>
                  <a:lnTo>
                    <a:pt x="299048" y="598172"/>
                  </a:lnTo>
                  <a:lnTo>
                    <a:pt x="306003" y="598172"/>
                  </a:lnTo>
                  <a:lnTo>
                    <a:pt x="312958" y="598172"/>
                  </a:lnTo>
                  <a:lnTo>
                    <a:pt x="319912" y="598172"/>
                  </a:lnTo>
                  <a:lnTo>
                    <a:pt x="326867" y="598172"/>
                  </a:lnTo>
                  <a:lnTo>
                    <a:pt x="333822" y="598172"/>
                  </a:lnTo>
                  <a:lnTo>
                    <a:pt x="340776" y="598172"/>
                  </a:lnTo>
                  <a:lnTo>
                    <a:pt x="347731" y="598172"/>
                  </a:lnTo>
                  <a:lnTo>
                    <a:pt x="354685" y="598172"/>
                  </a:lnTo>
                  <a:lnTo>
                    <a:pt x="361640" y="598172"/>
                  </a:lnTo>
                  <a:lnTo>
                    <a:pt x="368595" y="598172"/>
                  </a:lnTo>
                  <a:lnTo>
                    <a:pt x="375549" y="598172"/>
                  </a:lnTo>
                  <a:lnTo>
                    <a:pt x="382504" y="598172"/>
                  </a:lnTo>
                  <a:lnTo>
                    <a:pt x="389459" y="598172"/>
                  </a:lnTo>
                  <a:lnTo>
                    <a:pt x="396413" y="598172"/>
                  </a:lnTo>
                  <a:lnTo>
                    <a:pt x="403368" y="598172"/>
                  </a:lnTo>
                  <a:lnTo>
                    <a:pt x="410323" y="598172"/>
                  </a:lnTo>
                  <a:lnTo>
                    <a:pt x="417277" y="598172"/>
                  </a:lnTo>
                  <a:lnTo>
                    <a:pt x="424232" y="598172"/>
                  </a:lnTo>
                  <a:lnTo>
                    <a:pt x="431186" y="598172"/>
                  </a:lnTo>
                  <a:lnTo>
                    <a:pt x="438141" y="598172"/>
                  </a:lnTo>
                  <a:lnTo>
                    <a:pt x="445096" y="598172"/>
                  </a:lnTo>
                  <a:lnTo>
                    <a:pt x="452050" y="598172"/>
                  </a:lnTo>
                  <a:lnTo>
                    <a:pt x="459005" y="598172"/>
                  </a:lnTo>
                  <a:lnTo>
                    <a:pt x="465960" y="598172"/>
                  </a:lnTo>
                  <a:lnTo>
                    <a:pt x="472914" y="598172"/>
                  </a:lnTo>
                  <a:lnTo>
                    <a:pt x="479869" y="598172"/>
                  </a:lnTo>
                  <a:lnTo>
                    <a:pt x="486823" y="598172"/>
                  </a:lnTo>
                  <a:lnTo>
                    <a:pt x="493778" y="598172"/>
                  </a:lnTo>
                  <a:lnTo>
                    <a:pt x="500733" y="598172"/>
                  </a:lnTo>
                  <a:lnTo>
                    <a:pt x="507687" y="598172"/>
                  </a:lnTo>
                  <a:lnTo>
                    <a:pt x="514642" y="598172"/>
                  </a:lnTo>
                  <a:lnTo>
                    <a:pt x="521597" y="598172"/>
                  </a:lnTo>
                  <a:lnTo>
                    <a:pt x="528551" y="598172"/>
                  </a:lnTo>
                  <a:lnTo>
                    <a:pt x="535506" y="598172"/>
                  </a:lnTo>
                  <a:lnTo>
                    <a:pt x="542460" y="598172"/>
                  </a:lnTo>
                  <a:lnTo>
                    <a:pt x="549415" y="598172"/>
                  </a:lnTo>
                  <a:lnTo>
                    <a:pt x="556370" y="598172"/>
                  </a:lnTo>
                  <a:lnTo>
                    <a:pt x="563324" y="598172"/>
                  </a:lnTo>
                  <a:lnTo>
                    <a:pt x="570279" y="598172"/>
                  </a:lnTo>
                  <a:lnTo>
                    <a:pt x="577234" y="598172"/>
                  </a:lnTo>
                  <a:lnTo>
                    <a:pt x="584188" y="598172"/>
                  </a:lnTo>
                  <a:lnTo>
                    <a:pt x="591143" y="598172"/>
                  </a:lnTo>
                  <a:lnTo>
                    <a:pt x="598097" y="598172"/>
                  </a:lnTo>
                  <a:lnTo>
                    <a:pt x="605052" y="598172"/>
                  </a:lnTo>
                  <a:lnTo>
                    <a:pt x="612007" y="598172"/>
                  </a:lnTo>
                  <a:lnTo>
                    <a:pt x="618961" y="598172"/>
                  </a:lnTo>
                  <a:lnTo>
                    <a:pt x="625916" y="598172"/>
                  </a:lnTo>
                  <a:lnTo>
                    <a:pt x="632871" y="598172"/>
                  </a:lnTo>
                  <a:lnTo>
                    <a:pt x="639825" y="598172"/>
                  </a:lnTo>
                  <a:lnTo>
                    <a:pt x="646780" y="598172"/>
                  </a:lnTo>
                  <a:lnTo>
                    <a:pt x="653734" y="598172"/>
                  </a:lnTo>
                  <a:lnTo>
                    <a:pt x="660689" y="598172"/>
                  </a:lnTo>
                  <a:lnTo>
                    <a:pt x="667644" y="598172"/>
                  </a:lnTo>
                  <a:lnTo>
                    <a:pt x="674598" y="598172"/>
                  </a:lnTo>
                  <a:lnTo>
                    <a:pt x="681553" y="598172"/>
                  </a:lnTo>
                  <a:lnTo>
                    <a:pt x="688508" y="598172"/>
                  </a:lnTo>
                  <a:lnTo>
                    <a:pt x="695462" y="598172"/>
                  </a:lnTo>
                  <a:lnTo>
                    <a:pt x="702417" y="598172"/>
                  </a:lnTo>
                  <a:lnTo>
                    <a:pt x="709371" y="598172"/>
                  </a:lnTo>
                  <a:lnTo>
                    <a:pt x="716326" y="598172"/>
                  </a:lnTo>
                  <a:lnTo>
                    <a:pt x="723281" y="598172"/>
                  </a:lnTo>
                  <a:lnTo>
                    <a:pt x="730235" y="598172"/>
                  </a:lnTo>
                  <a:lnTo>
                    <a:pt x="737190" y="598172"/>
                  </a:lnTo>
                  <a:lnTo>
                    <a:pt x="744145" y="598172"/>
                  </a:lnTo>
                  <a:lnTo>
                    <a:pt x="751099" y="598172"/>
                  </a:lnTo>
                  <a:lnTo>
                    <a:pt x="758054" y="598172"/>
                  </a:lnTo>
                  <a:lnTo>
                    <a:pt x="765009" y="598172"/>
                  </a:lnTo>
                  <a:lnTo>
                    <a:pt x="771963" y="598172"/>
                  </a:lnTo>
                  <a:lnTo>
                    <a:pt x="778918" y="598172"/>
                  </a:lnTo>
                  <a:lnTo>
                    <a:pt x="785872" y="598172"/>
                  </a:lnTo>
                  <a:lnTo>
                    <a:pt x="792827" y="598172"/>
                  </a:lnTo>
                  <a:lnTo>
                    <a:pt x="799782" y="598172"/>
                  </a:lnTo>
                  <a:lnTo>
                    <a:pt x="806736" y="598172"/>
                  </a:lnTo>
                  <a:lnTo>
                    <a:pt x="813691" y="598172"/>
                  </a:lnTo>
                  <a:lnTo>
                    <a:pt x="820646" y="598172"/>
                  </a:lnTo>
                  <a:lnTo>
                    <a:pt x="827600" y="598172"/>
                  </a:lnTo>
                  <a:lnTo>
                    <a:pt x="834555" y="598172"/>
                  </a:lnTo>
                  <a:lnTo>
                    <a:pt x="841509" y="598172"/>
                  </a:lnTo>
                  <a:lnTo>
                    <a:pt x="848464" y="598172"/>
                  </a:lnTo>
                  <a:lnTo>
                    <a:pt x="855419" y="598172"/>
                  </a:lnTo>
                  <a:lnTo>
                    <a:pt x="862373" y="598172"/>
                  </a:lnTo>
                  <a:lnTo>
                    <a:pt x="869328" y="598172"/>
                  </a:lnTo>
                  <a:lnTo>
                    <a:pt x="876283" y="598172"/>
                  </a:lnTo>
                  <a:lnTo>
                    <a:pt x="883237" y="598172"/>
                  </a:lnTo>
                  <a:lnTo>
                    <a:pt x="890192" y="598172"/>
                  </a:lnTo>
                  <a:lnTo>
                    <a:pt x="897146" y="598172"/>
                  </a:lnTo>
                  <a:lnTo>
                    <a:pt x="904101" y="598172"/>
                  </a:lnTo>
                  <a:lnTo>
                    <a:pt x="911056" y="598172"/>
                  </a:lnTo>
                  <a:lnTo>
                    <a:pt x="918010" y="598172"/>
                  </a:lnTo>
                  <a:lnTo>
                    <a:pt x="924965" y="598172"/>
                  </a:lnTo>
                  <a:lnTo>
                    <a:pt x="931920" y="598172"/>
                  </a:lnTo>
                  <a:lnTo>
                    <a:pt x="938874" y="598172"/>
                  </a:lnTo>
                  <a:lnTo>
                    <a:pt x="945829" y="598172"/>
                  </a:lnTo>
                  <a:lnTo>
                    <a:pt x="952783" y="598172"/>
                  </a:lnTo>
                  <a:lnTo>
                    <a:pt x="959738" y="598172"/>
                  </a:lnTo>
                  <a:lnTo>
                    <a:pt x="966693" y="598172"/>
                  </a:lnTo>
                  <a:lnTo>
                    <a:pt x="973647" y="598172"/>
                  </a:lnTo>
                  <a:lnTo>
                    <a:pt x="980602" y="598172"/>
                  </a:lnTo>
                  <a:lnTo>
                    <a:pt x="987557" y="598172"/>
                  </a:lnTo>
                  <a:lnTo>
                    <a:pt x="994511" y="598172"/>
                  </a:lnTo>
                  <a:lnTo>
                    <a:pt x="1001466" y="598172"/>
                  </a:lnTo>
                  <a:lnTo>
                    <a:pt x="1008420" y="598172"/>
                  </a:lnTo>
                  <a:lnTo>
                    <a:pt x="1015375" y="598172"/>
                  </a:lnTo>
                  <a:lnTo>
                    <a:pt x="1022330" y="598172"/>
                  </a:lnTo>
                  <a:lnTo>
                    <a:pt x="1029284" y="598172"/>
                  </a:lnTo>
                  <a:lnTo>
                    <a:pt x="1036239" y="598172"/>
                  </a:lnTo>
                  <a:lnTo>
                    <a:pt x="1043194" y="598172"/>
                  </a:lnTo>
                  <a:lnTo>
                    <a:pt x="1050148" y="598172"/>
                  </a:lnTo>
                  <a:lnTo>
                    <a:pt x="1057103" y="598172"/>
                  </a:lnTo>
                  <a:lnTo>
                    <a:pt x="1064057" y="598172"/>
                  </a:lnTo>
                  <a:lnTo>
                    <a:pt x="1071012" y="598172"/>
                  </a:lnTo>
                  <a:lnTo>
                    <a:pt x="1077967" y="598172"/>
                  </a:lnTo>
                  <a:lnTo>
                    <a:pt x="1084921" y="598172"/>
                  </a:lnTo>
                  <a:lnTo>
                    <a:pt x="1091876" y="598172"/>
                  </a:lnTo>
                  <a:lnTo>
                    <a:pt x="1098831" y="598172"/>
                  </a:lnTo>
                  <a:lnTo>
                    <a:pt x="1105785" y="598172"/>
                  </a:lnTo>
                  <a:lnTo>
                    <a:pt x="1112740" y="598172"/>
                  </a:lnTo>
                  <a:lnTo>
                    <a:pt x="1119694" y="598172"/>
                  </a:lnTo>
                  <a:lnTo>
                    <a:pt x="1126649" y="598172"/>
                  </a:lnTo>
                  <a:lnTo>
                    <a:pt x="1133604" y="598172"/>
                  </a:lnTo>
                  <a:lnTo>
                    <a:pt x="1140558" y="598172"/>
                  </a:lnTo>
                  <a:lnTo>
                    <a:pt x="1147513" y="598172"/>
                  </a:lnTo>
                  <a:lnTo>
                    <a:pt x="1154468" y="598172"/>
                  </a:lnTo>
                  <a:lnTo>
                    <a:pt x="1161422" y="598172"/>
                  </a:lnTo>
                  <a:lnTo>
                    <a:pt x="1168377" y="598172"/>
                  </a:lnTo>
                  <a:lnTo>
                    <a:pt x="1175332" y="598172"/>
                  </a:lnTo>
                  <a:lnTo>
                    <a:pt x="1182286" y="598172"/>
                  </a:lnTo>
                  <a:lnTo>
                    <a:pt x="1189241" y="598172"/>
                  </a:lnTo>
                  <a:lnTo>
                    <a:pt x="1196195" y="598172"/>
                  </a:lnTo>
                  <a:lnTo>
                    <a:pt x="1203150" y="598172"/>
                  </a:lnTo>
                  <a:lnTo>
                    <a:pt x="1210105" y="598172"/>
                  </a:lnTo>
                  <a:lnTo>
                    <a:pt x="1217059" y="598172"/>
                  </a:lnTo>
                  <a:lnTo>
                    <a:pt x="1224014" y="598172"/>
                  </a:lnTo>
                  <a:lnTo>
                    <a:pt x="1230969" y="598172"/>
                  </a:lnTo>
                  <a:lnTo>
                    <a:pt x="1237923" y="598172"/>
                  </a:lnTo>
                  <a:lnTo>
                    <a:pt x="1244878" y="598172"/>
                  </a:lnTo>
                  <a:lnTo>
                    <a:pt x="1251832" y="598172"/>
                  </a:lnTo>
                  <a:lnTo>
                    <a:pt x="1258787" y="598172"/>
                  </a:lnTo>
                  <a:lnTo>
                    <a:pt x="1265742" y="598172"/>
                  </a:lnTo>
                  <a:lnTo>
                    <a:pt x="1272696" y="598172"/>
                  </a:lnTo>
                  <a:lnTo>
                    <a:pt x="1279651" y="598172"/>
                  </a:lnTo>
                  <a:lnTo>
                    <a:pt x="1286606" y="598172"/>
                  </a:lnTo>
                  <a:lnTo>
                    <a:pt x="1293560" y="598172"/>
                  </a:lnTo>
                  <a:lnTo>
                    <a:pt x="1300515" y="598172"/>
                  </a:lnTo>
                  <a:lnTo>
                    <a:pt x="1307469" y="598172"/>
                  </a:lnTo>
                  <a:lnTo>
                    <a:pt x="1314424" y="598172"/>
                  </a:lnTo>
                  <a:lnTo>
                    <a:pt x="1321379" y="598172"/>
                  </a:lnTo>
                  <a:lnTo>
                    <a:pt x="1328333" y="598172"/>
                  </a:lnTo>
                  <a:lnTo>
                    <a:pt x="1335288" y="598172"/>
                  </a:lnTo>
                  <a:lnTo>
                    <a:pt x="1342243" y="598172"/>
                  </a:lnTo>
                  <a:lnTo>
                    <a:pt x="1349197" y="598172"/>
                  </a:lnTo>
                  <a:lnTo>
                    <a:pt x="1356152" y="598172"/>
                  </a:lnTo>
                  <a:lnTo>
                    <a:pt x="1363106" y="598172"/>
                  </a:lnTo>
                  <a:lnTo>
                    <a:pt x="1370061" y="598172"/>
                  </a:lnTo>
                  <a:lnTo>
                    <a:pt x="1377016" y="598172"/>
                  </a:lnTo>
                  <a:lnTo>
                    <a:pt x="1383970" y="598172"/>
                  </a:lnTo>
                  <a:lnTo>
                    <a:pt x="1390925" y="598172"/>
                  </a:lnTo>
                  <a:lnTo>
                    <a:pt x="1397880" y="598172"/>
                  </a:lnTo>
                  <a:lnTo>
                    <a:pt x="1404834" y="598172"/>
                  </a:lnTo>
                  <a:lnTo>
                    <a:pt x="1411789" y="598172"/>
                  </a:lnTo>
                  <a:lnTo>
                    <a:pt x="1418743" y="598172"/>
                  </a:lnTo>
                  <a:lnTo>
                    <a:pt x="1425698" y="598172"/>
                  </a:lnTo>
                  <a:lnTo>
                    <a:pt x="1432653" y="598172"/>
                  </a:lnTo>
                  <a:lnTo>
                    <a:pt x="1439607" y="598172"/>
                  </a:lnTo>
                  <a:lnTo>
                    <a:pt x="1446562" y="598172"/>
                  </a:lnTo>
                  <a:lnTo>
                    <a:pt x="1453517" y="598172"/>
                  </a:lnTo>
                  <a:lnTo>
                    <a:pt x="1460471" y="598172"/>
                  </a:lnTo>
                  <a:lnTo>
                    <a:pt x="1467426" y="598172"/>
                  </a:lnTo>
                  <a:lnTo>
                    <a:pt x="1474380" y="598172"/>
                  </a:lnTo>
                  <a:lnTo>
                    <a:pt x="1481335" y="598172"/>
                  </a:lnTo>
                  <a:lnTo>
                    <a:pt x="1488290" y="598172"/>
                  </a:lnTo>
                  <a:lnTo>
                    <a:pt x="1495244" y="598172"/>
                  </a:lnTo>
                  <a:lnTo>
                    <a:pt x="1502199" y="598172"/>
                  </a:lnTo>
                  <a:lnTo>
                    <a:pt x="1509154" y="598172"/>
                  </a:lnTo>
                  <a:lnTo>
                    <a:pt x="1516108" y="598172"/>
                  </a:lnTo>
                  <a:lnTo>
                    <a:pt x="1523063" y="598172"/>
                  </a:lnTo>
                  <a:lnTo>
                    <a:pt x="1530018" y="598172"/>
                  </a:lnTo>
                  <a:lnTo>
                    <a:pt x="1536972" y="598172"/>
                  </a:lnTo>
                  <a:lnTo>
                    <a:pt x="1543927" y="598172"/>
                  </a:lnTo>
                  <a:lnTo>
                    <a:pt x="1550881" y="598172"/>
                  </a:lnTo>
                  <a:lnTo>
                    <a:pt x="1557836" y="598172"/>
                  </a:lnTo>
                  <a:lnTo>
                    <a:pt x="1564791" y="598172"/>
                  </a:lnTo>
                  <a:lnTo>
                    <a:pt x="1571745" y="598172"/>
                  </a:lnTo>
                  <a:lnTo>
                    <a:pt x="1578700" y="598172"/>
                  </a:lnTo>
                  <a:lnTo>
                    <a:pt x="1585655" y="598172"/>
                  </a:lnTo>
                  <a:lnTo>
                    <a:pt x="1592609" y="598172"/>
                  </a:lnTo>
                  <a:lnTo>
                    <a:pt x="1599564" y="598172"/>
                  </a:lnTo>
                  <a:lnTo>
                    <a:pt x="1606518" y="598172"/>
                  </a:lnTo>
                  <a:lnTo>
                    <a:pt x="1613473" y="598172"/>
                  </a:lnTo>
                  <a:lnTo>
                    <a:pt x="1620428" y="598172"/>
                  </a:lnTo>
                  <a:lnTo>
                    <a:pt x="1627382" y="598172"/>
                  </a:lnTo>
                  <a:lnTo>
                    <a:pt x="1634337" y="598172"/>
                  </a:lnTo>
                  <a:lnTo>
                    <a:pt x="1641292" y="598172"/>
                  </a:lnTo>
                  <a:lnTo>
                    <a:pt x="1648246" y="598172"/>
                  </a:lnTo>
                  <a:lnTo>
                    <a:pt x="1655201" y="598172"/>
                  </a:lnTo>
                  <a:lnTo>
                    <a:pt x="1662155" y="598172"/>
                  </a:lnTo>
                  <a:lnTo>
                    <a:pt x="1669110" y="598172"/>
                  </a:lnTo>
                  <a:lnTo>
                    <a:pt x="1676065" y="598172"/>
                  </a:lnTo>
                  <a:lnTo>
                    <a:pt x="1683019" y="598172"/>
                  </a:lnTo>
                  <a:lnTo>
                    <a:pt x="1689974" y="598172"/>
                  </a:lnTo>
                  <a:lnTo>
                    <a:pt x="1696929" y="598172"/>
                  </a:lnTo>
                  <a:lnTo>
                    <a:pt x="1703883" y="598172"/>
                  </a:lnTo>
                  <a:lnTo>
                    <a:pt x="1710838" y="598172"/>
                  </a:lnTo>
                  <a:lnTo>
                    <a:pt x="1717792" y="598172"/>
                  </a:lnTo>
                  <a:lnTo>
                    <a:pt x="1724747" y="598172"/>
                  </a:lnTo>
                  <a:lnTo>
                    <a:pt x="1731702" y="598172"/>
                  </a:lnTo>
                  <a:lnTo>
                    <a:pt x="1738656" y="598172"/>
                  </a:lnTo>
                  <a:lnTo>
                    <a:pt x="1745611" y="598172"/>
                  </a:lnTo>
                  <a:lnTo>
                    <a:pt x="1752566" y="598172"/>
                  </a:lnTo>
                  <a:lnTo>
                    <a:pt x="1759520" y="598172"/>
                  </a:lnTo>
                  <a:lnTo>
                    <a:pt x="1766475" y="598172"/>
                  </a:lnTo>
                  <a:lnTo>
                    <a:pt x="1773429" y="598172"/>
                  </a:lnTo>
                  <a:lnTo>
                    <a:pt x="1780384" y="598172"/>
                  </a:lnTo>
                  <a:lnTo>
                    <a:pt x="1787339" y="598172"/>
                  </a:lnTo>
                  <a:lnTo>
                    <a:pt x="1794293" y="598172"/>
                  </a:lnTo>
                  <a:lnTo>
                    <a:pt x="1801248" y="598172"/>
                  </a:lnTo>
                  <a:lnTo>
                    <a:pt x="1808203" y="598171"/>
                  </a:lnTo>
                  <a:lnTo>
                    <a:pt x="1815157" y="598169"/>
                  </a:lnTo>
                  <a:lnTo>
                    <a:pt x="1822112" y="598163"/>
                  </a:lnTo>
                  <a:lnTo>
                    <a:pt x="1829066" y="598148"/>
                  </a:lnTo>
                  <a:lnTo>
                    <a:pt x="1836021" y="598116"/>
                  </a:lnTo>
                  <a:lnTo>
                    <a:pt x="1842976" y="598056"/>
                  </a:lnTo>
                  <a:lnTo>
                    <a:pt x="1849930" y="597959"/>
                  </a:lnTo>
                  <a:lnTo>
                    <a:pt x="1856885" y="597826"/>
                  </a:lnTo>
                  <a:lnTo>
                    <a:pt x="1863840" y="597670"/>
                  </a:lnTo>
                  <a:lnTo>
                    <a:pt x="1870794" y="597517"/>
                  </a:lnTo>
                  <a:lnTo>
                    <a:pt x="1877749" y="597391"/>
                  </a:lnTo>
                  <a:lnTo>
                    <a:pt x="1884704" y="597292"/>
                  </a:lnTo>
                  <a:lnTo>
                    <a:pt x="1891658" y="597187"/>
                  </a:lnTo>
                  <a:lnTo>
                    <a:pt x="1898613" y="597006"/>
                  </a:lnTo>
                  <a:lnTo>
                    <a:pt x="1905567" y="596667"/>
                  </a:lnTo>
                  <a:lnTo>
                    <a:pt x="1912522" y="596096"/>
                  </a:lnTo>
                  <a:lnTo>
                    <a:pt x="1919477" y="595241"/>
                  </a:lnTo>
                  <a:lnTo>
                    <a:pt x="1926431" y="594074"/>
                  </a:lnTo>
                  <a:lnTo>
                    <a:pt x="1933386" y="592571"/>
                  </a:lnTo>
                  <a:lnTo>
                    <a:pt x="1940341" y="590711"/>
                  </a:lnTo>
                  <a:lnTo>
                    <a:pt x="1947295" y="588468"/>
                  </a:lnTo>
                  <a:lnTo>
                    <a:pt x="1954250" y="585842"/>
                  </a:lnTo>
                  <a:lnTo>
                    <a:pt x="1961204" y="582852"/>
                  </a:lnTo>
                  <a:lnTo>
                    <a:pt x="1968159" y="579487"/>
                  </a:lnTo>
                  <a:lnTo>
                    <a:pt x="1975114" y="575687"/>
                  </a:lnTo>
                  <a:lnTo>
                    <a:pt x="1982068" y="571349"/>
                  </a:lnTo>
                  <a:lnTo>
                    <a:pt x="1989023" y="566386"/>
                  </a:lnTo>
                  <a:lnTo>
                    <a:pt x="1995978" y="560789"/>
                  </a:lnTo>
                  <a:lnTo>
                    <a:pt x="2002932" y="554633"/>
                  </a:lnTo>
                  <a:lnTo>
                    <a:pt x="2009887" y="547968"/>
                  </a:lnTo>
                  <a:lnTo>
                    <a:pt x="2016841" y="540681"/>
                  </a:lnTo>
                  <a:lnTo>
                    <a:pt x="2023796" y="532399"/>
                  </a:lnTo>
                  <a:lnTo>
                    <a:pt x="2030751" y="522567"/>
                  </a:lnTo>
                  <a:lnTo>
                    <a:pt x="2037705" y="510638"/>
                  </a:lnTo>
                  <a:lnTo>
                    <a:pt x="2044660" y="496306"/>
                  </a:lnTo>
                  <a:lnTo>
                    <a:pt x="2051615" y="479613"/>
                  </a:lnTo>
                  <a:lnTo>
                    <a:pt x="2058569" y="460904"/>
                  </a:lnTo>
                  <a:lnTo>
                    <a:pt x="2065524" y="440670"/>
                  </a:lnTo>
                  <a:lnTo>
                    <a:pt x="2072478" y="419386"/>
                  </a:lnTo>
                  <a:lnTo>
                    <a:pt x="2079433" y="397428"/>
                  </a:lnTo>
                  <a:lnTo>
                    <a:pt x="2086388" y="375061"/>
                  </a:lnTo>
                  <a:lnTo>
                    <a:pt x="2093342" y="352463"/>
                  </a:lnTo>
                  <a:lnTo>
                    <a:pt x="2100297" y="329737"/>
                  </a:lnTo>
                  <a:lnTo>
                    <a:pt x="2107252" y="306880"/>
                  </a:lnTo>
                  <a:lnTo>
                    <a:pt x="2114206" y="283736"/>
                  </a:lnTo>
                  <a:lnTo>
                    <a:pt x="2121161" y="260013"/>
                  </a:lnTo>
                  <a:lnTo>
                    <a:pt x="2128115" y="235407"/>
                  </a:lnTo>
                  <a:lnTo>
                    <a:pt x="2135070" y="209744"/>
                  </a:lnTo>
                  <a:lnTo>
                    <a:pt x="2142025" y="183089"/>
                  </a:lnTo>
                  <a:lnTo>
                    <a:pt x="2148979" y="155774"/>
                  </a:lnTo>
                  <a:lnTo>
                    <a:pt x="2155934" y="128384"/>
                  </a:lnTo>
                  <a:lnTo>
                    <a:pt x="2162889" y="101766"/>
                  </a:lnTo>
                  <a:lnTo>
                    <a:pt x="2169843" y="77014"/>
                  </a:lnTo>
                  <a:lnTo>
                    <a:pt x="2176798" y="55323"/>
                  </a:lnTo>
                  <a:lnTo>
                    <a:pt x="2183752" y="37657"/>
                  </a:lnTo>
                  <a:lnTo>
                    <a:pt x="2190707" y="24384"/>
                  </a:lnTo>
                  <a:lnTo>
                    <a:pt x="2197662" y="15118"/>
                  </a:lnTo>
                  <a:lnTo>
                    <a:pt x="2204616" y="8922"/>
                  </a:lnTo>
                  <a:lnTo>
                    <a:pt x="2211571" y="4772"/>
                  </a:lnTo>
                  <a:lnTo>
                    <a:pt x="2218526" y="1976"/>
                  </a:lnTo>
                  <a:lnTo>
                    <a:pt x="2225480" y="332"/>
                  </a:lnTo>
                  <a:lnTo>
                    <a:pt x="2232435" y="0"/>
                  </a:lnTo>
                  <a:lnTo>
                    <a:pt x="2239389" y="1275"/>
                  </a:lnTo>
                  <a:lnTo>
                    <a:pt x="2246344" y="4491"/>
                  </a:lnTo>
                  <a:lnTo>
                    <a:pt x="2253299" y="10056"/>
                  </a:lnTo>
                  <a:lnTo>
                    <a:pt x="2260253" y="18475"/>
                  </a:lnTo>
                  <a:lnTo>
                    <a:pt x="2267208" y="30146"/>
                  </a:lnTo>
                  <a:lnTo>
                    <a:pt x="2274163" y="44945"/>
                  </a:lnTo>
                  <a:lnTo>
                    <a:pt x="2281117" y="61951"/>
                  </a:lnTo>
                  <a:lnTo>
                    <a:pt x="2288072" y="79440"/>
                  </a:lnTo>
                  <a:lnTo>
                    <a:pt x="2295027" y="95917"/>
                  </a:lnTo>
                  <a:lnTo>
                    <a:pt x="2301981" y="110760"/>
                  </a:lnTo>
                  <a:lnTo>
                    <a:pt x="2308936" y="124444"/>
                  </a:lnTo>
                  <a:lnTo>
                    <a:pt x="2315890" y="138181"/>
                  </a:lnTo>
                  <a:lnTo>
                    <a:pt x="2322845" y="153194"/>
                  </a:lnTo>
                  <a:lnTo>
                    <a:pt x="2329800" y="170084"/>
                  </a:lnTo>
                  <a:lnTo>
                    <a:pt x="2336754" y="188640"/>
                  </a:lnTo>
                  <a:lnTo>
                    <a:pt x="2343709" y="208133"/>
                  </a:lnTo>
                  <a:lnTo>
                    <a:pt x="2350664" y="227801"/>
                  </a:lnTo>
                  <a:lnTo>
                    <a:pt x="2357618" y="247171"/>
                  </a:lnTo>
                  <a:lnTo>
                    <a:pt x="2364573" y="266054"/>
                  </a:lnTo>
                  <a:lnTo>
                    <a:pt x="2371527" y="284339"/>
                  </a:lnTo>
                  <a:lnTo>
                    <a:pt x="2378482" y="301809"/>
                  </a:lnTo>
                  <a:lnTo>
                    <a:pt x="2385437" y="318157"/>
                  </a:lnTo>
                  <a:lnTo>
                    <a:pt x="2392391" y="333148"/>
                  </a:lnTo>
                  <a:lnTo>
                    <a:pt x="2399346" y="346801"/>
                  </a:lnTo>
                  <a:lnTo>
                    <a:pt x="2406301" y="359425"/>
                  </a:lnTo>
                  <a:lnTo>
                    <a:pt x="2413255" y="371520"/>
                  </a:lnTo>
                  <a:lnTo>
                    <a:pt x="2420210" y="383608"/>
                  </a:lnTo>
                  <a:lnTo>
                    <a:pt x="2427164" y="396077"/>
                  </a:lnTo>
                  <a:lnTo>
                    <a:pt x="2434119" y="409070"/>
                  </a:lnTo>
                  <a:lnTo>
                    <a:pt x="2441074" y="422429"/>
                  </a:lnTo>
                  <a:lnTo>
                    <a:pt x="2448028" y="435672"/>
                  </a:lnTo>
                  <a:lnTo>
                    <a:pt x="2454983" y="448152"/>
                  </a:lnTo>
                  <a:lnTo>
                    <a:pt x="2461938" y="459315"/>
                  </a:lnTo>
                  <a:lnTo>
                    <a:pt x="2468892" y="468891"/>
                  </a:lnTo>
                  <a:lnTo>
                    <a:pt x="2475847" y="477005"/>
                  </a:lnTo>
                  <a:lnTo>
                    <a:pt x="2482801" y="484131"/>
                  </a:lnTo>
                  <a:lnTo>
                    <a:pt x="2489756" y="490884"/>
                  </a:lnTo>
                  <a:lnTo>
                    <a:pt x="2496711" y="497750"/>
                  </a:lnTo>
                  <a:lnTo>
                    <a:pt x="2503665" y="504895"/>
                  </a:lnTo>
                  <a:lnTo>
                    <a:pt x="2510620" y="512177"/>
                  </a:lnTo>
                  <a:lnTo>
                    <a:pt x="2517575" y="519328"/>
                  </a:lnTo>
                  <a:lnTo>
                    <a:pt x="2524529" y="526156"/>
                  </a:lnTo>
                  <a:lnTo>
                    <a:pt x="2531484" y="532629"/>
                  </a:lnTo>
                  <a:lnTo>
                    <a:pt x="2538438" y="538815"/>
                  </a:lnTo>
                  <a:lnTo>
                    <a:pt x="2545393" y="544745"/>
                  </a:lnTo>
                  <a:lnTo>
                    <a:pt x="2552348" y="550329"/>
                  </a:lnTo>
                  <a:lnTo>
                    <a:pt x="2559302" y="555363"/>
                  </a:lnTo>
                  <a:lnTo>
                    <a:pt x="2566257" y="559630"/>
                  </a:lnTo>
                  <a:lnTo>
                    <a:pt x="2573212" y="563023"/>
                  </a:lnTo>
                  <a:lnTo>
                    <a:pt x="2580166" y="565636"/>
                  </a:lnTo>
                  <a:lnTo>
                    <a:pt x="2587121" y="567755"/>
                  </a:lnTo>
                  <a:lnTo>
                    <a:pt x="2594075" y="569741"/>
                  </a:lnTo>
                  <a:lnTo>
                    <a:pt x="2601030" y="571875"/>
                  </a:lnTo>
                  <a:lnTo>
                    <a:pt x="2607985" y="574267"/>
                  </a:lnTo>
                  <a:lnTo>
                    <a:pt x="2614939" y="576883"/>
                  </a:lnTo>
                  <a:lnTo>
                    <a:pt x="2621894" y="579612"/>
                  </a:lnTo>
                  <a:lnTo>
                    <a:pt x="2628849" y="582343"/>
                  </a:lnTo>
                  <a:lnTo>
                    <a:pt x="2635803" y="584925"/>
                  </a:lnTo>
                  <a:lnTo>
                    <a:pt x="2642758" y="587153"/>
                  </a:lnTo>
                  <a:lnTo>
                    <a:pt x="2649713" y="588825"/>
                  </a:lnTo>
                  <a:lnTo>
                    <a:pt x="2656667" y="589847"/>
                  </a:lnTo>
                  <a:lnTo>
                    <a:pt x="2663622" y="590309"/>
                  </a:lnTo>
                  <a:lnTo>
                    <a:pt x="2670576" y="590463"/>
                  </a:lnTo>
                  <a:lnTo>
                    <a:pt x="2677531" y="590615"/>
                  </a:lnTo>
                  <a:lnTo>
                    <a:pt x="2684486" y="590997"/>
                  </a:lnTo>
                  <a:lnTo>
                    <a:pt x="2691440" y="591695"/>
                  </a:lnTo>
                  <a:lnTo>
                    <a:pt x="2698395" y="592646"/>
                  </a:lnTo>
                  <a:lnTo>
                    <a:pt x="2705350" y="593702"/>
                  </a:lnTo>
                  <a:lnTo>
                    <a:pt x="2712304" y="594707"/>
                  </a:lnTo>
                  <a:lnTo>
                    <a:pt x="2719259" y="595549"/>
                  </a:lnTo>
                  <a:lnTo>
                    <a:pt x="2726213" y="596186"/>
                  </a:lnTo>
                  <a:lnTo>
                    <a:pt x="2733168" y="596628"/>
                  </a:lnTo>
                  <a:lnTo>
                    <a:pt x="2740123" y="596912"/>
                  </a:lnTo>
                  <a:lnTo>
                    <a:pt x="2747077" y="597081"/>
                  </a:lnTo>
                  <a:lnTo>
                    <a:pt x="2754032" y="597175"/>
                  </a:lnTo>
                  <a:lnTo>
                    <a:pt x="2760987" y="597238"/>
                  </a:lnTo>
                  <a:lnTo>
                    <a:pt x="2767941" y="597310"/>
                  </a:lnTo>
                  <a:lnTo>
                    <a:pt x="2774896" y="597421"/>
                  </a:lnTo>
                  <a:lnTo>
                    <a:pt x="2781850" y="597573"/>
                  </a:lnTo>
                  <a:lnTo>
                    <a:pt x="2788805" y="597741"/>
                  </a:lnTo>
                  <a:lnTo>
                    <a:pt x="2795760" y="597894"/>
                  </a:lnTo>
                  <a:lnTo>
                    <a:pt x="2802714" y="598012"/>
                  </a:lnTo>
                  <a:lnTo>
                    <a:pt x="2809669" y="598090"/>
                  </a:lnTo>
                  <a:lnTo>
                    <a:pt x="2816624" y="598134"/>
                  </a:lnTo>
                  <a:lnTo>
                    <a:pt x="2823578" y="598157"/>
                  </a:lnTo>
                  <a:lnTo>
                    <a:pt x="2830533" y="598166"/>
                  </a:lnTo>
                  <a:lnTo>
                    <a:pt x="2837487" y="598170"/>
                  </a:lnTo>
                  <a:lnTo>
                    <a:pt x="2844442" y="598171"/>
                  </a:lnTo>
                  <a:lnTo>
                    <a:pt x="2851397" y="598172"/>
                  </a:lnTo>
                  <a:lnTo>
                    <a:pt x="2858351" y="598172"/>
                  </a:lnTo>
                  <a:lnTo>
                    <a:pt x="2865306" y="598172"/>
                  </a:lnTo>
                  <a:lnTo>
                    <a:pt x="2872261" y="598172"/>
                  </a:lnTo>
                  <a:lnTo>
                    <a:pt x="2879215" y="598172"/>
                  </a:lnTo>
                  <a:lnTo>
                    <a:pt x="2886170" y="598172"/>
                  </a:lnTo>
                  <a:lnTo>
                    <a:pt x="2893124" y="598172"/>
                  </a:lnTo>
                  <a:lnTo>
                    <a:pt x="2900079" y="598172"/>
                  </a:lnTo>
                  <a:lnTo>
                    <a:pt x="2907034" y="598172"/>
                  </a:lnTo>
                  <a:lnTo>
                    <a:pt x="2913988" y="598172"/>
                  </a:lnTo>
                  <a:lnTo>
                    <a:pt x="2920943" y="598172"/>
                  </a:lnTo>
                  <a:lnTo>
                    <a:pt x="2927898" y="598172"/>
                  </a:lnTo>
                  <a:lnTo>
                    <a:pt x="2934852" y="598172"/>
                  </a:lnTo>
                  <a:lnTo>
                    <a:pt x="2941807" y="598172"/>
                  </a:lnTo>
                  <a:lnTo>
                    <a:pt x="2948761" y="598172"/>
                  </a:lnTo>
                  <a:lnTo>
                    <a:pt x="2955716" y="598172"/>
                  </a:lnTo>
                  <a:lnTo>
                    <a:pt x="2962671" y="598172"/>
                  </a:lnTo>
                  <a:lnTo>
                    <a:pt x="2969625" y="598172"/>
                  </a:lnTo>
                  <a:lnTo>
                    <a:pt x="2976580" y="598172"/>
                  </a:lnTo>
                  <a:lnTo>
                    <a:pt x="2983535" y="598172"/>
                  </a:lnTo>
                  <a:lnTo>
                    <a:pt x="2990489" y="598172"/>
                  </a:lnTo>
                  <a:lnTo>
                    <a:pt x="2997444" y="598172"/>
                  </a:lnTo>
                  <a:lnTo>
                    <a:pt x="3004399" y="598172"/>
                  </a:lnTo>
                  <a:lnTo>
                    <a:pt x="3011353" y="598172"/>
                  </a:lnTo>
                  <a:lnTo>
                    <a:pt x="3018308" y="598172"/>
                  </a:lnTo>
                  <a:lnTo>
                    <a:pt x="3025262" y="598172"/>
                  </a:lnTo>
                  <a:lnTo>
                    <a:pt x="3032217" y="598172"/>
                  </a:lnTo>
                  <a:lnTo>
                    <a:pt x="3039172" y="598172"/>
                  </a:lnTo>
                  <a:lnTo>
                    <a:pt x="3046126" y="598172"/>
                  </a:lnTo>
                  <a:lnTo>
                    <a:pt x="3053081" y="598172"/>
                  </a:lnTo>
                  <a:lnTo>
                    <a:pt x="3060036" y="598172"/>
                  </a:lnTo>
                  <a:lnTo>
                    <a:pt x="3066990" y="598172"/>
                  </a:lnTo>
                  <a:lnTo>
                    <a:pt x="3073945" y="598172"/>
                  </a:lnTo>
                  <a:lnTo>
                    <a:pt x="3080899" y="598172"/>
                  </a:lnTo>
                  <a:lnTo>
                    <a:pt x="3087854" y="598172"/>
                  </a:lnTo>
                  <a:lnTo>
                    <a:pt x="3094809" y="598172"/>
                  </a:lnTo>
                  <a:lnTo>
                    <a:pt x="3101763" y="598172"/>
                  </a:lnTo>
                  <a:lnTo>
                    <a:pt x="3108718" y="598172"/>
                  </a:lnTo>
                  <a:lnTo>
                    <a:pt x="3115673" y="598172"/>
                  </a:lnTo>
                  <a:lnTo>
                    <a:pt x="3122627" y="598172"/>
                  </a:lnTo>
                  <a:lnTo>
                    <a:pt x="3129582" y="598172"/>
                  </a:lnTo>
                  <a:lnTo>
                    <a:pt x="3136536" y="598172"/>
                  </a:lnTo>
                  <a:lnTo>
                    <a:pt x="3143491" y="598172"/>
                  </a:lnTo>
                  <a:lnTo>
                    <a:pt x="3150446" y="598172"/>
                  </a:lnTo>
                  <a:lnTo>
                    <a:pt x="3157400" y="598172"/>
                  </a:lnTo>
                  <a:lnTo>
                    <a:pt x="3164355" y="598172"/>
                  </a:lnTo>
                  <a:lnTo>
                    <a:pt x="3171310" y="598172"/>
                  </a:lnTo>
                  <a:lnTo>
                    <a:pt x="3178264" y="598172"/>
                  </a:lnTo>
                  <a:lnTo>
                    <a:pt x="3185219" y="598172"/>
                  </a:lnTo>
                  <a:lnTo>
                    <a:pt x="3192173" y="598172"/>
                  </a:lnTo>
                  <a:lnTo>
                    <a:pt x="3199128" y="598172"/>
                  </a:lnTo>
                  <a:lnTo>
                    <a:pt x="3206083" y="598172"/>
                  </a:lnTo>
                  <a:lnTo>
                    <a:pt x="3213037" y="598172"/>
                  </a:lnTo>
                  <a:lnTo>
                    <a:pt x="3219992" y="598172"/>
                  </a:lnTo>
                  <a:lnTo>
                    <a:pt x="3226947" y="598172"/>
                  </a:lnTo>
                  <a:lnTo>
                    <a:pt x="3233901" y="598172"/>
                  </a:lnTo>
                  <a:lnTo>
                    <a:pt x="3240856" y="598172"/>
                  </a:lnTo>
                  <a:lnTo>
                    <a:pt x="3247810" y="598172"/>
                  </a:lnTo>
                  <a:lnTo>
                    <a:pt x="3254765" y="598172"/>
                  </a:lnTo>
                  <a:lnTo>
                    <a:pt x="3261720" y="598172"/>
                  </a:lnTo>
                  <a:lnTo>
                    <a:pt x="3268674" y="598172"/>
                  </a:lnTo>
                  <a:lnTo>
                    <a:pt x="3275629" y="598172"/>
                  </a:lnTo>
                  <a:lnTo>
                    <a:pt x="3282584" y="598172"/>
                  </a:lnTo>
                  <a:lnTo>
                    <a:pt x="3289538" y="598172"/>
                  </a:lnTo>
                  <a:lnTo>
                    <a:pt x="3296493" y="598172"/>
                  </a:lnTo>
                  <a:lnTo>
                    <a:pt x="3303447" y="598172"/>
                  </a:lnTo>
                  <a:lnTo>
                    <a:pt x="3310402" y="598172"/>
                  </a:lnTo>
                  <a:lnTo>
                    <a:pt x="3317357" y="598172"/>
                  </a:lnTo>
                  <a:lnTo>
                    <a:pt x="3324311" y="598172"/>
                  </a:lnTo>
                  <a:lnTo>
                    <a:pt x="3331266" y="598172"/>
                  </a:lnTo>
                  <a:lnTo>
                    <a:pt x="3338221" y="598172"/>
                  </a:lnTo>
                  <a:lnTo>
                    <a:pt x="3345175" y="598172"/>
                  </a:lnTo>
                  <a:lnTo>
                    <a:pt x="3352130" y="598172"/>
                  </a:lnTo>
                  <a:lnTo>
                    <a:pt x="3359084" y="598172"/>
                  </a:lnTo>
                  <a:lnTo>
                    <a:pt x="3366039" y="598172"/>
                  </a:lnTo>
                  <a:lnTo>
                    <a:pt x="3372994" y="598172"/>
                  </a:lnTo>
                  <a:lnTo>
                    <a:pt x="3379948" y="598172"/>
                  </a:lnTo>
                  <a:lnTo>
                    <a:pt x="3386903" y="598172"/>
                  </a:lnTo>
                  <a:lnTo>
                    <a:pt x="3393858" y="598172"/>
                  </a:lnTo>
                  <a:lnTo>
                    <a:pt x="3400812" y="598172"/>
                  </a:lnTo>
                  <a:lnTo>
                    <a:pt x="3407767" y="598172"/>
                  </a:lnTo>
                  <a:lnTo>
                    <a:pt x="3414722" y="598172"/>
                  </a:lnTo>
                  <a:lnTo>
                    <a:pt x="3421676" y="598172"/>
                  </a:lnTo>
                  <a:lnTo>
                    <a:pt x="3428631" y="598172"/>
                  </a:lnTo>
                  <a:lnTo>
                    <a:pt x="3435585" y="598172"/>
                  </a:lnTo>
                  <a:lnTo>
                    <a:pt x="3442540" y="598172"/>
                  </a:lnTo>
                  <a:lnTo>
                    <a:pt x="3449495" y="598172"/>
                  </a:lnTo>
                  <a:lnTo>
                    <a:pt x="3456449" y="598172"/>
                  </a:lnTo>
                  <a:lnTo>
                    <a:pt x="3463404" y="598172"/>
                  </a:lnTo>
                  <a:lnTo>
                    <a:pt x="3470359" y="598172"/>
                  </a:lnTo>
                  <a:lnTo>
                    <a:pt x="3477313" y="598172"/>
                  </a:lnTo>
                  <a:lnTo>
                    <a:pt x="3484268" y="598172"/>
                  </a:lnTo>
                  <a:lnTo>
                    <a:pt x="3491222" y="598172"/>
                  </a:lnTo>
                  <a:lnTo>
                    <a:pt x="3498177" y="598172"/>
                  </a:lnTo>
                  <a:lnTo>
                    <a:pt x="3505132" y="598172"/>
                  </a:lnTo>
                  <a:lnTo>
                    <a:pt x="3512086" y="598172"/>
                  </a:lnTo>
                  <a:lnTo>
                    <a:pt x="3519041" y="598172"/>
                  </a:lnTo>
                  <a:lnTo>
                    <a:pt x="3525996" y="598172"/>
                  </a:lnTo>
                  <a:lnTo>
                    <a:pt x="3532950" y="598172"/>
                  </a:lnTo>
                  <a:lnTo>
                    <a:pt x="3539905" y="598172"/>
                  </a:lnTo>
                  <a:lnTo>
                    <a:pt x="3546859" y="598172"/>
                  </a:lnTo>
                  <a:lnTo>
                    <a:pt x="3553814" y="598172"/>
                  </a:lnTo>
                  <a:lnTo>
                    <a:pt x="3546859" y="598172"/>
                  </a:lnTo>
                  <a:lnTo>
                    <a:pt x="3539905" y="598172"/>
                  </a:lnTo>
                  <a:lnTo>
                    <a:pt x="3532950" y="598172"/>
                  </a:lnTo>
                  <a:lnTo>
                    <a:pt x="3525996" y="598172"/>
                  </a:lnTo>
                  <a:lnTo>
                    <a:pt x="3519041" y="598172"/>
                  </a:lnTo>
                  <a:lnTo>
                    <a:pt x="3512086" y="598172"/>
                  </a:lnTo>
                  <a:lnTo>
                    <a:pt x="3505132" y="598172"/>
                  </a:lnTo>
                  <a:lnTo>
                    <a:pt x="3498177" y="598172"/>
                  </a:lnTo>
                  <a:lnTo>
                    <a:pt x="3491222" y="598172"/>
                  </a:lnTo>
                  <a:lnTo>
                    <a:pt x="3484268" y="598172"/>
                  </a:lnTo>
                  <a:lnTo>
                    <a:pt x="3477313" y="598172"/>
                  </a:lnTo>
                  <a:lnTo>
                    <a:pt x="3470359" y="598172"/>
                  </a:lnTo>
                  <a:lnTo>
                    <a:pt x="3463404" y="598172"/>
                  </a:lnTo>
                  <a:lnTo>
                    <a:pt x="3456449" y="598172"/>
                  </a:lnTo>
                  <a:lnTo>
                    <a:pt x="3449495" y="598172"/>
                  </a:lnTo>
                  <a:lnTo>
                    <a:pt x="3442540" y="598172"/>
                  </a:lnTo>
                  <a:lnTo>
                    <a:pt x="3435585" y="598172"/>
                  </a:lnTo>
                  <a:lnTo>
                    <a:pt x="3428631" y="598172"/>
                  </a:lnTo>
                  <a:lnTo>
                    <a:pt x="3421676" y="598172"/>
                  </a:lnTo>
                  <a:lnTo>
                    <a:pt x="3414722" y="598172"/>
                  </a:lnTo>
                  <a:lnTo>
                    <a:pt x="3407767" y="598172"/>
                  </a:lnTo>
                  <a:lnTo>
                    <a:pt x="3400812" y="598172"/>
                  </a:lnTo>
                  <a:lnTo>
                    <a:pt x="3393858" y="598172"/>
                  </a:lnTo>
                  <a:lnTo>
                    <a:pt x="3386903" y="598172"/>
                  </a:lnTo>
                  <a:lnTo>
                    <a:pt x="3379948" y="598172"/>
                  </a:lnTo>
                  <a:lnTo>
                    <a:pt x="3372994" y="598172"/>
                  </a:lnTo>
                  <a:lnTo>
                    <a:pt x="3366039" y="598172"/>
                  </a:lnTo>
                  <a:lnTo>
                    <a:pt x="3359084" y="598172"/>
                  </a:lnTo>
                  <a:lnTo>
                    <a:pt x="3352130" y="598172"/>
                  </a:lnTo>
                  <a:lnTo>
                    <a:pt x="3345175" y="598172"/>
                  </a:lnTo>
                  <a:lnTo>
                    <a:pt x="3338221" y="598172"/>
                  </a:lnTo>
                  <a:lnTo>
                    <a:pt x="3331266" y="598172"/>
                  </a:lnTo>
                  <a:lnTo>
                    <a:pt x="3324311" y="598172"/>
                  </a:lnTo>
                  <a:lnTo>
                    <a:pt x="3317357" y="598172"/>
                  </a:lnTo>
                  <a:lnTo>
                    <a:pt x="3310402" y="598172"/>
                  </a:lnTo>
                  <a:lnTo>
                    <a:pt x="3303447" y="598172"/>
                  </a:lnTo>
                  <a:lnTo>
                    <a:pt x="3296493" y="598172"/>
                  </a:lnTo>
                  <a:lnTo>
                    <a:pt x="3289538" y="598172"/>
                  </a:lnTo>
                  <a:lnTo>
                    <a:pt x="3282584" y="598172"/>
                  </a:lnTo>
                  <a:lnTo>
                    <a:pt x="3275629" y="598172"/>
                  </a:lnTo>
                  <a:lnTo>
                    <a:pt x="3268674" y="598172"/>
                  </a:lnTo>
                  <a:lnTo>
                    <a:pt x="3261720" y="598172"/>
                  </a:lnTo>
                  <a:lnTo>
                    <a:pt x="3254765" y="598172"/>
                  </a:lnTo>
                  <a:lnTo>
                    <a:pt x="3247810" y="598172"/>
                  </a:lnTo>
                  <a:lnTo>
                    <a:pt x="3240856" y="598172"/>
                  </a:lnTo>
                  <a:lnTo>
                    <a:pt x="3233901" y="598172"/>
                  </a:lnTo>
                  <a:lnTo>
                    <a:pt x="3226947" y="598172"/>
                  </a:lnTo>
                  <a:lnTo>
                    <a:pt x="3219992" y="598172"/>
                  </a:lnTo>
                  <a:lnTo>
                    <a:pt x="3213037" y="598172"/>
                  </a:lnTo>
                  <a:lnTo>
                    <a:pt x="3206083" y="598172"/>
                  </a:lnTo>
                  <a:lnTo>
                    <a:pt x="3199128" y="598172"/>
                  </a:lnTo>
                  <a:lnTo>
                    <a:pt x="3192173" y="598172"/>
                  </a:lnTo>
                  <a:lnTo>
                    <a:pt x="3185219" y="598172"/>
                  </a:lnTo>
                  <a:lnTo>
                    <a:pt x="3178264" y="598172"/>
                  </a:lnTo>
                  <a:lnTo>
                    <a:pt x="3171310" y="598172"/>
                  </a:lnTo>
                  <a:lnTo>
                    <a:pt x="3164355" y="598172"/>
                  </a:lnTo>
                  <a:lnTo>
                    <a:pt x="3157400" y="598172"/>
                  </a:lnTo>
                  <a:lnTo>
                    <a:pt x="3150446" y="598172"/>
                  </a:lnTo>
                  <a:lnTo>
                    <a:pt x="3143491" y="598172"/>
                  </a:lnTo>
                  <a:lnTo>
                    <a:pt x="3136536" y="598172"/>
                  </a:lnTo>
                  <a:lnTo>
                    <a:pt x="3129582" y="598172"/>
                  </a:lnTo>
                  <a:lnTo>
                    <a:pt x="3122627" y="598172"/>
                  </a:lnTo>
                  <a:lnTo>
                    <a:pt x="3115673" y="598172"/>
                  </a:lnTo>
                  <a:lnTo>
                    <a:pt x="3108718" y="598172"/>
                  </a:lnTo>
                  <a:lnTo>
                    <a:pt x="3101763" y="598172"/>
                  </a:lnTo>
                  <a:lnTo>
                    <a:pt x="3094809" y="598172"/>
                  </a:lnTo>
                  <a:lnTo>
                    <a:pt x="3087854" y="598172"/>
                  </a:lnTo>
                  <a:lnTo>
                    <a:pt x="3080899" y="598172"/>
                  </a:lnTo>
                  <a:lnTo>
                    <a:pt x="3073945" y="598172"/>
                  </a:lnTo>
                  <a:lnTo>
                    <a:pt x="3066990" y="598172"/>
                  </a:lnTo>
                  <a:lnTo>
                    <a:pt x="3060036" y="598172"/>
                  </a:lnTo>
                  <a:lnTo>
                    <a:pt x="3053081" y="598172"/>
                  </a:lnTo>
                  <a:lnTo>
                    <a:pt x="3046126" y="598172"/>
                  </a:lnTo>
                  <a:lnTo>
                    <a:pt x="3039172" y="598172"/>
                  </a:lnTo>
                  <a:lnTo>
                    <a:pt x="3032217" y="598172"/>
                  </a:lnTo>
                  <a:lnTo>
                    <a:pt x="3025262" y="598172"/>
                  </a:lnTo>
                  <a:lnTo>
                    <a:pt x="3018308" y="598172"/>
                  </a:lnTo>
                  <a:lnTo>
                    <a:pt x="3011353" y="598172"/>
                  </a:lnTo>
                  <a:lnTo>
                    <a:pt x="3004399" y="598172"/>
                  </a:lnTo>
                  <a:lnTo>
                    <a:pt x="2997444" y="598172"/>
                  </a:lnTo>
                  <a:lnTo>
                    <a:pt x="2990489" y="598172"/>
                  </a:lnTo>
                  <a:lnTo>
                    <a:pt x="2983535" y="598172"/>
                  </a:lnTo>
                  <a:lnTo>
                    <a:pt x="2976580" y="598172"/>
                  </a:lnTo>
                  <a:lnTo>
                    <a:pt x="2969625" y="598172"/>
                  </a:lnTo>
                  <a:lnTo>
                    <a:pt x="2962671" y="598172"/>
                  </a:lnTo>
                  <a:lnTo>
                    <a:pt x="2955716" y="598172"/>
                  </a:lnTo>
                  <a:lnTo>
                    <a:pt x="2948761" y="598172"/>
                  </a:lnTo>
                  <a:lnTo>
                    <a:pt x="2941807" y="598172"/>
                  </a:lnTo>
                  <a:lnTo>
                    <a:pt x="2934852" y="598172"/>
                  </a:lnTo>
                  <a:lnTo>
                    <a:pt x="2927898" y="598172"/>
                  </a:lnTo>
                  <a:lnTo>
                    <a:pt x="2920943" y="598172"/>
                  </a:lnTo>
                  <a:lnTo>
                    <a:pt x="2913988" y="598172"/>
                  </a:lnTo>
                  <a:lnTo>
                    <a:pt x="2907034" y="598172"/>
                  </a:lnTo>
                  <a:lnTo>
                    <a:pt x="2900079" y="598172"/>
                  </a:lnTo>
                  <a:lnTo>
                    <a:pt x="2893124" y="598172"/>
                  </a:lnTo>
                  <a:lnTo>
                    <a:pt x="2886170" y="598172"/>
                  </a:lnTo>
                  <a:lnTo>
                    <a:pt x="2879215" y="598172"/>
                  </a:lnTo>
                  <a:lnTo>
                    <a:pt x="2872261" y="598172"/>
                  </a:lnTo>
                  <a:lnTo>
                    <a:pt x="2865306" y="598172"/>
                  </a:lnTo>
                  <a:lnTo>
                    <a:pt x="2858351" y="598172"/>
                  </a:lnTo>
                  <a:lnTo>
                    <a:pt x="2851397" y="598172"/>
                  </a:lnTo>
                  <a:lnTo>
                    <a:pt x="2844442" y="598172"/>
                  </a:lnTo>
                  <a:lnTo>
                    <a:pt x="2837487" y="598172"/>
                  </a:lnTo>
                  <a:lnTo>
                    <a:pt x="2830533" y="598172"/>
                  </a:lnTo>
                  <a:lnTo>
                    <a:pt x="2823578" y="598172"/>
                  </a:lnTo>
                  <a:lnTo>
                    <a:pt x="2816624" y="598172"/>
                  </a:lnTo>
                  <a:lnTo>
                    <a:pt x="2809669" y="598172"/>
                  </a:lnTo>
                  <a:lnTo>
                    <a:pt x="2802714" y="598172"/>
                  </a:lnTo>
                  <a:lnTo>
                    <a:pt x="2795760" y="598172"/>
                  </a:lnTo>
                  <a:lnTo>
                    <a:pt x="2788805" y="598172"/>
                  </a:lnTo>
                  <a:lnTo>
                    <a:pt x="2781850" y="598172"/>
                  </a:lnTo>
                  <a:lnTo>
                    <a:pt x="2774896" y="598172"/>
                  </a:lnTo>
                  <a:lnTo>
                    <a:pt x="2767941" y="598172"/>
                  </a:lnTo>
                  <a:lnTo>
                    <a:pt x="2760987" y="598172"/>
                  </a:lnTo>
                  <a:lnTo>
                    <a:pt x="2754032" y="598172"/>
                  </a:lnTo>
                  <a:lnTo>
                    <a:pt x="2747077" y="598172"/>
                  </a:lnTo>
                  <a:lnTo>
                    <a:pt x="2740123" y="598172"/>
                  </a:lnTo>
                  <a:lnTo>
                    <a:pt x="2733168" y="598172"/>
                  </a:lnTo>
                  <a:lnTo>
                    <a:pt x="2726213" y="598172"/>
                  </a:lnTo>
                  <a:lnTo>
                    <a:pt x="2719259" y="598172"/>
                  </a:lnTo>
                  <a:lnTo>
                    <a:pt x="2712304" y="598172"/>
                  </a:lnTo>
                  <a:lnTo>
                    <a:pt x="2705350" y="598172"/>
                  </a:lnTo>
                  <a:lnTo>
                    <a:pt x="2698395" y="598172"/>
                  </a:lnTo>
                  <a:lnTo>
                    <a:pt x="2691440" y="598172"/>
                  </a:lnTo>
                  <a:lnTo>
                    <a:pt x="2684486" y="598172"/>
                  </a:lnTo>
                  <a:lnTo>
                    <a:pt x="2677531" y="598172"/>
                  </a:lnTo>
                  <a:lnTo>
                    <a:pt x="2670576" y="598172"/>
                  </a:lnTo>
                  <a:lnTo>
                    <a:pt x="2663622" y="598172"/>
                  </a:lnTo>
                  <a:lnTo>
                    <a:pt x="2656667" y="598172"/>
                  </a:lnTo>
                  <a:lnTo>
                    <a:pt x="2649713" y="598172"/>
                  </a:lnTo>
                  <a:lnTo>
                    <a:pt x="2642758" y="598172"/>
                  </a:lnTo>
                  <a:lnTo>
                    <a:pt x="2635803" y="598172"/>
                  </a:lnTo>
                  <a:lnTo>
                    <a:pt x="2628849" y="598172"/>
                  </a:lnTo>
                  <a:lnTo>
                    <a:pt x="2621894" y="598172"/>
                  </a:lnTo>
                  <a:lnTo>
                    <a:pt x="2614939" y="598172"/>
                  </a:lnTo>
                  <a:lnTo>
                    <a:pt x="2607985" y="598172"/>
                  </a:lnTo>
                  <a:lnTo>
                    <a:pt x="2601030" y="598172"/>
                  </a:lnTo>
                  <a:lnTo>
                    <a:pt x="2594075" y="598172"/>
                  </a:lnTo>
                  <a:lnTo>
                    <a:pt x="2587121" y="598172"/>
                  </a:lnTo>
                  <a:lnTo>
                    <a:pt x="2580166" y="598172"/>
                  </a:lnTo>
                  <a:lnTo>
                    <a:pt x="2573212" y="598172"/>
                  </a:lnTo>
                  <a:lnTo>
                    <a:pt x="2566257" y="598172"/>
                  </a:lnTo>
                  <a:lnTo>
                    <a:pt x="2559302" y="598172"/>
                  </a:lnTo>
                  <a:lnTo>
                    <a:pt x="2552348" y="598172"/>
                  </a:lnTo>
                  <a:lnTo>
                    <a:pt x="2545393" y="598172"/>
                  </a:lnTo>
                  <a:lnTo>
                    <a:pt x="2538438" y="598172"/>
                  </a:lnTo>
                  <a:lnTo>
                    <a:pt x="2531484" y="598172"/>
                  </a:lnTo>
                  <a:lnTo>
                    <a:pt x="2524529" y="598172"/>
                  </a:lnTo>
                  <a:lnTo>
                    <a:pt x="2517575" y="598172"/>
                  </a:lnTo>
                  <a:lnTo>
                    <a:pt x="2510620" y="598172"/>
                  </a:lnTo>
                  <a:lnTo>
                    <a:pt x="2503665" y="598172"/>
                  </a:lnTo>
                  <a:lnTo>
                    <a:pt x="2496711" y="598172"/>
                  </a:lnTo>
                  <a:lnTo>
                    <a:pt x="2489756" y="598172"/>
                  </a:lnTo>
                  <a:lnTo>
                    <a:pt x="2482801" y="598172"/>
                  </a:lnTo>
                  <a:lnTo>
                    <a:pt x="2475847" y="598172"/>
                  </a:lnTo>
                  <a:lnTo>
                    <a:pt x="2468892" y="598172"/>
                  </a:lnTo>
                  <a:lnTo>
                    <a:pt x="2461938" y="598172"/>
                  </a:lnTo>
                  <a:lnTo>
                    <a:pt x="2454983" y="598172"/>
                  </a:lnTo>
                  <a:lnTo>
                    <a:pt x="2448028" y="598172"/>
                  </a:lnTo>
                  <a:lnTo>
                    <a:pt x="2441074" y="598172"/>
                  </a:lnTo>
                  <a:lnTo>
                    <a:pt x="2434119" y="598172"/>
                  </a:lnTo>
                  <a:lnTo>
                    <a:pt x="2427164" y="598172"/>
                  </a:lnTo>
                  <a:lnTo>
                    <a:pt x="2420210" y="598172"/>
                  </a:lnTo>
                  <a:lnTo>
                    <a:pt x="2413255" y="598172"/>
                  </a:lnTo>
                  <a:lnTo>
                    <a:pt x="2406301" y="598172"/>
                  </a:lnTo>
                  <a:lnTo>
                    <a:pt x="2399346" y="598172"/>
                  </a:lnTo>
                  <a:lnTo>
                    <a:pt x="2392391" y="598172"/>
                  </a:lnTo>
                  <a:lnTo>
                    <a:pt x="2385437" y="598172"/>
                  </a:lnTo>
                  <a:lnTo>
                    <a:pt x="2378482" y="598172"/>
                  </a:lnTo>
                  <a:lnTo>
                    <a:pt x="2371527" y="598172"/>
                  </a:lnTo>
                  <a:lnTo>
                    <a:pt x="2364573" y="598172"/>
                  </a:lnTo>
                  <a:lnTo>
                    <a:pt x="2357618" y="598172"/>
                  </a:lnTo>
                  <a:lnTo>
                    <a:pt x="2350664" y="598172"/>
                  </a:lnTo>
                  <a:lnTo>
                    <a:pt x="2343709" y="598172"/>
                  </a:lnTo>
                  <a:lnTo>
                    <a:pt x="2336754" y="598172"/>
                  </a:lnTo>
                  <a:lnTo>
                    <a:pt x="2329800" y="598172"/>
                  </a:lnTo>
                  <a:lnTo>
                    <a:pt x="2322845" y="598172"/>
                  </a:lnTo>
                  <a:lnTo>
                    <a:pt x="2315890" y="598172"/>
                  </a:lnTo>
                  <a:lnTo>
                    <a:pt x="2308936" y="598172"/>
                  </a:lnTo>
                  <a:lnTo>
                    <a:pt x="2301981" y="598172"/>
                  </a:lnTo>
                  <a:lnTo>
                    <a:pt x="2295027" y="598172"/>
                  </a:lnTo>
                  <a:lnTo>
                    <a:pt x="2288072" y="598172"/>
                  </a:lnTo>
                  <a:lnTo>
                    <a:pt x="2281117" y="598172"/>
                  </a:lnTo>
                  <a:lnTo>
                    <a:pt x="2274163" y="598172"/>
                  </a:lnTo>
                  <a:lnTo>
                    <a:pt x="2267208" y="598172"/>
                  </a:lnTo>
                  <a:lnTo>
                    <a:pt x="2260253" y="598172"/>
                  </a:lnTo>
                  <a:lnTo>
                    <a:pt x="2253299" y="598172"/>
                  </a:lnTo>
                  <a:lnTo>
                    <a:pt x="2246344" y="598172"/>
                  </a:lnTo>
                  <a:lnTo>
                    <a:pt x="2239389" y="598172"/>
                  </a:lnTo>
                  <a:lnTo>
                    <a:pt x="2232435" y="598172"/>
                  </a:lnTo>
                  <a:lnTo>
                    <a:pt x="2225480" y="598172"/>
                  </a:lnTo>
                  <a:lnTo>
                    <a:pt x="2218526" y="598172"/>
                  </a:lnTo>
                  <a:lnTo>
                    <a:pt x="2211571" y="598172"/>
                  </a:lnTo>
                  <a:lnTo>
                    <a:pt x="2204616" y="598172"/>
                  </a:lnTo>
                  <a:lnTo>
                    <a:pt x="2197662" y="598172"/>
                  </a:lnTo>
                  <a:lnTo>
                    <a:pt x="2190707" y="598172"/>
                  </a:lnTo>
                  <a:lnTo>
                    <a:pt x="2183752" y="598172"/>
                  </a:lnTo>
                  <a:lnTo>
                    <a:pt x="2176798" y="598172"/>
                  </a:lnTo>
                  <a:lnTo>
                    <a:pt x="2169843" y="598172"/>
                  </a:lnTo>
                  <a:lnTo>
                    <a:pt x="2162889" y="598172"/>
                  </a:lnTo>
                  <a:lnTo>
                    <a:pt x="2155934" y="598172"/>
                  </a:lnTo>
                  <a:lnTo>
                    <a:pt x="2148979" y="598172"/>
                  </a:lnTo>
                  <a:lnTo>
                    <a:pt x="2142025" y="598172"/>
                  </a:lnTo>
                  <a:lnTo>
                    <a:pt x="2135070" y="598172"/>
                  </a:lnTo>
                  <a:lnTo>
                    <a:pt x="2128115" y="598172"/>
                  </a:lnTo>
                  <a:lnTo>
                    <a:pt x="2121161" y="598172"/>
                  </a:lnTo>
                  <a:lnTo>
                    <a:pt x="2114206" y="598172"/>
                  </a:lnTo>
                  <a:lnTo>
                    <a:pt x="2107252" y="598172"/>
                  </a:lnTo>
                  <a:lnTo>
                    <a:pt x="2100297" y="598172"/>
                  </a:lnTo>
                  <a:lnTo>
                    <a:pt x="2093342" y="598172"/>
                  </a:lnTo>
                  <a:lnTo>
                    <a:pt x="2086388" y="598172"/>
                  </a:lnTo>
                  <a:lnTo>
                    <a:pt x="2079433" y="598172"/>
                  </a:lnTo>
                  <a:lnTo>
                    <a:pt x="2072478" y="598172"/>
                  </a:lnTo>
                  <a:lnTo>
                    <a:pt x="2065524" y="598172"/>
                  </a:lnTo>
                  <a:lnTo>
                    <a:pt x="2058569" y="598172"/>
                  </a:lnTo>
                  <a:lnTo>
                    <a:pt x="2051615" y="598172"/>
                  </a:lnTo>
                  <a:lnTo>
                    <a:pt x="2044660" y="598172"/>
                  </a:lnTo>
                  <a:lnTo>
                    <a:pt x="2037705" y="598172"/>
                  </a:lnTo>
                  <a:lnTo>
                    <a:pt x="2030751" y="598172"/>
                  </a:lnTo>
                  <a:lnTo>
                    <a:pt x="2023796" y="598172"/>
                  </a:lnTo>
                  <a:lnTo>
                    <a:pt x="2016841" y="598172"/>
                  </a:lnTo>
                  <a:lnTo>
                    <a:pt x="2009887" y="598172"/>
                  </a:lnTo>
                  <a:lnTo>
                    <a:pt x="2002932" y="598172"/>
                  </a:lnTo>
                  <a:lnTo>
                    <a:pt x="1995978" y="598172"/>
                  </a:lnTo>
                  <a:lnTo>
                    <a:pt x="1989023" y="598172"/>
                  </a:lnTo>
                  <a:lnTo>
                    <a:pt x="1982068" y="598172"/>
                  </a:lnTo>
                  <a:lnTo>
                    <a:pt x="1975114" y="598172"/>
                  </a:lnTo>
                  <a:lnTo>
                    <a:pt x="1968159" y="598172"/>
                  </a:lnTo>
                  <a:lnTo>
                    <a:pt x="1961204" y="598172"/>
                  </a:lnTo>
                  <a:lnTo>
                    <a:pt x="1954250" y="598172"/>
                  </a:lnTo>
                  <a:lnTo>
                    <a:pt x="1947295" y="598172"/>
                  </a:lnTo>
                  <a:lnTo>
                    <a:pt x="1940341" y="598172"/>
                  </a:lnTo>
                  <a:lnTo>
                    <a:pt x="1933386" y="598172"/>
                  </a:lnTo>
                  <a:lnTo>
                    <a:pt x="1926431" y="598172"/>
                  </a:lnTo>
                  <a:lnTo>
                    <a:pt x="1919477" y="598172"/>
                  </a:lnTo>
                  <a:lnTo>
                    <a:pt x="1912522" y="598172"/>
                  </a:lnTo>
                  <a:lnTo>
                    <a:pt x="1905567" y="598172"/>
                  </a:lnTo>
                  <a:lnTo>
                    <a:pt x="1898613" y="598172"/>
                  </a:lnTo>
                  <a:lnTo>
                    <a:pt x="1891658" y="598172"/>
                  </a:lnTo>
                  <a:lnTo>
                    <a:pt x="1884704" y="598172"/>
                  </a:lnTo>
                  <a:lnTo>
                    <a:pt x="1877749" y="598172"/>
                  </a:lnTo>
                  <a:lnTo>
                    <a:pt x="1870794" y="598172"/>
                  </a:lnTo>
                  <a:lnTo>
                    <a:pt x="1863840" y="598172"/>
                  </a:lnTo>
                  <a:lnTo>
                    <a:pt x="1856885" y="598172"/>
                  </a:lnTo>
                  <a:lnTo>
                    <a:pt x="1849930" y="598172"/>
                  </a:lnTo>
                  <a:lnTo>
                    <a:pt x="1842976" y="598172"/>
                  </a:lnTo>
                  <a:lnTo>
                    <a:pt x="1836021" y="598172"/>
                  </a:lnTo>
                  <a:lnTo>
                    <a:pt x="1829066" y="598172"/>
                  </a:lnTo>
                  <a:lnTo>
                    <a:pt x="1822112" y="598172"/>
                  </a:lnTo>
                  <a:lnTo>
                    <a:pt x="1815157" y="598172"/>
                  </a:lnTo>
                  <a:lnTo>
                    <a:pt x="1808203" y="598172"/>
                  </a:lnTo>
                  <a:lnTo>
                    <a:pt x="1801248" y="598172"/>
                  </a:lnTo>
                  <a:lnTo>
                    <a:pt x="1794293" y="598172"/>
                  </a:lnTo>
                  <a:lnTo>
                    <a:pt x="1787339" y="598172"/>
                  </a:lnTo>
                  <a:lnTo>
                    <a:pt x="1780384" y="598172"/>
                  </a:lnTo>
                  <a:lnTo>
                    <a:pt x="1773429" y="598172"/>
                  </a:lnTo>
                  <a:lnTo>
                    <a:pt x="1766475" y="598172"/>
                  </a:lnTo>
                  <a:lnTo>
                    <a:pt x="1759520" y="598172"/>
                  </a:lnTo>
                  <a:lnTo>
                    <a:pt x="1752566" y="598172"/>
                  </a:lnTo>
                  <a:lnTo>
                    <a:pt x="1745611" y="598172"/>
                  </a:lnTo>
                  <a:lnTo>
                    <a:pt x="1738656" y="598172"/>
                  </a:lnTo>
                  <a:lnTo>
                    <a:pt x="1731702" y="598172"/>
                  </a:lnTo>
                  <a:lnTo>
                    <a:pt x="1724747" y="598172"/>
                  </a:lnTo>
                  <a:lnTo>
                    <a:pt x="1717792" y="598172"/>
                  </a:lnTo>
                  <a:lnTo>
                    <a:pt x="1710838" y="598172"/>
                  </a:lnTo>
                  <a:lnTo>
                    <a:pt x="1703883" y="598172"/>
                  </a:lnTo>
                  <a:lnTo>
                    <a:pt x="1696929" y="598172"/>
                  </a:lnTo>
                  <a:lnTo>
                    <a:pt x="1689974" y="598172"/>
                  </a:lnTo>
                  <a:lnTo>
                    <a:pt x="1683019" y="598172"/>
                  </a:lnTo>
                  <a:lnTo>
                    <a:pt x="1676065" y="598172"/>
                  </a:lnTo>
                  <a:lnTo>
                    <a:pt x="1669110" y="598172"/>
                  </a:lnTo>
                  <a:lnTo>
                    <a:pt x="1662155" y="598172"/>
                  </a:lnTo>
                  <a:lnTo>
                    <a:pt x="1655201" y="598172"/>
                  </a:lnTo>
                  <a:lnTo>
                    <a:pt x="1648246" y="598172"/>
                  </a:lnTo>
                  <a:lnTo>
                    <a:pt x="1641292" y="598172"/>
                  </a:lnTo>
                  <a:lnTo>
                    <a:pt x="1634337" y="598172"/>
                  </a:lnTo>
                  <a:lnTo>
                    <a:pt x="1627382" y="598172"/>
                  </a:lnTo>
                  <a:lnTo>
                    <a:pt x="1620428" y="598172"/>
                  </a:lnTo>
                  <a:lnTo>
                    <a:pt x="1613473" y="598172"/>
                  </a:lnTo>
                  <a:lnTo>
                    <a:pt x="1606518" y="598172"/>
                  </a:lnTo>
                  <a:lnTo>
                    <a:pt x="1599564" y="598172"/>
                  </a:lnTo>
                  <a:lnTo>
                    <a:pt x="1592609" y="598172"/>
                  </a:lnTo>
                  <a:lnTo>
                    <a:pt x="1585655" y="598172"/>
                  </a:lnTo>
                  <a:lnTo>
                    <a:pt x="1578700" y="598172"/>
                  </a:lnTo>
                  <a:lnTo>
                    <a:pt x="1571745" y="598172"/>
                  </a:lnTo>
                  <a:lnTo>
                    <a:pt x="1564791" y="598172"/>
                  </a:lnTo>
                  <a:lnTo>
                    <a:pt x="1557836" y="598172"/>
                  </a:lnTo>
                  <a:lnTo>
                    <a:pt x="1550881" y="598172"/>
                  </a:lnTo>
                  <a:lnTo>
                    <a:pt x="1543927" y="598172"/>
                  </a:lnTo>
                  <a:lnTo>
                    <a:pt x="1536972" y="598172"/>
                  </a:lnTo>
                  <a:lnTo>
                    <a:pt x="1530018" y="598172"/>
                  </a:lnTo>
                  <a:lnTo>
                    <a:pt x="1523063" y="598172"/>
                  </a:lnTo>
                  <a:lnTo>
                    <a:pt x="1516108" y="598172"/>
                  </a:lnTo>
                  <a:lnTo>
                    <a:pt x="1509154" y="598172"/>
                  </a:lnTo>
                  <a:lnTo>
                    <a:pt x="1502199" y="598172"/>
                  </a:lnTo>
                  <a:lnTo>
                    <a:pt x="1495244" y="598172"/>
                  </a:lnTo>
                  <a:lnTo>
                    <a:pt x="1488290" y="598172"/>
                  </a:lnTo>
                  <a:lnTo>
                    <a:pt x="1481335" y="598172"/>
                  </a:lnTo>
                  <a:lnTo>
                    <a:pt x="1474380" y="598172"/>
                  </a:lnTo>
                  <a:lnTo>
                    <a:pt x="1467426" y="598172"/>
                  </a:lnTo>
                  <a:lnTo>
                    <a:pt x="1460471" y="598172"/>
                  </a:lnTo>
                  <a:lnTo>
                    <a:pt x="1453517" y="598172"/>
                  </a:lnTo>
                  <a:lnTo>
                    <a:pt x="1446562" y="598172"/>
                  </a:lnTo>
                  <a:lnTo>
                    <a:pt x="1439607" y="598172"/>
                  </a:lnTo>
                  <a:lnTo>
                    <a:pt x="1432653" y="598172"/>
                  </a:lnTo>
                  <a:lnTo>
                    <a:pt x="1425698" y="598172"/>
                  </a:lnTo>
                  <a:lnTo>
                    <a:pt x="1418743" y="598172"/>
                  </a:lnTo>
                  <a:lnTo>
                    <a:pt x="1411789" y="598172"/>
                  </a:lnTo>
                  <a:lnTo>
                    <a:pt x="1404834" y="598172"/>
                  </a:lnTo>
                  <a:lnTo>
                    <a:pt x="1397880" y="598172"/>
                  </a:lnTo>
                  <a:lnTo>
                    <a:pt x="1390925" y="598172"/>
                  </a:lnTo>
                  <a:lnTo>
                    <a:pt x="1383970" y="598172"/>
                  </a:lnTo>
                  <a:lnTo>
                    <a:pt x="1377016" y="598172"/>
                  </a:lnTo>
                  <a:lnTo>
                    <a:pt x="1370061" y="598172"/>
                  </a:lnTo>
                  <a:lnTo>
                    <a:pt x="1363106" y="598172"/>
                  </a:lnTo>
                  <a:lnTo>
                    <a:pt x="1356152" y="598172"/>
                  </a:lnTo>
                  <a:lnTo>
                    <a:pt x="1349197" y="598172"/>
                  </a:lnTo>
                  <a:lnTo>
                    <a:pt x="1342243" y="598172"/>
                  </a:lnTo>
                  <a:lnTo>
                    <a:pt x="1335288" y="598172"/>
                  </a:lnTo>
                  <a:lnTo>
                    <a:pt x="1328333" y="598172"/>
                  </a:lnTo>
                  <a:lnTo>
                    <a:pt x="1321379" y="598172"/>
                  </a:lnTo>
                  <a:lnTo>
                    <a:pt x="1314424" y="598172"/>
                  </a:lnTo>
                  <a:lnTo>
                    <a:pt x="1307469" y="598172"/>
                  </a:lnTo>
                  <a:lnTo>
                    <a:pt x="1300515" y="598172"/>
                  </a:lnTo>
                  <a:lnTo>
                    <a:pt x="1293560" y="598172"/>
                  </a:lnTo>
                  <a:lnTo>
                    <a:pt x="1286606" y="598172"/>
                  </a:lnTo>
                  <a:lnTo>
                    <a:pt x="1279651" y="598172"/>
                  </a:lnTo>
                  <a:lnTo>
                    <a:pt x="1272696" y="598172"/>
                  </a:lnTo>
                  <a:lnTo>
                    <a:pt x="1265742" y="598172"/>
                  </a:lnTo>
                  <a:lnTo>
                    <a:pt x="1258787" y="598172"/>
                  </a:lnTo>
                  <a:lnTo>
                    <a:pt x="1251832" y="598172"/>
                  </a:lnTo>
                  <a:lnTo>
                    <a:pt x="1244878" y="598172"/>
                  </a:lnTo>
                  <a:lnTo>
                    <a:pt x="1237923" y="598172"/>
                  </a:lnTo>
                  <a:lnTo>
                    <a:pt x="1230969" y="598172"/>
                  </a:lnTo>
                  <a:lnTo>
                    <a:pt x="1224014" y="598172"/>
                  </a:lnTo>
                  <a:lnTo>
                    <a:pt x="1217059" y="598172"/>
                  </a:lnTo>
                  <a:lnTo>
                    <a:pt x="1210105" y="598172"/>
                  </a:lnTo>
                  <a:lnTo>
                    <a:pt x="1203150" y="598172"/>
                  </a:lnTo>
                  <a:lnTo>
                    <a:pt x="1196195" y="598172"/>
                  </a:lnTo>
                  <a:lnTo>
                    <a:pt x="1189241" y="598172"/>
                  </a:lnTo>
                  <a:lnTo>
                    <a:pt x="1182286" y="598172"/>
                  </a:lnTo>
                  <a:lnTo>
                    <a:pt x="1175332" y="598172"/>
                  </a:lnTo>
                  <a:lnTo>
                    <a:pt x="1168377" y="598172"/>
                  </a:lnTo>
                  <a:lnTo>
                    <a:pt x="1161422" y="598172"/>
                  </a:lnTo>
                  <a:lnTo>
                    <a:pt x="1154468" y="598172"/>
                  </a:lnTo>
                  <a:lnTo>
                    <a:pt x="1147513" y="598172"/>
                  </a:lnTo>
                  <a:lnTo>
                    <a:pt x="1140558" y="598172"/>
                  </a:lnTo>
                  <a:lnTo>
                    <a:pt x="1133604" y="598172"/>
                  </a:lnTo>
                  <a:lnTo>
                    <a:pt x="1126649" y="598172"/>
                  </a:lnTo>
                  <a:lnTo>
                    <a:pt x="1119694" y="598172"/>
                  </a:lnTo>
                  <a:lnTo>
                    <a:pt x="1112740" y="598172"/>
                  </a:lnTo>
                  <a:lnTo>
                    <a:pt x="1105785" y="598172"/>
                  </a:lnTo>
                  <a:lnTo>
                    <a:pt x="1098831" y="598172"/>
                  </a:lnTo>
                  <a:lnTo>
                    <a:pt x="1091876" y="598172"/>
                  </a:lnTo>
                  <a:lnTo>
                    <a:pt x="1084921" y="598172"/>
                  </a:lnTo>
                  <a:lnTo>
                    <a:pt x="1077967" y="598172"/>
                  </a:lnTo>
                  <a:lnTo>
                    <a:pt x="1071012" y="598172"/>
                  </a:lnTo>
                  <a:lnTo>
                    <a:pt x="1064057" y="598172"/>
                  </a:lnTo>
                  <a:lnTo>
                    <a:pt x="1057103" y="598172"/>
                  </a:lnTo>
                  <a:lnTo>
                    <a:pt x="1050148" y="598172"/>
                  </a:lnTo>
                  <a:lnTo>
                    <a:pt x="1043194" y="598172"/>
                  </a:lnTo>
                  <a:lnTo>
                    <a:pt x="1036239" y="598172"/>
                  </a:lnTo>
                  <a:lnTo>
                    <a:pt x="1029284" y="598172"/>
                  </a:lnTo>
                  <a:lnTo>
                    <a:pt x="1022330" y="598172"/>
                  </a:lnTo>
                  <a:lnTo>
                    <a:pt x="1015375" y="598172"/>
                  </a:lnTo>
                  <a:lnTo>
                    <a:pt x="1008420" y="598172"/>
                  </a:lnTo>
                  <a:lnTo>
                    <a:pt x="1001466" y="598172"/>
                  </a:lnTo>
                  <a:lnTo>
                    <a:pt x="994511" y="598172"/>
                  </a:lnTo>
                  <a:lnTo>
                    <a:pt x="987557" y="598172"/>
                  </a:lnTo>
                  <a:lnTo>
                    <a:pt x="980602" y="598172"/>
                  </a:lnTo>
                  <a:lnTo>
                    <a:pt x="973647" y="598172"/>
                  </a:lnTo>
                  <a:lnTo>
                    <a:pt x="966693" y="598172"/>
                  </a:lnTo>
                  <a:lnTo>
                    <a:pt x="959738" y="598172"/>
                  </a:lnTo>
                  <a:lnTo>
                    <a:pt x="952783" y="598172"/>
                  </a:lnTo>
                  <a:lnTo>
                    <a:pt x="945829" y="598172"/>
                  </a:lnTo>
                  <a:lnTo>
                    <a:pt x="938874" y="598172"/>
                  </a:lnTo>
                  <a:lnTo>
                    <a:pt x="931920" y="598172"/>
                  </a:lnTo>
                  <a:lnTo>
                    <a:pt x="924965" y="598172"/>
                  </a:lnTo>
                  <a:lnTo>
                    <a:pt x="918010" y="598172"/>
                  </a:lnTo>
                  <a:lnTo>
                    <a:pt x="911056" y="598172"/>
                  </a:lnTo>
                  <a:lnTo>
                    <a:pt x="904101" y="598172"/>
                  </a:lnTo>
                  <a:lnTo>
                    <a:pt x="897146" y="598172"/>
                  </a:lnTo>
                  <a:lnTo>
                    <a:pt x="890192" y="598172"/>
                  </a:lnTo>
                  <a:lnTo>
                    <a:pt x="883237" y="598172"/>
                  </a:lnTo>
                  <a:lnTo>
                    <a:pt x="876283" y="598172"/>
                  </a:lnTo>
                  <a:lnTo>
                    <a:pt x="869328" y="598172"/>
                  </a:lnTo>
                  <a:lnTo>
                    <a:pt x="862373" y="598172"/>
                  </a:lnTo>
                  <a:lnTo>
                    <a:pt x="855419" y="598172"/>
                  </a:lnTo>
                  <a:lnTo>
                    <a:pt x="848464" y="598172"/>
                  </a:lnTo>
                  <a:lnTo>
                    <a:pt x="841509" y="598172"/>
                  </a:lnTo>
                  <a:lnTo>
                    <a:pt x="834555" y="598172"/>
                  </a:lnTo>
                  <a:lnTo>
                    <a:pt x="827600" y="598172"/>
                  </a:lnTo>
                  <a:lnTo>
                    <a:pt x="820646" y="598172"/>
                  </a:lnTo>
                  <a:lnTo>
                    <a:pt x="813691" y="598172"/>
                  </a:lnTo>
                  <a:lnTo>
                    <a:pt x="806736" y="598172"/>
                  </a:lnTo>
                  <a:lnTo>
                    <a:pt x="799782" y="598172"/>
                  </a:lnTo>
                  <a:lnTo>
                    <a:pt x="792827" y="598172"/>
                  </a:lnTo>
                  <a:lnTo>
                    <a:pt x="785872" y="598172"/>
                  </a:lnTo>
                  <a:lnTo>
                    <a:pt x="778918" y="598172"/>
                  </a:lnTo>
                  <a:lnTo>
                    <a:pt x="771963" y="598172"/>
                  </a:lnTo>
                  <a:lnTo>
                    <a:pt x="765009" y="598172"/>
                  </a:lnTo>
                  <a:lnTo>
                    <a:pt x="758054" y="598172"/>
                  </a:lnTo>
                  <a:lnTo>
                    <a:pt x="751099" y="598172"/>
                  </a:lnTo>
                  <a:lnTo>
                    <a:pt x="744145" y="598172"/>
                  </a:lnTo>
                  <a:lnTo>
                    <a:pt x="737190" y="598172"/>
                  </a:lnTo>
                  <a:lnTo>
                    <a:pt x="730235" y="598172"/>
                  </a:lnTo>
                  <a:lnTo>
                    <a:pt x="723281" y="598172"/>
                  </a:lnTo>
                  <a:lnTo>
                    <a:pt x="716326" y="598172"/>
                  </a:lnTo>
                  <a:lnTo>
                    <a:pt x="709371" y="598172"/>
                  </a:lnTo>
                  <a:lnTo>
                    <a:pt x="702417" y="598172"/>
                  </a:lnTo>
                  <a:lnTo>
                    <a:pt x="695462" y="598172"/>
                  </a:lnTo>
                  <a:lnTo>
                    <a:pt x="688508" y="598172"/>
                  </a:lnTo>
                  <a:lnTo>
                    <a:pt x="681553" y="598172"/>
                  </a:lnTo>
                  <a:lnTo>
                    <a:pt x="674598" y="598172"/>
                  </a:lnTo>
                  <a:lnTo>
                    <a:pt x="667644" y="598172"/>
                  </a:lnTo>
                  <a:lnTo>
                    <a:pt x="660689" y="598172"/>
                  </a:lnTo>
                  <a:lnTo>
                    <a:pt x="653734" y="598172"/>
                  </a:lnTo>
                  <a:lnTo>
                    <a:pt x="646780" y="598172"/>
                  </a:lnTo>
                  <a:lnTo>
                    <a:pt x="639825" y="598172"/>
                  </a:lnTo>
                  <a:lnTo>
                    <a:pt x="632871" y="598172"/>
                  </a:lnTo>
                  <a:lnTo>
                    <a:pt x="625916" y="598172"/>
                  </a:lnTo>
                  <a:lnTo>
                    <a:pt x="618961" y="598172"/>
                  </a:lnTo>
                  <a:lnTo>
                    <a:pt x="612007" y="598172"/>
                  </a:lnTo>
                  <a:lnTo>
                    <a:pt x="605052" y="598172"/>
                  </a:lnTo>
                  <a:lnTo>
                    <a:pt x="598097" y="598172"/>
                  </a:lnTo>
                  <a:lnTo>
                    <a:pt x="591143" y="598172"/>
                  </a:lnTo>
                  <a:lnTo>
                    <a:pt x="584188" y="598172"/>
                  </a:lnTo>
                  <a:lnTo>
                    <a:pt x="577234" y="598172"/>
                  </a:lnTo>
                  <a:lnTo>
                    <a:pt x="570279" y="598172"/>
                  </a:lnTo>
                  <a:lnTo>
                    <a:pt x="563324" y="598172"/>
                  </a:lnTo>
                  <a:lnTo>
                    <a:pt x="556370" y="598172"/>
                  </a:lnTo>
                  <a:lnTo>
                    <a:pt x="549415" y="598172"/>
                  </a:lnTo>
                  <a:lnTo>
                    <a:pt x="542460" y="598172"/>
                  </a:lnTo>
                  <a:lnTo>
                    <a:pt x="535506" y="598172"/>
                  </a:lnTo>
                  <a:lnTo>
                    <a:pt x="528551" y="598172"/>
                  </a:lnTo>
                  <a:lnTo>
                    <a:pt x="521597" y="598172"/>
                  </a:lnTo>
                  <a:lnTo>
                    <a:pt x="514642" y="598172"/>
                  </a:lnTo>
                  <a:lnTo>
                    <a:pt x="507687" y="598172"/>
                  </a:lnTo>
                  <a:lnTo>
                    <a:pt x="500733" y="598172"/>
                  </a:lnTo>
                  <a:lnTo>
                    <a:pt x="493778" y="598172"/>
                  </a:lnTo>
                  <a:lnTo>
                    <a:pt x="486823" y="598172"/>
                  </a:lnTo>
                  <a:lnTo>
                    <a:pt x="479869" y="598172"/>
                  </a:lnTo>
                  <a:lnTo>
                    <a:pt x="472914" y="598172"/>
                  </a:lnTo>
                  <a:lnTo>
                    <a:pt x="465960" y="598172"/>
                  </a:lnTo>
                  <a:lnTo>
                    <a:pt x="459005" y="598172"/>
                  </a:lnTo>
                  <a:lnTo>
                    <a:pt x="452050" y="598172"/>
                  </a:lnTo>
                  <a:lnTo>
                    <a:pt x="445096" y="598172"/>
                  </a:lnTo>
                  <a:lnTo>
                    <a:pt x="438141" y="598172"/>
                  </a:lnTo>
                  <a:lnTo>
                    <a:pt x="431186" y="598172"/>
                  </a:lnTo>
                  <a:lnTo>
                    <a:pt x="424232" y="598172"/>
                  </a:lnTo>
                  <a:lnTo>
                    <a:pt x="417277" y="598172"/>
                  </a:lnTo>
                  <a:lnTo>
                    <a:pt x="410323" y="598172"/>
                  </a:lnTo>
                  <a:lnTo>
                    <a:pt x="403368" y="598172"/>
                  </a:lnTo>
                  <a:lnTo>
                    <a:pt x="396413" y="598172"/>
                  </a:lnTo>
                  <a:lnTo>
                    <a:pt x="389459" y="598172"/>
                  </a:lnTo>
                  <a:lnTo>
                    <a:pt x="382504" y="598172"/>
                  </a:lnTo>
                  <a:lnTo>
                    <a:pt x="375549" y="598172"/>
                  </a:lnTo>
                  <a:lnTo>
                    <a:pt x="368595" y="598172"/>
                  </a:lnTo>
                  <a:lnTo>
                    <a:pt x="361640" y="598172"/>
                  </a:lnTo>
                  <a:lnTo>
                    <a:pt x="354685" y="598172"/>
                  </a:lnTo>
                  <a:lnTo>
                    <a:pt x="347731" y="598172"/>
                  </a:lnTo>
                  <a:lnTo>
                    <a:pt x="340776" y="598172"/>
                  </a:lnTo>
                  <a:lnTo>
                    <a:pt x="333822" y="598172"/>
                  </a:lnTo>
                  <a:lnTo>
                    <a:pt x="326867" y="598172"/>
                  </a:lnTo>
                  <a:lnTo>
                    <a:pt x="319912" y="598172"/>
                  </a:lnTo>
                  <a:lnTo>
                    <a:pt x="312958" y="598172"/>
                  </a:lnTo>
                  <a:lnTo>
                    <a:pt x="306003" y="598172"/>
                  </a:lnTo>
                  <a:lnTo>
                    <a:pt x="299048" y="598172"/>
                  </a:lnTo>
                  <a:lnTo>
                    <a:pt x="292094" y="598172"/>
                  </a:lnTo>
                  <a:lnTo>
                    <a:pt x="285139" y="598172"/>
                  </a:lnTo>
                  <a:lnTo>
                    <a:pt x="278185" y="598172"/>
                  </a:lnTo>
                  <a:lnTo>
                    <a:pt x="271230" y="598172"/>
                  </a:lnTo>
                  <a:lnTo>
                    <a:pt x="264275" y="598172"/>
                  </a:lnTo>
                  <a:lnTo>
                    <a:pt x="257321" y="598172"/>
                  </a:lnTo>
                  <a:lnTo>
                    <a:pt x="250366" y="598172"/>
                  </a:lnTo>
                  <a:lnTo>
                    <a:pt x="243411" y="598172"/>
                  </a:lnTo>
                  <a:lnTo>
                    <a:pt x="236457" y="598172"/>
                  </a:lnTo>
                  <a:lnTo>
                    <a:pt x="229502" y="598172"/>
                  </a:lnTo>
                  <a:lnTo>
                    <a:pt x="222548" y="598172"/>
                  </a:lnTo>
                  <a:lnTo>
                    <a:pt x="215593" y="598172"/>
                  </a:lnTo>
                  <a:lnTo>
                    <a:pt x="208638" y="598172"/>
                  </a:lnTo>
                  <a:lnTo>
                    <a:pt x="201684" y="598172"/>
                  </a:lnTo>
                  <a:lnTo>
                    <a:pt x="194729" y="598172"/>
                  </a:lnTo>
                  <a:lnTo>
                    <a:pt x="187774" y="598172"/>
                  </a:lnTo>
                  <a:lnTo>
                    <a:pt x="180820" y="598172"/>
                  </a:lnTo>
                  <a:lnTo>
                    <a:pt x="173865" y="598172"/>
                  </a:lnTo>
                  <a:lnTo>
                    <a:pt x="166911" y="598172"/>
                  </a:lnTo>
                  <a:lnTo>
                    <a:pt x="159956" y="598172"/>
                  </a:lnTo>
                  <a:lnTo>
                    <a:pt x="153001" y="598172"/>
                  </a:lnTo>
                  <a:lnTo>
                    <a:pt x="146047" y="598172"/>
                  </a:lnTo>
                  <a:lnTo>
                    <a:pt x="139092" y="598172"/>
                  </a:lnTo>
                  <a:lnTo>
                    <a:pt x="132137" y="598172"/>
                  </a:lnTo>
                  <a:lnTo>
                    <a:pt x="125183" y="598172"/>
                  </a:lnTo>
                  <a:lnTo>
                    <a:pt x="118228" y="598172"/>
                  </a:lnTo>
                  <a:lnTo>
                    <a:pt x="111274" y="598172"/>
                  </a:lnTo>
                  <a:lnTo>
                    <a:pt x="104319" y="598172"/>
                  </a:lnTo>
                  <a:lnTo>
                    <a:pt x="97364" y="598172"/>
                  </a:lnTo>
                  <a:lnTo>
                    <a:pt x="90410" y="598172"/>
                  </a:lnTo>
                  <a:lnTo>
                    <a:pt x="83455" y="598172"/>
                  </a:lnTo>
                  <a:lnTo>
                    <a:pt x="76500" y="598172"/>
                  </a:lnTo>
                  <a:lnTo>
                    <a:pt x="69546" y="598172"/>
                  </a:lnTo>
                  <a:lnTo>
                    <a:pt x="62591" y="598172"/>
                  </a:lnTo>
                  <a:lnTo>
                    <a:pt x="55637" y="598172"/>
                  </a:lnTo>
                  <a:lnTo>
                    <a:pt x="48682" y="598172"/>
                  </a:lnTo>
                  <a:lnTo>
                    <a:pt x="41727" y="598172"/>
                  </a:lnTo>
                  <a:lnTo>
                    <a:pt x="34773" y="598172"/>
                  </a:lnTo>
                  <a:lnTo>
                    <a:pt x="27818" y="598172"/>
                  </a:lnTo>
                  <a:lnTo>
                    <a:pt x="20863" y="598172"/>
                  </a:lnTo>
                  <a:lnTo>
                    <a:pt x="13909" y="598172"/>
                  </a:lnTo>
                  <a:lnTo>
                    <a:pt x="6954" y="598172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5650134" y="3942072"/>
              <a:ext cx="3553814" cy="598172"/>
            </a:xfrm>
            <a:custGeom>
              <a:avLst/>
              <a:pathLst>
                <a:path w="3553814" h="598172">
                  <a:moveTo>
                    <a:pt x="0" y="598172"/>
                  </a:moveTo>
                  <a:lnTo>
                    <a:pt x="6954" y="598172"/>
                  </a:lnTo>
                  <a:lnTo>
                    <a:pt x="13909" y="598172"/>
                  </a:lnTo>
                  <a:lnTo>
                    <a:pt x="20863" y="598172"/>
                  </a:lnTo>
                  <a:lnTo>
                    <a:pt x="27818" y="598172"/>
                  </a:lnTo>
                  <a:lnTo>
                    <a:pt x="34773" y="598172"/>
                  </a:lnTo>
                  <a:lnTo>
                    <a:pt x="41727" y="598172"/>
                  </a:lnTo>
                  <a:lnTo>
                    <a:pt x="48682" y="598172"/>
                  </a:lnTo>
                  <a:lnTo>
                    <a:pt x="55637" y="598172"/>
                  </a:lnTo>
                  <a:lnTo>
                    <a:pt x="62591" y="598172"/>
                  </a:lnTo>
                  <a:lnTo>
                    <a:pt x="69546" y="598172"/>
                  </a:lnTo>
                  <a:lnTo>
                    <a:pt x="76500" y="598172"/>
                  </a:lnTo>
                  <a:lnTo>
                    <a:pt x="83455" y="598172"/>
                  </a:lnTo>
                  <a:lnTo>
                    <a:pt x="90410" y="598172"/>
                  </a:lnTo>
                  <a:lnTo>
                    <a:pt x="97364" y="598172"/>
                  </a:lnTo>
                  <a:lnTo>
                    <a:pt x="104319" y="598172"/>
                  </a:lnTo>
                  <a:lnTo>
                    <a:pt x="111274" y="598172"/>
                  </a:lnTo>
                  <a:lnTo>
                    <a:pt x="118228" y="598172"/>
                  </a:lnTo>
                  <a:lnTo>
                    <a:pt x="125183" y="598172"/>
                  </a:lnTo>
                  <a:lnTo>
                    <a:pt x="132137" y="598172"/>
                  </a:lnTo>
                  <a:lnTo>
                    <a:pt x="139092" y="598172"/>
                  </a:lnTo>
                  <a:lnTo>
                    <a:pt x="146047" y="598172"/>
                  </a:lnTo>
                  <a:lnTo>
                    <a:pt x="153001" y="598172"/>
                  </a:lnTo>
                  <a:lnTo>
                    <a:pt x="159956" y="598172"/>
                  </a:lnTo>
                  <a:lnTo>
                    <a:pt x="166911" y="598172"/>
                  </a:lnTo>
                  <a:lnTo>
                    <a:pt x="173865" y="598172"/>
                  </a:lnTo>
                  <a:lnTo>
                    <a:pt x="180820" y="598172"/>
                  </a:lnTo>
                  <a:lnTo>
                    <a:pt x="187774" y="598172"/>
                  </a:lnTo>
                  <a:lnTo>
                    <a:pt x="194729" y="598172"/>
                  </a:lnTo>
                  <a:lnTo>
                    <a:pt x="201684" y="598172"/>
                  </a:lnTo>
                  <a:lnTo>
                    <a:pt x="208638" y="598172"/>
                  </a:lnTo>
                  <a:lnTo>
                    <a:pt x="215593" y="598172"/>
                  </a:lnTo>
                  <a:lnTo>
                    <a:pt x="222548" y="598172"/>
                  </a:lnTo>
                  <a:lnTo>
                    <a:pt x="229502" y="598172"/>
                  </a:lnTo>
                  <a:lnTo>
                    <a:pt x="236457" y="598172"/>
                  </a:lnTo>
                  <a:lnTo>
                    <a:pt x="243411" y="598172"/>
                  </a:lnTo>
                  <a:lnTo>
                    <a:pt x="250366" y="598172"/>
                  </a:lnTo>
                  <a:lnTo>
                    <a:pt x="257321" y="598172"/>
                  </a:lnTo>
                  <a:lnTo>
                    <a:pt x="264275" y="598172"/>
                  </a:lnTo>
                  <a:lnTo>
                    <a:pt x="271230" y="598172"/>
                  </a:lnTo>
                  <a:lnTo>
                    <a:pt x="278185" y="598172"/>
                  </a:lnTo>
                  <a:lnTo>
                    <a:pt x="285139" y="598172"/>
                  </a:lnTo>
                  <a:lnTo>
                    <a:pt x="292094" y="598172"/>
                  </a:lnTo>
                  <a:lnTo>
                    <a:pt x="299048" y="598172"/>
                  </a:lnTo>
                  <a:lnTo>
                    <a:pt x="306003" y="598172"/>
                  </a:lnTo>
                  <a:lnTo>
                    <a:pt x="312958" y="598172"/>
                  </a:lnTo>
                  <a:lnTo>
                    <a:pt x="319912" y="598172"/>
                  </a:lnTo>
                  <a:lnTo>
                    <a:pt x="326867" y="598172"/>
                  </a:lnTo>
                  <a:lnTo>
                    <a:pt x="333822" y="598172"/>
                  </a:lnTo>
                  <a:lnTo>
                    <a:pt x="340776" y="598172"/>
                  </a:lnTo>
                  <a:lnTo>
                    <a:pt x="347731" y="598172"/>
                  </a:lnTo>
                  <a:lnTo>
                    <a:pt x="354685" y="598172"/>
                  </a:lnTo>
                  <a:lnTo>
                    <a:pt x="361640" y="598172"/>
                  </a:lnTo>
                  <a:lnTo>
                    <a:pt x="368595" y="598172"/>
                  </a:lnTo>
                  <a:lnTo>
                    <a:pt x="375549" y="598172"/>
                  </a:lnTo>
                  <a:lnTo>
                    <a:pt x="382504" y="598172"/>
                  </a:lnTo>
                  <a:lnTo>
                    <a:pt x="389459" y="598172"/>
                  </a:lnTo>
                  <a:lnTo>
                    <a:pt x="396413" y="598172"/>
                  </a:lnTo>
                  <a:lnTo>
                    <a:pt x="403368" y="598172"/>
                  </a:lnTo>
                  <a:lnTo>
                    <a:pt x="410323" y="598172"/>
                  </a:lnTo>
                  <a:lnTo>
                    <a:pt x="417277" y="598172"/>
                  </a:lnTo>
                  <a:lnTo>
                    <a:pt x="424232" y="598172"/>
                  </a:lnTo>
                  <a:lnTo>
                    <a:pt x="431186" y="598172"/>
                  </a:lnTo>
                  <a:lnTo>
                    <a:pt x="438141" y="598172"/>
                  </a:lnTo>
                  <a:lnTo>
                    <a:pt x="445096" y="598172"/>
                  </a:lnTo>
                  <a:lnTo>
                    <a:pt x="452050" y="598172"/>
                  </a:lnTo>
                  <a:lnTo>
                    <a:pt x="459005" y="598172"/>
                  </a:lnTo>
                  <a:lnTo>
                    <a:pt x="465960" y="598172"/>
                  </a:lnTo>
                  <a:lnTo>
                    <a:pt x="472914" y="598172"/>
                  </a:lnTo>
                  <a:lnTo>
                    <a:pt x="479869" y="598172"/>
                  </a:lnTo>
                  <a:lnTo>
                    <a:pt x="486823" y="598172"/>
                  </a:lnTo>
                  <a:lnTo>
                    <a:pt x="493778" y="598172"/>
                  </a:lnTo>
                  <a:lnTo>
                    <a:pt x="500733" y="598172"/>
                  </a:lnTo>
                  <a:lnTo>
                    <a:pt x="507687" y="598172"/>
                  </a:lnTo>
                  <a:lnTo>
                    <a:pt x="514642" y="598172"/>
                  </a:lnTo>
                  <a:lnTo>
                    <a:pt x="521597" y="598172"/>
                  </a:lnTo>
                  <a:lnTo>
                    <a:pt x="528551" y="598172"/>
                  </a:lnTo>
                  <a:lnTo>
                    <a:pt x="535506" y="598172"/>
                  </a:lnTo>
                  <a:lnTo>
                    <a:pt x="542460" y="598172"/>
                  </a:lnTo>
                  <a:lnTo>
                    <a:pt x="549415" y="598172"/>
                  </a:lnTo>
                  <a:lnTo>
                    <a:pt x="556370" y="598172"/>
                  </a:lnTo>
                  <a:lnTo>
                    <a:pt x="563324" y="598172"/>
                  </a:lnTo>
                  <a:lnTo>
                    <a:pt x="570279" y="598172"/>
                  </a:lnTo>
                  <a:lnTo>
                    <a:pt x="577234" y="598172"/>
                  </a:lnTo>
                  <a:lnTo>
                    <a:pt x="584188" y="598172"/>
                  </a:lnTo>
                  <a:lnTo>
                    <a:pt x="591143" y="598172"/>
                  </a:lnTo>
                  <a:lnTo>
                    <a:pt x="598097" y="598172"/>
                  </a:lnTo>
                  <a:lnTo>
                    <a:pt x="605052" y="598172"/>
                  </a:lnTo>
                  <a:lnTo>
                    <a:pt x="612007" y="598172"/>
                  </a:lnTo>
                  <a:lnTo>
                    <a:pt x="618961" y="598172"/>
                  </a:lnTo>
                  <a:lnTo>
                    <a:pt x="625916" y="598172"/>
                  </a:lnTo>
                  <a:lnTo>
                    <a:pt x="632871" y="598172"/>
                  </a:lnTo>
                  <a:lnTo>
                    <a:pt x="639825" y="598172"/>
                  </a:lnTo>
                  <a:lnTo>
                    <a:pt x="646780" y="598172"/>
                  </a:lnTo>
                  <a:lnTo>
                    <a:pt x="653734" y="598172"/>
                  </a:lnTo>
                  <a:lnTo>
                    <a:pt x="660689" y="598172"/>
                  </a:lnTo>
                  <a:lnTo>
                    <a:pt x="667644" y="598172"/>
                  </a:lnTo>
                  <a:lnTo>
                    <a:pt x="674598" y="598172"/>
                  </a:lnTo>
                  <a:lnTo>
                    <a:pt x="681553" y="598172"/>
                  </a:lnTo>
                  <a:lnTo>
                    <a:pt x="688508" y="598172"/>
                  </a:lnTo>
                  <a:lnTo>
                    <a:pt x="695462" y="598172"/>
                  </a:lnTo>
                  <a:lnTo>
                    <a:pt x="702417" y="598172"/>
                  </a:lnTo>
                  <a:lnTo>
                    <a:pt x="709371" y="598172"/>
                  </a:lnTo>
                  <a:lnTo>
                    <a:pt x="716326" y="598172"/>
                  </a:lnTo>
                  <a:lnTo>
                    <a:pt x="723281" y="598172"/>
                  </a:lnTo>
                  <a:lnTo>
                    <a:pt x="730235" y="598172"/>
                  </a:lnTo>
                  <a:lnTo>
                    <a:pt x="737190" y="598172"/>
                  </a:lnTo>
                  <a:lnTo>
                    <a:pt x="744145" y="598172"/>
                  </a:lnTo>
                  <a:lnTo>
                    <a:pt x="751099" y="598172"/>
                  </a:lnTo>
                  <a:lnTo>
                    <a:pt x="758054" y="598172"/>
                  </a:lnTo>
                  <a:lnTo>
                    <a:pt x="765009" y="598172"/>
                  </a:lnTo>
                  <a:lnTo>
                    <a:pt x="771963" y="598172"/>
                  </a:lnTo>
                  <a:lnTo>
                    <a:pt x="778918" y="598172"/>
                  </a:lnTo>
                  <a:lnTo>
                    <a:pt x="785872" y="598172"/>
                  </a:lnTo>
                  <a:lnTo>
                    <a:pt x="792827" y="598172"/>
                  </a:lnTo>
                  <a:lnTo>
                    <a:pt x="799782" y="598172"/>
                  </a:lnTo>
                  <a:lnTo>
                    <a:pt x="806736" y="598172"/>
                  </a:lnTo>
                  <a:lnTo>
                    <a:pt x="813691" y="598172"/>
                  </a:lnTo>
                  <a:lnTo>
                    <a:pt x="820646" y="598172"/>
                  </a:lnTo>
                  <a:lnTo>
                    <a:pt x="827600" y="598172"/>
                  </a:lnTo>
                  <a:lnTo>
                    <a:pt x="834555" y="598172"/>
                  </a:lnTo>
                  <a:lnTo>
                    <a:pt x="841509" y="598172"/>
                  </a:lnTo>
                  <a:lnTo>
                    <a:pt x="848464" y="598172"/>
                  </a:lnTo>
                  <a:lnTo>
                    <a:pt x="855419" y="598172"/>
                  </a:lnTo>
                  <a:lnTo>
                    <a:pt x="862373" y="598172"/>
                  </a:lnTo>
                  <a:lnTo>
                    <a:pt x="869328" y="598172"/>
                  </a:lnTo>
                  <a:lnTo>
                    <a:pt x="876283" y="598172"/>
                  </a:lnTo>
                  <a:lnTo>
                    <a:pt x="883237" y="598172"/>
                  </a:lnTo>
                  <a:lnTo>
                    <a:pt x="890192" y="598172"/>
                  </a:lnTo>
                  <a:lnTo>
                    <a:pt x="897146" y="598172"/>
                  </a:lnTo>
                  <a:lnTo>
                    <a:pt x="904101" y="598172"/>
                  </a:lnTo>
                  <a:lnTo>
                    <a:pt x="911056" y="598172"/>
                  </a:lnTo>
                  <a:lnTo>
                    <a:pt x="918010" y="598172"/>
                  </a:lnTo>
                  <a:lnTo>
                    <a:pt x="924965" y="598172"/>
                  </a:lnTo>
                  <a:lnTo>
                    <a:pt x="931920" y="598172"/>
                  </a:lnTo>
                  <a:lnTo>
                    <a:pt x="938874" y="598172"/>
                  </a:lnTo>
                  <a:lnTo>
                    <a:pt x="945829" y="598172"/>
                  </a:lnTo>
                  <a:lnTo>
                    <a:pt x="952783" y="598172"/>
                  </a:lnTo>
                  <a:lnTo>
                    <a:pt x="959738" y="598172"/>
                  </a:lnTo>
                  <a:lnTo>
                    <a:pt x="966693" y="598172"/>
                  </a:lnTo>
                  <a:lnTo>
                    <a:pt x="973647" y="598172"/>
                  </a:lnTo>
                  <a:lnTo>
                    <a:pt x="980602" y="598172"/>
                  </a:lnTo>
                  <a:lnTo>
                    <a:pt x="987557" y="598172"/>
                  </a:lnTo>
                  <a:lnTo>
                    <a:pt x="994511" y="598172"/>
                  </a:lnTo>
                  <a:lnTo>
                    <a:pt x="1001466" y="598172"/>
                  </a:lnTo>
                  <a:lnTo>
                    <a:pt x="1008420" y="598172"/>
                  </a:lnTo>
                  <a:lnTo>
                    <a:pt x="1015375" y="598172"/>
                  </a:lnTo>
                  <a:lnTo>
                    <a:pt x="1022330" y="598172"/>
                  </a:lnTo>
                  <a:lnTo>
                    <a:pt x="1029284" y="598172"/>
                  </a:lnTo>
                  <a:lnTo>
                    <a:pt x="1036239" y="598172"/>
                  </a:lnTo>
                  <a:lnTo>
                    <a:pt x="1043194" y="598172"/>
                  </a:lnTo>
                  <a:lnTo>
                    <a:pt x="1050148" y="598172"/>
                  </a:lnTo>
                  <a:lnTo>
                    <a:pt x="1057103" y="598172"/>
                  </a:lnTo>
                  <a:lnTo>
                    <a:pt x="1064057" y="598172"/>
                  </a:lnTo>
                  <a:lnTo>
                    <a:pt x="1071012" y="598172"/>
                  </a:lnTo>
                  <a:lnTo>
                    <a:pt x="1077967" y="598172"/>
                  </a:lnTo>
                  <a:lnTo>
                    <a:pt x="1084921" y="598172"/>
                  </a:lnTo>
                  <a:lnTo>
                    <a:pt x="1091876" y="598172"/>
                  </a:lnTo>
                  <a:lnTo>
                    <a:pt x="1098831" y="598172"/>
                  </a:lnTo>
                  <a:lnTo>
                    <a:pt x="1105785" y="598172"/>
                  </a:lnTo>
                  <a:lnTo>
                    <a:pt x="1112740" y="598172"/>
                  </a:lnTo>
                  <a:lnTo>
                    <a:pt x="1119694" y="598172"/>
                  </a:lnTo>
                  <a:lnTo>
                    <a:pt x="1126649" y="598172"/>
                  </a:lnTo>
                  <a:lnTo>
                    <a:pt x="1133604" y="598172"/>
                  </a:lnTo>
                  <a:lnTo>
                    <a:pt x="1140558" y="598172"/>
                  </a:lnTo>
                  <a:lnTo>
                    <a:pt x="1147513" y="598172"/>
                  </a:lnTo>
                  <a:lnTo>
                    <a:pt x="1154468" y="598172"/>
                  </a:lnTo>
                  <a:lnTo>
                    <a:pt x="1161422" y="598172"/>
                  </a:lnTo>
                  <a:lnTo>
                    <a:pt x="1168377" y="598172"/>
                  </a:lnTo>
                  <a:lnTo>
                    <a:pt x="1175332" y="598172"/>
                  </a:lnTo>
                  <a:lnTo>
                    <a:pt x="1182286" y="598172"/>
                  </a:lnTo>
                  <a:lnTo>
                    <a:pt x="1189241" y="598172"/>
                  </a:lnTo>
                  <a:lnTo>
                    <a:pt x="1196195" y="598172"/>
                  </a:lnTo>
                  <a:lnTo>
                    <a:pt x="1203150" y="598172"/>
                  </a:lnTo>
                  <a:lnTo>
                    <a:pt x="1210105" y="598172"/>
                  </a:lnTo>
                  <a:lnTo>
                    <a:pt x="1217059" y="598172"/>
                  </a:lnTo>
                  <a:lnTo>
                    <a:pt x="1224014" y="598172"/>
                  </a:lnTo>
                  <a:lnTo>
                    <a:pt x="1230969" y="598172"/>
                  </a:lnTo>
                  <a:lnTo>
                    <a:pt x="1237923" y="598172"/>
                  </a:lnTo>
                  <a:lnTo>
                    <a:pt x="1244878" y="598172"/>
                  </a:lnTo>
                  <a:lnTo>
                    <a:pt x="1251832" y="598172"/>
                  </a:lnTo>
                  <a:lnTo>
                    <a:pt x="1258787" y="598172"/>
                  </a:lnTo>
                  <a:lnTo>
                    <a:pt x="1265742" y="598172"/>
                  </a:lnTo>
                  <a:lnTo>
                    <a:pt x="1272696" y="598172"/>
                  </a:lnTo>
                  <a:lnTo>
                    <a:pt x="1279651" y="598172"/>
                  </a:lnTo>
                  <a:lnTo>
                    <a:pt x="1286606" y="598172"/>
                  </a:lnTo>
                  <a:lnTo>
                    <a:pt x="1293560" y="598172"/>
                  </a:lnTo>
                  <a:lnTo>
                    <a:pt x="1300515" y="598172"/>
                  </a:lnTo>
                  <a:lnTo>
                    <a:pt x="1307469" y="598172"/>
                  </a:lnTo>
                  <a:lnTo>
                    <a:pt x="1314424" y="598172"/>
                  </a:lnTo>
                  <a:lnTo>
                    <a:pt x="1321379" y="598172"/>
                  </a:lnTo>
                  <a:lnTo>
                    <a:pt x="1328333" y="598172"/>
                  </a:lnTo>
                  <a:lnTo>
                    <a:pt x="1335288" y="598172"/>
                  </a:lnTo>
                  <a:lnTo>
                    <a:pt x="1342243" y="598172"/>
                  </a:lnTo>
                  <a:lnTo>
                    <a:pt x="1349197" y="598172"/>
                  </a:lnTo>
                  <a:lnTo>
                    <a:pt x="1356152" y="598172"/>
                  </a:lnTo>
                  <a:lnTo>
                    <a:pt x="1363106" y="598172"/>
                  </a:lnTo>
                  <a:lnTo>
                    <a:pt x="1370061" y="598172"/>
                  </a:lnTo>
                  <a:lnTo>
                    <a:pt x="1377016" y="598172"/>
                  </a:lnTo>
                  <a:lnTo>
                    <a:pt x="1383970" y="598172"/>
                  </a:lnTo>
                  <a:lnTo>
                    <a:pt x="1390925" y="598172"/>
                  </a:lnTo>
                  <a:lnTo>
                    <a:pt x="1397880" y="598172"/>
                  </a:lnTo>
                  <a:lnTo>
                    <a:pt x="1404834" y="598172"/>
                  </a:lnTo>
                  <a:lnTo>
                    <a:pt x="1411789" y="598172"/>
                  </a:lnTo>
                  <a:lnTo>
                    <a:pt x="1418743" y="598172"/>
                  </a:lnTo>
                  <a:lnTo>
                    <a:pt x="1425698" y="598172"/>
                  </a:lnTo>
                  <a:lnTo>
                    <a:pt x="1432653" y="598172"/>
                  </a:lnTo>
                  <a:lnTo>
                    <a:pt x="1439607" y="598172"/>
                  </a:lnTo>
                  <a:lnTo>
                    <a:pt x="1446562" y="598172"/>
                  </a:lnTo>
                  <a:lnTo>
                    <a:pt x="1453517" y="598172"/>
                  </a:lnTo>
                  <a:lnTo>
                    <a:pt x="1460471" y="598172"/>
                  </a:lnTo>
                  <a:lnTo>
                    <a:pt x="1467426" y="598172"/>
                  </a:lnTo>
                  <a:lnTo>
                    <a:pt x="1474380" y="598172"/>
                  </a:lnTo>
                  <a:lnTo>
                    <a:pt x="1481335" y="598172"/>
                  </a:lnTo>
                  <a:lnTo>
                    <a:pt x="1488290" y="598172"/>
                  </a:lnTo>
                  <a:lnTo>
                    <a:pt x="1495244" y="598172"/>
                  </a:lnTo>
                  <a:lnTo>
                    <a:pt x="1502199" y="598172"/>
                  </a:lnTo>
                  <a:lnTo>
                    <a:pt x="1509154" y="598172"/>
                  </a:lnTo>
                  <a:lnTo>
                    <a:pt x="1516108" y="598172"/>
                  </a:lnTo>
                  <a:lnTo>
                    <a:pt x="1523063" y="598172"/>
                  </a:lnTo>
                  <a:lnTo>
                    <a:pt x="1530018" y="598172"/>
                  </a:lnTo>
                  <a:lnTo>
                    <a:pt x="1536972" y="598172"/>
                  </a:lnTo>
                  <a:lnTo>
                    <a:pt x="1543927" y="598172"/>
                  </a:lnTo>
                  <a:lnTo>
                    <a:pt x="1550881" y="598172"/>
                  </a:lnTo>
                  <a:lnTo>
                    <a:pt x="1557836" y="598172"/>
                  </a:lnTo>
                  <a:lnTo>
                    <a:pt x="1564791" y="598172"/>
                  </a:lnTo>
                  <a:lnTo>
                    <a:pt x="1571745" y="598172"/>
                  </a:lnTo>
                  <a:lnTo>
                    <a:pt x="1578700" y="598172"/>
                  </a:lnTo>
                  <a:lnTo>
                    <a:pt x="1585655" y="598172"/>
                  </a:lnTo>
                  <a:lnTo>
                    <a:pt x="1592609" y="598172"/>
                  </a:lnTo>
                  <a:lnTo>
                    <a:pt x="1599564" y="598172"/>
                  </a:lnTo>
                  <a:lnTo>
                    <a:pt x="1606518" y="598172"/>
                  </a:lnTo>
                  <a:lnTo>
                    <a:pt x="1613473" y="598172"/>
                  </a:lnTo>
                  <a:lnTo>
                    <a:pt x="1620428" y="598172"/>
                  </a:lnTo>
                  <a:lnTo>
                    <a:pt x="1627382" y="598172"/>
                  </a:lnTo>
                  <a:lnTo>
                    <a:pt x="1634337" y="598172"/>
                  </a:lnTo>
                  <a:lnTo>
                    <a:pt x="1641292" y="598172"/>
                  </a:lnTo>
                  <a:lnTo>
                    <a:pt x="1648246" y="598172"/>
                  </a:lnTo>
                  <a:lnTo>
                    <a:pt x="1655201" y="598172"/>
                  </a:lnTo>
                  <a:lnTo>
                    <a:pt x="1662155" y="598172"/>
                  </a:lnTo>
                  <a:lnTo>
                    <a:pt x="1669110" y="598172"/>
                  </a:lnTo>
                  <a:lnTo>
                    <a:pt x="1676065" y="598172"/>
                  </a:lnTo>
                  <a:lnTo>
                    <a:pt x="1683019" y="598172"/>
                  </a:lnTo>
                  <a:lnTo>
                    <a:pt x="1689974" y="598172"/>
                  </a:lnTo>
                  <a:lnTo>
                    <a:pt x="1696929" y="598172"/>
                  </a:lnTo>
                  <a:lnTo>
                    <a:pt x="1703883" y="598172"/>
                  </a:lnTo>
                  <a:lnTo>
                    <a:pt x="1710838" y="598172"/>
                  </a:lnTo>
                  <a:lnTo>
                    <a:pt x="1717792" y="598172"/>
                  </a:lnTo>
                  <a:lnTo>
                    <a:pt x="1724747" y="598172"/>
                  </a:lnTo>
                  <a:lnTo>
                    <a:pt x="1731702" y="598172"/>
                  </a:lnTo>
                  <a:lnTo>
                    <a:pt x="1738656" y="598172"/>
                  </a:lnTo>
                  <a:lnTo>
                    <a:pt x="1745611" y="598172"/>
                  </a:lnTo>
                  <a:lnTo>
                    <a:pt x="1752566" y="598172"/>
                  </a:lnTo>
                  <a:lnTo>
                    <a:pt x="1759520" y="598172"/>
                  </a:lnTo>
                  <a:lnTo>
                    <a:pt x="1766475" y="598172"/>
                  </a:lnTo>
                  <a:lnTo>
                    <a:pt x="1773429" y="598172"/>
                  </a:lnTo>
                  <a:lnTo>
                    <a:pt x="1780384" y="598172"/>
                  </a:lnTo>
                  <a:lnTo>
                    <a:pt x="1787339" y="598172"/>
                  </a:lnTo>
                  <a:lnTo>
                    <a:pt x="1794293" y="598172"/>
                  </a:lnTo>
                  <a:lnTo>
                    <a:pt x="1801248" y="598172"/>
                  </a:lnTo>
                  <a:lnTo>
                    <a:pt x="1808203" y="598171"/>
                  </a:lnTo>
                  <a:lnTo>
                    <a:pt x="1815157" y="598169"/>
                  </a:lnTo>
                  <a:lnTo>
                    <a:pt x="1822112" y="598163"/>
                  </a:lnTo>
                  <a:lnTo>
                    <a:pt x="1829066" y="598148"/>
                  </a:lnTo>
                  <a:lnTo>
                    <a:pt x="1836021" y="598116"/>
                  </a:lnTo>
                  <a:lnTo>
                    <a:pt x="1842976" y="598056"/>
                  </a:lnTo>
                  <a:lnTo>
                    <a:pt x="1849930" y="597959"/>
                  </a:lnTo>
                  <a:lnTo>
                    <a:pt x="1856885" y="597826"/>
                  </a:lnTo>
                  <a:lnTo>
                    <a:pt x="1863840" y="597670"/>
                  </a:lnTo>
                  <a:lnTo>
                    <a:pt x="1870794" y="597517"/>
                  </a:lnTo>
                  <a:lnTo>
                    <a:pt x="1877749" y="597391"/>
                  </a:lnTo>
                  <a:lnTo>
                    <a:pt x="1884704" y="597292"/>
                  </a:lnTo>
                  <a:lnTo>
                    <a:pt x="1891658" y="597187"/>
                  </a:lnTo>
                  <a:lnTo>
                    <a:pt x="1898613" y="597006"/>
                  </a:lnTo>
                  <a:lnTo>
                    <a:pt x="1905567" y="596667"/>
                  </a:lnTo>
                  <a:lnTo>
                    <a:pt x="1912522" y="596096"/>
                  </a:lnTo>
                  <a:lnTo>
                    <a:pt x="1919477" y="595241"/>
                  </a:lnTo>
                  <a:lnTo>
                    <a:pt x="1926431" y="594074"/>
                  </a:lnTo>
                  <a:lnTo>
                    <a:pt x="1933386" y="592571"/>
                  </a:lnTo>
                  <a:lnTo>
                    <a:pt x="1940341" y="590711"/>
                  </a:lnTo>
                  <a:lnTo>
                    <a:pt x="1947295" y="588468"/>
                  </a:lnTo>
                  <a:lnTo>
                    <a:pt x="1954250" y="585842"/>
                  </a:lnTo>
                  <a:lnTo>
                    <a:pt x="1961204" y="582852"/>
                  </a:lnTo>
                  <a:lnTo>
                    <a:pt x="1968159" y="579487"/>
                  </a:lnTo>
                  <a:lnTo>
                    <a:pt x="1975114" y="575687"/>
                  </a:lnTo>
                  <a:lnTo>
                    <a:pt x="1982068" y="571349"/>
                  </a:lnTo>
                  <a:lnTo>
                    <a:pt x="1989023" y="566386"/>
                  </a:lnTo>
                  <a:lnTo>
                    <a:pt x="1995978" y="560789"/>
                  </a:lnTo>
                  <a:lnTo>
                    <a:pt x="2002932" y="554633"/>
                  </a:lnTo>
                  <a:lnTo>
                    <a:pt x="2009887" y="547968"/>
                  </a:lnTo>
                  <a:lnTo>
                    <a:pt x="2016841" y="540681"/>
                  </a:lnTo>
                  <a:lnTo>
                    <a:pt x="2023796" y="532399"/>
                  </a:lnTo>
                  <a:lnTo>
                    <a:pt x="2030751" y="522567"/>
                  </a:lnTo>
                  <a:lnTo>
                    <a:pt x="2037705" y="510638"/>
                  </a:lnTo>
                  <a:lnTo>
                    <a:pt x="2044660" y="496306"/>
                  </a:lnTo>
                  <a:lnTo>
                    <a:pt x="2051615" y="479613"/>
                  </a:lnTo>
                  <a:lnTo>
                    <a:pt x="2058569" y="460904"/>
                  </a:lnTo>
                  <a:lnTo>
                    <a:pt x="2065524" y="440670"/>
                  </a:lnTo>
                  <a:lnTo>
                    <a:pt x="2072478" y="419386"/>
                  </a:lnTo>
                  <a:lnTo>
                    <a:pt x="2079433" y="397428"/>
                  </a:lnTo>
                  <a:lnTo>
                    <a:pt x="2086388" y="375061"/>
                  </a:lnTo>
                  <a:lnTo>
                    <a:pt x="2093342" y="352463"/>
                  </a:lnTo>
                  <a:lnTo>
                    <a:pt x="2100297" y="329737"/>
                  </a:lnTo>
                  <a:lnTo>
                    <a:pt x="2107252" y="306880"/>
                  </a:lnTo>
                  <a:lnTo>
                    <a:pt x="2114206" y="283736"/>
                  </a:lnTo>
                  <a:lnTo>
                    <a:pt x="2121161" y="260013"/>
                  </a:lnTo>
                  <a:lnTo>
                    <a:pt x="2128115" y="235407"/>
                  </a:lnTo>
                  <a:lnTo>
                    <a:pt x="2135070" y="209744"/>
                  </a:lnTo>
                  <a:lnTo>
                    <a:pt x="2142025" y="183089"/>
                  </a:lnTo>
                  <a:lnTo>
                    <a:pt x="2148979" y="155774"/>
                  </a:lnTo>
                  <a:lnTo>
                    <a:pt x="2155934" y="128384"/>
                  </a:lnTo>
                  <a:lnTo>
                    <a:pt x="2162889" y="101766"/>
                  </a:lnTo>
                  <a:lnTo>
                    <a:pt x="2169843" y="77014"/>
                  </a:lnTo>
                  <a:lnTo>
                    <a:pt x="2176798" y="55323"/>
                  </a:lnTo>
                  <a:lnTo>
                    <a:pt x="2183752" y="37657"/>
                  </a:lnTo>
                  <a:lnTo>
                    <a:pt x="2190707" y="24384"/>
                  </a:lnTo>
                  <a:lnTo>
                    <a:pt x="2197662" y="15118"/>
                  </a:lnTo>
                  <a:lnTo>
                    <a:pt x="2204616" y="8922"/>
                  </a:lnTo>
                  <a:lnTo>
                    <a:pt x="2211571" y="4772"/>
                  </a:lnTo>
                  <a:lnTo>
                    <a:pt x="2218526" y="1976"/>
                  </a:lnTo>
                  <a:lnTo>
                    <a:pt x="2225480" y="332"/>
                  </a:lnTo>
                  <a:lnTo>
                    <a:pt x="2232435" y="0"/>
                  </a:lnTo>
                  <a:lnTo>
                    <a:pt x="2239389" y="1275"/>
                  </a:lnTo>
                  <a:lnTo>
                    <a:pt x="2246344" y="4491"/>
                  </a:lnTo>
                  <a:lnTo>
                    <a:pt x="2253299" y="10056"/>
                  </a:lnTo>
                  <a:lnTo>
                    <a:pt x="2260253" y="18475"/>
                  </a:lnTo>
                  <a:lnTo>
                    <a:pt x="2267208" y="30146"/>
                  </a:lnTo>
                  <a:lnTo>
                    <a:pt x="2274163" y="44945"/>
                  </a:lnTo>
                  <a:lnTo>
                    <a:pt x="2281117" y="61951"/>
                  </a:lnTo>
                  <a:lnTo>
                    <a:pt x="2288072" y="79440"/>
                  </a:lnTo>
                  <a:lnTo>
                    <a:pt x="2295027" y="95917"/>
                  </a:lnTo>
                  <a:lnTo>
                    <a:pt x="2301981" y="110760"/>
                  </a:lnTo>
                  <a:lnTo>
                    <a:pt x="2308936" y="124444"/>
                  </a:lnTo>
                  <a:lnTo>
                    <a:pt x="2315890" y="138181"/>
                  </a:lnTo>
                  <a:lnTo>
                    <a:pt x="2322845" y="153194"/>
                  </a:lnTo>
                  <a:lnTo>
                    <a:pt x="2329800" y="170084"/>
                  </a:lnTo>
                  <a:lnTo>
                    <a:pt x="2336754" y="188640"/>
                  </a:lnTo>
                  <a:lnTo>
                    <a:pt x="2343709" y="208133"/>
                  </a:lnTo>
                  <a:lnTo>
                    <a:pt x="2350664" y="227801"/>
                  </a:lnTo>
                  <a:lnTo>
                    <a:pt x="2357618" y="247171"/>
                  </a:lnTo>
                  <a:lnTo>
                    <a:pt x="2364573" y="266054"/>
                  </a:lnTo>
                  <a:lnTo>
                    <a:pt x="2371527" y="284339"/>
                  </a:lnTo>
                  <a:lnTo>
                    <a:pt x="2378482" y="301809"/>
                  </a:lnTo>
                  <a:lnTo>
                    <a:pt x="2385437" y="318157"/>
                  </a:lnTo>
                  <a:lnTo>
                    <a:pt x="2392391" y="333148"/>
                  </a:lnTo>
                  <a:lnTo>
                    <a:pt x="2399346" y="346801"/>
                  </a:lnTo>
                  <a:lnTo>
                    <a:pt x="2406301" y="359425"/>
                  </a:lnTo>
                  <a:lnTo>
                    <a:pt x="2413255" y="371520"/>
                  </a:lnTo>
                  <a:lnTo>
                    <a:pt x="2420210" y="383608"/>
                  </a:lnTo>
                  <a:lnTo>
                    <a:pt x="2427164" y="396077"/>
                  </a:lnTo>
                  <a:lnTo>
                    <a:pt x="2434119" y="409070"/>
                  </a:lnTo>
                  <a:lnTo>
                    <a:pt x="2441074" y="422429"/>
                  </a:lnTo>
                  <a:lnTo>
                    <a:pt x="2448028" y="435672"/>
                  </a:lnTo>
                  <a:lnTo>
                    <a:pt x="2454983" y="448152"/>
                  </a:lnTo>
                  <a:lnTo>
                    <a:pt x="2461938" y="459315"/>
                  </a:lnTo>
                  <a:lnTo>
                    <a:pt x="2468892" y="468891"/>
                  </a:lnTo>
                  <a:lnTo>
                    <a:pt x="2475847" y="477005"/>
                  </a:lnTo>
                  <a:lnTo>
                    <a:pt x="2482801" y="484131"/>
                  </a:lnTo>
                  <a:lnTo>
                    <a:pt x="2489756" y="490884"/>
                  </a:lnTo>
                  <a:lnTo>
                    <a:pt x="2496711" y="497750"/>
                  </a:lnTo>
                  <a:lnTo>
                    <a:pt x="2503665" y="504895"/>
                  </a:lnTo>
                  <a:lnTo>
                    <a:pt x="2510620" y="512177"/>
                  </a:lnTo>
                  <a:lnTo>
                    <a:pt x="2517575" y="519328"/>
                  </a:lnTo>
                  <a:lnTo>
                    <a:pt x="2524529" y="526156"/>
                  </a:lnTo>
                  <a:lnTo>
                    <a:pt x="2531484" y="532629"/>
                  </a:lnTo>
                  <a:lnTo>
                    <a:pt x="2538438" y="538815"/>
                  </a:lnTo>
                  <a:lnTo>
                    <a:pt x="2545393" y="544745"/>
                  </a:lnTo>
                  <a:lnTo>
                    <a:pt x="2552348" y="550329"/>
                  </a:lnTo>
                  <a:lnTo>
                    <a:pt x="2559302" y="555363"/>
                  </a:lnTo>
                  <a:lnTo>
                    <a:pt x="2566257" y="559630"/>
                  </a:lnTo>
                  <a:lnTo>
                    <a:pt x="2573212" y="563023"/>
                  </a:lnTo>
                  <a:lnTo>
                    <a:pt x="2580166" y="565636"/>
                  </a:lnTo>
                  <a:lnTo>
                    <a:pt x="2587121" y="567755"/>
                  </a:lnTo>
                  <a:lnTo>
                    <a:pt x="2594075" y="569741"/>
                  </a:lnTo>
                  <a:lnTo>
                    <a:pt x="2601030" y="571875"/>
                  </a:lnTo>
                  <a:lnTo>
                    <a:pt x="2607985" y="574267"/>
                  </a:lnTo>
                  <a:lnTo>
                    <a:pt x="2614939" y="576883"/>
                  </a:lnTo>
                  <a:lnTo>
                    <a:pt x="2621894" y="579612"/>
                  </a:lnTo>
                  <a:lnTo>
                    <a:pt x="2628849" y="582343"/>
                  </a:lnTo>
                  <a:lnTo>
                    <a:pt x="2635803" y="584925"/>
                  </a:lnTo>
                  <a:lnTo>
                    <a:pt x="2642758" y="587153"/>
                  </a:lnTo>
                  <a:lnTo>
                    <a:pt x="2649713" y="588825"/>
                  </a:lnTo>
                  <a:lnTo>
                    <a:pt x="2656667" y="589847"/>
                  </a:lnTo>
                  <a:lnTo>
                    <a:pt x="2663622" y="590309"/>
                  </a:lnTo>
                  <a:lnTo>
                    <a:pt x="2670576" y="590463"/>
                  </a:lnTo>
                  <a:lnTo>
                    <a:pt x="2677531" y="590615"/>
                  </a:lnTo>
                  <a:lnTo>
                    <a:pt x="2684486" y="590997"/>
                  </a:lnTo>
                  <a:lnTo>
                    <a:pt x="2691440" y="591695"/>
                  </a:lnTo>
                  <a:lnTo>
                    <a:pt x="2698395" y="592646"/>
                  </a:lnTo>
                  <a:lnTo>
                    <a:pt x="2705350" y="593702"/>
                  </a:lnTo>
                  <a:lnTo>
                    <a:pt x="2712304" y="594707"/>
                  </a:lnTo>
                  <a:lnTo>
                    <a:pt x="2719259" y="595549"/>
                  </a:lnTo>
                  <a:lnTo>
                    <a:pt x="2726213" y="596186"/>
                  </a:lnTo>
                  <a:lnTo>
                    <a:pt x="2733168" y="596628"/>
                  </a:lnTo>
                  <a:lnTo>
                    <a:pt x="2740123" y="596912"/>
                  </a:lnTo>
                  <a:lnTo>
                    <a:pt x="2747077" y="597081"/>
                  </a:lnTo>
                  <a:lnTo>
                    <a:pt x="2754032" y="597175"/>
                  </a:lnTo>
                  <a:lnTo>
                    <a:pt x="2760987" y="597238"/>
                  </a:lnTo>
                  <a:lnTo>
                    <a:pt x="2767941" y="597310"/>
                  </a:lnTo>
                  <a:lnTo>
                    <a:pt x="2774896" y="597421"/>
                  </a:lnTo>
                  <a:lnTo>
                    <a:pt x="2781850" y="597573"/>
                  </a:lnTo>
                  <a:lnTo>
                    <a:pt x="2788805" y="597741"/>
                  </a:lnTo>
                  <a:lnTo>
                    <a:pt x="2795760" y="597894"/>
                  </a:lnTo>
                  <a:lnTo>
                    <a:pt x="2802714" y="598012"/>
                  </a:lnTo>
                  <a:lnTo>
                    <a:pt x="2809669" y="598090"/>
                  </a:lnTo>
                  <a:lnTo>
                    <a:pt x="2816624" y="598134"/>
                  </a:lnTo>
                  <a:lnTo>
                    <a:pt x="2823578" y="598157"/>
                  </a:lnTo>
                  <a:lnTo>
                    <a:pt x="2830533" y="598166"/>
                  </a:lnTo>
                  <a:lnTo>
                    <a:pt x="2837487" y="598170"/>
                  </a:lnTo>
                  <a:lnTo>
                    <a:pt x="2844442" y="598171"/>
                  </a:lnTo>
                  <a:lnTo>
                    <a:pt x="2851397" y="598172"/>
                  </a:lnTo>
                  <a:lnTo>
                    <a:pt x="2858351" y="598172"/>
                  </a:lnTo>
                  <a:lnTo>
                    <a:pt x="2865306" y="598172"/>
                  </a:lnTo>
                  <a:lnTo>
                    <a:pt x="2872261" y="598172"/>
                  </a:lnTo>
                  <a:lnTo>
                    <a:pt x="2879215" y="598172"/>
                  </a:lnTo>
                  <a:lnTo>
                    <a:pt x="2886170" y="598172"/>
                  </a:lnTo>
                  <a:lnTo>
                    <a:pt x="2893124" y="598172"/>
                  </a:lnTo>
                  <a:lnTo>
                    <a:pt x="2900079" y="598172"/>
                  </a:lnTo>
                  <a:lnTo>
                    <a:pt x="2907034" y="598172"/>
                  </a:lnTo>
                  <a:lnTo>
                    <a:pt x="2913988" y="598172"/>
                  </a:lnTo>
                  <a:lnTo>
                    <a:pt x="2920943" y="598172"/>
                  </a:lnTo>
                  <a:lnTo>
                    <a:pt x="2927898" y="598172"/>
                  </a:lnTo>
                  <a:lnTo>
                    <a:pt x="2934852" y="598172"/>
                  </a:lnTo>
                  <a:lnTo>
                    <a:pt x="2941807" y="598172"/>
                  </a:lnTo>
                  <a:lnTo>
                    <a:pt x="2948761" y="598172"/>
                  </a:lnTo>
                  <a:lnTo>
                    <a:pt x="2955716" y="598172"/>
                  </a:lnTo>
                  <a:lnTo>
                    <a:pt x="2962671" y="598172"/>
                  </a:lnTo>
                  <a:lnTo>
                    <a:pt x="2969625" y="598172"/>
                  </a:lnTo>
                  <a:lnTo>
                    <a:pt x="2976580" y="598172"/>
                  </a:lnTo>
                  <a:lnTo>
                    <a:pt x="2983535" y="598172"/>
                  </a:lnTo>
                  <a:lnTo>
                    <a:pt x="2990489" y="598172"/>
                  </a:lnTo>
                  <a:lnTo>
                    <a:pt x="2997444" y="598172"/>
                  </a:lnTo>
                  <a:lnTo>
                    <a:pt x="3004399" y="598172"/>
                  </a:lnTo>
                  <a:lnTo>
                    <a:pt x="3011353" y="598172"/>
                  </a:lnTo>
                  <a:lnTo>
                    <a:pt x="3018308" y="598172"/>
                  </a:lnTo>
                  <a:lnTo>
                    <a:pt x="3025262" y="598172"/>
                  </a:lnTo>
                  <a:lnTo>
                    <a:pt x="3032217" y="598172"/>
                  </a:lnTo>
                  <a:lnTo>
                    <a:pt x="3039172" y="598172"/>
                  </a:lnTo>
                  <a:lnTo>
                    <a:pt x="3046126" y="598172"/>
                  </a:lnTo>
                  <a:lnTo>
                    <a:pt x="3053081" y="598172"/>
                  </a:lnTo>
                  <a:lnTo>
                    <a:pt x="3060036" y="598172"/>
                  </a:lnTo>
                  <a:lnTo>
                    <a:pt x="3066990" y="598172"/>
                  </a:lnTo>
                  <a:lnTo>
                    <a:pt x="3073945" y="598172"/>
                  </a:lnTo>
                  <a:lnTo>
                    <a:pt x="3080899" y="598172"/>
                  </a:lnTo>
                  <a:lnTo>
                    <a:pt x="3087854" y="598172"/>
                  </a:lnTo>
                  <a:lnTo>
                    <a:pt x="3094809" y="598172"/>
                  </a:lnTo>
                  <a:lnTo>
                    <a:pt x="3101763" y="598172"/>
                  </a:lnTo>
                  <a:lnTo>
                    <a:pt x="3108718" y="598172"/>
                  </a:lnTo>
                  <a:lnTo>
                    <a:pt x="3115673" y="598172"/>
                  </a:lnTo>
                  <a:lnTo>
                    <a:pt x="3122627" y="598172"/>
                  </a:lnTo>
                  <a:lnTo>
                    <a:pt x="3129582" y="598172"/>
                  </a:lnTo>
                  <a:lnTo>
                    <a:pt x="3136536" y="598172"/>
                  </a:lnTo>
                  <a:lnTo>
                    <a:pt x="3143491" y="598172"/>
                  </a:lnTo>
                  <a:lnTo>
                    <a:pt x="3150446" y="598172"/>
                  </a:lnTo>
                  <a:lnTo>
                    <a:pt x="3157400" y="598172"/>
                  </a:lnTo>
                  <a:lnTo>
                    <a:pt x="3164355" y="598172"/>
                  </a:lnTo>
                  <a:lnTo>
                    <a:pt x="3171310" y="598172"/>
                  </a:lnTo>
                  <a:lnTo>
                    <a:pt x="3178264" y="598172"/>
                  </a:lnTo>
                  <a:lnTo>
                    <a:pt x="3185219" y="598172"/>
                  </a:lnTo>
                  <a:lnTo>
                    <a:pt x="3192173" y="598172"/>
                  </a:lnTo>
                  <a:lnTo>
                    <a:pt x="3199128" y="598172"/>
                  </a:lnTo>
                  <a:lnTo>
                    <a:pt x="3206083" y="598172"/>
                  </a:lnTo>
                  <a:lnTo>
                    <a:pt x="3213037" y="598172"/>
                  </a:lnTo>
                  <a:lnTo>
                    <a:pt x="3219992" y="598172"/>
                  </a:lnTo>
                  <a:lnTo>
                    <a:pt x="3226947" y="598172"/>
                  </a:lnTo>
                  <a:lnTo>
                    <a:pt x="3233901" y="598172"/>
                  </a:lnTo>
                  <a:lnTo>
                    <a:pt x="3240856" y="598172"/>
                  </a:lnTo>
                  <a:lnTo>
                    <a:pt x="3247810" y="598172"/>
                  </a:lnTo>
                  <a:lnTo>
                    <a:pt x="3254765" y="598172"/>
                  </a:lnTo>
                  <a:lnTo>
                    <a:pt x="3261720" y="598172"/>
                  </a:lnTo>
                  <a:lnTo>
                    <a:pt x="3268674" y="598172"/>
                  </a:lnTo>
                  <a:lnTo>
                    <a:pt x="3275629" y="598172"/>
                  </a:lnTo>
                  <a:lnTo>
                    <a:pt x="3282584" y="598172"/>
                  </a:lnTo>
                  <a:lnTo>
                    <a:pt x="3289538" y="598172"/>
                  </a:lnTo>
                  <a:lnTo>
                    <a:pt x="3296493" y="598172"/>
                  </a:lnTo>
                  <a:lnTo>
                    <a:pt x="3303447" y="598172"/>
                  </a:lnTo>
                  <a:lnTo>
                    <a:pt x="3310402" y="598172"/>
                  </a:lnTo>
                  <a:lnTo>
                    <a:pt x="3317357" y="598172"/>
                  </a:lnTo>
                  <a:lnTo>
                    <a:pt x="3324311" y="598172"/>
                  </a:lnTo>
                  <a:lnTo>
                    <a:pt x="3331266" y="598172"/>
                  </a:lnTo>
                  <a:lnTo>
                    <a:pt x="3338221" y="598172"/>
                  </a:lnTo>
                  <a:lnTo>
                    <a:pt x="3345175" y="598172"/>
                  </a:lnTo>
                  <a:lnTo>
                    <a:pt x="3352130" y="598172"/>
                  </a:lnTo>
                  <a:lnTo>
                    <a:pt x="3359084" y="598172"/>
                  </a:lnTo>
                  <a:lnTo>
                    <a:pt x="3366039" y="598172"/>
                  </a:lnTo>
                  <a:lnTo>
                    <a:pt x="3372994" y="598172"/>
                  </a:lnTo>
                  <a:lnTo>
                    <a:pt x="3379948" y="598172"/>
                  </a:lnTo>
                  <a:lnTo>
                    <a:pt x="3386903" y="598172"/>
                  </a:lnTo>
                  <a:lnTo>
                    <a:pt x="3393858" y="598172"/>
                  </a:lnTo>
                  <a:lnTo>
                    <a:pt x="3400812" y="598172"/>
                  </a:lnTo>
                  <a:lnTo>
                    <a:pt x="3407767" y="598172"/>
                  </a:lnTo>
                  <a:lnTo>
                    <a:pt x="3414722" y="598172"/>
                  </a:lnTo>
                  <a:lnTo>
                    <a:pt x="3421676" y="598172"/>
                  </a:lnTo>
                  <a:lnTo>
                    <a:pt x="3428631" y="598172"/>
                  </a:lnTo>
                  <a:lnTo>
                    <a:pt x="3435585" y="598172"/>
                  </a:lnTo>
                  <a:lnTo>
                    <a:pt x="3442540" y="598172"/>
                  </a:lnTo>
                  <a:lnTo>
                    <a:pt x="3449495" y="598172"/>
                  </a:lnTo>
                  <a:lnTo>
                    <a:pt x="3456449" y="598172"/>
                  </a:lnTo>
                  <a:lnTo>
                    <a:pt x="3463404" y="598172"/>
                  </a:lnTo>
                  <a:lnTo>
                    <a:pt x="3470359" y="598172"/>
                  </a:lnTo>
                  <a:lnTo>
                    <a:pt x="3477313" y="598172"/>
                  </a:lnTo>
                  <a:lnTo>
                    <a:pt x="3484268" y="598172"/>
                  </a:lnTo>
                  <a:lnTo>
                    <a:pt x="3491222" y="598172"/>
                  </a:lnTo>
                  <a:lnTo>
                    <a:pt x="3498177" y="598172"/>
                  </a:lnTo>
                  <a:lnTo>
                    <a:pt x="3505132" y="598172"/>
                  </a:lnTo>
                  <a:lnTo>
                    <a:pt x="3512086" y="598172"/>
                  </a:lnTo>
                  <a:lnTo>
                    <a:pt x="3519041" y="598172"/>
                  </a:lnTo>
                  <a:lnTo>
                    <a:pt x="3525996" y="598172"/>
                  </a:lnTo>
                  <a:lnTo>
                    <a:pt x="3532950" y="598172"/>
                  </a:lnTo>
                  <a:lnTo>
                    <a:pt x="3539905" y="598172"/>
                  </a:lnTo>
                  <a:lnTo>
                    <a:pt x="3546859" y="598172"/>
                  </a:lnTo>
                  <a:lnTo>
                    <a:pt x="3553814" y="598172"/>
                  </a:lnTo>
                </a:path>
              </a:pathLst>
            </a:custGeom>
            <a:ln w="27101" cap="flat">
              <a:solidFill>
                <a:srgbClr val="A14D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427041" y="3863666"/>
              <a:ext cx="0" cy="708796"/>
            </a:xfrm>
            <a:custGeom>
              <a:avLst/>
              <a:pathLst>
                <a:path w="0" h="708796">
                  <a:moveTo>
                    <a:pt x="0" y="708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2026-02-16T15:57:33Z</dcterms:modified>
</cp:coreProperties>
</file>