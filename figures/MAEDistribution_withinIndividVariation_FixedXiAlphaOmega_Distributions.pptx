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234281" y="2867025"/>
            <a:ext cx="8229600" cy="1828800"/>
            <a:chOff x="1234281" y="2867025"/>
            <a:chExt cx="8229600" cy="1828800"/>
          </a:xfrm>
        </p:grpSpPr>
        <p:sp>
          <p:nvSpPr>
            <p:cNvPr id="3" name="rc3"/>
            <p:cNvSpPr/>
            <p:nvPr/>
          </p:nvSpPr>
          <p:spPr>
            <a:xfrm>
              <a:off x="1234281" y="2867025"/>
              <a:ext cx="8229600" cy="182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34281" y="2867025"/>
              <a:ext cx="2057399" cy="182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57643" y="2949266"/>
              <a:ext cx="1851796" cy="1623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44181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7617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51052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54488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57924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61359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64795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68230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71666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75102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78537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81973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85409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88844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922802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957158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991514" y="4493860"/>
              <a:ext cx="34356" cy="482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25870" y="4490245"/>
              <a:ext cx="34356" cy="843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060226" y="4444451"/>
              <a:ext cx="34356" cy="54229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94583" y="4392632"/>
              <a:ext cx="34356" cy="10604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28939" y="4196200"/>
              <a:ext cx="34356" cy="30248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63295" y="4029897"/>
              <a:ext cx="34356" cy="46878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197651" y="3759954"/>
              <a:ext cx="34356" cy="73872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232007" y="3598471"/>
              <a:ext cx="34356" cy="900209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66363" y="3528575"/>
              <a:ext cx="34356" cy="9701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300719" y="3618957"/>
              <a:ext cx="34356" cy="87972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335076" y="3817799"/>
              <a:ext cx="34356" cy="680881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369432" y="4045563"/>
              <a:ext cx="34356" cy="453117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403788" y="4237174"/>
              <a:ext cx="34356" cy="26150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438144" y="4378170"/>
              <a:ext cx="34356" cy="12051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472500" y="4448066"/>
              <a:ext cx="34356" cy="50614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06856" y="4484219"/>
              <a:ext cx="34356" cy="14461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541212" y="4492655"/>
              <a:ext cx="34356" cy="602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57556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609925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644281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67863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71299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74734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78170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81606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85041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88477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91913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95348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98784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02219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05655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09091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1441816" y="3540154"/>
              <a:ext cx="1683450" cy="958526"/>
            </a:xfrm>
            <a:custGeom>
              <a:avLst/>
              <a:pathLst>
                <a:path w="1683450" h="958526">
                  <a:moveTo>
                    <a:pt x="0" y="958526"/>
                  </a:moveTo>
                  <a:lnTo>
                    <a:pt x="3294" y="958526"/>
                  </a:lnTo>
                  <a:lnTo>
                    <a:pt x="6588" y="958526"/>
                  </a:lnTo>
                  <a:lnTo>
                    <a:pt x="9883" y="958526"/>
                  </a:lnTo>
                  <a:lnTo>
                    <a:pt x="13177" y="958526"/>
                  </a:lnTo>
                  <a:lnTo>
                    <a:pt x="16472" y="958526"/>
                  </a:lnTo>
                  <a:lnTo>
                    <a:pt x="19766" y="958526"/>
                  </a:lnTo>
                  <a:lnTo>
                    <a:pt x="23060" y="958526"/>
                  </a:lnTo>
                  <a:lnTo>
                    <a:pt x="26355" y="958526"/>
                  </a:lnTo>
                  <a:lnTo>
                    <a:pt x="29649" y="958526"/>
                  </a:lnTo>
                  <a:lnTo>
                    <a:pt x="32944" y="958526"/>
                  </a:lnTo>
                  <a:lnTo>
                    <a:pt x="36238" y="958526"/>
                  </a:lnTo>
                  <a:lnTo>
                    <a:pt x="39533" y="958526"/>
                  </a:lnTo>
                  <a:lnTo>
                    <a:pt x="42827" y="958526"/>
                  </a:lnTo>
                  <a:lnTo>
                    <a:pt x="46121" y="958526"/>
                  </a:lnTo>
                  <a:lnTo>
                    <a:pt x="49416" y="958526"/>
                  </a:lnTo>
                  <a:lnTo>
                    <a:pt x="52710" y="958526"/>
                  </a:lnTo>
                  <a:lnTo>
                    <a:pt x="56005" y="958526"/>
                  </a:lnTo>
                  <a:lnTo>
                    <a:pt x="59299" y="958526"/>
                  </a:lnTo>
                  <a:lnTo>
                    <a:pt x="62594" y="958526"/>
                  </a:lnTo>
                  <a:lnTo>
                    <a:pt x="65888" y="958526"/>
                  </a:lnTo>
                  <a:lnTo>
                    <a:pt x="69182" y="958526"/>
                  </a:lnTo>
                  <a:lnTo>
                    <a:pt x="72477" y="958526"/>
                  </a:lnTo>
                  <a:lnTo>
                    <a:pt x="75771" y="958526"/>
                  </a:lnTo>
                  <a:lnTo>
                    <a:pt x="79066" y="958526"/>
                  </a:lnTo>
                  <a:lnTo>
                    <a:pt x="82360" y="958526"/>
                  </a:lnTo>
                  <a:lnTo>
                    <a:pt x="85655" y="958526"/>
                  </a:lnTo>
                  <a:lnTo>
                    <a:pt x="88949" y="958526"/>
                  </a:lnTo>
                  <a:lnTo>
                    <a:pt x="92243" y="958526"/>
                  </a:lnTo>
                  <a:lnTo>
                    <a:pt x="95538" y="958526"/>
                  </a:lnTo>
                  <a:lnTo>
                    <a:pt x="98832" y="958526"/>
                  </a:lnTo>
                  <a:lnTo>
                    <a:pt x="102127" y="958526"/>
                  </a:lnTo>
                  <a:lnTo>
                    <a:pt x="105421" y="958526"/>
                  </a:lnTo>
                  <a:lnTo>
                    <a:pt x="108716" y="958526"/>
                  </a:lnTo>
                  <a:lnTo>
                    <a:pt x="112010" y="958526"/>
                  </a:lnTo>
                  <a:lnTo>
                    <a:pt x="115304" y="958526"/>
                  </a:lnTo>
                  <a:lnTo>
                    <a:pt x="118599" y="958526"/>
                  </a:lnTo>
                  <a:lnTo>
                    <a:pt x="121893" y="958526"/>
                  </a:lnTo>
                  <a:lnTo>
                    <a:pt x="125188" y="958526"/>
                  </a:lnTo>
                  <a:lnTo>
                    <a:pt x="128482" y="958526"/>
                  </a:lnTo>
                  <a:lnTo>
                    <a:pt x="131776" y="958526"/>
                  </a:lnTo>
                  <a:lnTo>
                    <a:pt x="135071" y="958526"/>
                  </a:lnTo>
                  <a:lnTo>
                    <a:pt x="138365" y="958526"/>
                  </a:lnTo>
                  <a:lnTo>
                    <a:pt x="141660" y="958526"/>
                  </a:lnTo>
                  <a:lnTo>
                    <a:pt x="144954" y="958526"/>
                  </a:lnTo>
                  <a:lnTo>
                    <a:pt x="148249" y="958526"/>
                  </a:lnTo>
                  <a:lnTo>
                    <a:pt x="151543" y="958526"/>
                  </a:lnTo>
                  <a:lnTo>
                    <a:pt x="154837" y="958526"/>
                  </a:lnTo>
                  <a:lnTo>
                    <a:pt x="158132" y="958526"/>
                  </a:lnTo>
                  <a:lnTo>
                    <a:pt x="161426" y="958526"/>
                  </a:lnTo>
                  <a:lnTo>
                    <a:pt x="164721" y="958526"/>
                  </a:lnTo>
                  <a:lnTo>
                    <a:pt x="168015" y="958526"/>
                  </a:lnTo>
                  <a:lnTo>
                    <a:pt x="171310" y="958526"/>
                  </a:lnTo>
                  <a:lnTo>
                    <a:pt x="174604" y="958526"/>
                  </a:lnTo>
                  <a:lnTo>
                    <a:pt x="177898" y="958526"/>
                  </a:lnTo>
                  <a:lnTo>
                    <a:pt x="181193" y="958526"/>
                  </a:lnTo>
                  <a:lnTo>
                    <a:pt x="184487" y="958526"/>
                  </a:lnTo>
                  <a:lnTo>
                    <a:pt x="187782" y="958526"/>
                  </a:lnTo>
                  <a:lnTo>
                    <a:pt x="191076" y="958526"/>
                  </a:lnTo>
                  <a:lnTo>
                    <a:pt x="194371" y="958526"/>
                  </a:lnTo>
                  <a:lnTo>
                    <a:pt x="197665" y="958526"/>
                  </a:lnTo>
                  <a:lnTo>
                    <a:pt x="200959" y="958526"/>
                  </a:lnTo>
                  <a:lnTo>
                    <a:pt x="204254" y="958526"/>
                  </a:lnTo>
                  <a:lnTo>
                    <a:pt x="207548" y="958526"/>
                  </a:lnTo>
                  <a:lnTo>
                    <a:pt x="210843" y="958526"/>
                  </a:lnTo>
                  <a:lnTo>
                    <a:pt x="214137" y="958526"/>
                  </a:lnTo>
                  <a:lnTo>
                    <a:pt x="217432" y="958526"/>
                  </a:lnTo>
                  <a:lnTo>
                    <a:pt x="220726" y="958526"/>
                  </a:lnTo>
                  <a:lnTo>
                    <a:pt x="224020" y="958526"/>
                  </a:lnTo>
                  <a:lnTo>
                    <a:pt x="227315" y="958526"/>
                  </a:lnTo>
                  <a:lnTo>
                    <a:pt x="230609" y="958526"/>
                  </a:lnTo>
                  <a:lnTo>
                    <a:pt x="233904" y="958526"/>
                  </a:lnTo>
                  <a:lnTo>
                    <a:pt x="237198" y="958526"/>
                  </a:lnTo>
                  <a:lnTo>
                    <a:pt x="240492" y="958526"/>
                  </a:lnTo>
                  <a:lnTo>
                    <a:pt x="243787" y="958526"/>
                  </a:lnTo>
                  <a:lnTo>
                    <a:pt x="247081" y="958526"/>
                  </a:lnTo>
                  <a:lnTo>
                    <a:pt x="250376" y="958526"/>
                  </a:lnTo>
                  <a:lnTo>
                    <a:pt x="253670" y="958526"/>
                  </a:lnTo>
                  <a:lnTo>
                    <a:pt x="256965" y="958526"/>
                  </a:lnTo>
                  <a:lnTo>
                    <a:pt x="260259" y="958526"/>
                  </a:lnTo>
                  <a:lnTo>
                    <a:pt x="263553" y="958526"/>
                  </a:lnTo>
                  <a:lnTo>
                    <a:pt x="266848" y="958526"/>
                  </a:lnTo>
                  <a:lnTo>
                    <a:pt x="270142" y="958526"/>
                  </a:lnTo>
                  <a:lnTo>
                    <a:pt x="273437" y="958526"/>
                  </a:lnTo>
                  <a:lnTo>
                    <a:pt x="276731" y="958526"/>
                  </a:lnTo>
                  <a:lnTo>
                    <a:pt x="280026" y="958526"/>
                  </a:lnTo>
                  <a:lnTo>
                    <a:pt x="283320" y="958526"/>
                  </a:lnTo>
                  <a:lnTo>
                    <a:pt x="286614" y="958526"/>
                  </a:lnTo>
                  <a:lnTo>
                    <a:pt x="289909" y="958526"/>
                  </a:lnTo>
                  <a:lnTo>
                    <a:pt x="293203" y="958526"/>
                  </a:lnTo>
                  <a:lnTo>
                    <a:pt x="296498" y="958526"/>
                  </a:lnTo>
                  <a:lnTo>
                    <a:pt x="299792" y="958526"/>
                  </a:lnTo>
                  <a:lnTo>
                    <a:pt x="303087" y="958526"/>
                  </a:lnTo>
                  <a:lnTo>
                    <a:pt x="306381" y="958526"/>
                  </a:lnTo>
                  <a:lnTo>
                    <a:pt x="309675" y="958526"/>
                  </a:lnTo>
                  <a:lnTo>
                    <a:pt x="312970" y="958526"/>
                  </a:lnTo>
                  <a:lnTo>
                    <a:pt x="316264" y="958526"/>
                  </a:lnTo>
                  <a:lnTo>
                    <a:pt x="319559" y="958526"/>
                  </a:lnTo>
                  <a:lnTo>
                    <a:pt x="322853" y="958526"/>
                  </a:lnTo>
                  <a:lnTo>
                    <a:pt x="326148" y="958526"/>
                  </a:lnTo>
                  <a:lnTo>
                    <a:pt x="329442" y="958526"/>
                  </a:lnTo>
                  <a:lnTo>
                    <a:pt x="332736" y="958526"/>
                  </a:lnTo>
                  <a:lnTo>
                    <a:pt x="336031" y="958526"/>
                  </a:lnTo>
                  <a:lnTo>
                    <a:pt x="339325" y="958526"/>
                  </a:lnTo>
                  <a:lnTo>
                    <a:pt x="342620" y="958526"/>
                  </a:lnTo>
                  <a:lnTo>
                    <a:pt x="345914" y="958526"/>
                  </a:lnTo>
                  <a:lnTo>
                    <a:pt x="349208" y="958526"/>
                  </a:lnTo>
                  <a:lnTo>
                    <a:pt x="352503" y="958526"/>
                  </a:lnTo>
                  <a:lnTo>
                    <a:pt x="355797" y="958526"/>
                  </a:lnTo>
                  <a:lnTo>
                    <a:pt x="359092" y="958526"/>
                  </a:lnTo>
                  <a:lnTo>
                    <a:pt x="362386" y="958526"/>
                  </a:lnTo>
                  <a:lnTo>
                    <a:pt x="365681" y="958526"/>
                  </a:lnTo>
                  <a:lnTo>
                    <a:pt x="368975" y="958526"/>
                  </a:lnTo>
                  <a:lnTo>
                    <a:pt x="372269" y="958526"/>
                  </a:lnTo>
                  <a:lnTo>
                    <a:pt x="375564" y="958526"/>
                  </a:lnTo>
                  <a:lnTo>
                    <a:pt x="378858" y="958526"/>
                  </a:lnTo>
                  <a:lnTo>
                    <a:pt x="382153" y="958526"/>
                  </a:lnTo>
                  <a:lnTo>
                    <a:pt x="385447" y="958526"/>
                  </a:lnTo>
                  <a:lnTo>
                    <a:pt x="388742" y="958526"/>
                  </a:lnTo>
                  <a:lnTo>
                    <a:pt x="392036" y="958526"/>
                  </a:lnTo>
                  <a:lnTo>
                    <a:pt x="395330" y="958526"/>
                  </a:lnTo>
                  <a:lnTo>
                    <a:pt x="398625" y="958526"/>
                  </a:lnTo>
                  <a:lnTo>
                    <a:pt x="401919" y="958526"/>
                  </a:lnTo>
                  <a:lnTo>
                    <a:pt x="405214" y="958526"/>
                  </a:lnTo>
                  <a:lnTo>
                    <a:pt x="408508" y="958526"/>
                  </a:lnTo>
                  <a:lnTo>
                    <a:pt x="411803" y="958526"/>
                  </a:lnTo>
                  <a:lnTo>
                    <a:pt x="415097" y="958526"/>
                  </a:lnTo>
                  <a:lnTo>
                    <a:pt x="418391" y="958526"/>
                  </a:lnTo>
                  <a:lnTo>
                    <a:pt x="421686" y="958526"/>
                  </a:lnTo>
                  <a:lnTo>
                    <a:pt x="424980" y="958526"/>
                  </a:lnTo>
                  <a:lnTo>
                    <a:pt x="428275" y="958526"/>
                  </a:lnTo>
                  <a:lnTo>
                    <a:pt x="431569" y="958526"/>
                  </a:lnTo>
                  <a:lnTo>
                    <a:pt x="434864" y="958526"/>
                  </a:lnTo>
                  <a:lnTo>
                    <a:pt x="438158" y="958526"/>
                  </a:lnTo>
                  <a:lnTo>
                    <a:pt x="441452" y="958526"/>
                  </a:lnTo>
                  <a:lnTo>
                    <a:pt x="444747" y="958526"/>
                  </a:lnTo>
                  <a:lnTo>
                    <a:pt x="448041" y="958525"/>
                  </a:lnTo>
                  <a:lnTo>
                    <a:pt x="451336" y="958524"/>
                  </a:lnTo>
                  <a:lnTo>
                    <a:pt x="454630" y="958521"/>
                  </a:lnTo>
                  <a:lnTo>
                    <a:pt x="457925" y="958514"/>
                  </a:lnTo>
                  <a:lnTo>
                    <a:pt x="461219" y="958503"/>
                  </a:lnTo>
                  <a:lnTo>
                    <a:pt x="464513" y="958483"/>
                  </a:lnTo>
                  <a:lnTo>
                    <a:pt x="467808" y="958448"/>
                  </a:lnTo>
                  <a:lnTo>
                    <a:pt x="471102" y="958393"/>
                  </a:lnTo>
                  <a:lnTo>
                    <a:pt x="474397" y="958312"/>
                  </a:lnTo>
                  <a:lnTo>
                    <a:pt x="477691" y="958202"/>
                  </a:lnTo>
                  <a:lnTo>
                    <a:pt x="480985" y="958064"/>
                  </a:lnTo>
                  <a:lnTo>
                    <a:pt x="484280" y="957903"/>
                  </a:lnTo>
                  <a:lnTo>
                    <a:pt x="487574" y="957732"/>
                  </a:lnTo>
                  <a:lnTo>
                    <a:pt x="490869" y="957569"/>
                  </a:lnTo>
                  <a:lnTo>
                    <a:pt x="494163" y="957431"/>
                  </a:lnTo>
                  <a:lnTo>
                    <a:pt x="497458" y="957336"/>
                  </a:lnTo>
                  <a:lnTo>
                    <a:pt x="500752" y="957291"/>
                  </a:lnTo>
                  <a:lnTo>
                    <a:pt x="504046" y="957296"/>
                  </a:lnTo>
                  <a:lnTo>
                    <a:pt x="507341" y="957337"/>
                  </a:lnTo>
                  <a:lnTo>
                    <a:pt x="510635" y="957390"/>
                  </a:lnTo>
                  <a:lnTo>
                    <a:pt x="513930" y="957429"/>
                  </a:lnTo>
                  <a:lnTo>
                    <a:pt x="517224" y="957429"/>
                  </a:lnTo>
                  <a:lnTo>
                    <a:pt x="520519" y="957370"/>
                  </a:lnTo>
                  <a:lnTo>
                    <a:pt x="523813" y="957245"/>
                  </a:lnTo>
                  <a:lnTo>
                    <a:pt x="527107" y="957063"/>
                  </a:lnTo>
                  <a:lnTo>
                    <a:pt x="530402" y="956842"/>
                  </a:lnTo>
                  <a:lnTo>
                    <a:pt x="533696" y="956599"/>
                  </a:lnTo>
                  <a:lnTo>
                    <a:pt x="536991" y="956353"/>
                  </a:lnTo>
                  <a:lnTo>
                    <a:pt x="540285" y="956122"/>
                  </a:lnTo>
                  <a:lnTo>
                    <a:pt x="543580" y="955913"/>
                  </a:lnTo>
                  <a:lnTo>
                    <a:pt x="546874" y="955731"/>
                  </a:lnTo>
                  <a:lnTo>
                    <a:pt x="550168" y="955575"/>
                  </a:lnTo>
                  <a:lnTo>
                    <a:pt x="553463" y="955437"/>
                  </a:lnTo>
                  <a:lnTo>
                    <a:pt x="556757" y="955304"/>
                  </a:lnTo>
                  <a:lnTo>
                    <a:pt x="560052" y="955163"/>
                  </a:lnTo>
                  <a:lnTo>
                    <a:pt x="563346" y="954997"/>
                  </a:lnTo>
                  <a:lnTo>
                    <a:pt x="566641" y="954799"/>
                  </a:lnTo>
                  <a:lnTo>
                    <a:pt x="569935" y="954563"/>
                  </a:lnTo>
                  <a:lnTo>
                    <a:pt x="573229" y="954295"/>
                  </a:lnTo>
                  <a:lnTo>
                    <a:pt x="576524" y="953998"/>
                  </a:lnTo>
                  <a:lnTo>
                    <a:pt x="579818" y="953666"/>
                  </a:lnTo>
                  <a:lnTo>
                    <a:pt x="583113" y="953266"/>
                  </a:lnTo>
                  <a:lnTo>
                    <a:pt x="586407" y="952730"/>
                  </a:lnTo>
                  <a:lnTo>
                    <a:pt x="589701" y="951953"/>
                  </a:lnTo>
                  <a:lnTo>
                    <a:pt x="592996" y="950803"/>
                  </a:lnTo>
                  <a:lnTo>
                    <a:pt x="596290" y="949147"/>
                  </a:lnTo>
                  <a:lnTo>
                    <a:pt x="599585" y="946872"/>
                  </a:lnTo>
                  <a:lnTo>
                    <a:pt x="602879" y="943920"/>
                  </a:lnTo>
                  <a:lnTo>
                    <a:pt x="606174" y="940307"/>
                  </a:lnTo>
                  <a:lnTo>
                    <a:pt x="609468" y="936139"/>
                  </a:lnTo>
                  <a:lnTo>
                    <a:pt x="612762" y="931598"/>
                  </a:lnTo>
                  <a:lnTo>
                    <a:pt x="616057" y="926917"/>
                  </a:lnTo>
                  <a:lnTo>
                    <a:pt x="619351" y="922336"/>
                  </a:lnTo>
                  <a:lnTo>
                    <a:pt x="622646" y="918055"/>
                  </a:lnTo>
                  <a:lnTo>
                    <a:pt x="625940" y="914184"/>
                  </a:lnTo>
                  <a:lnTo>
                    <a:pt x="629235" y="910733"/>
                  </a:lnTo>
                  <a:lnTo>
                    <a:pt x="632529" y="907553"/>
                  </a:lnTo>
                  <a:lnTo>
                    <a:pt x="635823" y="904418"/>
                  </a:lnTo>
                  <a:lnTo>
                    <a:pt x="639118" y="901086"/>
                  </a:lnTo>
                  <a:lnTo>
                    <a:pt x="642412" y="897341"/>
                  </a:lnTo>
                  <a:lnTo>
                    <a:pt x="645707" y="893032"/>
                  </a:lnTo>
                  <a:lnTo>
                    <a:pt x="649001" y="888085"/>
                  </a:lnTo>
                  <a:lnTo>
                    <a:pt x="652296" y="882493"/>
                  </a:lnTo>
                  <a:lnTo>
                    <a:pt x="655590" y="876285"/>
                  </a:lnTo>
                  <a:lnTo>
                    <a:pt x="658884" y="869468"/>
                  </a:lnTo>
                  <a:lnTo>
                    <a:pt x="662179" y="861990"/>
                  </a:lnTo>
                  <a:lnTo>
                    <a:pt x="665473" y="853705"/>
                  </a:lnTo>
                  <a:lnTo>
                    <a:pt x="668768" y="844385"/>
                  </a:lnTo>
                  <a:lnTo>
                    <a:pt x="672062" y="833763"/>
                  </a:lnTo>
                  <a:lnTo>
                    <a:pt x="675357" y="821607"/>
                  </a:lnTo>
                  <a:lnTo>
                    <a:pt x="678651" y="807799"/>
                  </a:lnTo>
                  <a:lnTo>
                    <a:pt x="681945" y="792361"/>
                  </a:lnTo>
                  <a:lnTo>
                    <a:pt x="685240" y="775551"/>
                  </a:lnTo>
                  <a:lnTo>
                    <a:pt x="688534" y="757835"/>
                  </a:lnTo>
                  <a:lnTo>
                    <a:pt x="691829" y="739624"/>
                  </a:lnTo>
                  <a:lnTo>
                    <a:pt x="695123" y="721256"/>
                  </a:lnTo>
                  <a:lnTo>
                    <a:pt x="698417" y="702943"/>
                  </a:lnTo>
                  <a:lnTo>
                    <a:pt x="701712" y="684770"/>
                  </a:lnTo>
                  <a:lnTo>
                    <a:pt x="705006" y="666740"/>
                  </a:lnTo>
                  <a:lnTo>
                    <a:pt x="708301" y="648832"/>
                  </a:lnTo>
                  <a:lnTo>
                    <a:pt x="711595" y="631041"/>
                  </a:lnTo>
                  <a:lnTo>
                    <a:pt x="714890" y="613388"/>
                  </a:lnTo>
                  <a:lnTo>
                    <a:pt x="718184" y="595892"/>
                  </a:lnTo>
                  <a:lnTo>
                    <a:pt x="721478" y="578528"/>
                  </a:lnTo>
                  <a:lnTo>
                    <a:pt x="724773" y="561191"/>
                  </a:lnTo>
                  <a:lnTo>
                    <a:pt x="728067" y="543682"/>
                  </a:lnTo>
                  <a:lnTo>
                    <a:pt x="731362" y="525727"/>
                  </a:lnTo>
                  <a:lnTo>
                    <a:pt x="734656" y="506998"/>
                  </a:lnTo>
                  <a:lnTo>
                    <a:pt x="737951" y="487061"/>
                  </a:lnTo>
                  <a:lnTo>
                    <a:pt x="741245" y="465640"/>
                  </a:lnTo>
                  <a:lnTo>
                    <a:pt x="744539" y="442451"/>
                  </a:lnTo>
                  <a:lnTo>
                    <a:pt x="747834" y="417318"/>
                  </a:lnTo>
                  <a:lnTo>
                    <a:pt x="751128" y="390249"/>
                  </a:lnTo>
                  <a:lnTo>
                    <a:pt x="754423" y="361536"/>
                  </a:lnTo>
                  <a:lnTo>
                    <a:pt x="757717" y="331799"/>
                  </a:lnTo>
                  <a:lnTo>
                    <a:pt x="761012" y="301973"/>
                  </a:lnTo>
                  <a:lnTo>
                    <a:pt x="764306" y="273196"/>
                  </a:lnTo>
                  <a:lnTo>
                    <a:pt x="767600" y="246613"/>
                  </a:lnTo>
                  <a:lnTo>
                    <a:pt x="770895" y="223144"/>
                  </a:lnTo>
                  <a:lnTo>
                    <a:pt x="774189" y="203274"/>
                  </a:lnTo>
                  <a:lnTo>
                    <a:pt x="777484" y="186932"/>
                  </a:lnTo>
                  <a:lnTo>
                    <a:pt x="780778" y="173499"/>
                  </a:lnTo>
                  <a:lnTo>
                    <a:pt x="784073" y="161953"/>
                  </a:lnTo>
                  <a:lnTo>
                    <a:pt x="787367" y="151118"/>
                  </a:lnTo>
                  <a:lnTo>
                    <a:pt x="790661" y="139883"/>
                  </a:lnTo>
                  <a:lnTo>
                    <a:pt x="793956" y="127581"/>
                  </a:lnTo>
                  <a:lnTo>
                    <a:pt x="797250" y="114115"/>
                  </a:lnTo>
                  <a:lnTo>
                    <a:pt x="800545" y="99814"/>
                  </a:lnTo>
                  <a:lnTo>
                    <a:pt x="803839" y="85276"/>
                  </a:lnTo>
                  <a:lnTo>
                    <a:pt x="807134" y="71182"/>
                  </a:lnTo>
                  <a:lnTo>
                    <a:pt x="810428" y="58104"/>
                  </a:lnTo>
                  <a:lnTo>
                    <a:pt x="813722" y="46387"/>
                  </a:lnTo>
                  <a:lnTo>
                    <a:pt x="817017" y="36118"/>
                  </a:lnTo>
                  <a:lnTo>
                    <a:pt x="820311" y="27180"/>
                  </a:lnTo>
                  <a:lnTo>
                    <a:pt x="823606" y="19380"/>
                  </a:lnTo>
                  <a:lnTo>
                    <a:pt x="826900" y="12594"/>
                  </a:lnTo>
                  <a:lnTo>
                    <a:pt x="830194" y="6885"/>
                  </a:lnTo>
                  <a:lnTo>
                    <a:pt x="833489" y="2550"/>
                  </a:lnTo>
                  <a:lnTo>
                    <a:pt x="836783" y="76"/>
                  </a:lnTo>
                  <a:lnTo>
                    <a:pt x="840078" y="0"/>
                  </a:lnTo>
                  <a:lnTo>
                    <a:pt x="843372" y="2830"/>
                  </a:lnTo>
                  <a:lnTo>
                    <a:pt x="846667" y="8617"/>
                  </a:lnTo>
                  <a:lnTo>
                    <a:pt x="849961" y="16834"/>
                  </a:lnTo>
                  <a:lnTo>
                    <a:pt x="853255" y="26662"/>
                  </a:lnTo>
                  <a:lnTo>
                    <a:pt x="856550" y="37057"/>
                  </a:lnTo>
                  <a:lnTo>
                    <a:pt x="859844" y="46985"/>
                  </a:lnTo>
                  <a:lnTo>
                    <a:pt x="863139" y="55683"/>
                  </a:lnTo>
                  <a:lnTo>
                    <a:pt x="866433" y="62862"/>
                  </a:lnTo>
                  <a:lnTo>
                    <a:pt x="869728" y="68798"/>
                  </a:lnTo>
                  <a:lnTo>
                    <a:pt x="873022" y="74277"/>
                  </a:lnTo>
                  <a:lnTo>
                    <a:pt x="876316" y="80407"/>
                  </a:lnTo>
                  <a:lnTo>
                    <a:pt x="879611" y="88342"/>
                  </a:lnTo>
                  <a:lnTo>
                    <a:pt x="882905" y="99011"/>
                  </a:lnTo>
                  <a:lnTo>
                    <a:pt x="886200" y="112911"/>
                  </a:lnTo>
                  <a:lnTo>
                    <a:pt x="889494" y="130040"/>
                  </a:lnTo>
                  <a:lnTo>
                    <a:pt x="892789" y="149957"/>
                  </a:lnTo>
                  <a:lnTo>
                    <a:pt x="896083" y="171970"/>
                  </a:lnTo>
                  <a:lnTo>
                    <a:pt x="899377" y="195275"/>
                  </a:lnTo>
                  <a:lnTo>
                    <a:pt x="902672" y="219096"/>
                  </a:lnTo>
                  <a:lnTo>
                    <a:pt x="905966" y="242959"/>
                  </a:lnTo>
                  <a:lnTo>
                    <a:pt x="909261" y="266567"/>
                  </a:lnTo>
                  <a:lnTo>
                    <a:pt x="912555" y="289764"/>
                  </a:lnTo>
                  <a:lnTo>
                    <a:pt x="915850" y="312482"/>
                  </a:lnTo>
                  <a:lnTo>
                    <a:pt x="919144" y="334695"/>
                  </a:lnTo>
                  <a:lnTo>
                    <a:pt x="922438" y="356401"/>
                  </a:lnTo>
                  <a:lnTo>
                    <a:pt x="925733" y="377609"/>
                  </a:lnTo>
                  <a:lnTo>
                    <a:pt x="929027" y="398351"/>
                  </a:lnTo>
                  <a:lnTo>
                    <a:pt x="932322" y="418685"/>
                  </a:lnTo>
                  <a:lnTo>
                    <a:pt x="935616" y="438695"/>
                  </a:lnTo>
                  <a:lnTo>
                    <a:pt x="938910" y="458482"/>
                  </a:lnTo>
                  <a:lnTo>
                    <a:pt x="942205" y="478141"/>
                  </a:lnTo>
                  <a:lnTo>
                    <a:pt x="945499" y="497737"/>
                  </a:lnTo>
                  <a:lnTo>
                    <a:pt x="948794" y="517292"/>
                  </a:lnTo>
                  <a:lnTo>
                    <a:pt x="952088" y="536789"/>
                  </a:lnTo>
                  <a:lnTo>
                    <a:pt x="955383" y="556212"/>
                  </a:lnTo>
                  <a:lnTo>
                    <a:pt x="958677" y="575559"/>
                  </a:lnTo>
                  <a:lnTo>
                    <a:pt x="961971" y="594853"/>
                  </a:lnTo>
                  <a:lnTo>
                    <a:pt x="965266" y="614118"/>
                  </a:lnTo>
                  <a:lnTo>
                    <a:pt x="968560" y="633349"/>
                  </a:lnTo>
                  <a:lnTo>
                    <a:pt x="971855" y="652475"/>
                  </a:lnTo>
                  <a:lnTo>
                    <a:pt x="975149" y="671345"/>
                  </a:lnTo>
                  <a:lnTo>
                    <a:pt x="978444" y="689740"/>
                  </a:lnTo>
                  <a:lnTo>
                    <a:pt x="981738" y="707418"/>
                  </a:lnTo>
                  <a:lnTo>
                    <a:pt x="985032" y="724169"/>
                  </a:lnTo>
                  <a:lnTo>
                    <a:pt x="988327" y="739876"/>
                  </a:lnTo>
                  <a:lnTo>
                    <a:pt x="991621" y="754553"/>
                  </a:lnTo>
                  <a:lnTo>
                    <a:pt x="994916" y="768341"/>
                  </a:lnTo>
                  <a:lnTo>
                    <a:pt x="998210" y="781467"/>
                  </a:lnTo>
                  <a:lnTo>
                    <a:pt x="1001505" y="794165"/>
                  </a:lnTo>
                  <a:lnTo>
                    <a:pt x="1004799" y="806581"/>
                  </a:lnTo>
                  <a:lnTo>
                    <a:pt x="1008093" y="818717"/>
                  </a:lnTo>
                  <a:lnTo>
                    <a:pt x="1011388" y="830418"/>
                  </a:lnTo>
                  <a:lnTo>
                    <a:pt x="1014682" y="841441"/>
                  </a:lnTo>
                  <a:lnTo>
                    <a:pt x="1017977" y="851548"/>
                  </a:lnTo>
                  <a:lnTo>
                    <a:pt x="1021271" y="860590"/>
                  </a:lnTo>
                  <a:lnTo>
                    <a:pt x="1024566" y="868558"/>
                  </a:lnTo>
                  <a:lnTo>
                    <a:pt x="1027860" y="875584"/>
                  </a:lnTo>
                  <a:lnTo>
                    <a:pt x="1031154" y="881890"/>
                  </a:lnTo>
                  <a:lnTo>
                    <a:pt x="1034449" y="887730"/>
                  </a:lnTo>
                  <a:lnTo>
                    <a:pt x="1037743" y="893313"/>
                  </a:lnTo>
                  <a:lnTo>
                    <a:pt x="1041038" y="898762"/>
                  </a:lnTo>
                  <a:lnTo>
                    <a:pt x="1044332" y="904103"/>
                  </a:lnTo>
                  <a:lnTo>
                    <a:pt x="1047626" y="909290"/>
                  </a:lnTo>
                  <a:lnTo>
                    <a:pt x="1050921" y="914241"/>
                  </a:lnTo>
                  <a:lnTo>
                    <a:pt x="1054215" y="918883"/>
                  </a:lnTo>
                  <a:lnTo>
                    <a:pt x="1057510" y="923168"/>
                  </a:lnTo>
                  <a:lnTo>
                    <a:pt x="1060804" y="927093"/>
                  </a:lnTo>
                  <a:lnTo>
                    <a:pt x="1064099" y="930701"/>
                  </a:lnTo>
                  <a:lnTo>
                    <a:pt x="1067393" y="934021"/>
                  </a:lnTo>
                  <a:lnTo>
                    <a:pt x="1070687" y="937064"/>
                  </a:lnTo>
                  <a:lnTo>
                    <a:pt x="1073982" y="939815"/>
                  </a:lnTo>
                  <a:lnTo>
                    <a:pt x="1077276" y="942243"/>
                  </a:lnTo>
                  <a:lnTo>
                    <a:pt x="1080571" y="944313"/>
                  </a:lnTo>
                  <a:lnTo>
                    <a:pt x="1083865" y="946000"/>
                  </a:lnTo>
                  <a:lnTo>
                    <a:pt x="1087160" y="947315"/>
                  </a:lnTo>
                  <a:lnTo>
                    <a:pt x="1090454" y="948300"/>
                  </a:lnTo>
                  <a:lnTo>
                    <a:pt x="1093748" y="949036"/>
                  </a:lnTo>
                  <a:lnTo>
                    <a:pt x="1097043" y="949623"/>
                  </a:lnTo>
                  <a:lnTo>
                    <a:pt x="1100337" y="950159"/>
                  </a:lnTo>
                  <a:lnTo>
                    <a:pt x="1103632" y="950720"/>
                  </a:lnTo>
                  <a:lnTo>
                    <a:pt x="1106926" y="951340"/>
                  </a:lnTo>
                  <a:lnTo>
                    <a:pt x="1110221" y="952014"/>
                  </a:lnTo>
                  <a:lnTo>
                    <a:pt x="1113515" y="952703"/>
                  </a:lnTo>
                  <a:lnTo>
                    <a:pt x="1116809" y="953355"/>
                  </a:lnTo>
                  <a:lnTo>
                    <a:pt x="1120104" y="953937"/>
                  </a:lnTo>
                  <a:lnTo>
                    <a:pt x="1123398" y="954438"/>
                  </a:lnTo>
                  <a:lnTo>
                    <a:pt x="1126693" y="954871"/>
                  </a:lnTo>
                  <a:lnTo>
                    <a:pt x="1129987" y="955265"/>
                  </a:lnTo>
                  <a:lnTo>
                    <a:pt x="1133282" y="955646"/>
                  </a:lnTo>
                  <a:lnTo>
                    <a:pt x="1136576" y="956033"/>
                  </a:lnTo>
                  <a:lnTo>
                    <a:pt x="1139870" y="956428"/>
                  </a:lnTo>
                  <a:lnTo>
                    <a:pt x="1143165" y="956817"/>
                  </a:lnTo>
                  <a:lnTo>
                    <a:pt x="1146459" y="957178"/>
                  </a:lnTo>
                  <a:lnTo>
                    <a:pt x="1149754" y="957483"/>
                  </a:lnTo>
                  <a:lnTo>
                    <a:pt x="1153048" y="957713"/>
                  </a:lnTo>
                  <a:lnTo>
                    <a:pt x="1156343" y="957853"/>
                  </a:lnTo>
                  <a:lnTo>
                    <a:pt x="1159637" y="957902"/>
                  </a:lnTo>
                  <a:lnTo>
                    <a:pt x="1162931" y="957867"/>
                  </a:lnTo>
                  <a:lnTo>
                    <a:pt x="1166226" y="957761"/>
                  </a:lnTo>
                  <a:lnTo>
                    <a:pt x="1169520" y="957611"/>
                  </a:lnTo>
                  <a:lnTo>
                    <a:pt x="1172815" y="957440"/>
                  </a:lnTo>
                  <a:lnTo>
                    <a:pt x="1176109" y="957273"/>
                  </a:lnTo>
                  <a:lnTo>
                    <a:pt x="1179403" y="957125"/>
                  </a:lnTo>
                  <a:lnTo>
                    <a:pt x="1182698" y="957007"/>
                  </a:lnTo>
                  <a:lnTo>
                    <a:pt x="1185992" y="956923"/>
                  </a:lnTo>
                  <a:lnTo>
                    <a:pt x="1189287" y="956873"/>
                  </a:lnTo>
                  <a:lnTo>
                    <a:pt x="1192581" y="956852"/>
                  </a:lnTo>
                  <a:lnTo>
                    <a:pt x="1195876" y="956860"/>
                  </a:lnTo>
                  <a:lnTo>
                    <a:pt x="1199170" y="956898"/>
                  </a:lnTo>
                  <a:lnTo>
                    <a:pt x="1202464" y="956970"/>
                  </a:lnTo>
                  <a:lnTo>
                    <a:pt x="1205759" y="957078"/>
                  </a:lnTo>
                  <a:lnTo>
                    <a:pt x="1209053" y="957223"/>
                  </a:lnTo>
                  <a:lnTo>
                    <a:pt x="1212348" y="957398"/>
                  </a:lnTo>
                  <a:lnTo>
                    <a:pt x="1215642" y="957593"/>
                  </a:lnTo>
                  <a:lnTo>
                    <a:pt x="1218937" y="957790"/>
                  </a:lnTo>
                  <a:lnTo>
                    <a:pt x="1222231" y="957974"/>
                  </a:lnTo>
                  <a:lnTo>
                    <a:pt x="1225525" y="958132"/>
                  </a:lnTo>
                  <a:lnTo>
                    <a:pt x="1228820" y="958259"/>
                  </a:lnTo>
                  <a:lnTo>
                    <a:pt x="1232114" y="958354"/>
                  </a:lnTo>
                  <a:lnTo>
                    <a:pt x="1235409" y="958422"/>
                  </a:lnTo>
                  <a:lnTo>
                    <a:pt x="1238703" y="958466"/>
                  </a:lnTo>
                  <a:lnTo>
                    <a:pt x="1241998" y="958493"/>
                  </a:lnTo>
                  <a:lnTo>
                    <a:pt x="1245292" y="958509"/>
                  </a:lnTo>
                  <a:lnTo>
                    <a:pt x="1248586" y="958518"/>
                  </a:lnTo>
                  <a:lnTo>
                    <a:pt x="1251881" y="958522"/>
                  </a:lnTo>
                  <a:lnTo>
                    <a:pt x="1255175" y="958525"/>
                  </a:lnTo>
                  <a:lnTo>
                    <a:pt x="1258470" y="958526"/>
                  </a:lnTo>
                  <a:lnTo>
                    <a:pt x="1261764" y="958526"/>
                  </a:lnTo>
                  <a:lnTo>
                    <a:pt x="1265059" y="958526"/>
                  </a:lnTo>
                  <a:lnTo>
                    <a:pt x="1268353" y="958526"/>
                  </a:lnTo>
                  <a:lnTo>
                    <a:pt x="1271647" y="958526"/>
                  </a:lnTo>
                  <a:lnTo>
                    <a:pt x="1274942" y="958526"/>
                  </a:lnTo>
                  <a:lnTo>
                    <a:pt x="1278236" y="958526"/>
                  </a:lnTo>
                  <a:lnTo>
                    <a:pt x="1281531" y="958526"/>
                  </a:lnTo>
                  <a:lnTo>
                    <a:pt x="1284825" y="958526"/>
                  </a:lnTo>
                  <a:lnTo>
                    <a:pt x="1288119" y="958526"/>
                  </a:lnTo>
                  <a:lnTo>
                    <a:pt x="1291414" y="958526"/>
                  </a:lnTo>
                  <a:lnTo>
                    <a:pt x="1294708" y="958526"/>
                  </a:lnTo>
                  <a:lnTo>
                    <a:pt x="1298003" y="958526"/>
                  </a:lnTo>
                  <a:lnTo>
                    <a:pt x="1301297" y="958526"/>
                  </a:lnTo>
                  <a:lnTo>
                    <a:pt x="1304592" y="958526"/>
                  </a:lnTo>
                  <a:lnTo>
                    <a:pt x="1307886" y="958526"/>
                  </a:lnTo>
                  <a:lnTo>
                    <a:pt x="1311180" y="958526"/>
                  </a:lnTo>
                  <a:lnTo>
                    <a:pt x="1314475" y="958526"/>
                  </a:lnTo>
                  <a:lnTo>
                    <a:pt x="1317769" y="958526"/>
                  </a:lnTo>
                  <a:lnTo>
                    <a:pt x="1321064" y="958526"/>
                  </a:lnTo>
                  <a:lnTo>
                    <a:pt x="1324358" y="958526"/>
                  </a:lnTo>
                  <a:lnTo>
                    <a:pt x="1327653" y="958526"/>
                  </a:lnTo>
                  <a:lnTo>
                    <a:pt x="1330947" y="958526"/>
                  </a:lnTo>
                  <a:lnTo>
                    <a:pt x="1334241" y="958526"/>
                  </a:lnTo>
                  <a:lnTo>
                    <a:pt x="1337536" y="958526"/>
                  </a:lnTo>
                  <a:lnTo>
                    <a:pt x="1340830" y="958526"/>
                  </a:lnTo>
                  <a:lnTo>
                    <a:pt x="1344125" y="958526"/>
                  </a:lnTo>
                  <a:lnTo>
                    <a:pt x="1347419" y="958526"/>
                  </a:lnTo>
                  <a:lnTo>
                    <a:pt x="1350714" y="958526"/>
                  </a:lnTo>
                  <a:lnTo>
                    <a:pt x="1354008" y="958526"/>
                  </a:lnTo>
                  <a:lnTo>
                    <a:pt x="1357302" y="958526"/>
                  </a:lnTo>
                  <a:lnTo>
                    <a:pt x="1360597" y="958526"/>
                  </a:lnTo>
                  <a:lnTo>
                    <a:pt x="1363891" y="958526"/>
                  </a:lnTo>
                  <a:lnTo>
                    <a:pt x="1367186" y="958526"/>
                  </a:lnTo>
                  <a:lnTo>
                    <a:pt x="1370480" y="958526"/>
                  </a:lnTo>
                  <a:lnTo>
                    <a:pt x="1373775" y="958526"/>
                  </a:lnTo>
                  <a:lnTo>
                    <a:pt x="1377069" y="958526"/>
                  </a:lnTo>
                  <a:lnTo>
                    <a:pt x="1380363" y="958526"/>
                  </a:lnTo>
                  <a:lnTo>
                    <a:pt x="1383658" y="958526"/>
                  </a:lnTo>
                  <a:lnTo>
                    <a:pt x="1386952" y="958526"/>
                  </a:lnTo>
                  <a:lnTo>
                    <a:pt x="1390247" y="958526"/>
                  </a:lnTo>
                  <a:lnTo>
                    <a:pt x="1393541" y="958526"/>
                  </a:lnTo>
                  <a:lnTo>
                    <a:pt x="1396835" y="958526"/>
                  </a:lnTo>
                  <a:lnTo>
                    <a:pt x="1400130" y="958526"/>
                  </a:lnTo>
                  <a:lnTo>
                    <a:pt x="1403424" y="958526"/>
                  </a:lnTo>
                  <a:lnTo>
                    <a:pt x="1406719" y="958526"/>
                  </a:lnTo>
                  <a:lnTo>
                    <a:pt x="1410013" y="958526"/>
                  </a:lnTo>
                  <a:lnTo>
                    <a:pt x="1413308" y="958526"/>
                  </a:lnTo>
                  <a:lnTo>
                    <a:pt x="1416602" y="958526"/>
                  </a:lnTo>
                  <a:lnTo>
                    <a:pt x="1419896" y="958526"/>
                  </a:lnTo>
                  <a:lnTo>
                    <a:pt x="1423191" y="958526"/>
                  </a:lnTo>
                  <a:lnTo>
                    <a:pt x="1426485" y="958526"/>
                  </a:lnTo>
                  <a:lnTo>
                    <a:pt x="1429780" y="958526"/>
                  </a:lnTo>
                  <a:lnTo>
                    <a:pt x="1433074" y="958526"/>
                  </a:lnTo>
                  <a:lnTo>
                    <a:pt x="1436369" y="958526"/>
                  </a:lnTo>
                  <a:lnTo>
                    <a:pt x="1439663" y="958526"/>
                  </a:lnTo>
                  <a:lnTo>
                    <a:pt x="1442957" y="958526"/>
                  </a:lnTo>
                  <a:lnTo>
                    <a:pt x="1446252" y="958526"/>
                  </a:lnTo>
                  <a:lnTo>
                    <a:pt x="1449546" y="958526"/>
                  </a:lnTo>
                  <a:lnTo>
                    <a:pt x="1452841" y="958526"/>
                  </a:lnTo>
                  <a:lnTo>
                    <a:pt x="1456135" y="958526"/>
                  </a:lnTo>
                  <a:lnTo>
                    <a:pt x="1459430" y="958526"/>
                  </a:lnTo>
                  <a:lnTo>
                    <a:pt x="1462724" y="958526"/>
                  </a:lnTo>
                  <a:lnTo>
                    <a:pt x="1466018" y="958526"/>
                  </a:lnTo>
                  <a:lnTo>
                    <a:pt x="1469313" y="958526"/>
                  </a:lnTo>
                  <a:lnTo>
                    <a:pt x="1472607" y="958526"/>
                  </a:lnTo>
                  <a:lnTo>
                    <a:pt x="1475902" y="958526"/>
                  </a:lnTo>
                  <a:lnTo>
                    <a:pt x="1479196" y="958526"/>
                  </a:lnTo>
                  <a:lnTo>
                    <a:pt x="1482491" y="958526"/>
                  </a:lnTo>
                  <a:lnTo>
                    <a:pt x="1485785" y="958526"/>
                  </a:lnTo>
                  <a:lnTo>
                    <a:pt x="1489079" y="958526"/>
                  </a:lnTo>
                  <a:lnTo>
                    <a:pt x="1492374" y="958526"/>
                  </a:lnTo>
                  <a:lnTo>
                    <a:pt x="1495668" y="958526"/>
                  </a:lnTo>
                  <a:lnTo>
                    <a:pt x="1498963" y="958526"/>
                  </a:lnTo>
                  <a:lnTo>
                    <a:pt x="1502257" y="958526"/>
                  </a:lnTo>
                  <a:lnTo>
                    <a:pt x="1505551" y="958526"/>
                  </a:lnTo>
                  <a:lnTo>
                    <a:pt x="1508846" y="958526"/>
                  </a:lnTo>
                  <a:lnTo>
                    <a:pt x="1512140" y="958526"/>
                  </a:lnTo>
                  <a:lnTo>
                    <a:pt x="1515435" y="958526"/>
                  </a:lnTo>
                  <a:lnTo>
                    <a:pt x="1518729" y="958526"/>
                  </a:lnTo>
                  <a:lnTo>
                    <a:pt x="1522024" y="958526"/>
                  </a:lnTo>
                  <a:lnTo>
                    <a:pt x="1525318" y="958526"/>
                  </a:lnTo>
                  <a:lnTo>
                    <a:pt x="1528612" y="958526"/>
                  </a:lnTo>
                  <a:lnTo>
                    <a:pt x="1531907" y="958526"/>
                  </a:lnTo>
                  <a:lnTo>
                    <a:pt x="1535201" y="958526"/>
                  </a:lnTo>
                  <a:lnTo>
                    <a:pt x="1538496" y="958526"/>
                  </a:lnTo>
                  <a:lnTo>
                    <a:pt x="1541790" y="958526"/>
                  </a:lnTo>
                  <a:lnTo>
                    <a:pt x="1545085" y="958526"/>
                  </a:lnTo>
                  <a:lnTo>
                    <a:pt x="1548379" y="958526"/>
                  </a:lnTo>
                  <a:lnTo>
                    <a:pt x="1551673" y="958526"/>
                  </a:lnTo>
                  <a:lnTo>
                    <a:pt x="1554968" y="958526"/>
                  </a:lnTo>
                  <a:lnTo>
                    <a:pt x="1558262" y="958526"/>
                  </a:lnTo>
                  <a:lnTo>
                    <a:pt x="1561557" y="958526"/>
                  </a:lnTo>
                  <a:lnTo>
                    <a:pt x="1564851" y="958526"/>
                  </a:lnTo>
                  <a:lnTo>
                    <a:pt x="1568146" y="958526"/>
                  </a:lnTo>
                  <a:lnTo>
                    <a:pt x="1571440" y="958526"/>
                  </a:lnTo>
                  <a:lnTo>
                    <a:pt x="1574734" y="958526"/>
                  </a:lnTo>
                  <a:lnTo>
                    <a:pt x="1578029" y="958526"/>
                  </a:lnTo>
                  <a:lnTo>
                    <a:pt x="1581323" y="958526"/>
                  </a:lnTo>
                  <a:lnTo>
                    <a:pt x="1584618" y="958526"/>
                  </a:lnTo>
                  <a:lnTo>
                    <a:pt x="1587912" y="958526"/>
                  </a:lnTo>
                  <a:lnTo>
                    <a:pt x="1591207" y="958526"/>
                  </a:lnTo>
                  <a:lnTo>
                    <a:pt x="1594501" y="958526"/>
                  </a:lnTo>
                  <a:lnTo>
                    <a:pt x="1597795" y="958526"/>
                  </a:lnTo>
                  <a:lnTo>
                    <a:pt x="1601090" y="958526"/>
                  </a:lnTo>
                  <a:lnTo>
                    <a:pt x="1604384" y="958526"/>
                  </a:lnTo>
                  <a:lnTo>
                    <a:pt x="1607679" y="958526"/>
                  </a:lnTo>
                  <a:lnTo>
                    <a:pt x="1610973" y="958526"/>
                  </a:lnTo>
                  <a:lnTo>
                    <a:pt x="1614268" y="958526"/>
                  </a:lnTo>
                  <a:lnTo>
                    <a:pt x="1617562" y="958526"/>
                  </a:lnTo>
                  <a:lnTo>
                    <a:pt x="1620856" y="958526"/>
                  </a:lnTo>
                  <a:lnTo>
                    <a:pt x="1624151" y="958526"/>
                  </a:lnTo>
                  <a:lnTo>
                    <a:pt x="1627445" y="958526"/>
                  </a:lnTo>
                  <a:lnTo>
                    <a:pt x="1630740" y="958526"/>
                  </a:lnTo>
                  <a:lnTo>
                    <a:pt x="1634034" y="958526"/>
                  </a:lnTo>
                  <a:lnTo>
                    <a:pt x="1637328" y="958526"/>
                  </a:lnTo>
                  <a:lnTo>
                    <a:pt x="1640623" y="958526"/>
                  </a:lnTo>
                  <a:lnTo>
                    <a:pt x="1643917" y="958526"/>
                  </a:lnTo>
                  <a:lnTo>
                    <a:pt x="1647212" y="958526"/>
                  </a:lnTo>
                  <a:lnTo>
                    <a:pt x="1650506" y="958526"/>
                  </a:lnTo>
                  <a:lnTo>
                    <a:pt x="1653801" y="958526"/>
                  </a:lnTo>
                  <a:lnTo>
                    <a:pt x="1657095" y="958526"/>
                  </a:lnTo>
                  <a:lnTo>
                    <a:pt x="1660389" y="958526"/>
                  </a:lnTo>
                  <a:lnTo>
                    <a:pt x="1663684" y="958526"/>
                  </a:lnTo>
                  <a:lnTo>
                    <a:pt x="1666978" y="958526"/>
                  </a:lnTo>
                  <a:lnTo>
                    <a:pt x="1670273" y="958526"/>
                  </a:lnTo>
                  <a:lnTo>
                    <a:pt x="1673567" y="958526"/>
                  </a:lnTo>
                  <a:lnTo>
                    <a:pt x="1676862" y="958526"/>
                  </a:lnTo>
                  <a:lnTo>
                    <a:pt x="1680156" y="958526"/>
                  </a:lnTo>
                  <a:lnTo>
                    <a:pt x="1683450" y="958526"/>
                  </a:lnTo>
                  <a:lnTo>
                    <a:pt x="1680156" y="958526"/>
                  </a:lnTo>
                  <a:lnTo>
                    <a:pt x="1676862" y="958526"/>
                  </a:lnTo>
                  <a:lnTo>
                    <a:pt x="1673567" y="958526"/>
                  </a:lnTo>
                  <a:lnTo>
                    <a:pt x="1670273" y="958526"/>
                  </a:lnTo>
                  <a:lnTo>
                    <a:pt x="1666978" y="958526"/>
                  </a:lnTo>
                  <a:lnTo>
                    <a:pt x="1663684" y="958526"/>
                  </a:lnTo>
                  <a:lnTo>
                    <a:pt x="1660389" y="958526"/>
                  </a:lnTo>
                  <a:lnTo>
                    <a:pt x="1657095" y="958526"/>
                  </a:lnTo>
                  <a:lnTo>
                    <a:pt x="1653801" y="958526"/>
                  </a:lnTo>
                  <a:lnTo>
                    <a:pt x="1650506" y="958526"/>
                  </a:lnTo>
                  <a:lnTo>
                    <a:pt x="1647212" y="958526"/>
                  </a:lnTo>
                  <a:lnTo>
                    <a:pt x="1643917" y="958526"/>
                  </a:lnTo>
                  <a:lnTo>
                    <a:pt x="1640623" y="958526"/>
                  </a:lnTo>
                  <a:lnTo>
                    <a:pt x="1637328" y="958526"/>
                  </a:lnTo>
                  <a:lnTo>
                    <a:pt x="1634034" y="958526"/>
                  </a:lnTo>
                  <a:lnTo>
                    <a:pt x="1630740" y="958526"/>
                  </a:lnTo>
                  <a:lnTo>
                    <a:pt x="1627445" y="958526"/>
                  </a:lnTo>
                  <a:lnTo>
                    <a:pt x="1624151" y="958526"/>
                  </a:lnTo>
                  <a:lnTo>
                    <a:pt x="1620856" y="958526"/>
                  </a:lnTo>
                  <a:lnTo>
                    <a:pt x="1617562" y="958526"/>
                  </a:lnTo>
                  <a:lnTo>
                    <a:pt x="1614268" y="958526"/>
                  </a:lnTo>
                  <a:lnTo>
                    <a:pt x="1610973" y="958526"/>
                  </a:lnTo>
                  <a:lnTo>
                    <a:pt x="1607679" y="958526"/>
                  </a:lnTo>
                  <a:lnTo>
                    <a:pt x="1604384" y="958526"/>
                  </a:lnTo>
                  <a:lnTo>
                    <a:pt x="1601090" y="958526"/>
                  </a:lnTo>
                  <a:lnTo>
                    <a:pt x="1597795" y="958526"/>
                  </a:lnTo>
                  <a:lnTo>
                    <a:pt x="1594501" y="958526"/>
                  </a:lnTo>
                  <a:lnTo>
                    <a:pt x="1591207" y="958526"/>
                  </a:lnTo>
                  <a:lnTo>
                    <a:pt x="1587912" y="958526"/>
                  </a:lnTo>
                  <a:lnTo>
                    <a:pt x="1584618" y="958526"/>
                  </a:lnTo>
                  <a:lnTo>
                    <a:pt x="1581323" y="958526"/>
                  </a:lnTo>
                  <a:lnTo>
                    <a:pt x="1578029" y="958526"/>
                  </a:lnTo>
                  <a:lnTo>
                    <a:pt x="1574734" y="958526"/>
                  </a:lnTo>
                  <a:lnTo>
                    <a:pt x="1571440" y="958526"/>
                  </a:lnTo>
                  <a:lnTo>
                    <a:pt x="1568146" y="958526"/>
                  </a:lnTo>
                  <a:lnTo>
                    <a:pt x="1564851" y="958526"/>
                  </a:lnTo>
                  <a:lnTo>
                    <a:pt x="1561557" y="958526"/>
                  </a:lnTo>
                  <a:lnTo>
                    <a:pt x="1558262" y="958526"/>
                  </a:lnTo>
                  <a:lnTo>
                    <a:pt x="1554968" y="958526"/>
                  </a:lnTo>
                  <a:lnTo>
                    <a:pt x="1551673" y="958526"/>
                  </a:lnTo>
                  <a:lnTo>
                    <a:pt x="1548379" y="958526"/>
                  </a:lnTo>
                  <a:lnTo>
                    <a:pt x="1545085" y="958526"/>
                  </a:lnTo>
                  <a:lnTo>
                    <a:pt x="1541790" y="958526"/>
                  </a:lnTo>
                  <a:lnTo>
                    <a:pt x="1538496" y="958526"/>
                  </a:lnTo>
                  <a:lnTo>
                    <a:pt x="1535201" y="958526"/>
                  </a:lnTo>
                  <a:lnTo>
                    <a:pt x="1531907" y="958526"/>
                  </a:lnTo>
                  <a:lnTo>
                    <a:pt x="1528612" y="958526"/>
                  </a:lnTo>
                  <a:lnTo>
                    <a:pt x="1525318" y="958526"/>
                  </a:lnTo>
                  <a:lnTo>
                    <a:pt x="1522024" y="958526"/>
                  </a:lnTo>
                  <a:lnTo>
                    <a:pt x="1518729" y="958526"/>
                  </a:lnTo>
                  <a:lnTo>
                    <a:pt x="1515435" y="958526"/>
                  </a:lnTo>
                  <a:lnTo>
                    <a:pt x="1512140" y="958526"/>
                  </a:lnTo>
                  <a:lnTo>
                    <a:pt x="1508846" y="958526"/>
                  </a:lnTo>
                  <a:lnTo>
                    <a:pt x="1505551" y="958526"/>
                  </a:lnTo>
                  <a:lnTo>
                    <a:pt x="1502257" y="958526"/>
                  </a:lnTo>
                  <a:lnTo>
                    <a:pt x="1498963" y="958526"/>
                  </a:lnTo>
                  <a:lnTo>
                    <a:pt x="1495668" y="958526"/>
                  </a:lnTo>
                  <a:lnTo>
                    <a:pt x="1492374" y="958526"/>
                  </a:lnTo>
                  <a:lnTo>
                    <a:pt x="1489079" y="958526"/>
                  </a:lnTo>
                  <a:lnTo>
                    <a:pt x="1485785" y="958526"/>
                  </a:lnTo>
                  <a:lnTo>
                    <a:pt x="1482491" y="958526"/>
                  </a:lnTo>
                  <a:lnTo>
                    <a:pt x="1479196" y="958526"/>
                  </a:lnTo>
                  <a:lnTo>
                    <a:pt x="1475902" y="958526"/>
                  </a:lnTo>
                  <a:lnTo>
                    <a:pt x="1472607" y="958526"/>
                  </a:lnTo>
                  <a:lnTo>
                    <a:pt x="1469313" y="958526"/>
                  </a:lnTo>
                  <a:lnTo>
                    <a:pt x="1466018" y="958526"/>
                  </a:lnTo>
                  <a:lnTo>
                    <a:pt x="1462724" y="958526"/>
                  </a:lnTo>
                  <a:lnTo>
                    <a:pt x="1459430" y="958526"/>
                  </a:lnTo>
                  <a:lnTo>
                    <a:pt x="1456135" y="958526"/>
                  </a:lnTo>
                  <a:lnTo>
                    <a:pt x="1452841" y="958526"/>
                  </a:lnTo>
                  <a:lnTo>
                    <a:pt x="1449546" y="958526"/>
                  </a:lnTo>
                  <a:lnTo>
                    <a:pt x="1446252" y="958526"/>
                  </a:lnTo>
                  <a:lnTo>
                    <a:pt x="1442957" y="958526"/>
                  </a:lnTo>
                  <a:lnTo>
                    <a:pt x="1439663" y="958526"/>
                  </a:lnTo>
                  <a:lnTo>
                    <a:pt x="1436369" y="958526"/>
                  </a:lnTo>
                  <a:lnTo>
                    <a:pt x="1433074" y="958526"/>
                  </a:lnTo>
                  <a:lnTo>
                    <a:pt x="1429780" y="958526"/>
                  </a:lnTo>
                  <a:lnTo>
                    <a:pt x="1426485" y="958526"/>
                  </a:lnTo>
                  <a:lnTo>
                    <a:pt x="1423191" y="958526"/>
                  </a:lnTo>
                  <a:lnTo>
                    <a:pt x="1419896" y="958526"/>
                  </a:lnTo>
                  <a:lnTo>
                    <a:pt x="1416602" y="958526"/>
                  </a:lnTo>
                  <a:lnTo>
                    <a:pt x="1413308" y="958526"/>
                  </a:lnTo>
                  <a:lnTo>
                    <a:pt x="1410013" y="958526"/>
                  </a:lnTo>
                  <a:lnTo>
                    <a:pt x="1406719" y="958526"/>
                  </a:lnTo>
                  <a:lnTo>
                    <a:pt x="1403424" y="958526"/>
                  </a:lnTo>
                  <a:lnTo>
                    <a:pt x="1400130" y="958526"/>
                  </a:lnTo>
                  <a:lnTo>
                    <a:pt x="1396835" y="958526"/>
                  </a:lnTo>
                  <a:lnTo>
                    <a:pt x="1393541" y="958526"/>
                  </a:lnTo>
                  <a:lnTo>
                    <a:pt x="1390247" y="958526"/>
                  </a:lnTo>
                  <a:lnTo>
                    <a:pt x="1386952" y="958526"/>
                  </a:lnTo>
                  <a:lnTo>
                    <a:pt x="1383658" y="958526"/>
                  </a:lnTo>
                  <a:lnTo>
                    <a:pt x="1380363" y="958526"/>
                  </a:lnTo>
                  <a:lnTo>
                    <a:pt x="1377069" y="958526"/>
                  </a:lnTo>
                  <a:lnTo>
                    <a:pt x="1373775" y="958526"/>
                  </a:lnTo>
                  <a:lnTo>
                    <a:pt x="1370480" y="958526"/>
                  </a:lnTo>
                  <a:lnTo>
                    <a:pt x="1367186" y="958526"/>
                  </a:lnTo>
                  <a:lnTo>
                    <a:pt x="1363891" y="958526"/>
                  </a:lnTo>
                  <a:lnTo>
                    <a:pt x="1360597" y="958526"/>
                  </a:lnTo>
                  <a:lnTo>
                    <a:pt x="1357302" y="958526"/>
                  </a:lnTo>
                  <a:lnTo>
                    <a:pt x="1354008" y="958526"/>
                  </a:lnTo>
                  <a:lnTo>
                    <a:pt x="1350714" y="958526"/>
                  </a:lnTo>
                  <a:lnTo>
                    <a:pt x="1347419" y="958526"/>
                  </a:lnTo>
                  <a:lnTo>
                    <a:pt x="1344125" y="958526"/>
                  </a:lnTo>
                  <a:lnTo>
                    <a:pt x="1340830" y="958526"/>
                  </a:lnTo>
                  <a:lnTo>
                    <a:pt x="1337536" y="958526"/>
                  </a:lnTo>
                  <a:lnTo>
                    <a:pt x="1334241" y="958526"/>
                  </a:lnTo>
                  <a:lnTo>
                    <a:pt x="1330947" y="958526"/>
                  </a:lnTo>
                  <a:lnTo>
                    <a:pt x="1327653" y="958526"/>
                  </a:lnTo>
                  <a:lnTo>
                    <a:pt x="1324358" y="958526"/>
                  </a:lnTo>
                  <a:lnTo>
                    <a:pt x="1321064" y="958526"/>
                  </a:lnTo>
                  <a:lnTo>
                    <a:pt x="1317769" y="958526"/>
                  </a:lnTo>
                  <a:lnTo>
                    <a:pt x="1314475" y="958526"/>
                  </a:lnTo>
                  <a:lnTo>
                    <a:pt x="1311180" y="958526"/>
                  </a:lnTo>
                  <a:lnTo>
                    <a:pt x="1307886" y="958526"/>
                  </a:lnTo>
                  <a:lnTo>
                    <a:pt x="1304592" y="958526"/>
                  </a:lnTo>
                  <a:lnTo>
                    <a:pt x="1301297" y="958526"/>
                  </a:lnTo>
                  <a:lnTo>
                    <a:pt x="1298003" y="958526"/>
                  </a:lnTo>
                  <a:lnTo>
                    <a:pt x="1294708" y="958526"/>
                  </a:lnTo>
                  <a:lnTo>
                    <a:pt x="1291414" y="958526"/>
                  </a:lnTo>
                  <a:lnTo>
                    <a:pt x="1288119" y="958526"/>
                  </a:lnTo>
                  <a:lnTo>
                    <a:pt x="1284825" y="958526"/>
                  </a:lnTo>
                  <a:lnTo>
                    <a:pt x="1281531" y="958526"/>
                  </a:lnTo>
                  <a:lnTo>
                    <a:pt x="1278236" y="958526"/>
                  </a:lnTo>
                  <a:lnTo>
                    <a:pt x="1274942" y="958526"/>
                  </a:lnTo>
                  <a:lnTo>
                    <a:pt x="1271647" y="958526"/>
                  </a:lnTo>
                  <a:lnTo>
                    <a:pt x="1268353" y="958526"/>
                  </a:lnTo>
                  <a:lnTo>
                    <a:pt x="1265059" y="958526"/>
                  </a:lnTo>
                  <a:lnTo>
                    <a:pt x="1261764" y="958526"/>
                  </a:lnTo>
                  <a:lnTo>
                    <a:pt x="1258470" y="958526"/>
                  </a:lnTo>
                  <a:lnTo>
                    <a:pt x="1255175" y="958526"/>
                  </a:lnTo>
                  <a:lnTo>
                    <a:pt x="1251881" y="958526"/>
                  </a:lnTo>
                  <a:lnTo>
                    <a:pt x="1248586" y="958526"/>
                  </a:lnTo>
                  <a:lnTo>
                    <a:pt x="1245292" y="958526"/>
                  </a:lnTo>
                  <a:lnTo>
                    <a:pt x="1241998" y="958526"/>
                  </a:lnTo>
                  <a:lnTo>
                    <a:pt x="1238703" y="958526"/>
                  </a:lnTo>
                  <a:lnTo>
                    <a:pt x="1235409" y="958526"/>
                  </a:lnTo>
                  <a:lnTo>
                    <a:pt x="1232114" y="958526"/>
                  </a:lnTo>
                  <a:lnTo>
                    <a:pt x="1228820" y="958526"/>
                  </a:lnTo>
                  <a:lnTo>
                    <a:pt x="1225525" y="958526"/>
                  </a:lnTo>
                  <a:lnTo>
                    <a:pt x="1222231" y="958526"/>
                  </a:lnTo>
                  <a:lnTo>
                    <a:pt x="1218937" y="958526"/>
                  </a:lnTo>
                  <a:lnTo>
                    <a:pt x="1215642" y="958526"/>
                  </a:lnTo>
                  <a:lnTo>
                    <a:pt x="1212348" y="958526"/>
                  </a:lnTo>
                  <a:lnTo>
                    <a:pt x="1209053" y="958526"/>
                  </a:lnTo>
                  <a:lnTo>
                    <a:pt x="1205759" y="958526"/>
                  </a:lnTo>
                  <a:lnTo>
                    <a:pt x="1202464" y="958526"/>
                  </a:lnTo>
                  <a:lnTo>
                    <a:pt x="1199170" y="958526"/>
                  </a:lnTo>
                  <a:lnTo>
                    <a:pt x="1195876" y="958526"/>
                  </a:lnTo>
                  <a:lnTo>
                    <a:pt x="1192581" y="958526"/>
                  </a:lnTo>
                  <a:lnTo>
                    <a:pt x="1189287" y="958526"/>
                  </a:lnTo>
                  <a:lnTo>
                    <a:pt x="1185992" y="958526"/>
                  </a:lnTo>
                  <a:lnTo>
                    <a:pt x="1182698" y="958526"/>
                  </a:lnTo>
                  <a:lnTo>
                    <a:pt x="1179403" y="958526"/>
                  </a:lnTo>
                  <a:lnTo>
                    <a:pt x="1176109" y="958526"/>
                  </a:lnTo>
                  <a:lnTo>
                    <a:pt x="1172815" y="958526"/>
                  </a:lnTo>
                  <a:lnTo>
                    <a:pt x="1169520" y="958526"/>
                  </a:lnTo>
                  <a:lnTo>
                    <a:pt x="1166226" y="958526"/>
                  </a:lnTo>
                  <a:lnTo>
                    <a:pt x="1162931" y="958526"/>
                  </a:lnTo>
                  <a:lnTo>
                    <a:pt x="1159637" y="958526"/>
                  </a:lnTo>
                  <a:lnTo>
                    <a:pt x="1156343" y="958526"/>
                  </a:lnTo>
                  <a:lnTo>
                    <a:pt x="1153048" y="958526"/>
                  </a:lnTo>
                  <a:lnTo>
                    <a:pt x="1149754" y="958526"/>
                  </a:lnTo>
                  <a:lnTo>
                    <a:pt x="1146459" y="958526"/>
                  </a:lnTo>
                  <a:lnTo>
                    <a:pt x="1143165" y="958526"/>
                  </a:lnTo>
                  <a:lnTo>
                    <a:pt x="1139870" y="958526"/>
                  </a:lnTo>
                  <a:lnTo>
                    <a:pt x="1136576" y="958526"/>
                  </a:lnTo>
                  <a:lnTo>
                    <a:pt x="1133282" y="958526"/>
                  </a:lnTo>
                  <a:lnTo>
                    <a:pt x="1129987" y="958526"/>
                  </a:lnTo>
                  <a:lnTo>
                    <a:pt x="1126693" y="958526"/>
                  </a:lnTo>
                  <a:lnTo>
                    <a:pt x="1123398" y="958526"/>
                  </a:lnTo>
                  <a:lnTo>
                    <a:pt x="1120104" y="958526"/>
                  </a:lnTo>
                  <a:lnTo>
                    <a:pt x="1116809" y="958526"/>
                  </a:lnTo>
                  <a:lnTo>
                    <a:pt x="1113515" y="958526"/>
                  </a:lnTo>
                  <a:lnTo>
                    <a:pt x="1110221" y="958526"/>
                  </a:lnTo>
                  <a:lnTo>
                    <a:pt x="1106926" y="958526"/>
                  </a:lnTo>
                  <a:lnTo>
                    <a:pt x="1103632" y="958526"/>
                  </a:lnTo>
                  <a:lnTo>
                    <a:pt x="1100337" y="958526"/>
                  </a:lnTo>
                  <a:lnTo>
                    <a:pt x="1097043" y="958526"/>
                  </a:lnTo>
                  <a:lnTo>
                    <a:pt x="1093748" y="958526"/>
                  </a:lnTo>
                  <a:lnTo>
                    <a:pt x="1090454" y="958526"/>
                  </a:lnTo>
                  <a:lnTo>
                    <a:pt x="1087160" y="958526"/>
                  </a:lnTo>
                  <a:lnTo>
                    <a:pt x="1083865" y="958526"/>
                  </a:lnTo>
                  <a:lnTo>
                    <a:pt x="1080571" y="958526"/>
                  </a:lnTo>
                  <a:lnTo>
                    <a:pt x="1077276" y="958526"/>
                  </a:lnTo>
                  <a:lnTo>
                    <a:pt x="1073982" y="958526"/>
                  </a:lnTo>
                  <a:lnTo>
                    <a:pt x="1070687" y="958526"/>
                  </a:lnTo>
                  <a:lnTo>
                    <a:pt x="1067393" y="958526"/>
                  </a:lnTo>
                  <a:lnTo>
                    <a:pt x="1064099" y="958526"/>
                  </a:lnTo>
                  <a:lnTo>
                    <a:pt x="1060804" y="958526"/>
                  </a:lnTo>
                  <a:lnTo>
                    <a:pt x="1057510" y="958526"/>
                  </a:lnTo>
                  <a:lnTo>
                    <a:pt x="1054215" y="958526"/>
                  </a:lnTo>
                  <a:lnTo>
                    <a:pt x="1050921" y="958526"/>
                  </a:lnTo>
                  <a:lnTo>
                    <a:pt x="1047626" y="958526"/>
                  </a:lnTo>
                  <a:lnTo>
                    <a:pt x="1044332" y="958526"/>
                  </a:lnTo>
                  <a:lnTo>
                    <a:pt x="1041038" y="958526"/>
                  </a:lnTo>
                  <a:lnTo>
                    <a:pt x="1037743" y="958526"/>
                  </a:lnTo>
                  <a:lnTo>
                    <a:pt x="1034449" y="958526"/>
                  </a:lnTo>
                  <a:lnTo>
                    <a:pt x="1031154" y="958526"/>
                  </a:lnTo>
                  <a:lnTo>
                    <a:pt x="1027860" y="958526"/>
                  </a:lnTo>
                  <a:lnTo>
                    <a:pt x="1024566" y="958526"/>
                  </a:lnTo>
                  <a:lnTo>
                    <a:pt x="1021271" y="958526"/>
                  </a:lnTo>
                  <a:lnTo>
                    <a:pt x="1017977" y="958526"/>
                  </a:lnTo>
                  <a:lnTo>
                    <a:pt x="1014682" y="958526"/>
                  </a:lnTo>
                  <a:lnTo>
                    <a:pt x="1011388" y="958526"/>
                  </a:lnTo>
                  <a:lnTo>
                    <a:pt x="1008093" y="958526"/>
                  </a:lnTo>
                  <a:lnTo>
                    <a:pt x="1004799" y="958526"/>
                  </a:lnTo>
                  <a:lnTo>
                    <a:pt x="1001505" y="958526"/>
                  </a:lnTo>
                  <a:lnTo>
                    <a:pt x="998210" y="958526"/>
                  </a:lnTo>
                  <a:lnTo>
                    <a:pt x="994916" y="958526"/>
                  </a:lnTo>
                  <a:lnTo>
                    <a:pt x="991621" y="958526"/>
                  </a:lnTo>
                  <a:lnTo>
                    <a:pt x="988327" y="958526"/>
                  </a:lnTo>
                  <a:lnTo>
                    <a:pt x="985032" y="958526"/>
                  </a:lnTo>
                  <a:lnTo>
                    <a:pt x="981738" y="958526"/>
                  </a:lnTo>
                  <a:lnTo>
                    <a:pt x="978444" y="958526"/>
                  </a:lnTo>
                  <a:lnTo>
                    <a:pt x="975149" y="958526"/>
                  </a:lnTo>
                  <a:lnTo>
                    <a:pt x="971855" y="958526"/>
                  </a:lnTo>
                  <a:lnTo>
                    <a:pt x="968560" y="958526"/>
                  </a:lnTo>
                  <a:lnTo>
                    <a:pt x="965266" y="958526"/>
                  </a:lnTo>
                  <a:lnTo>
                    <a:pt x="961971" y="958526"/>
                  </a:lnTo>
                  <a:lnTo>
                    <a:pt x="958677" y="958526"/>
                  </a:lnTo>
                  <a:lnTo>
                    <a:pt x="955383" y="958526"/>
                  </a:lnTo>
                  <a:lnTo>
                    <a:pt x="952088" y="958526"/>
                  </a:lnTo>
                  <a:lnTo>
                    <a:pt x="948794" y="958526"/>
                  </a:lnTo>
                  <a:lnTo>
                    <a:pt x="945499" y="958526"/>
                  </a:lnTo>
                  <a:lnTo>
                    <a:pt x="942205" y="958526"/>
                  </a:lnTo>
                  <a:lnTo>
                    <a:pt x="938910" y="958526"/>
                  </a:lnTo>
                  <a:lnTo>
                    <a:pt x="935616" y="958526"/>
                  </a:lnTo>
                  <a:lnTo>
                    <a:pt x="932322" y="958526"/>
                  </a:lnTo>
                  <a:lnTo>
                    <a:pt x="929027" y="958526"/>
                  </a:lnTo>
                  <a:lnTo>
                    <a:pt x="925733" y="958526"/>
                  </a:lnTo>
                  <a:lnTo>
                    <a:pt x="922438" y="958526"/>
                  </a:lnTo>
                  <a:lnTo>
                    <a:pt x="919144" y="958526"/>
                  </a:lnTo>
                  <a:lnTo>
                    <a:pt x="915850" y="958526"/>
                  </a:lnTo>
                  <a:lnTo>
                    <a:pt x="912555" y="958526"/>
                  </a:lnTo>
                  <a:lnTo>
                    <a:pt x="909261" y="958526"/>
                  </a:lnTo>
                  <a:lnTo>
                    <a:pt x="905966" y="958526"/>
                  </a:lnTo>
                  <a:lnTo>
                    <a:pt x="902672" y="958526"/>
                  </a:lnTo>
                  <a:lnTo>
                    <a:pt x="899377" y="958526"/>
                  </a:lnTo>
                  <a:lnTo>
                    <a:pt x="896083" y="958526"/>
                  </a:lnTo>
                  <a:lnTo>
                    <a:pt x="892789" y="958526"/>
                  </a:lnTo>
                  <a:lnTo>
                    <a:pt x="889494" y="958526"/>
                  </a:lnTo>
                  <a:lnTo>
                    <a:pt x="886200" y="958526"/>
                  </a:lnTo>
                  <a:lnTo>
                    <a:pt x="882905" y="958526"/>
                  </a:lnTo>
                  <a:lnTo>
                    <a:pt x="879611" y="958526"/>
                  </a:lnTo>
                  <a:lnTo>
                    <a:pt x="876316" y="958526"/>
                  </a:lnTo>
                  <a:lnTo>
                    <a:pt x="873022" y="958526"/>
                  </a:lnTo>
                  <a:lnTo>
                    <a:pt x="869728" y="958526"/>
                  </a:lnTo>
                  <a:lnTo>
                    <a:pt x="866433" y="958526"/>
                  </a:lnTo>
                  <a:lnTo>
                    <a:pt x="863139" y="958526"/>
                  </a:lnTo>
                  <a:lnTo>
                    <a:pt x="859844" y="958526"/>
                  </a:lnTo>
                  <a:lnTo>
                    <a:pt x="856550" y="958526"/>
                  </a:lnTo>
                  <a:lnTo>
                    <a:pt x="853255" y="958526"/>
                  </a:lnTo>
                  <a:lnTo>
                    <a:pt x="849961" y="958526"/>
                  </a:lnTo>
                  <a:lnTo>
                    <a:pt x="846667" y="958526"/>
                  </a:lnTo>
                  <a:lnTo>
                    <a:pt x="843372" y="958526"/>
                  </a:lnTo>
                  <a:lnTo>
                    <a:pt x="840078" y="958526"/>
                  </a:lnTo>
                  <a:lnTo>
                    <a:pt x="836783" y="958526"/>
                  </a:lnTo>
                  <a:lnTo>
                    <a:pt x="833489" y="958526"/>
                  </a:lnTo>
                  <a:lnTo>
                    <a:pt x="830194" y="958526"/>
                  </a:lnTo>
                  <a:lnTo>
                    <a:pt x="826900" y="958526"/>
                  </a:lnTo>
                  <a:lnTo>
                    <a:pt x="823606" y="958526"/>
                  </a:lnTo>
                  <a:lnTo>
                    <a:pt x="820311" y="958526"/>
                  </a:lnTo>
                  <a:lnTo>
                    <a:pt x="817017" y="958526"/>
                  </a:lnTo>
                  <a:lnTo>
                    <a:pt x="813722" y="958526"/>
                  </a:lnTo>
                  <a:lnTo>
                    <a:pt x="810428" y="958526"/>
                  </a:lnTo>
                  <a:lnTo>
                    <a:pt x="807134" y="958526"/>
                  </a:lnTo>
                  <a:lnTo>
                    <a:pt x="803839" y="958526"/>
                  </a:lnTo>
                  <a:lnTo>
                    <a:pt x="800545" y="958526"/>
                  </a:lnTo>
                  <a:lnTo>
                    <a:pt x="797250" y="958526"/>
                  </a:lnTo>
                  <a:lnTo>
                    <a:pt x="793956" y="958526"/>
                  </a:lnTo>
                  <a:lnTo>
                    <a:pt x="790661" y="958526"/>
                  </a:lnTo>
                  <a:lnTo>
                    <a:pt x="787367" y="958526"/>
                  </a:lnTo>
                  <a:lnTo>
                    <a:pt x="784073" y="958526"/>
                  </a:lnTo>
                  <a:lnTo>
                    <a:pt x="780778" y="958526"/>
                  </a:lnTo>
                  <a:lnTo>
                    <a:pt x="777484" y="958526"/>
                  </a:lnTo>
                  <a:lnTo>
                    <a:pt x="774189" y="958526"/>
                  </a:lnTo>
                  <a:lnTo>
                    <a:pt x="770895" y="958526"/>
                  </a:lnTo>
                  <a:lnTo>
                    <a:pt x="767600" y="958526"/>
                  </a:lnTo>
                  <a:lnTo>
                    <a:pt x="764306" y="958526"/>
                  </a:lnTo>
                  <a:lnTo>
                    <a:pt x="761012" y="958526"/>
                  </a:lnTo>
                  <a:lnTo>
                    <a:pt x="757717" y="958526"/>
                  </a:lnTo>
                  <a:lnTo>
                    <a:pt x="754423" y="958526"/>
                  </a:lnTo>
                  <a:lnTo>
                    <a:pt x="751128" y="958526"/>
                  </a:lnTo>
                  <a:lnTo>
                    <a:pt x="747834" y="958526"/>
                  </a:lnTo>
                  <a:lnTo>
                    <a:pt x="744539" y="958526"/>
                  </a:lnTo>
                  <a:lnTo>
                    <a:pt x="741245" y="958526"/>
                  </a:lnTo>
                  <a:lnTo>
                    <a:pt x="737951" y="958526"/>
                  </a:lnTo>
                  <a:lnTo>
                    <a:pt x="734656" y="958526"/>
                  </a:lnTo>
                  <a:lnTo>
                    <a:pt x="731362" y="958526"/>
                  </a:lnTo>
                  <a:lnTo>
                    <a:pt x="728067" y="958526"/>
                  </a:lnTo>
                  <a:lnTo>
                    <a:pt x="724773" y="958526"/>
                  </a:lnTo>
                  <a:lnTo>
                    <a:pt x="721478" y="958526"/>
                  </a:lnTo>
                  <a:lnTo>
                    <a:pt x="718184" y="958526"/>
                  </a:lnTo>
                  <a:lnTo>
                    <a:pt x="714890" y="958526"/>
                  </a:lnTo>
                  <a:lnTo>
                    <a:pt x="711595" y="958526"/>
                  </a:lnTo>
                  <a:lnTo>
                    <a:pt x="708301" y="958526"/>
                  </a:lnTo>
                  <a:lnTo>
                    <a:pt x="705006" y="958526"/>
                  </a:lnTo>
                  <a:lnTo>
                    <a:pt x="701712" y="958526"/>
                  </a:lnTo>
                  <a:lnTo>
                    <a:pt x="698417" y="958526"/>
                  </a:lnTo>
                  <a:lnTo>
                    <a:pt x="695123" y="958526"/>
                  </a:lnTo>
                  <a:lnTo>
                    <a:pt x="691829" y="958526"/>
                  </a:lnTo>
                  <a:lnTo>
                    <a:pt x="688534" y="958526"/>
                  </a:lnTo>
                  <a:lnTo>
                    <a:pt x="685240" y="958526"/>
                  </a:lnTo>
                  <a:lnTo>
                    <a:pt x="681945" y="958526"/>
                  </a:lnTo>
                  <a:lnTo>
                    <a:pt x="678651" y="958526"/>
                  </a:lnTo>
                  <a:lnTo>
                    <a:pt x="675357" y="958526"/>
                  </a:lnTo>
                  <a:lnTo>
                    <a:pt x="672062" y="958526"/>
                  </a:lnTo>
                  <a:lnTo>
                    <a:pt x="668768" y="958526"/>
                  </a:lnTo>
                  <a:lnTo>
                    <a:pt x="665473" y="958526"/>
                  </a:lnTo>
                  <a:lnTo>
                    <a:pt x="662179" y="958526"/>
                  </a:lnTo>
                  <a:lnTo>
                    <a:pt x="658884" y="958526"/>
                  </a:lnTo>
                  <a:lnTo>
                    <a:pt x="655590" y="958526"/>
                  </a:lnTo>
                  <a:lnTo>
                    <a:pt x="652296" y="958526"/>
                  </a:lnTo>
                  <a:lnTo>
                    <a:pt x="649001" y="958526"/>
                  </a:lnTo>
                  <a:lnTo>
                    <a:pt x="645707" y="958526"/>
                  </a:lnTo>
                  <a:lnTo>
                    <a:pt x="642412" y="958526"/>
                  </a:lnTo>
                  <a:lnTo>
                    <a:pt x="639118" y="958526"/>
                  </a:lnTo>
                  <a:lnTo>
                    <a:pt x="635823" y="958526"/>
                  </a:lnTo>
                  <a:lnTo>
                    <a:pt x="632529" y="958526"/>
                  </a:lnTo>
                  <a:lnTo>
                    <a:pt x="629235" y="958526"/>
                  </a:lnTo>
                  <a:lnTo>
                    <a:pt x="625940" y="958526"/>
                  </a:lnTo>
                  <a:lnTo>
                    <a:pt x="622646" y="958526"/>
                  </a:lnTo>
                  <a:lnTo>
                    <a:pt x="619351" y="958526"/>
                  </a:lnTo>
                  <a:lnTo>
                    <a:pt x="616057" y="958526"/>
                  </a:lnTo>
                  <a:lnTo>
                    <a:pt x="612762" y="958526"/>
                  </a:lnTo>
                  <a:lnTo>
                    <a:pt x="609468" y="958526"/>
                  </a:lnTo>
                  <a:lnTo>
                    <a:pt x="606174" y="958526"/>
                  </a:lnTo>
                  <a:lnTo>
                    <a:pt x="602879" y="958526"/>
                  </a:lnTo>
                  <a:lnTo>
                    <a:pt x="599585" y="958526"/>
                  </a:lnTo>
                  <a:lnTo>
                    <a:pt x="596290" y="958526"/>
                  </a:lnTo>
                  <a:lnTo>
                    <a:pt x="592996" y="958526"/>
                  </a:lnTo>
                  <a:lnTo>
                    <a:pt x="589701" y="958526"/>
                  </a:lnTo>
                  <a:lnTo>
                    <a:pt x="586407" y="958526"/>
                  </a:lnTo>
                  <a:lnTo>
                    <a:pt x="583113" y="958526"/>
                  </a:lnTo>
                  <a:lnTo>
                    <a:pt x="579818" y="958526"/>
                  </a:lnTo>
                  <a:lnTo>
                    <a:pt x="576524" y="958526"/>
                  </a:lnTo>
                  <a:lnTo>
                    <a:pt x="573229" y="958526"/>
                  </a:lnTo>
                  <a:lnTo>
                    <a:pt x="569935" y="958526"/>
                  </a:lnTo>
                  <a:lnTo>
                    <a:pt x="566641" y="958526"/>
                  </a:lnTo>
                  <a:lnTo>
                    <a:pt x="563346" y="958526"/>
                  </a:lnTo>
                  <a:lnTo>
                    <a:pt x="560052" y="958526"/>
                  </a:lnTo>
                  <a:lnTo>
                    <a:pt x="556757" y="958526"/>
                  </a:lnTo>
                  <a:lnTo>
                    <a:pt x="553463" y="958526"/>
                  </a:lnTo>
                  <a:lnTo>
                    <a:pt x="550168" y="958526"/>
                  </a:lnTo>
                  <a:lnTo>
                    <a:pt x="546874" y="958526"/>
                  </a:lnTo>
                  <a:lnTo>
                    <a:pt x="543580" y="958526"/>
                  </a:lnTo>
                  <a:lnTo>
                    <a:pt x="540285" y="958526"/>
                  </a:lnTo>
                  <a:lnTo>
                    <a:pt x="536991" y="958526"/>
                  </a:lnTo>
                  <a:lnTo>
                    <a:pt x="533696" y="958526"/>
                  </a:lnTo>
                  <a:lnTo>
                    <a:pt x="530402" y="958526"/>
                  </a:lnTo>
                  <a:lnTo>
                    <a:pt x="527107" y="958526"/>
                  </a:lnTo>
                  <a:lnTo>
                    <a:pt x="523813" y="958526"/>
                  </a:lnTo>
                  <a:lnTo>
                    <a:pt x="520519" y="958526"/>
                  </a:lnTo>
                  <a:lnTo>
                    <a:pt x="517224" y="958526"/>
                  </a:lnTo>
                  <a:lnTo>
                    <a:pt x="513930" y="958526"/>
                  </a:lnTo>
                  <a:lnTo>
                    <a:pt x="510635" y="958526"/>
                  </a:lnTo>
                  <a:lnTo>
                    <a:pt x="507341" y="958526"/>
                  </a:lnTo>
                  <a:lnTo>
                    <a:pt x="504046" y="958526"/>
                  </a:lnTo>
                  <a:lnTo>
                    <a:pt x="500752" y="958526"/>
                  </a:lnTo>
                  <a:lnTo>
                    <a:pt x="497458" y="958526"/>
                  </a:lnTo>
                  <a:lnTo>
                    <a:pt x="494163" y="958526"/>
                  </a:lnTo>
                  <a:lnTo>
                    <a:pt x="490869" y="958526"/>
                  </a:lnTo>
                  <a:lnTo>
                    <a:pt x="487574" y="958526"/>
                  </a:lnTo>
                  <a:lnTo>
                    <a:pt x="484280" y="958526"/>
                  </a:lnTo>
                  <a:lnTo>
                    <a:pt x="480985" y="958526"/>
                  </a:lnTo>
                  <a:lnTo>
                    <a:pt x="477691" y="958526"/>
                  </a:lnTo>
                  <a:lnTo>
                    <a:pt x="474397" y="958526"/>
                  </a:lnTo>
                  <a:lnTo>
                    <a:pt x="471102" y="958526"/>
                  </a:lnTo>
                  <a:lnTo>
                    <a:pt x="467808" y="958526"/>
                  </a:lnTo>
                  <a:lnTo>
                    <a:pt x="464513" y="958526"/>
                  </a:lnTo>
                  <a:lnTo>
                    <a:pt x="461219" y="958526"/>
                  </a:lnTo>
                  <a:lnTo>
                    <a:pt x="457925" y="958526"/>
                  </a:lnTo>
                  <a:lnTo>
                    <a:pt x="454630" y="958526"/>
                  </a:lnTo>
                  <a:lnTo>
                    <a:pt x="451336" y="958526"/>
                  </a:lnTo>
                  <a:lnTo>
                    <a:pt x="448041" y="958526"/>
                  </a:lnTo>
                  <a:lnTo>
                    <a:pt x="444747" y="958526"/>
                  </a:lnTo>
                  <a:lnTo>
                    <a:pt x="441452" y="958526"/>
                  </a:lnTo>
                  <a:lnTo>
                    <a:pt x="438158" y="958526"/>
                  </a:lnTo>
                  <a:lnTo>
                    <a:pt x="434864" y="958526"/>
                  </a:lnTo>
                  <a:lnTo>
                    <a:pt x="431569" y="958526"/>
                  </a:lnTo>
                  <a:lnTo>
                    <a:pt x="428275" y="958526"/>
                  </a:lnTo>
                  <a:lnTo>
                    <a:pt x="424980" y="958526"/>
                  </a:lnTo>
                  <a:lnTo>
                    <a:pt x="421686" y="958526"/>
                  </a:lnTo>
                  <a:lnTo>
                    <a:pt x="418391" y="958526"/>
                  </a:lnTo>
                  <a:lnTo>
                    <a:pt x="415097" y="958526"/>
                  </a:lnTo>
                  <a:lnTo>
                    <a:pt x="411803" y="958526"/>
                  </a:lnTo>
                  <a:lnTo>
                    <a:pt x="408508" y="958526"/>
                  </a:lnTo>
                  <a:lnTo>
                    <a:pt x="405214" y="958526"/>
                  </a:lnTo>
                  <a:lnTo>
                    <a:pt x="401919" y="958526"/>
                  </a:lnTo>
                  <a:lnTo>
                    <a:pt x="398625" y="958526"/>
                  </a:lnTo>
                  <a:lnTo>
                    <a:pt x="395330" y="958526"/>
                  </a:lnTo>
                  <a:lnTo>
                    <a:pt x="392036" y="958526"/>
                  </a:lnTo>
                  <a:lnTo>
                    <a:pt x="388742" y="958526"/>
                  </a:lnTo>
                  <a:lnTo>
                    <a:pt x="385447" y="958526"/>
                  </a:lnTo>
                  <a:lnTo>
                    <a:pt x="382153" y="958526"/>
                  </a:lnTo>
                  <a:lnTo>
                    <a:pt x="378858" y="958526"/>
                  </a:lnTo>
                  <a:lnTo>
                    <a:pt x="375564" y="958526"/>
                  </a:lnTo>
                  <a:lnTo>
                    <a:pt x="372269" y="958526"/>
                  </a:lnTo>
                  <a:lnTo>
                    <a:pt x="368975" y="958526"/>
                  </a:lnTo>
                  <a:lnTo>
                    <a:pt x="365681" y="958526"/>
                  </a:lnTo>
                  <a:lnTo>
                    <a:pt x="362386" y="958526"/>
                  </a:lnTo>
                  <a:lnTo>
                    <a:pt x="359092" y="958526"/>
                  </a:lnTo>
                  <a:lnTo>
                    <a:pt x="355797" y="958526"/>
                  </a:lnTo>
                  <a:lnTo>
                    <a:pt x="352503" y="958526"/>
                  </a:lnTo>
                  <a:lnTo>
                    <a:pt x="349208" y="958526"/>
                  </a:lnTo>
                  <a:lnTo>
                    <a:pt x="345914" y="958526"/>
                  </a:lnTo>
                  <a:lnTo>
                    <a:pt x="342620" y="958526"/>
                  </a:lnTo>
                  <a:lnTo>
                    <a:pt x="339325" y="958526"/>
                  </a:lnTo>
                  <a:lnTo>
                    <a:pt x="336031" y="958526"/>
                  </a:lnTo>
                  <a:lnTo>
                    <a:pt x="332736" y="958526"/>
                  </a:lnTo>
                  <a:lnTo>
                    <a:pt x="329442" y="958526"/>
                  </a:lnTo>
                  <a:lnTo>
                    <a:pt x="326148" y="958526"/>
                  </a:lnTo>
                  <a:lnTo>
                    <a:pt x="322853" y="958526"/>
                  </a:lnTo>
                  <a:lnTo>
                    <a:pt x="319559" y="958526"/>
                  </a:lnTo>
                  <a:lnTo>
                    <a:pt x="316264" y="958526"/>
                  </a:lnTo>
                  <a:lnTo>
                    <a:pt x="312970" y="958526"/>
                  </a:lnTo>
                  <a:lnTo>
                    <a:pt x="309675" y="958526"/>
                  </a:lnTo>
                  <a:lnTo>
                    <a:pt x="306381" y="958526"/>
                  </a:lnTo>
                  <a:lnTo>
                    <a:pt x="303087" y="958526"/>
                  </a:lnTo>
                  <a:lnTo>
                    <a:pt x="299792" y="958526"/>
                  </a:lnTo>
                  <a:lnTo>
                    <a:pt x="296498" y="958526"/>
                  </a:lnTo>
                  <a:lnTo>
                    <a:pt x="293203" y="958526"/>
                  </a:lnTo>
                  <a:lnTo>
                    <a:pt x="289909" y="958526"/>
                  </a:lnTo>
                  <a:lnTo>
                    <a:pt x="286614" y="958526"/>
                  </a:lnTo>
                  <a:lnTo>
                    <a:pt x="283320" y="958526"/>
                  </a:lnTo>
                  <a:lnTo>
                    <a:pt x="280026" y="958526"/>
                  </a:lnTo>
                  <a:lnTo>
                    <a:pt x="276731" y="958526"/>
                  </a:lnTo>
                  <a:lnTo>
                    <a:pt x="273437" y="958526"/>
                  </a:lnTo>
                  <a:lnTo>
                    <a:pt x="270142" y="958526"/>
                  </a:lnTo>
                  <a:lnTo>
                    <a:pt x="266848" y="958526"/>
                  </a:lnTo>
                  <a:lnTo>
                    <a:pt x="263553" y="958526"/>
                  </a:lnTo>
                  <a:lnTo>
                    <a:pt x="260259" y="958526"/>
                  </a:lnTo>
                  <a:lnTo>
                    <a:pt x="256965" y="958526"/>
                  </a:lnTo>
                  <a:lnTo>
                    <a:pt x="253670" y="958526"/>
                  </a:lnTo>
                  <a:lnTo>
                    <a:pt x="250376" y="958526"/>
                  </a:lnTo>
                  <a:lnTo>
                    <a:pt x="247081" y="958526"/>
                  </a:lnTo>
                  <a:lnTo>
                    <a:pt x="243787" y="958526"/>
                  </a:lnTo>
                  <a:lnTo>
                    <a:pt x="240492" y="958526"/>
                  </a:lnTo>
                  <a:lnTo>
                    <a:pt x="237198" y="958526"/>
                  </a:lnTo>
                  <a:lnTo>
                    <a:pt x="233904" y="958526"/>
                  </a:lnTo>
                  <a:lnTo>
                    <a:pt x="230609" y="958526"/>
                  </a:lnTo>
                  <a:lnTo>
                    <a:pt x="227315" y="958526"/>
                  </a:lnTo>
                  <a:lnTo>
                    <a:pt x="224020" y="958526"/>
                  </a:lnTo>
                  <a:lnTo>
                    <a:pt x="220726" y="958526"/>
                  </a:lnTo>
                  <a:lnTo>
                    <a:pt x="217432" y="958526"/>
                  </a:lnTo>
                  <a:lnTo>
                    <a:pt x="214137" y="958526"/>
                  </a:lnTo>
                  <a:lnTo>
                    <a:pt x="210843" y="958526"/>
                  </a:lnTo>
                  <a:lnTo>
                    <a:pt x="207548" y="958526"/>
                  </a:lnTo>
                  <a:lnTo>
                    <a:pt x="204254" y="958526"/>
                  </a:lnTo>
                  <a:lnTo>
                    <a:pt x="200959" y="958526"/>
                  </a:lnTo>
                  <a:lnTo>
                    <a:pt x="197665" y="958526"/>
                  </a:lnTo>
                  <a:lnTo>
                    <a:pt x="194371" y="958526"/>
                  </a:lnTo>
                  <a:lnTo>
                    <a:pt x="191076" y="958526"/>
                  </a:lnTo>
                  <a:lnTo>
                    <a:pt x="187782" y="958526"/>
                  </a:lnTo>
                  <a:lnTo>
                    <a:pt x="184487" y="958526"/>
                  </a:lnTo>
                  <a:lnTo>
                    <a:pt x="181193" y="958526"/>
                  </a:lnTo>
                  <a:lnTo>
                    <a:pt x="177898" y="958526"/>
                  </a:lnTo>
                  <a:lnTo>
                    <a:pt x="174604" y="958526"/>
                  </a:lnTo>
                  <a:lnTo>
                    <a:pt x="171310" y="958526"/>
                  </a:lnTo>
                  <a:lnTo>
                    <a:pt x="168015" y="958526"/>
                  </a:lnTo>
                  <a:lnTo>
                    <a:pt x="164721" y="958526"/>
                  </a:lnTo>
                  <a:lnTo>
                    <a:pt x="161426" y="958526"/>
                  </a:lnTo>
                  <a:lnTo>
                    <a:pt x="158132" y="958526"/>
                  </a:lnTo>
                  <a:lnTo>
                    <a:pt x="154837" y="958526"/>
                  </a:lnTo>
                  <a:lnTo>
                    <a:pt x="151543" y="958526"/>
                  </a:lnTo>
                  <a:lnTo>
                    <a:pt x="148249" y="958526"/>
                  </a:lnTo>
                  <a:lnTo>
                    <a:pt x="144954" y="958526"/>
                  </a:lnTo>
                  <a:lnTo>
                    <a:pt x="141660" y="958526"/>
                  </a:lnTo>
                  <a:lnTo>
                    <a:pt x="138365" y="958526"/>
                  </a:lnTo>
                  <a:lnTo>
                    <a:pt x="135071" y="958526"/>
                  </a:lnTo>
                  <a:lnTo>
                    <a:pt x="131776" y="958526"/>
                  </a:lnTo>
                  <a:lnTo>
                    <a:pt x="128482" y="958526"/>
                  </a:lnTo>
                  <a:lnTo>
                    <a:pt x="125188" y="958526"/>
                  </a:lnTo>
                  <a:lnTo>
                    <a:pt x="121893" y="958526"/>
                  </a:lnTo>
                  <a:lnTo>
                    <a:pt x="118599" y="958526"/>
                  </a:lnTo>
                  <a:lnTo>
                    <a:pt x="115304" y="958526"/>
                  </a:lnTo>
                  <a:lnTo>
                    <a:pt x="112010" y="958526"/>
                  </a:lnTo>
                  <a:lnTo>
                    <a:pt x="108716" y="958526"/>
                  </a:lnTo>
                  <a:lnTo>
                    <a:pt x="105421" y="958526"/>
                  </a:lnTo>
                  <a:lnTo>
                    <a:pt x="102127" y="958526"/>
                  </a:lnTo>
                  <a:lnTo>
                    <a:pt x="98832" y="958526"/>
                  </a:lnTo>
                  <a:lnTo>
                    <a:pt x="95538" y="958526"/>
                  </a:lnTo>
                  <a:lnTo>
                    <a:pt x="92243" y="958526"/>
                  </a:lnTo>
                  <a:lnTo>
                    <a:pt x="88949" y="958526"/>
                  </a:lnTo>
                  <a:lnTo>
                    <a:pt x="85655" y="958526"/>
                  </a:lnTo>
                  <a:lnTo>
                    <a:pt x="82360" y="958526"/>
                  </a:lnTo>
                  <a:lnTo>
                    <a:pt x="79066" y="958526"/>
                  </a:lnTo>
                  <a:lnTo>
                    <a:pt x="75771" y="958526"/>
                  </a:lnTo>
                  <a:lnTo>
                    <a:pt x="72477" y="958526"/>
                  </a:lnTo>
                  <a:lnTo>
                    <a:pt x="69182" y="958526"/>
                  </a:lnTo>
                  <a:lnTo>
                    <a:pt x="65888" y="958526"/>
                  </a:lnTo>
                  <a:lnTo>
                    <a:pt x="62594" y="958526"/>
                  </a:lnTo>
                  <a:lnTo>
                    <a:pt x="59299" y="958526"/>
                  </a:lnTo>
                  <a:lnTo>
                    <a:pt x="56005" y="958526"/>
                  </a:lnTo>
                  <a:lnTo>
                    <a:pt x="52710" y="958526"/>
                  </a:lnTo>
                  <a:lnTo>
                    <a:pt x="49416" y="958526"/>
                  </a:lnTo>
                  <a:lnTo>
                    <a:pt x="46121" y="958526"/>
                  </a:lnTo>
                  <a:lnTo>
                    <a:pt x="42827" y="958526"/>
                  </a:lnTo>
                  <a:lnTo>
                    <a:pt x="39533" y="958526"/>
                  </a:lnTo>
                  <a:lnTo>
                    <a:pt x="36238" y="958526"/>
                  </a:lnTo>
                  <a:lnTo>
                    <a:pt x="32944" y="958526"/>
                  </a:lnTo>
                  <a:lnTo>
                    <a:pt x="29649" y="958526"/>
                  </a:lnTo>
                  <a:lnTo>
                    <a:pt x="26355" y="958526"/>
                  </a:lnTo>
                  <a:lnTo>
                    <a:pt x="23060" y="958526"/>
                  </a:lnTo>
                  <a:lnTo>
                    <a:pt x="19766" y="958526"/>
                  </a:lnTo>
                  <a:lnTo>
                    <a:pt x="16472" y="958526"/>
                  </a:lnTo>
                  <a:lnTo>
                    <a:pt x="13177" y="958526"/>
                  </a:lnTo>
                  <a:lnTo>
                    <a:pt x="9883" y="958526"/>
                  </a:lnTo>
                  <a:lnTo>
                    <a:pt x="6588" y="958526"/>
                  </a:lnTo>
                  <a:lnTo>
                    <a:pt x="3294" y="95852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441816" y="3540154"/>
              <a:ext cx="1683450" cy="958526"/>
            </a:xfrm>
            <a:custGeom>
              <a:avLst/>
              <a:pathLst>
                <a:path w="1683450" h="958526">
                  <a:moveTo>
                    <a:pt x="0" y="958526"/>
                  </a:moveTo>
                  <a:lnTo>
                    <a:pt x="3294" y="958526"/>
                  </a:lnTo>
                  <a:lnTo>
                    <a:pt x="6588" y="958526"/>
                  </a:lnTo>
                  <a:lnTo>
                    <a:pt x="9883" y="958526"/>
                  </a:lnTo>
                  <a:lnTo>
                    <a:pt x="13177" y="958526"/>
                  </a:lnTo>
                  <a:lnTo>
                    <a:pt x="16472" y="958526"/>
                  </a:lnTo>
                  <a:lnTo>
                    <a:pt x="19766" y="958526"/>
                  </a:lnTo>
                  <a:lnTo>
                    <a:pt x="23060" y="958526"/>
                  </a:lnTo>
                  <a:lnTo>
                    <a:pt x="26355" y="958526"/>
                  </a:lnTo>
                  <a:lnTo>
                    <a:pt x="29649" y="958526"/>
                  </a:lnTo>
                  <a:lnTo>
                    <a:pt x="32944" y="958526"/>
                  </a:lnTo>
                  <a:lnTo>
                    <a:pt x="36238" y="958526"/>
                  </a:lnTo>
                  <a:lnTo>
                    <a:pt x="39533" y="958526"/>
                  </a:lnTo>
                  <a:lnTo>
                    <a:pt x="42827" y="958526"/>
                  </a:lnTo>
                  <a:lnTo>
                    <a:pt x="46121" y="958526"/>
                  </a:lnTo>
                  <a:lnTo>
                    <a:pt x="49416" y="958526"/>
                  </a:lnTo>
                  <a:lnTo>
                    <a:pt x="52710" y="958526"/>
                  </a:lnTo>
                  <a:lnTo>
                    <a:pt x="56005" y="958526"/>
                  </a:lnTo>
                  <a:lnTo>
                    <a:pt x="59299" y="958526"/>
                  </a:lnTo>
                  <a:lnTo>
                    <a:pt x="62594" y="958526"/>
                  </a:lnTo>
                  <a:lnTo>
                    <a:pt x="65888" y="958526"/>
                  </a:lnTo>
                  <a:lnTo>
                    <a:pt x="69182" y="958526"/>
                  </a:lnTo>
                  <a:lnTo>
                    <a:pt x="72477" y="958526"/>
                  </a:lnTo>
                  <a:lnTo>
                    <a:pt x="75771" y="958526"/>
                  </a:lnTo>
                  <a:lnTo>
                    <a:pt x="79066" y="958526"/>
                  </a:lnTo>
                  <a:lnTo>
                    <a:pt x="82360" y="958526"/>
                  </a:lnTo>
                  <a:lnTo>
                    <a:pt x="85655" y="958526"/>
                  </a:lnTo>
                  <a:lnTo>
                    <a:pt x="88949" y="958526"/>
                  </a:lnTo>
                  <a:lnTo>
                    <a:pt x="92243" y="958526"/>
                  </a:lnTo>
                  <a:lnTo>
                    <a:pt x="95538" y="958526"/>
                  </a:lnTo>
                  <a:lnTo>
                    <a:pt x="98832" y="958526"/>
                  </a:lnTo>
                  <a:lnTo>
                    <a:pt x="102127" y="958526"/>
                  </a:lnTo>
                  <a:lnTo>
                    <a:pt x="105421" y="958526"/>
                  </a:lnTo>
                  <a:lnTo>
                    <a:pt x="108716" y="958526"/>
                  </a:lnTo>
                  <a:lnTo>
                    <a:pt x="112010" y="958526"/>
                  </a:lnTo>
                  <a:lnTo>
                    <a:pt x="115304" y="958526"/>
                  </a:lnTo>
                  <a:lnTo>
                    <a:pt x="118599" y="958526"/>
                  </a:lnTo>
                  <a:lnTo>
                    <a:pt x="121893" y="958526"/>
                  </a:lnTo>
                  <a:lnTo>
                    <a:pt x="125188" y="958526"/>
                  </a:lnTo>
                  <a:lnTo>
                    <a:pt x="128482" y="958526"/>
                  </a:lnTo>
                  <a:lnTo>
                    <a:pt x="131776" y="958526"/>
                  </a:lnTo>
                  <a:lnTo>
                    <a:pt x="135071" y="958526"/>
                  </a:lnTo>
                  <a:lnTo>
                    <a:pt x="138365" y="958526"/>
                  </a:lnTo>
                  <a:lnTo>
                    <a:pt x="141660" y="958526"/>
                  </a:lnTo>
                  <a:lnTo>
                    <a:pt x="144954" y="958526"/>
                  </a:lnTo>
                  <a:lnTo>
                    <a:pt x="148249" y="958526"/>
                  </a:lnTo>
                  <a:lnTo>
                    <a:pt x="151543" y="958526"/>
                  </a:lnTo>
                  <a:lnTo>
                    <a:pt x="154837" y="958526"/>
                  </a:lnTo>
                  <a:lnTo>
                    <a:pt x="158132" y="958526"/>
                  </a:lnTo>
                  <a:lnTo>
                    <a:pt x="161426" y="958526"/>
                  </a:lnTo>
                  <a:lnTo>
                    <a:pt x="164721" y="958526"/>
                  </a:lnTo>
                  <a:lnTo>
                    <a:pt x="168015" y="958526"/>
                  </a:lnTo>
                  <a:lnTo>
                    <a:pt x="171310" y="958526"/>
                  </a:lnTo>
                  <a:lnTo>
                    <a:pt x="174604" y="958526"/>
                  </a:lnTo>
                  <a:lnTo>
                    <a:pt x="177898" y="958526"/>
                  </a:lnTo>
                  <a:lnTo>
                    <a:pt x="181193" y="958526"/>
                  </a:lnTo>
                  <a:lnTo>
                    <a:pt x="184487" y="958526"/>
                  </a:lnTo>
                  <a:lnTo>
                    <a:pt x="187782" y="958526"/>
                  </a:lnTo>
                  <a:lnTo>
                    <a:pt x="191076" y="958526"/>
                  </a:lnTo>
                  <a:lnTo>
                    <a:pt x="194371" y="958526"/>
                  </a:lnTo>
                  <a:lnTo>
                    <a:pt x="197665" y="958526"/>
                  </a:lnTo>
                  <a:lnTo>
                    <a:pt x="200959" y="958526"/>
                  </a:lnTo>
                  <a:lnTo>
                    <a:pt x="204254" y="958526"/>
                  </a:lnTo>
                  <a:lnTo>
                    <a:pt x="207548" y="958526"/>
                  </a:lnTo>
                  <a:lnTo>
                    <a:pt x="210843" y="958526"/>
                  </a:lnTo>
                  <a:lnTo>
                    <a:pt x="214137" y="958526"/>
                  </a:lnTo>
                  <a:lnTo>
                    <a:pt x="217432" y="958526"/>
                  </a:lnTo>
                  <a:lnTo>
                    <a:pt x="220726" y="958526"/>
                  </a:lnTo>
                  <a:lnTo>
                    <a:pt x="224020" y="958526"/>
                  </a:lnTo>
                  <a:lnTo>
                    <a:pt x="227315" y="958526"/>
                  </a:lnTo>
                  <a:lnTo>
                    <a:pt x="230609" y="958526"/>
                  </a:lnTo>
                  <a:lnTo>
                    <a:pt x="233904" y="958526"/>
                  </a:lnTo>
                  <a:lnTo>
                    <a:pt x="237198" y="958526"/>
                  </a:lnTo>
                  <a:lnTo>
                    <a:pt x="240492" y="958526"/>
                  </a:lnTo>
                  <a:lnTo>
                    <a:pt x="243787" y="958526"/>
                  </a:lnTo>
                  <a:lnTo>
                    <a:pt x="247081" y="958526"/>
                  </a:lnTo>
                  <a:lnTo>
                    <a:pt x="250376" y="958526"/>
                  </a:lnTo>
                  <a:lnTo>
                    <a:pt x="253670" y="958526"/>
                  </a:lnTo>
                  <a:lnTo>
                    <a:pt x="256965" y="958526"/>
                  </a:lnTo>
                  <a:lnTo>
                    <a:pt x="260259" y="958526"/>
                  </a:lnTo>
                  <a:lnTo>
                    <a:pt x="263553" y="958526"/>
                  </a:lnTo>
                  <a:lnTo>
                    <a:pt x="266848" y="958526"/>
                  </a:lnTo>
                  <a:lnTo>
                    <a:pt x="270142" y="958526"/>
                  </a:lnTo>
                  <a:lnTo>
                    <a:pt x="273437" y="958526"/>
                  </a:lnTo>
                  <a:lnTo>
                    <a:pt x="276731" y="958526"/>
                  </a:lnTo>
                  <a:lnTo>
                    <a:pt x="280026" y="958526"/>
                  </a:lnTo>
                  <a:lnTo>
                    <a:pt x="283320" y="958526"/>
                  </a:lnTo>
                  <a:lnTo>
                    <a:pt x="286614" y="958526"/>
                  </a:lnTo>
                  <a:lnTo>
                    <a:pt x="289909" y="958526"/>
                  </a:lnTo>
                  <a:lnTo>
                    <a:pt x="293203" y="958526"/>
                  </a:lnTo>
                  <a:lnTo>
                    <a:pt x="296498" y="958526"/>
                  </a:lnTo>
                  <a:lnTo>
                    <a:pt x="299792" y="958526"/>
                  </a:lnTo>
                  <a:lnTo>
                    <a:pt x="303087" y="958526"/>
                  </a:lnTo>
                  <a:lnTo>
                    <a:pt x="306381" y="958526"/>
                  </a:lnTo>
                  <a:lnTo>
                    <a:pt x="309675" y="958526"/>
                  </a:lnTo>
                  <a:lnTo>
                    <a:pt x="312970" y="958526"/>
                  </a:lnTo>
                  <a:lnTo>
                    <a:pt x="316264" y="958526"/>
                  </a:lnTo>
                  <a:lnTo>
                    <a:pt x="319559" y="958526"/>
                  </a:lnTo>
                  <a:lnTo>
                    <a:pt x="322853" y="958526"/>
                  </a:lnTo>
                  <a:lnTo>
                    <a:pt x="326148" y="958526"/>
                  </a:lnTo>
                  <a:lnTo>
                    <a:pt x="329442" y="958526"/>
                  </a:lnTo>
                  <a:lnTo>
                    <a:pt x="332736" y="958526"/>
                  </a:lnTo>
                  <a:lnTo>
                    <a:pt x="336031" y="958526"/>
                  </a:lnTo>
                  <a:lnTo>
                    <a:pt x="339325" y="958526"/>
                  </a:lnTo>
                  <a:lnTo>
                    <a:pt x="342620" y="958526"/>
                  </a:lnTo>
                  <a:lnTo>
                    <a:pt x="345914" y="958526"/>
                  </a:lnTo>
                  <a:lnTo>
                    <a:pt x="349208" y="958526"/>
                  </a:lnTo>
                  <a:lnTo>
                    <a:pt x="352503" y="958526"/>
                  </a:lnTo>
                  <a:lnTo>
                    <a:pt x="355797" y="958526"/>
                  </a:lnTo>
                  <a:lnTo>
                    <a:pt x="359092" y="958526"/>
                  </a:lnTo>
                  <a:lnTo>
                    <a:pt x="362386" y="958526"/>
                  </a:lnTo>
                  <a:lnTo>
                    <a:pt x="365681" y="958526"/>
                  </a:lnTo>
                  <a:lnTo>
                    <a:pt x="368975" y="958526"/>
                  </a:lnTo>
                  <a:lnTo>
                    <a:pt x="372269" y="958526"/>
                  </a:lnTo>
                  <a:lnTo>
                    <a:pt x="375564" y="958526"/>
                  </a:lnTo>
                  <a:lnTo>
                    <a:pt x="378858" y="958526"/>
                  </a:lnTo>
                  <a:lnTo>
                    <a:pt x="382153" y="958526"/>
                  </a:lnTo>
                  <a:lnTo>
                    <a:pt x="385447" y="958526"/>
                  </a:lnTo>
                  <a:lnTo>
                    <a:pt x="388742" y="958526"/>
                  </a:lnTo>
                  <a:lnTo>
                    <a:pt x="392036" y="958526"/>
                  </a:lnTo>
                  <a:lnTo>
                    <a:pt x="395330" y="958526"/>
                  </a:lnTo>
                  <a:lnTo>
                    <a:pt x="398625" y="958526"/>
                  </a:lnTo>
                  <a:lnTo>
                    <a:pt x="401919" y="958526"/>
                  </a:lnTo>
                  <a:lnTo>
                    <a:pt x="405214" y="958526"/>
                  </a:lnTo>
                  <a:lnTo>
                    <a:pt x="408508" y="958526"/>
                  </a:lnTo>
                  <a:lnTo>
                    <a:pt x="411803" y="958526"/>
                  </a:lnTo>
                  <a:lnTo>
                    <a:pt x="415097" y="958526"/>
                  </a:lnTo>
                  <a:lnTo>
                    <a:pt x="418391" y="958526"/>
                  </a:lnTo>
                  <a:lnTo>
                    <a:pt x="421686" y="958526"/>
                  </a:lnTo>
                  <a:lnTo>
                    <a:pt x="424980" y="958526"/>
                  </a:lnTo>
                  <a:lnTo>
                    <a:pt x="428275" y="958526"/>
                  </a:lnTo>
                  <a:lnTo>
                    <a:pt x="431569" y="958526"/>
                  </a:lnTo>
                  <a:lnTo>
                    <a:pt x="434864" y="958526"/>
                  </a:lnTo>
                  <a:lnTo>
                    <a:pt x="438158" y="958526"/>
                  </a:lnTo>
                  <a:lnTo>
                    <a:pt x="441452" y="958526"/>
                  </a:lnTo>
                  <a:lnTo>
                    <a:pt x="444747" y="958526"/>
                  </a:lnTo>
                  <a:lnTo>
                    <a:pt x="448041" y="958525"/>
                  </a:lnTo>
                  <a:lnTo>
                    <a:pt x="451336" y="958524"/>
                  </a:lnTo>
                  <a:lnTo>
                    <a:pt x="454630" y="958521"/>
                  </a:lnTo>
                  <a:lnTo>
                    <a:pt x="457925" y="958514"/>
                  </a:lnTo>
                  <a:lnTo>
                    <a:pt x="461219" y="958503"/>
                  </a:lnTo>
                  <a:lnTo>
                    <a:pt x="464513" y="958483"/>
                  </a:lnTo>
                  <a:lnTo>
                    <a:pt x="467808" y="958448"/>
                  </a:lnTo>
                  <a:lnTo>
                    <a:pt x="471102" y="958393"/>
                  </a:lnTo>
                  <a:lnTo>
                    <a:pt x="474397" y="958312"/>
                  </a:lnTo>
                  <a:lnTo>
                    <a:pt x="477691" y="958202"/>
                  </a:lnTo>
                  <a:lnTo>
                    <a:pt x="480985" y="958064"/>
                  </a:lnTo>
                  <a:lnTo>
                    <a:pt x="484280" y="957903"/>
                  </a:lnTo>
                  <a:lnTo>
                    <a:pt x="487574" y="957732"/>
                  </a:lnTo>
                  <a:lnTo>
                    <a:pt x="490869" y="957569"/>
                  </a:lnTo>
                  <a:lnTo>
                    <a:pt x="494163" y="957431"/>
                  </a:lnTo>
                  <a:lnTo>
                    <a:pt x="497458" y="957336"/>
                  </a:lnTo>
                  <a:lnTo>
                    <a:pt x="500752" y="957291"/>
                  </a:lnTo>
                  <a:lnTo>
                    <a:pt x="504046" y="957296"/>
                  </a:lnTo>
                  <a:lnTo>
                    <a:pt x="507341" y="957337"/>
                  </a:lnTo>
                  <a:lnTo>
                    <a:pt x="510635" y="957390"/>
                  </a:lnTo>
                  <a:lnTo>
                    <a:pt x="513930" y="957429"/>
                  </a:lnTo>
                  <a:lnTo>
                    <a:pt x="517224" y="957429"/>
                  </a:lnTo>
                  <a:lnTo>
                    <a:pt x="520519" y="957370"/>
                  </a:lnTo>
                  <a:lnTo>
                    <a:pt x="523813" y="957245"/>
                  </a:lnTo>
                  <a:lnTo>
                    <a:pt x="527107" y="957063"/>
                  </a:lnTo>
                  <a:lnTo>
                    <a:pt x="530402" y="956842"/>
                  </a:lnTo>
                  <a:lnTo>
                    <a:pt x="533696" y="956599"/>
                  </a:lnTo>
                  <a:lnTo>
                    <a:pt x="536991" y="956353"/>
                  </a:lnTo>
                  <a:lnTo>
                    <a:pt x="540285" y="956122"/>
                  </a:lnTo>
                  <a:lnTo>
                    <a:pt x="543580" y="955913"/>
                  </a:lnTo>
                  <a:lnTo>
                    <a:pt x="546874" y="955731"/>
                  </a:lnTo>
                  <a:lnTo>
                    <a:pt x="550168" y="955575"/>
                  </a:lnTo>
                  <a:lnTo>
                    <a:pt x="553463" y="955437"/>
                  </a:lnTo>
                  <a:lnTo>
                    <a:pt x="556757" y="955304"/>
                  </a:lnTo>
                  <a:lnTo>
                    <a:pt x="560052" y="955163"/>
                  </a:lnTo>
                  <a:lnTo>
                    <a:pt x="563346" y="954997"/>
                  </a:lnTo>
                  <a:lnTo>
                    <a:pt x="566641" y="954799"/>
                  </a:lnTo>
                  <a:lnTo>
                    <a:pt x="569935" y="954563"/>
                  </a:lnTo>
                  <a:lnTo>
                    <a:pt x="573229" y="954295"/>
                  </a:lnTo>
                  <a:lnTo>
                    <a:pt x="576524" y="953998"/>
                  </a:lnTo>
                  <a:lnTo>
                    <a:pt x="579818" y="953666"/>
                  </a:lnTo>
                  <a:lnTo>
                    <a:pt x="583113" y="953266"/>
                  </a:lnTo>
                  <a:lnTo>
                    <a:pt x="586407" y="952730"/>
                  </a:lnTo>
                  <a:lnTo>
                    <a:pt x="589701" y="951953"/>
                  </a:lnTo>
                  <a:lnTo>
                    <a:pt x="592996" y="950803"/>
                  </a:lnTo>
                  <a:lnTo>
                    <a:pt x="596290" y="949147"/>
                  </a:lnTo>
                  <a:lnTo>
                    <a:pt x="599585" y="946872"/>
                  </a:lnTo>
                  <a:lnTo>
                    <a:pt x="602879" y="943920"/>
                  </a:lnTo>
                  <a:lnTo>
                    <a:pt x="606174" y="940307"/>
                  </a:lnTo>
                  <a:lnTo>
                    <a:pt x="609468" y="936139"/>
                  </a:lnTo>
                  <a:lnTo>
                    <a:pt x="612762" y="931598"/>
                  </a:lnTo>
                  <a:lnTo>
                    <a:pt x="616057" y="926917"/>
                  </a:lnTo>
                  <a:lnTo>
                    <a:pt x="619351" y="922336"/>
                  </a:lnTo>
                  <a:lnTo>
                    <a:pt x="622646" y="918055"/>
                  </a:lnTo>
                  <a:lnTo>
                    <a:pt x="625940" y="914184"/>
                  </a:lnTo>
                  <a:lnTo>
                    <a:pt x="629235" y="910733"/>
                  </a:lnTo>
                  <a:lnTo>
                    <a:pt x="632529" y="907553"/>
                  </a:lnTo>
                  <a:lnTo>
                    <a:pt x="635823" y="904418"/>
                  </a:lnTo>
                  <a:lnTo>
                    <a:pt x="639118" y="901086"/>
                  </a:lnTo>
                  <a:lnTo>
                    <a:pt x="642412" y="897341"/>
                  </a:lnTo>
                  <a:lnTo>
                    <a:pt x="645707" y="893032"/>
                  </a:lnTo>
                  <a:lnTo>
                    <a:pt x="649001" y="888085"/>
                  </a:lnTo>
                  <a:lnTo>
                    <a:pt x="652296" y="882493"/>
                  </a:lnTo>
                  <a:lnTo>
                    <a:pt x="655590" y="876285"/>
                  </a:lnTo>
                  <a:lnTo>
                    <a:pt x="658884" y="869468"/>
                  </a:lnTo>
                  <a:lnTo>
                    <a:pt x="662179" y="861990"/>
                  </a:lnTo>
                  <a:lnTo>
                    <a:pt x="665473" y="853705"/>
                  </a:lnTo>
                  <a:lnTo>
                    <a:pt x="668768" y="844385"/>
                  </a:lnTo>
                  <a:lnTo>
                    <a:pt x="672062" y="833763"/>
                  </a:lnTo>
                  <a:lnTo>
                    <a:pt x="675357" y="821607"/>
                  </a:lnTo>
                  <a:lnTo>
                    <a:pt x="678651" y="807799"/>
                  </a:lnTo>
                  <a:lnTo>
                    <a:pt x="681945" y="792361"/>
                  </a:lnTo>
                  <a:lnTo>
                    <a:pt x="685240" y="775551"/>
                  </a:lnTo>
                  <a:lnTo>
                    <a:pt x="688534" y="757835"/>
                  </a:lnTo>
                  <a:lnTo>
                    <a:pt x="691829" y="739624"/>
                  </a:lnTo>
                  <a:lnTo>
                    <a:pt x="695123" y="721256"/>
                  </a:lnTo>
                  <a:lnTo>
                    <a:pt x="698417" y="702943"/>
                  </a:lnTo>
                  <a:lnTo>
                    <a:pt x="701712" y="684770"/>
                  </a:lnTo>
                  <a:lnTo>
                    <a:pt x="705006" y="666740"/>
                  </a:lnTo>
                  <a:lnTo>
                    <a:pt x="708301" y="648832"/>
                  </a:lnTo>
                  <a:lnTo>
                    <a:pt x="711595" y="631041"/>
                  </a:lnTo>
                  <a:lnTo>
                    <a:pt x="714890" y="613388"/>
                  </a:lnTo>
                  <a:lnTo>
                    <a:pt x="718184" y="595892"/>
                  </a:lnTo>
                  <a:lnTo>
                    <a:pt x="721478" y="578528"/>
                  </a:lnTo>
                  <a:lnTo>
                    <a:pt x="724773" y="561191"/>
                  </a:lnTo>
                  <a:lnTo>
                    <a:pt x="728067" y="543682"/>
                  </a:lnTo>
                  <a:lnTo>
                    <a:pt x="731362" y="525727"/>
                  </a:lnTo>
                  <a:lnTo>
                    <a:pt x="734656" y="506998"/>
                  </a:lnTo>
                  <a:lnTo>
                    <a:pt x="737951" y="487061"/>
                  </a:lnTo>
                  <a:lnTo>
                    <a:pt x="741245" y="465640"/>
                  </a:lnTo>
                  <a:lnTo>
                    <a:pt x="744539" y="442451"/>
                  </a:lnTo>
                  <a:lnTo>
                    <a:pt x="747834" y="417318"/>
                  </a:lnTo>
                  <a:lnTo>
                    <a:pt x="751128" y="390249"/>
                  </a:lnTo>
                  <a:lnTo>
                    <a:pt x="754423" y="361536"/>
                  </a:lnTo>
                  <a:lnTo>
                    <a:pt x="757717" y="331799"/>
                  </a:lnTo>
                  <a:lnTo>
                    <a:pt x="761012" y="301973"/>
                  </a:lnTo>
                  <a:lnTo>
                    <a:pt x="764306" y="273196"/>
                  </a:lnTo>
                  <a:lnTo>
                    <a:pt x="767600" y="246613"/>
                  </a:lnTo>
                  <a:lnTo>
                    <a:pt x="770895" y="223144"/>
                  </a:lnTo>
                  <a:lnTo>
                    <a:pt x="774189" y="203274"/>
                  </a:lnTo>
                  <a:lnTo>
                    <a:pt x="777484" y="186932"/>
                  </a:lnTo>
                  <a:lnTo>
                    <a:pt x="780778" y="173499"/>
                  </a:lnTo>
                  <a:lnTo>
                    <a:pt x="784073" y="161953"/>
                  </a:lnTo>
                  <a:lnTo>
                    <a:pt x="787367" y="151118"/>
                  </a:lnTo>
                  <a:lnTo>
                    <a:pt x="790661" y="139883"/>
                  </a:lnTo>
                  <a:lnTo>
                    <a:pt x="793956" y="127581"/>
                  </a:lnTo>
                  <a:lnTo>
                    <a:pt x="797250" y="114115"/>
                  </a:lnTo>
                  <a:lnTo>
                    <a:pt x="800545" y="99814"/>
                  </a:lnTo>
                  <a:lnTo>
                    <a:pt x="803839" y="85276"/>
                  </a:lnTo>
                  <a:lnTo>
                    <a:pt x="807134" y="71182"/>
                  </a:lnTo>
                  <a:lnTo>
                    <a:pt x="810428" y="58104"/>
                  </a:lnTo>
                  <a:lnTo>
                    <a:pt x="813722" y="46387"/>
                  </a:lnTo>
                  <a:lnTo>
                    <a:pt x="817017" y="36118"/>
                  </a:lnTo>
                  <a:lnTo>
                    <a:pt x="820311" y="27180"/>
                  </a:lnTo>
                  <a:lnTo>
                    <a:pt x="823606" y="19380"/>
                  </a:lnTo>
                  <a:lnTo>
                    <a:pt x="826900" y="12594"/>
                  </a:lnTo>
                  <a:lnTo>
                    <a:pt x="830194" y="6885"/>
                  </a:lnTo>
                  <a:lnTo>
                    <a:pt x="833489" y="2550"/>
                  </a:lnTo>
                  <a:lnTo>
                    <a:pt x="836783" y="76"/>
                  </a:lnTo>
                  <a:lnTo>
                    <a:pt x="840078" y="0"/>
                  </a:lnTo>
                  <a:lnTo>
                    <a:pt x="843372" y="2830"/>
                  </a:lnTo>
                  <a:lnTo>
                    <a:pt x="846667" y="8617"/>
                  </a:lnTo>
                  <a:lnTo>
                    <a:pt x="849961" y="16834"/>
                  </a:lnTo>
                  <a:lnTo>
                    <a:pt x="853255" y="26662"/>
                  </a:lnTo>
                  <a:lnTo>
                    <a:pt x="856550" y="37057"/>
                  </a:lnTo>
                  <a:lnTo>
                    <a:pt x="859844" y="46985"/>
                  </a:lnTo>
                  <a:lnTo>
                    <a:pt x="863139" y="55683"/>
                  </a:lnTo>
                  <a:lnTo>
                    <a:pt x="866433" y="62862"/>
                  </a:lnTo>
                  <a:lnTo>
                    <a:pt x="869728" y="68798"/>
                  </a:lnTo>
                  <a:lnTo>
                    <a:pt x="873022" y="74277"/>
                  </a:lnTo>
                  <a:lnTo>
                    <a:pt x="876316" y="80407"/>
                  </a:lnTo>
                  <a:lnTo>
                    <a:pt x="879611" y="88342"/>
                  </a:lnTo>
                  <a:lnTo>
                    <a:pt x="882905" y="99011"/>
                  </a:lnTo>
                  <a:lnTo>
                    <a:pt x="886200" y="112911"/>
                  </a:lnTo>
                  <a:lnTo>
                    <a:pt x="889494" y="130040"/>
                  </a:lnTo>
                  <a:lnTo>
                    <a:pt x="892789" y="149957"/>
                  </a:lnTo>
                  <a:lnTo>
                    <a:pt x="896083" y="171970"/>
                  </a:lnTo>
                  <a:lnTo>
                    <a:pt x="899377" y="195275"/>
                  </a:lnTo>
                  <a:lnTo>
                    <a:pt x="902672" y="219096"/>
                  </a:lnTo>
                  <a:lnTo>
                    <a:pt x="905966" y="242959"/>
                  </a:lnTo>
                  <a:lnTo>
                    <a:pt x="909261" y="266567"/>
                  </a:lnTo>
                  <a:lnTo>
                    <a:pt x="912555" y="289764"/>
                  </a:lnTo>
                  <a:lnTo>
                    <a:pt x="915850" y="312482"/>
                  </a:lnTo>
                  <a:lnTo>
                    <a:pt x="919144" y="334695"/>
                  </a:lnTo>
                  <a:lnTo>
                    <a:pt x="922438" y="356401"/>
                  </a:lnTo>
                  <a:lnTo>
                    <a:pt x="925733" y="377609"/>
                  </a:lnTo>
                  <a:lnTo>
                    <a:pt x="929027" y="398351"/>
                  </a:lnTo>
                  <a:lnTo>
                    <a:pt x="932322" y="418685"/>
                  </a:lnTo>
                  <a:lnTo>
                    <a:pt x="935616" y="438695"/>
                  </a:lnTo>
                  <a:lnTo>
                    <a:pt x="938910" y="458482"/>
                  </a:lnTo>
                  <a:lnTo>
                    <a:pt x="942205" y="478141"/>
                  </a:lnTo>
                  <a:lnTo>
                    <a:pt x="945499" y="497737"/>
                  </a:lnTo>
                  <a:lnTo>
                    <a:pt x="948794" y="517292"/>
                  </a:lnTo>
                  <a:lnTo>
                    <a:pt x="952088" y="536789"/>
                  </a:lnTo>
                  <a:lnTo>
                    <a:pt x="955383" y="556212"/>
                  </a:lnTo>
                  <a:lnTo>
                    <a:pt x="958677" y="575559"/>
                  </a:lnTo>
                  <a:lnTo>
                    <a:pt x="961971" y="594853"/>
                  </a:lnTo>
                  <a:lnTo>
                    <a:pt x="965266" y="614118"/>
                  </a:lnTo>
                  <a:lnTo>
                    <a:pt x="968560" y="633349"/>
                  </a:lnTo>
                  <a:lnTo>
                    <a:pt x="971855" y="652475"/>
                  </a:lnTo>
                  <a:lnTo>
                    <a:pt x="975149" y="671345"/>
                  </a:lnTo>
                  <a:lnTo>
                    <a:pt x="978444" y="689740"/>
                  </a:lnTo>
                  <a:lnTo>
                    <a:pt x="981738" y="707418"/>
                  </a:lnTo>
                  <a:lnTo>
                    <a:pt x="985032" y="724169"/>
                  </a:lnTo>
                  <a:lnTo>
                    <a:pt x="988327" y="739876"/>
                  </a:lnTo>
                  <a:lnTo>
                    <a:pt x="991621" y="754553"/>
                  </a:lnTo>
                  <a:lnTo>
                    <a:pt x="994916" y="768341"/>
                  </a:lnTo>
                  <a:lnTo>
                    <a:pt x="998210" y="781467"/>
                  </a:lnTo>
                  <a:lnTo>
                    <a:pt x="1001505" y="794165"/>
                  </a:lnTo>
                  <a:lnTo>
                    <a:pt x="1004799" y="806581"/>
                  </a:lnTo>
                  <a:lnTo>
                    <a:pt x="1008093" y="818717"/>
                  </a:lnTo>
                  <a:lnTo>
                    <a:pt x="1011388" y="830418"/>
                  </a:lnTo>
                  <a:lnTo>
                    <a:pt x="1014682" y="841441"/>
                  </a:lnTo>
                  <a:lnTo>
                    <a:pt x="1017977" y="851548"/>
                  </a:lnTo>
                  <a:lnTo>
                    <a:pt x="1021271" y="860590"/>
                  </a:lnTo>
                  <a:lnTo>
                    <a:pt x="1024566" y="868558"/>
                  </a:lnTo>
                  <a:lnTo>
                    <a:pt x="1027860" y="875584"/>
                  </a:lnTo>
                  <a:lnTo>
                    <a:pt x="1031154" y="881890"/>
                  </a:lnTo>
                  <a:lnTo>
                    <a:pt x="1034449" y="887730"/>
                  </a:lnTo>
                  <a:lnTo>
                    <a:pt x="1037743" y="893313"/>
                  </a:lnTo>
                  <a:lnTo>
                    <a:pt x="1041038" y="898762"/>
                  </a:lnTo>
                  <a:lnTo>
                    <a:pt x="1044332" y="904103"/>
                  </a:lnTo>
                  <a:lnTo>
                    <a:pt x="1047626" y="909290"/>
                  </a:lnTo>
                  <a:lnTo>
                    <a:pt x="1050921" y="914241"/>
                  </a:lnTo>
                  <a:lnTo>
                    <a:pt x="1054215" y="918883"/>
                  </a:lnTo>
                  <a:lnTo>
                    <a:pt x="1057510" y="923168"/>
                  </a:lnTo>
                  <a:lnTo>
                    <a:pt x="1060804" y="927093"/>
                  </a:lnTo>
                  <a:lnTo>
                    <a:pt x="1064099" y="930701"/>
                  </a:lnTo>
                  <a:lnTo>
                    <a:pt x="1067393" y="934021"/>
                  </a:lnTo>
                  <a:lnTo>
                    <a:pt x="1070687" y="937064"/>
                  </a:lnTo>
                  <a:lnTo>
                    <a:pt x="1073982" y="939815"/>
                  </a:lnTo>
                  <a:lnTo>
                    <a:pt x="1077276" y="942243"/>
                  </a:lnTo>
                  <a:lnTo>
                    <a:pt x="1080571" y="944313"/>
                  </a:lnTo>
                  <a:lnTo>
                    <a:pt x="1083865" y="946000"/>
                  </a:lnTo>
                  <a:lnTo>
                    <a:pt x="1087160" y="947315"/>
                  </a:lnTo>
                  <a:lnTo>
                    <a:pt x="1090454" y="948300"/>
                  </a:lnTo>
                  <a:lnTo>
                    <a:pt x="1093748" y="949036"/>
                  </a:lnTo>
                  <a:lnTo>
                    <a:pt x="1097043" y="949623"/>
                  </a:lnTo>
                  <a:lnTo>
                    <a:pt x="1100337" y="950159"/>
                  </a:lnTo>
                  <a:lnTo>
                    <a:pt x="1103632" y="950720"/>
                  </a:lnTo>
                  <a:lnTo>
                    <a:pt x="1106926" y="951340"/>
                  </a:lnTo>
                  <a:lnTo>
                    <a:pt x="1110221" y="952014"/>
                  </a:lnTo>
                  <a:lnTo>
                    <a:pt x="1113515" y="952703"/>
                  </a:lnTo>
                  <a:lnTo>
                    <a:pt x="1116809" y="953355"/>
                  </a:lnTo>
                  <a:lnTo>
                    <a:pt x="1120104" y="953937"/>
                  </a:lnTo>
                  <a:lnTo>
                    <a:pt x="1123398" y="954438"/>
                  </a:lnTo>
                  <a:lnTo>
                    <a:pt x="1126693" y="954871"/>
                  </a:lnTo>
                  <a:lnTo>
                    <a:pt x="1129987" y="955265"/>
                  </a:lnTo>
                  <a:lnTo>
                    <a:pt x="1133282" y="955646"/>
                  </a:lnTo>
                  <a:lnTo>
                    <a:pt x="1136576" y="956033"/>
                  </a:lnTo>
                  <a:lnTo>
                    <a:pt x="1139870" y="956428"/>
                  </a:lnTo>
                  <a:lnTo>
                    <a:pt x="1143165" y="956817"/>
                  </a:lnTo>
                  <a:lnTo>
                    <a:pt x="1146459" y="957178"/>
                  </a:lnTo>
                  <a:lnTo>
                    <a:pt x="1149754" y="957483"/>
                  </a:lnTo>
                  <a:lnTo>
                    <a:pt x="1153048" y="957713"/>
                  </a:lnTo>
                  <a:lnTo>
                    <a:pt x="1156343" y="957853"/>
                  </a:lnTo>
                  <a:lnTo>
                    <a:pt x="1159637" y="957902"/>
                  </a:lnTo>
                  <a:lnTo>
                    <a:pt x="1162931" y="957867"/>
                  </a:lnTo>
                  <a:lnTo>
                    <a:pt x="1166226" y="957761"/>
                  </a:lnTo>
                  <a:lnTo>
                    <a:pt x="1169520" y="957611"/>
                  </a:lnTo>
                  <a:lnTo>
                    <a:pt x="1172815" y="957440"/>
                  </a:lnTo>
                  <a:lnTo>
                    <a:pt x="1176109" y="957273"/>
                  </a:lnTo>
                  <a:lnTo>
                    <a:pt x="1179403" y="957125"/>
                  </a:lnTo>
                  <a:lnTo>
                    <a:pt x="1182698" y="957007"/>
                  </a:lnTo>
                  <a:lnTo>
                    <a:pt x="1185992" y="956923"/>
                  </a:lnTo>
                  <a:lnTo>
                    <a:pt x="1189287" y="956873"/>
                  </a:lnTo>
                  <a:lnTo>
                    <a:pt x="1192581" y="956852"/>
                  </a:lnTo>
                  <a:lnTo>
                    <a:pt x="1195876" y="956860"/>
                  </a:lnTo>
                  <a:lnTo>
                    <a:pt x="1199170" y="956898"/>
                  </a:lnTo>
                  <a:lnTo>
                    <a:pt x="1202464" y="956970"/>
                  </a:lnTo>
                  <a:lnTo>
                    <a:pt x="1205759" y="957078"/>
                  </a:lnTo>
                  <a:lnTo>
                    <a:pt x="1209053" y="957223"/>
                  </a:lnTo>
                  <a:lnTo>
                    <a:pt x="1212348" y="957398"/>
                  </a:lnTo>
                  <a:lnTo>
                    <a:pt x="1215642" y="957593"/>
                  </a:lnTo>
                  <a:lnTo>
                    <a:pt x="1218937" y="957790"/>
                  </a:lnTo>
                  <a:lnTo>
                    <a:pt x="1222231" y="957974"/>
                  </a:lnTo>
                  <a:lnTo>
                    <a:pt x="1225525" y="958132"/>
                  </a:lnTo>
                  <a:lnTo>
                    <a:pt x="1228820" y="958259"/>
                  </a:lnTo>
                  <a:lnTo>
                    <a:pt x="1232114" y="958354"/>
                  </a:lnTo>
                  <a:lnTo>
                    <a:pt x="1235409" y="958422"/>
                  </a:lnTo>
                  <a:lnTo>
                    <a:pt x="1238703" y="958466"/>
                  </a:lnTo>
                  <a:lnTo>
                    <a:pt x="1241998" y="958493"/>
                  </a:lnTo>
                  <a:lnTo>
                    <a:pt x="1245292" y="958509"/>
                  </a:lnTo>
                  <a:lnTo>
                    <a:pt x="1248586" y="958518"/>
                  </a:lnTo>
                  <a:lnTo>
                    <a:pt x="1251881" y="958522"/>
                  </a:lnTo>
                  <a:lnTo>
                    <a:pt x="1255175" y="958525"/>
                  </a:lnTo>
                  <a:lnTo>
                    <a:pt x="1258470" y="958526"/>
                  </a:lnTo>
                  <a:lnTo>
                    <a:pt x="1261764" y="958526"/>
                  </a:lnTo>
                  <a:lnTo>
                    <a:pt x="1265059" y="958526"/>
                  </a:lnTo>
                  <a:lnTo>
                    <a:pt x="1268353" y="958526"/>
                  </a:lnTo>
                  <a:lnTo>
                    <a:pt x="1271647" y="958526"/>
                  </a:lnTo>
                  <a:lnTo>
                    <a:pt x="1274942" y="958526"/>
                  </a:lnTo>
                  <a:lnTo>
                    <a:pt x="1278236" y="958526"/>
                  </a:lnTo>
                  <a:lnTo>
                    <a:pt x="1281531" y="958526"/>
                  </a:lnTo>
                  <a:lnTo>
                    <a:pt x="1284825" y="958526"/>
                  </a:lnTo>
                  <a:lnTo>
                    <a:pt x="1288119" y="958526"/>
                  </a:lnTo>
                  <a:lnTo>
                    <a:pt x="1291414" y="958526"/>
                  </a:lnTo>
                  <a:lnTo>
                    <a:pt x="1294708" y="958526"/>
                  </a:lnTo>
                  <a:lnTo>
                    <a:pt x="1298003" y="958526"/>
                  </a:lnTo>
                  <a:lnTo>
                    <a:pt x="1301297" y="958526"/>
                  </a:lnTo>
                  <a:lnTo>
                    <a:pt x="1304592" y="958526"/>
                  </a:lnTo>
                  <a:lnTo>
                    <a:pt x="1307886" y="958526"/>
                  </a:lnTo>
                  <a:lnTo>
                    <a:pt x="1311180" y="958526"/>
                  </a:lnTo>
                  <a:lnTo>
                    <a:pt x="1314475" y="958526"/>
                  </a:lnTo>
                  <a:lnTo>
                    <a:pt x="1317769" y="958526"/>
                  </a:lnTo>
                  <a:lnTo>
                    <a:pt x="1321064" y="958526"/>
                  </a:lnTo>
                  <a:lnTo>
                    <a:pt x="1324358" y="958526"/>
                  </a:lnTo>
                  <a:lnTo>
                    <a:pt x="1327653" y="958526"/>
                  </a:lnTo>
                  <a:lnTo>
                    <a:pt x="1330947" y="958526"/>
                  </a:lnTo>
                  <a:lnTo>
                    <a:pt x="1334241" y="958526"/>
                  </a:lnTo>
                  <a:lnTo>
                    <a:pt x="1337536" y="958526"/>
                  </a:lnTo>
                  <a:lnTo>
                    <a:pt x="1340830" y="958526"/>
                  </a:lnTo>
                  <a:lnTo>
                    <a:pt x="1344125" y="958526"/>
                  </a:lnTo>
                  <a:lnTo>
                    <a:pt x="1347419" y="958526"/>
                  </a:lnTo>
                  <a:lnTo>
                    <a:pt x="1350714" y="958526"/>
                  </a:lnTo>
                  <a:lnTo>
                    <a:pt x="1354008" y="958526"/>
                  </a:lnTo>
                  <a:lnTo>
                    <a:pt x="1357302" y="958526"/>
                  </a:lnTo>
                  <a:lnTo>
                    <a:pt x="1360597" y="958526"/>
                  </a:lnTo>
                  <a:lnTo>
                    <a:pt x="1363891" y="958526"/>
                  </a:lnTo>
                  <a:lnTo>
                    <a:pt x="1367186" y="958526"/>
                  </a:lnTo>
                  <a:lnTo>
                    <a:pt x="1370480" y="958526"/>
                  </a:lnTo>
                  <a:lnTo>
                    <a:pt x="1373775" y="958526"/>
                  </a:lnTo>
                  <a:lnTo>
                    <a:pt x="1377069" y="958526"/>
                  </a:lnTo>
                  <a:lnTo>
                    <a:pt x="1380363" y="958526"/>
                  </a:lnTo>
                  <a:lnTo>
                    <a:pt x="1383658" y="958526"/>
                  </a:lnTo>
                  <a:lnTo>
                    <a:pt x="1386952" y="958526"/>
                  </a:lnTo>
                  <a:lnTo>
                    <a:pt x="1390247" y="958526"/>
                  </a:lnTo>
                  <a:lnTo>
                    <a:pt x="1393541" y="958526"/>
                  </a:lnTo>
                  <a:lnTo>
                    <a:pt x="1396835" y="958526"/>
                  </a:lnTo>
                  <a:lnTo>
                    <a:pt x="1400130" y="958526"/>
                  </a:lnTo>
                  <a:lnTo>
                    <a:pt x="1403424" y="958526"/>
                  </a:lnTo>
                  <a:lnTo>
                    <a:pt x="1406719" y="958526"/>
                  </a:lnTo>
                  <a:lnTo>
                    <a:pt x="1410013" y="958526"/>
                  </a:lnTo>
                  <a:lnTo>
                    <a:pt x="1413308" y="958526"/>
                  </a:lnTo>
                  <a:lnTo>
                    <a:pt x="1416602" y="958526"/>
                  </a:lnTo>
                  <a:lnTo>
                    <a:pt x="1419896" y="958526"/>
                  </a:lnTo>
                  <a:lnTo>
                    <a:pt x="1423191" y="958526"/>
                  </a:lnTo>
                  <a:lnTo>
                    <a:pt x="1426485" y="958526"/>
                  </a:lnTo>
                  <a:lnTo>
                    <a:pt x="1429780" y="958526"/>
                  </a:lnTo>
                  <a:lnTo>
                    <a:pt x="1433074" y="958526"/>
                  </a:lnTo>
                  <a:lnTo>
                    <a:pt x="1436369" y="958526"/>
                  </a:lnTo>
                  <a:lnTo>
                    <a:pt x="1439663" y="958526"/>
                  </a:lnTo>
                  <a:lnTo>
                    <a:pt x="1442957" y="958526"/>
                  </a:lnTo>
                  <a:lnTo>
                    <a:pt x="1446252" y="958526"/>
                  </a:lnTo>
                  <a:lnTo>
                    <a:pt x="1449546" y="958526"/>
                  </a:lnTo>
                  <a:lnTo>
                    <a:pt x="1452841" y="958526"/>
                  </a:lnTo>
                  <a:lnTo>
                    <a:pt x="1456135" y="958526"/>
                  </a:lnTo>
                  <a:lnTo>
                    <a:pt x="1459430" y="958526"/>
                  </a:lnTo>
                  <a:lnTo>
                    <a:pt x="1462724" y="958526"/>
                  </a:lnTo>
                  <a:lnTo>
                    <a:pt x="1466018" y="958526"/>
                  </a:lnTo>
                  <a:lnTo>
                    <a:pt x="1469313" y="958526"/>
                  </a:lnTo>
                  <a:lnTo>
                    <a:pt x="1472607" y="958526"/>
                  </a:lnTo>
                  <a:lnTo>
                    <a:pt x="1475902" y="958526"/>
                  </a:lnTo>
                  <a:lnTo>
                    <a:pt x="1479196" y="958526"/>
                  </a:lnTo>
                  <a:lnTo>
                    <a:pt x="1482491" y="958526"/>
                  </a:lnTo>
                  <a:lnTo>
                    <a:pt x="1485785" y="958526"/>
                  </a:lnTo>
                  <a:lnTo>
                    <a:pt x="1489079" y="958526"/>
                  </a:lnTo>
                  <a:lnTo>
                    <a:pt x="1492374" y="958526"/>
                  </a:lnTo>
                  <a:lnTo>
                    <a:pt x="1495668" y="958526"/>
                  </a:lnTo>
                  <a:lnTo>
                    <a:pt x="1498963" y="958526"/>
                  </a:lnTo>
                  <a:lnTo>
                    <a:pt x="1502257" y="958526"/>
                  </a:lnTo>
                  <a:lnTo>
                    <a:pt x="1505551" y="958526"/>
                  </a:lnTo>
                  <a:lnTo>
                    <a:pt x="1508846" y="958526"/>
                  </a:lnTo>
                  <a:lnTo>
                    <a:pt x="1512140" y="958526"/>
                  </a:lnTo>
                  <a:lnTo>
                    <a:pt x="1515435" y="958526"/>
                  </a:lnTo>
                  <a:lnTo>
                    <a:pt x="1518729" y="958526"/>
                  </a:lnTo>
                  <a:lnTo>
                    <a:pt x="1522024" y="958526"/>
                  </a:lnTo>
                  <a:lnTo>
                    <a:pt x="1525318" y="958526"/>
                  </a:lnTo>
                  <a:lnTo>
                    <a:pt x="1528612" y="958526"/>
                  </a:lnTo>
                  <a:lnTo>
                    <a:pt x="1531907" y="958526"/>
                  </a:lnTo>
                  <a:lnTo>
                    <a:pt x="1535201" y="958526"/>
                  </a:lnTo>
                  <a:lnTo>
                    <a:pt x="1538496" y="958526"/>
                  </a:lnTo>
                  <a:lnTo>
                    <a:pt x="1541790" y="958526"/>
                  </a:lnTo>
                  <a:lnTo>
                    <a:pt x="1545085" y="958526"/>
                  </a:lnTo>
                  <a:lnTo>
                    <a:pt x="1548379" y="958526"/>
                  </a:lnTo>
                  <a:lnTo>
                    <a:pt x="1551673" y="958526"/>
                  </a:lnTo>
                  <a:lnTo>
                    <a:pt x="1554968" y="958526"/>
                  </a:lnTo>
                  <a:lnTo>
                    <a:pt x="1558262" y="958526"/>
                  </a:lnTo>
                  <a:lnTo>
                    <a:pt x="1561557" y="958526"/>
                  </a:lnTo>
                  <a:lnTo>
                    <a:pt x="1564851" y="958526"/>
                  </a:lnTo>
                  <a:lnTo>
                    <a:pt x="1568146" y="958526"/>
                  </a:lnTo>
                  <a:lnTo>
                    <a:pt x="1571440" y="958526"/>
                  </a:lnTo>
                  <a:lnTo>
                    <a:pt x="1574734" y="958526"/>
                  </a:lnTo>
                  <a:lnTo>
                    <a:pt x="1578029" y="958526"/>
                  </a:lnTo>
                  <a:lnTo>
                    <a:pt x="1581323" y="958526"/>
                  </a:lnTo>
                  <a:lnTo>
                    <a:pt x="1584618" y="958526"/>
                  </a:lnTo>
                  <a:lnTo>
                    <a:pt x="1587912" y="958526"/>
                  </a:lnTo>
                  <a:lnTo>
                    <a:pt x="1591207" y="958526"/>
                  </a:lnTo>
                  <a:lnTo>
                    <a:pt x="1594501" y="958526"/>
                  </a:lnTo>
                  <a:lnTo>
                    <a:pt x="1597795" y="958526"/>
                  </a:lnTo>
                  <a:lnTo>
                    <a:pt x="1601090" y="958526"/>
                  </a:lnTo>
                  <a:lnTo>
                    <a:pt x="1604384" y="958526"/>
                  </a:lnTo>
                  <a:lnTo>
                    <a:pt x="1607679" y="958526"/>
                  </a:lnTo>
                  <a:lnTo>
                    <a:pt x="1610973" y="958526"/>
                  </a:lnTo>
                  <a:lnTo>
                    <a:pt x="1614268" y="958526"/>
                  </a:lnTo>
                  <a:lnTo>
                    <a:pt x="1617562" y="958526"/>
                  </a:lnTo>
                  <a:lnTo>
                    <a:pt x="1620856" y="958526"/>
                  </a:lnTo>
                  <a:lnTo>
                    <a:pt x="1624151" y="958526"/>
                  </a:lnTo>
                  <a:lnTo>
                    <a:pt x="1627445" y="958526"/>
                  </a:lnTo>
                  <a:lnTo>
                    <a:pt x="1630740" y="958526"/>
                  </a:lnTo>
                  <a:lnTo>
                    <a:pt x="1634034" y="958526"/>
                  </a:lnTo>
                  <a:lnTo>
                    <a:pt x="1637328" y="958526"/>
                  </a:lnTo>
                  <a:lnTo>
                    <a:pt x="1640623" y="958526"/>
                  </a:lnTo>
                  <a:lnTo>
                    <a:pt x="1643917" y="958526"/>
                  </a:lnTo>
                  <a:lnTo>
                    <a:pt x="1647212" y="958526"/>
                  </a:lnTo>
                  <a:lnTo>
                    <a:pt x="1650506" y="958526"/>
                  </a:lnTo>
                  <a:lnTo>
                    <a:pt x="1653801" y="958526"/>
                  </a:lnTo>
                  <a:lnTo>
                    <a:pt x="1657095" y="958526"/>
                  </a:lnTo>
                  <a:lnTo>
                    <a:pt x="1660389" y="958526"/>
                  </a:lnTo>
                  <a:lnTo>
                    <a:pt x="1663684" y="958526"/>
                  </a:lnTo>
                  <a:lnTo>
                    <a:pt x="1666978" y="958526"/>
                  </a:lnTo>
                  <a:lnTo>
                    <a:pt x="1670273" y="958526"/>
                  </a:lnTo>
                  <a:lnTo>
                    <a:pt x="1673567" y="958526"/>
                  </a:lnTo>
                  <a:lnTo>
                    <a:pt x="1676862" y="958526"/>
                  </a:lnTo>
                  <a:lnTo>
                    <a:pt x="1680156" y="958526"/>
                  </a:lnTo>
                  <a:lnTo>
                    <a:pt x="1683450" y="958526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283541" y="2949266"/>
              <a:ext cx="0" cy="1623196"/>
            </a:xfrm>
            <a:custGeom>
              <a:avLst/>
              <a:pathLst>
                <a:path w="0" h="1623196">
                  <a:moveTo>
                    <a:pt x="0" y="16231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291681" y="2867025"/>
              <a:ext cx="2057400" cy="182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415043" y="2949266"/>
              <a:ext cx="1851796" cy="1623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49921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53357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56792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60228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63664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367099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370535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373970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77406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80842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84277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87713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391149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394584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98020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01455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04891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08327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11762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15198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4186339" y="4496270"/>
              <a:ext cx="34356" cy="241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220695" y="4489040"/>
              <a:ext cx="34356" cy="964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255051" y="4485424"/>
              <a:ext cx="34356" cy="1325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289407" y="4455297"/>
              <a:ext cx="34356" cy="4338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323763" y="4363709"/>
              <a:ext cx="34356" cy="134971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358119" y="4227533"/>
              <a:ext cx="34356" cy="271147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392476" y="3990128"/>
              <a:ext cx="34356" cy="508552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426832" y="3769595"/>
              <a:ext cx="34356" cy="72908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461188" y="3591240"/>
              <a:ext cx="34356" cy="90744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495544" y="3494832"/>
              <a:ext cx="34356" cy="100384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529900" y="3675597"/>
              <a:ext cx="34356" cy="82308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564256" y="3852747"/>
              <a:ext cx="34356" cy="64593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598612" y="4029897"/>
              <a:ext cx="34356" cy="468783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632969" y="4248020"/>
              <a:ext cx="34356" cy="25066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667325" y="4373350"/>
              <a:ext cx="34356" cy="12533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701681" y="4436015"/>
              <a:ext cx="34356" cy="6266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736037" y="4475784"/>
              <a:ext cx="34356" cy="2289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770393" y="4496270"/>
              <a:ext cx="34356" cy="241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480474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483910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487346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490781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494217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497653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01088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504524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507959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511395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514831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499216" y="3519794"/>
              <a:ext cx="1683450" cy="978886"/>
            </a:xfrm>
            <a:custGeom>
              <a:avLst/>
              <a:pathLst>
                <a:path w="1683450" h="978886">
                  <a:moveTo>
                    <a:pt x="0" y="978886"/>
                  </a:moveTo>
                  <a:lnTo>
                    <a:pt x="3294" y="978886"/>
                  </a:lnTo>
                  <a:lnTo>
                    <a:pt x="6588" y="978886"/>
                  </a:lnTo>
                  <a:lnTo>
                    <a:pt x="9883" y="978886"/>
                  </a:lnTo>
                  <a:lnTo>
                    <a:pt x="13177" y="978886"/>
                  </a:lnTo>
                  <a:lnTo>
                    <a:pt x="16472" y="978886"/>
                  </a:lnTo>
                  <a:lnTo>
                    <a:pt x="19766" y="978886"/>
                  </a:lnTo>
                  <a:lnTo>
                    <a:pt x="23060" y="978886"/>
                  </a:lnTo>
                  <a:lnTo>
                    <a:pt x="26355" y="978886"/>
                  </a:lnTo>
                  <a:lnTo>
                    <a:pt x="29649" y="978886"/>
                  </a:lnTo>
                  <a:lnTo>
                    <a:pt x="32944" y="978886"/>
                  </a:lnTo>
                  <a:lnTo>
                    <a:pt x="36238" y="978886"/>
                  </a:lnTo>
                  <a:lnTo>
                    <a:pt x="39533" y="978886"/>
                  </a:lnTo>
                  <a:lnTo>
                    <a:pt x="42827" y="978886"/>
                  </a:lnTo>
                  <a:lnTo>
                    <a:pt x="46121" y="978886"/>
                  </a:lnTo>
                  <a:lnTo>
                    <a:pt x="49416" y="978886"/>
                  </a:lnTo>
                  <a:lnTo>
                    <a:pt x="52710" y="978886"/>
                  </a:lnTo>
                  <a:lnTo>
                    <a:pt x="56005" y="978886"/>
                  </a:lnTo>
                  <a:lnTo>
                    <a:pt x="59299" y="978886"/>
                  </a:lnTo>
                  <a:lnTo>
                    <a:pt x="62594" y="978886"/>
                  </a:lnTo>
                  <a:lnTo>
                    <a:pt x="65888" y="978886"/>
                  </a:lnTo>
                  <a:lnTo>
                    <a:pt x="69182" y="978886"/>
                  </a:lnTo>
                  <a:lnTo>
                    <a:pt x="72477" y="978886"/>
                  </a:lnTo>
                  <a:lnTo>
                    <a:pt x="75771" y="978886"/>
                  </a:lnTo>
                  <a:lnTo>
                    <a:pt x="79066" y="978886"/>
                  </a:lnTo>
                  <a:lnTo>
                    <a:pt x="82360" y="978886"/>
                  </a:lnTo>
                  <a:lnTo>
                    <a:pt x="85655" y="978886"/>
                  </a:lnTo>
                  <a:lnTo>
                    <a:pt x="88949" y="978886"/>
                  </a:lnTo>
                  <a:lnTo>
                    <a:pt x="92243" y="978886"/>
                  </a:lnTo>
                  <a:lnTo>
                    <a:pt x="95538" y="978886"/>
                  </a:lnTo>
                  <a:lnTo>
                    <a:pt x="98832" y="978886"/>
                  </a:lnTo>
                  <a:lnTo>
                    <a:pt x="102127" y="978886"/>
                  </a:lnTo>
                  <a:lnTo>
                    <a:pt x="105421" y="978886"/>
                  </a:lnTo>
                  <a:lnTo>
                    <a:pt x="108716" y="978886"/>
                  </a:lnTo>
                  <a:lnTo>
                    <a:pt x="112010" y="978886"/>
                  </a:lnTo>
                  <a:lnTo>
                    <a:pt x="115304" y="978886"/>
                  </a:lnTo>
                  <a:lnTo>
                    <a:pt x="118599" y="978886"/>
                  </a:lnTo>
                  <a:lnTo>
                    <a:pt x="121893" y="978886"/>
                  </a:lnTo>
                  <a:lnTo>
                    <a:pt x="125188" y="978886"/>
                  </a:lnTo>
                  <a:lnTo>
                    <a:pt x="128482" y="978886"/>
                  </a:lnTo>
                  <a:lnTo>
                    <a:pt x="131776" y="978886"/>
                  </a:lnTo>
                  <a:lnTo>
                    <a:pt x="135071" y="978886"/>
                  </a:lnTo>
                  <a:lnTo>
                    <a:pt x="138365" y="978886"/>
                  </a:lnTo>
                  <a:lnTo>
                    <a:pt x="141660" y="978886"/>
                  </a:lnTo>
                  <a:lnTo>
                    <a:pt x="144954" y="978886"/>
                  </a:lnTo>
                  <a:lnTo>
                    <a:pt x="148249" y="978886"/>
                  </a:lnTo>
                  <a:lnTo>
                    <a:pt x="151543" y="978886"/>
                  </a:lnTo>
                  <a:lnTo>
                    <a:pt x="154837" y="978886"/>
                  </a:lnTo>
                  <a:lnTo>
                    <a:pt x="158132" y="978886"/>
                  </a:lnTo>
                  <a:lnTo>
                    <a:pt x="161426" y="978886"/>
                  </a:lnTo>
                  <a:lnTo>
                    <a:pt x="164721" y="978886"/>
                  </a:lnTo>
                  <a:lnTo>
                    <a:pt x="168015" y="978886"/>
                  </a:lnTo>
                  <a:lnTo>
                    <a:pt x="171310" y="978886"/>
                  </a:lnTo>
                  <a:lnTo>
                    <a:pt x="174604" y="978886"/>
                  </a:lnTo>
                  <a:lnTo>
                    <a:pt x="177898" y="978886"/>
                  </a:lnTo>
                  <a:lnTo>
                    <a:pt x="181193" y="978886"/>
                  </a:lnTo>
                  <a:lnTo>
                    <a:pt x="184487" y="978886"/>
                  </a:lnTo>
                  <a:lnTo>
                    <a:pt x="187782" y="978886"/>
                  </a:lnTo>
                  <a:lnTo>
                    <a:pt x="191076" y="978886"/>
                  </a:lnTo>
                  <a:lnTo>
                    <a:pt x="194371" y="978886"/>
                  </a:lnTo>
                  <a:lnTo>
                    <a:pt x="197665" y="978886"/>
                  </a:lnTo>
                  <a:lnTo>
                    <a:pt x="200959" y="978886"/>
                  </a:lnTo>
                  <a:lnTo>
                    <a:pt x="204254" y="978886"/>
                  </a:lnTo>
                  <a:lnTo>
                    <a:pt x="207548" y="978886"/>
                  </a:lnTo>
                  <a:lnTo>
                    <a:pt x="210843" y="978886"/>
                  </a:lnTo>
                  <a:lnTo>
                    <a:pt x="214137" y="978886"/>
                  </a:lnTo>
                  <a:lnTo>
                    <a:pt x="217432" y="978886"/>
                  </a:lnTo>
                  <a:lnTo>
                    <a:pt x="220726" y="978886"/>
                  </a:lnTo>
                  <a:lnTo>
                    <a:pt x="224020" y="978886"/>
                  </a:lnTo>
                  <a:lnTo>
                    <a:pt x="227315" y="978886"/>
                  </a:lnTo>
                  <a:lnTo>
                    <a:pt x="230609" y="978886"/>
                  </a:lnTo>
                  <a:lnTo>
                    <a:pt x="233904" y="978886"/>
                  </a:lnTo>
                  <a:lnTo>
                    <a:pt x="237198" y="978886"/>
                  </a:lnTo>
                  <a:lnTo>
                    <a:pt x="240492" y="978886"/>
                  </a:lnTo>
                  <a:lnTo>
                    <a:pt x="243787" y="978886"/>
                  </a:lnTo>
                  <a:lnTo>
                    <a:pt x="247081" y="978886"/>
                  </a:lnTo>
                  <a:lnTo>
                    <a:pt x="250376" y="978886"/>
                  </a:lnTo>
                  <a:lnTo>
                    <a:pt x="253670" y="978886"/>
                  </a:lnTo>
                  <a:lnTo>
                    <a:pt x="256965" y="978886"/>
                  </a:lnTo>
                  <a:lnTo>
                    <a:pt x="260259" y="978886"/>
                  </a:lnTo>
                  <a:lnTo>
                    <a:pt x="263553" y="978886"/>
                  </a:lnTo>
                  <a:lnTo>
                    <a:pt x="266848" y="978886"/>
                  </a:lnTo>
                  <a:lnTo>
                    <a:pt x="270142" y="978886"/>
                  </a:lnTo>
                  <a:lnTo>
                    <a:pt x="273437" y="978886"/>
                  </a:lnTo>
                  <a:lnTo>
                    <a:pt x="276731" y="978886"/>
                  </a:lnTo>
                  <a:lnTo>
                    <a:pt x="280026" y="978886"/>
                  </a:lnTo>
                  <a:lnTo>
                    <a:pt x="283320" y="978886"/>
                  </a:lnTo>
                  <a:lnTo>
                    <a:pt x="286614" y="978886"/>
                  </a:lnTo>
                  <a:lnTo>
                    <a:pt x="289909" y="978886"/>
                  </a:lnTo>
                  <a:lnTo>
                    <a:pt x="293203" y="978886"/>
                  </a:lnTo>
                  <a:lnTo>
                    <a:pt x="296498" y="978886"/>
                  </a:lnTo>
                  <a:lnTo>
                    <a:pt x="299792" y="978886"/>
                  </a:lnTo>
                  <a:lnTo>
                    <a:pt x="303087" y="978886"/>
                  </a:lnTo>
                  <a:lnTo>
                    <a:pt x="306381" y="978886"/>
                  </a:lnTo>
                  <a:lnTo>
                    <a:pt x="309675" y="978886"/>
                  </a:lnTo>
                  <a:lnTo>
                    <a:pt x="312970" y="978886"/>
                  </a:lnTo>
                  <a:lnTo>
                    <a:pt x="316264" y="978886"/>
                  </a:lnTo>
                  <a:lnTo>
                    <a:pt x="319559" y="978886"/>
                  </a:lnTo>
                  <a:lnTo>
                    <a:pt x="322853" y="978886"/>
                  </a:lnTo>
                  <a:lnTo>
                    <a:pt x="326148" y="978886"/>
                  </a:lnTo>
                  <a:lnTo>
                    <a:pt x="329442" y="978886"/>
                  </a:lnTo>
                  <a:lnTo>
                    <a:pt x="332736" y="978886"/>
                  </a:lnTo>
                  <a:lnTo>
                    <a:pt x="336031" y="978886"/>
                  </a:lnTo>
                  <a:lnTo>
                    <a:pt x="339325" y="978886"/>
                  </a:lnTo>
                  <a:lnTo>
                    <a:pt x="342620" y="978886"/>
                  </a:lnTo>
                  <a:lnTo>
                    <a:pt x="345914" y="978886"/>
                  </a:lnTo>
                  <a:lnTo>
                    <a:pt x="349208" y="978886"/>
                  </a:lnTo>
                  <a:lnTo>
                    <a:pt x="352503" y="978886"/>
                  </a:lnTo>
                  <a:lnTo>
                    <a:pt x="355797" y="978886"/>
                  </a:lnTo>
                  <a:lnTo>
                    <a:pt x="359092" y="978886"/>
                  </a:lnTo>
                  <a:lnTo>
                    <a:pt x="362386" y="978886"/>
                  </a:lnTo>
                  <a:lnTo>
                    <a:pt x="365681" y="978886"/>
                  </a:lnTo>
                  <a:lnTo>
                    <a:pt x="368975" y="978886"/>
                  </a:lnTo>
                  <a:lnTo>
                    <a:pt x="372269" y="978886"/>
                  </a:lnTo>
                  <a:lnTo>
                    <a:pt x="375564" y="978886"/>
                  </a:lnTo>
                  <a:lnTo>
                    <a:pt x="378858" y="978886"/>
                  </a:lnTo>
                  <a:lnTo>
                    <a:pt x="382153" y="978886"/>
                  </a:lnTo>
                  <a:lnTo>
                    <a:pt x="385447" y="978886"/>
                  </a:lnTo>
                  <a:lnTo>
                    <a:pt x="388742" y="978886"/>
                  </a:lnTo>
                  <a:lnTo>
                    <a:pt x="392036" y="978886"/>
                  </a:lnTo>
                  <a:lnTo>
                    <a:pt x="395330" y="978886"/>
                  </a:lnTo>
                  <a:lnTo>
                    <a:pt x="398625" y="978886"/>
                  </a:lnTo>
                  <a:lnTo>
                    <a:pt x="401919" y="978886"/>
                  </a:lnTo>
                  <a:lnTo>
                    <a:pt x="405214" y="978886"/>
                  </a:lnTo>
                  <a:lnTo>
                    <a:pt x="408508" y="978886"/>
                  </a:lnTo>
                  <a:lnTo>
                    <a:pt x="411803" y="978886"/>
                  </a:lnTo>
                  <a:lnTo>
                    <a:pt x="415097" y="978886"/>
                  </a:lnTo>
                  <a:lnTo>
                    <a:pt x="418391" y="978886"/>
                  </a:lnTo>
                  <a:lnTo>
                    <a:pt x="421686" y="978886"/>
                  </a:lnTo>
                  <a:lnTo>
                    <a:pt x="424980" y="978886"/>
                  </a:lnTo>
                  <a:lnTo>
                    <a:pt x="428275" y="978886"/>
                  </a:lnTo>
                  <a:lnTo>
                    <a:pt x="431569" y="978886"/>
                  </a:lnTo>
                  <a:lnTo>
                    <a:pt x="434864" y="978886"/>
                  </a:lnTo>
                  <a:lnTo>
                    <a:pt x="438158" y="978886"/>
                  </a:lnTo>
                  <a:lnTo>
                    <a:pt x="441452" y="978886"/>
                  </a:lnTo>
                  <a:lnTo>
                    <a:pt x="444747" y="978886"/>
                  </a:lnTo>
                  <a:lnTo>
                    <a:pt x="448041" y="978886"/>
                  </a:lnTo>
                  <a:lnTo>
                    <a:pt x="451336" y="978886"/>
                  </a:lnTo>
                  <a:lnTo>
                    <a:pt x="454630" y="978886"/>
                  </a:lnTo>
                  <a:lnTo>
                    <a:pt x="457925" y="978886"/>
                  </a:lnTo>
                  <a:lnTo>
                    <a:pt x="461219" y="978886"/>
                  </a:lnTo>
                  <a:lnTo>
                    <a:pt x="464513" y="978886"/>
                  </a:lnTo>
                  <a:lnTo>
                    <a:pt x="467808" y="978886"/>
                  </a:lnTo>
                  <a:lnTo>
                    <a:pt x="471102" y="978886"/>
                  </a:lnTo>
                  <a:lnTo>
                    <a:pt x="474397" y="978886"/>
                  </a:lnTo>
                  <a:lnTo>
                    <a:pt x="477691" y="978886"/>
                  </a:lnTo>
                  <a:lnTo>
                    <a:pt x="480985" y="978886"/>
                  </a:lnTo>
                  <a:lnTo>
                    <a:pt x="484280" y="978886"/>
                  </a:lnTo>
                  <a:lnTo>
                    <a:pt x="487574" y="978886"/>
                  </a:lnTo>
                  <a:lnTo>
                    <a:pt x="490869" y="978886"/>
                  </a:lnTo>
                  <a:lnTo>
                    <a:pt x="494163" y="978886"/>
                  </a:lnTo>
                  <a:lnTo>
                    <a:pt x="497458" y="978886"/>
                  </a:lnTo>
                  <a:lnTo>
                    <a:pt x="500752" y="978886"/>
                  </a:lnTo>
                  <a:lnTo>
                    <a:pt x="504046" y="978886"/>
                  </a:lnTo>
                  <a:lnTo>
                    <a:pt x="507341" y="978886"/>
                  </a:lnTo>
                  <a:lnTo>
                    <a:pt x="510635" y="978886"/>
                  </a:lnTo>
                  <a:lnTo>
                    <a:pt x="513930" y="978886"/>
                  </a:lnTo>
                  <a:lnTo>
                    <a:pt x="517224" y="978886"/>
                  </a:lnTo>
                  <a:lnTo>
                    <a:pt x="520519" y="978886"/>
                  </a:lnTo>
                  <a:lnTo>
                    <a:pt x="523813" y="978886"/>
                  </a:lnTo>
                  <a:lnTo>
                    <a:pt x="527107" y="978886"/>
                  </a:lnTo>
                  <a:lnTo>
                    <a:pt x="530402" y="978886"/>
                  </a:lnTo>
                  <a:lnTo>
                    <a:pt x="533696" y="978886"/>
                  </a:lnTo>
                  <a:lnTo>
                    <a:pt x="536991" y="978886"/>
                  </a:lnTo>
                  <a:lnTo>
                    <a:pt x="540285" y="978886"/>
                  </a:lnTo>
                  <a:lnTo>
                    <a:pt x="543580" y="978886"/>
                  </a:lnTo>
                  <a:lnTo>
                    <a:pt x="546874" y="978886"/>
                  </a:lnTo>
                  <a:lnTo>
                    <a:pt x="550168" y="978886"/>
                  </a:lnTo>
                  <a:lnTo>
                    <a:pt x="553463" y="978886"/>
                  </a:lnTo>
                  <a:lnTo>
                    <a:pt x="556757" y="978886"/>
                  </a:lnTo>
                  <a:lnTo>
                    <a:pt x="560052" y="978886"/>
                  </a:lnTo>
                  <a:lnTo>
                    <a:pt x="563346" y="978886"/>
                  </a:lnTo>
                  <a:lnTo>
                    <a:pt x="566641" y="978886"/>
                  </a:lnTo>
                  <a:lnTo>
                    <a:pt x="569935" y="978886"/>
                  </a:lnTo>
                  <a:lnTo>
                    <a:pt x="573229" y="978886"/>
                  </a:lnTo>
                  <a:lnTo>
                    <a:pt x="576524" y="978886"/>
                  </a:lnTo>
                  <a:lnTo>
                    <a:pt x="579818" y="978886"/>
                  </a:lnTo>
                  <a:lnTo>
                    <a:pt x="583113" y="978886"/>
                  </a:lnTo>
                  <a:lnTo>
                    <a:pt x="586407" y="978886"/>
                  </a:lnTo>
                  <a:lnTo>
                    <a:pt x="589701" y="978886"/>
                  </a:lnTo>
                  <a:lnTo>
                    <a:pt x="592996" y="978886"/>
                  </a:lnTo>
                  <a:lnTo>
                    <a:pt x="596290" y="978886"/>
                  </a:lnTo>
                  <a:lnTo>
                    <a:pt x="599585" y="978886"/>
                  </a:lnTo>
                  <a:lnTo>
                    <a:pt x="602879" y="978886"/>
                  </a:lnTo>
                  <a:lnTo>
                    <a:pt x="606174" y="978886"/>
                  </a:lnTo>
                  <a:lnTo>
                    <a:pt x="609468" y="978886"/>
                  </a:lnTo>
                  <a:lnTo>
                    <a:pt x="612762" y="978886"/>
                  </a:lnTo>
                  <a:lnTo>
                    <a:pt x="616057" y="978886"/>
                  </a:lnTo>
                  <a:lnTo>
                    <a:pt x="619351" y="978886"/>
                  </a:lnTo>
                  <a:lnTo>
                    <a:pt x="622646" y="978886"/>
                  </a:lnTo>
                  <a:lnTo>
                    <a:pt x="625940" y="978886"/>
                  </a:lnTo>
                  <a:lnTo>
                    <a:pt x="629235" y="978886"/>
                  </a:lnTo>
                  <a:lnTo>
                    <a:pt x="632529" y="978886"/>
                  </a:lnTo>
                  <a:lnTo>
                    <a:pt x="635823" y="978885"/>
                  </a:lnTo>
                  <a:lnTo>
                    <a:pt x="639118" y="978885"/>
                  </a:lnTo>
                  <a:lnTo>
                    <a:pt x="642412" y="978885"/>
                  </a:lnTo>
                  <a:lnTo>
                    <a:pt x="645707" y="978884"/>
                  </a:lnTo>
                  <a:lnTo>
                    <a:pt x="649001" y="978882"/>
                  </a:lnTo>
                  <a:lnTo>
                    <a:pt x="652296" y="978878"/>
                  </a:lnTo>
                  <a:lnTo>
                    <a:pt x="655590" y="978869"/>
                  </a:lnTo>
                  <a:lnTo>
                    <a:pt x="658884" y="978854"/>
                  </a:lnTo>
                  <a:lnTo>
                    <a:pt x="662179" y="978827"/>
                  </a:lnTo>
                  <a:lnTo>
                    <a:pt x="665473" y="978785"/>
                  </a:lnTo>
                  <a:lnTo>
                    <a:pt x="668768" y="978720"/>
                  </a:lnTo>
                  <a:lnTo>
                    <a:pt x="672062" y="978627"/>
                  </a:lnTo>
                  <a:lnTo>
                    <a:pt x="675357" y="978501"/>
                  </a:lnTo>
                  <a:lnTo>
                    <a:pt x="678651" y="978340"/>
                  </a:lnTo>
                  <a:lnTo>
                    <a:pt x="681945" y="978146"/>
                  </a:lnTo>
                  <a:lnTo>
                    <a:pt x="685240" y="977922"/>
                  </a:lnTo>
                  <a:lnTo>
                    <a:pt x="688534" y="977676"/>
                  </a:lnTo>
                  <a:lnTo>
                    <a:pt x="691829" y="977413"/>
                  </a:lnTo>
                  <a:lnTo>
                    <a:pt x="695123" y="977132"/>
                  </a:lnTo>
                  <a:lnTo>
                    <a:pt x="698417" y="976826"/>
                  </a:lnTo>
                  <a:lnTo>
                    <a:pt x="701712" y="976484"/>
                  </a:lnTo>
                  <a:lnTo>
                    <a:pt x="705006" y="976095"/>
                  </a:lnTo>
                  <a:lnTo>
                    <a:pt x="708301" y="975652"/>
                  </a:lnTo>
                  <a:lnTo>
                    <a:pt x="711595" y="975154"/>
                  </a:lnTo>
                  <a:lnTo>
                    <a:pt x="714890" y="974610"/>
                  </a:lnTo>
                  <a:lnTo>
                    <a:pt x="718184" y="974034"/>
                  </a:lnTo>
                  <a:lnTo>
                    <a:pt x="721478" y="973440"/>
                  </a:lnTo>
                  <a:lnTo>
                    <a:pt x="724773" y="972834"/>
                  </a:lnTo>
                  <a:lnTo>
                    <a:pt x="728067" y="972214"/>
                  </a:lnTo>
                  <a:lnTo>
                    <a:pt x="731362" y="971572"/>
                  </a:lnTo>
                  <a:lnTo>
                    <a:pt x="734656" y="970900"/>
                  </a:lnTo>
                  <a:lnTo>
                    <a:pt x="737951" y="970200"/>
                  </a:lnTo>
                  <a:lnTo>
                    <a:pt x="741245" y="969501"/>
                  </a:lnTo>
                  <a:lnTo>
                    <a:pt x="744539" y="968841"/>
                  </a:lnTo>
                  <a:lnTo>
                    <a:pt x="747834" y="968262"/>
                  </a:lnTo>
                  <a:lnTo>
                    <a:pt x="751128" y="967786"/>
                  </a:lnTo>
                  <a:lnTo>
                    <a:pt x="754423" y="967406"/>
                  </a:lnTo>
                  <a:lnTo>
                    <a:pt x="757717" y="967071"/>
                  </a:lnTo>
                  <a:lnTo>
                    <a:pt x="761012" y="966701"/>
                  </a:lnTo>
                  <a:lnTo>
                    <a:pt x="764306" y="966196"/>
                  </a:lnTo>
                  <a:lnTo>
                    <a:pt x="767600" y="965460"/>
                  </a:lnTo>
                  <a:lnTo>
                    <a:pt x="770895" y="964420"/>
                  </a:lnTo>
                  <a:lnTo>
                    <a:pt x="774189" y="963041"/>
                  </a:lnTo>
                  <a:lnTo>
                    <a:pt x="777484" y="961324"/>
                  </a:lnTo>
                  <a:lnTo>
                    <a:pt x="780778" y="959300"/>
                  </a:lnTo>
                  <a:lnTo>
                    <a:pt x="784073" y="957014"/>
                  </a:lnTo>
                  <a:lnTo>
                    <a:pt x="787367" y="954509"/>
                  </a:lnTo>
                  <a:lnTo>
                    <a:pt x="790661" y="951806"/>
                  </a:lnTo>
                  <a:lnTo>
                    <a:pt x="793956" y="948908"/>
                  </a:lnTo>
                  <a:lnTo>
                    <a:pt x="797250" y="945785"/>
                  </a:lnTo>
                  <a:lnTo>
                    <a:pt x="800545" y="942376"/>
                  </a:lnTo>
                  <a:lnTo>
                    <a:pt x="803839" y="938595"/>
                  </a:lnTo>
                  <a:lnTo>
                    <a:pt x="807134" y="934345"/>
                  </a:lnTo>
                  <a:lnTo>
                    <a:pt x="810428" y="929522"/>
                  </a:lnTo>
                  <a:lnTo>
                    <a:pt x="813722" y="924032"/>
                  </a:lnTo>
                  <a:lnTo>
                    <a:pt x="817017" y="917789"/>
                  </a:lnTo>
                  <a:lnTo>
                    <a:pt x="820311" y="910727"/>
                  </a:lnTo>
                  <a:lnTo>
                    <a:pt x="823606" y="902790"/>
                  </a:lnTo>
                  <a:lnTo>
                    <a:pt x="826900" y="893938"/>
                  </a:lnTo>
                  <a:lnTo>
                    <a:pt x="830194" y="884146"/>
                  </a:lnTo>
                  <a:lnTo>
                    <a:pt x="833489" y="873407"/>
                  </a:lnTo>
                  <a:lnTo>
                    <a:pt x="836783" y="861748"/>
                  </a:lnTo>
                  <a:lnTo>
                    <a:pt x="840078" y="849236"/>
                  </a:lnTo>
                  <a:lnTo>
                    <a:pt x="843372" y="835982"/>
                  </a:lnTo>
                  <a:lnTo>
                    <a:pt x="846667" y="822208"/>
                  </a:lnTo>
                  <a:lnTo>
                    <a:pt x="849961" y="808203"/>
                  </a:lnTo>
                  <a:lnTo>
                    <a:pt x="853255" y="794241"/>
                  </a:lnTo>
                  <a:lnTo>
                    <a:pt x="856550" y="780556"/>
                  </a:lnTo>
                  <a:lnTo>
                    <a:pt x="859844" y="767278"/>
                  </a:lnTo>
                  <a:lnTo>
                    <a:pt x="863139" y="754376"/>
                  </a:lnTo>
                  <a:lnTo>
                    <a:pt x="866433" y="741647"/>
                  </a:lnTo>
                  <a:lnTo>
                    <a:pt x="869728" y="728729"/>
                  </a:lnTo>
                  <a:lnTo>
                    <a:pt x="873022" y="715169"/>
                  </a:lnTo>
                  <a:lnTo>
                    <a:pt x="876316" y="700505"/>
                  </a:lnTo>
                  <a:lnTo>
                    <a:pt x="879611" y="684361"/>
                  </a:lnTo>
                  <a:lnTo>
                    <a:pt x="882905" y="666526"/>
                  </a:lnTo>
                  <a:lnTo>
                    <a:pt x="886200" y="646991"/>
                  </a:lnTo>
                  <a:lnTo>
                    <a:pt x="889494" y="625958"/>
                  </a:lnTo>
                  <a:lnTo>
                    <a:pt x="892789" y="603791"/>
                  </a:lnTo>
                  <a:lnTo>
                    <a:pt x="896083" y="580938"/>
                  </a:lnTo>
                  <a:lnTo>
                    <a:pt x="899377" y="557871"/>
                  </a:lnTo>
                  <a:lnTo>
                    <a:pt x="902672" y="534915"/>
                  </a:lnTo>
                  <a:lnTo>
                    <a:pt x="905966" y="512196"/>
                  </a:lnTo>
                  <a:lnTo>
                    <a:pt x="909261" y="489657"/>
                  </a:lnTo>
                  <a:lnTo>
                    <a:pt x="912555" y="467110"/>
                  </a:lnTo>
                  <a:lnTo>
                    <a:pt x="915850" y="444302"/>
                  </a:lnTo>
                  <a:lnTo>
                    <a:pt x="919144" y="420993"/>
                  </a:lnTo>
                  <a:lnTo>
                    <a:pt x="922438" y="397032"/>
                  </a:lnTo>
                  <a:lnTo>
                    <a:pt x="925733" y="372413"/>
                  </a:lnTo>
                  <a:lnTo>
                    <a:pt x="929027" y="347309"/>
                  </a:lnTo>
                  <a:lnTo>
                    <a:pt x="932322" y="322071"/>
                  </a:lnTo>
                  <a:lnTo>
                    <a:pt x="935616" y="297191"/>
                  </a:lnTo>
                  <a:lnTo>
                    <a:pt x="938910" y="273219"/>
                  </a:lnTo>
                  <a:lnTo>
                    <a:pt x="942205" y="250657"/>
                  </a:lnTo>
                  <a:lnTo>
                    <a:pt x="945499" y="229828"/>
                  </a:lnTo>
                  <a:lnTo>
                    <a:pt x="948794" y="210812"/>
                  </a:lnTo>
                  <a:lnTo>
                    <a:pt x="952088" y="193379"/>
                  </a:lnTo>
                  <a:lnTo>
                    <a:pt x="955383" y="176958"/>
                  </a:lnTo>
                  <a:lnTo>
                    <a:pt x="958677" y="161065"/>
                  </a:lnTo>
                  <a:lnTo>
                    <a:pt x="961971" y="145373"/>
                  </a:lnTo>
                  <a:lnTo>
                    <a:pt x="965266" y="129813"/>
                  </a:lnTo>
                  <a:lnTo>
                    <a:pt x="968560" y="114571"/>
                  </a:lnTo>
                  <a:lnTo>
                    <a:pt x="971855" y="99992"/>
                  </a:lnTo>
                  <a:lnTo>
                    <a:pt x="975149" y="86439"/>
                  </a:lnTo>
                  <a:lnTo>
                    <a:pt x="978444" y="74156"/>
                  </a:lnTo>
                  <a:lnTo>
                    <a:pt x="981738" y="63191"/>
                  </a:lnTo>
                  <a:lnTo>
                    <a:pt x="985032" y="53399"/>
                  </a:lnTo>
                  <a:lnTo>
                    <a:pt x="988327" y="44512"/>
                  </a:lnTo>
                  <a:lnTo>
                    <a:pt x="991621" y="36243"/>
                  </a:lnTo>
                  <a:lnTo>
                    <a:pt x="994916" y="28388"/>
                  </a:lnTo>
                  <a:lnTo>
                    <a:pt x="998210" y="20893"/>
                  </a:lnTo>
                  <a:lnTo>
                    <a:pt x="1001505" y="13887"/>
                  </a:lnTo>
                  <a:lnTo>
                    <a:pt x="1004799" y="7762"/>
                  </a:lnTo>
                  <a:lnTo>
                    <a:pt x="1008093" y="2989"/>
                  </a:lnTo>
                  <a:lnTo>
                    <a:pt x="1011388" y="181"/>
                  </a:lnTo>
                  <a:lnTo>
                    <a:pt x="1014682" y="0"/>
                  </a:lnTo>
                  <a:lnTo>
                    <a:pt x="1017977" y="3045"/>
                  </a:lnTo>
                  <a:lnTo>
                    <a:pt x="1021271" y="9739"/>
                  </a:lnTo>
                  <a:lnTo>
                    <a:pt x="1024566" y="20204"/>
                  </a:lnTo>
                  <a:lnTo>
                    <a:pt x="1027860" y="34200"/>
                  </a:lnTo>
                  <a:lnTo>
                    <a:pt x="1031154" y="51130"/>
                  </a:lnTo>
                  <a:lnTo>
                    <a:pt x="1034449" y="70119"/>
                  </a:lnTo>
                  <a:lnTo>
                    <a:pt x="1037743" y="90168"/>
                  </a:lnTo>
                  <a:lnTo>
                    <a:pt x="1041038" y="110324"/>
                  </a:lnTo>
                  <a:lnTo>
                    <a:pt x="1044332" y="129844"/>
                  </a:lnTo>
                  <a:lnTo>
                    <a:pt x="1047626" y="148295"/>
                  </a:lnTo>
                  <a:lnTo>
                    <a:pt x="1050921" y="165591"/>
                  </a:lnTo>
                  <a:lnTo>
                    <a:pt x="1054215" y="181951"/>
                  </a:lnTo>
                  <a:lnTo>
                    <a:pt x="1057510" y="197813"/>
                  </a:lnTo>
                  <a:lnTo>
                    <a:pt x="1060804" y="213758"/>
                  </a:lnTo>
                  <a:lnTo>
                    <a:pt x="1064099" y="230221"/>
                  </a:lnTo>
                  <a:lnTo>
                    <a:pt x="1067393" y="247460"/>
                  </a:lnTo>
                  <a:lnTo>
                    <a:pt x="1070687" y="265508"/>
                  </a:lnTo>
                  <a:lnTo>
                    <a:pt x="1073982" y="284165"/>
                  </a:lnTo>
                  <a:lnTo>
                    <a:pt x="1077276" y="303060"/>
                  </a:lnTo>
                  <a:lnTo>
                    <a:pt x="1080571" y="321744"/>
                  </a:lnTo>
                  <a:lnTo>
                    <a:pt x="1083865" y="339807"/>
                  </a:lnTo>
                  <a:lnTo>
                    <a:pt x="1087160" y="356996"/>
                  </a:lnTo>
                  <a:lnTo>
                    <a:pt x="1090454" y="373281"/>
                  </a:lnTo>
                  <a:lnTo>
                    <a:pt x="1093748" y="388883"/>
                  </a:lnTo>
                  <a:lnTo>
                    <a:pt x="1097043" y="404233"/>
                  </a:lnTo>
                  <a:lnTo>
                    <a:pt x="1100337" y="419881"/>
                  </a:lnTo>
                  <a:lnTo>
                    <a:pt x="1103632" y="436386"/>
                  </a:lnTo>
                  <a:lnTo>
                    <a:pt x="1106926" y="454190"/>
                  </a:lnTo>
                  <a:lnTo>
                    <a:pt x="1110221" y="473626"/>
                  </a:lnTo>
                  <a:lnTo>
                    <a:pt x="1113515" y="494561"/>
                  </a:lnTo>
                  <a:lnTo>
                    <a:pt x="1116809" y="516682"/>
                  </a:lnTo>
                  <a:lnTo>
                    <a:pt x="1120104" y="539528"/>
                  </a:lnTo>
                  <a:lnTo>
                    <a:pt x="1123398" y="562566"/>
                  </a:lnTo>
                  <a:lnTo>
                    <a:pt x="1126693" y="585274"/>
                  </a:lnTo>
                  <a:lnTo>
                    <a:pt x="1129987" y="607217"/>
                  </a:lnTo>
                  <a:lnTo>
                    <a:pt x="1133282" y="628102"/>
                  </a:lnTo>
                  <a:lnTo>
                    <a:pt x="1136576" y="647795"/>
                  </a:lnTo>
                  <a:lnTo>
                    <a:pt x="1139870" y="666313"/>
                  </a:lnTo>
                  <a:lnTo>
                    <a:pt x="1143165" y="683788"/>
                  </a:lnTo>
                  <a:lnTo>
                    <a:pt x="1146459" y="700411"/>
                  </a:lnTo>
                  <a:lnTo>
                    <a:pt x="1149754" y="716374"/>
                  </a:lnTo>
                  <a:lnTo>
                    <a:pt x="1153048" y="731815"/>
                  </a:lnTo>
                  <a:lnTo>
                    <a:pt x="1156343" y="746799"/>
                  </a:lnTo>
                  <a:lnTo>
                    <a:pt x="1159637" y="761314"/>
                  </a:lnTo>
                  <a:lnTo>
                    <a:pt x="1162931" y="775269"/>
                  </a:lnTo>
                  <a:lnTo>
                    <a:pt x="1166226" y="788611"/>
                  </a:lnTo>
                  <a:lnTo>
                    <a:pt x="1169520" y="801305"/>
                  </a:lnTo>
                  <a:lnTo>
                    <a:pt x="1172815" y="813334"/>
                  </a:lnTo>
                  <a:lnTo>
                    <a:pt x="1176109" y="824692"/>
                  </a:lnTo>
                  <a:lnTo>
                    <a:pt x="1179403" y="835375"/>
                  </a:lnTo>
                  <a:lnTo>
                    <a:pt x="1182698" y="845373"/>
                  </a:lnTo>
                  <a:lnTo>
                    <a:pt x="1185992" y="854671"/>
                  </a:lnTo>
                  <a:lnTo>
                    <a:pt x="1189287" y="863263"/>
                  </a:lnTo>
                  <a:lnTo>
                    <a:pt x="1192581" y="871167"/>
                  </a:lnTo>
                  <a:lnTo>
                    <a:pt x="1195876" y="878429"/>
                  </a:lnTo>
                  <a:lnTo>
                    <a:pt x="1199170" y="885122"/>
                  </a:lnTo>
                  <a:lnTo>
                    <a:pt x="1202464" y="891334"/>
                  </a:lnTo>
                  <a:lnTo>
                    <a:pt x="1205759" y="897145"/>
                  </a:lnTo>
                  <a:lnTo>
                    <a:pt x="1209053" y="902617"/>
                  </a:lnTo>
                  <a:lnTo>
                    <a:pt x="1212348" y="907780"/>
                  </a:lnTo>
                  <a:lnTo>
                    <a:pt x="1215642" y="912626"/>
                  </a:lnTo>
                  <a:lnTo>
                    <a:pt x="1218937" y="917155"/>
                  </a:lnTo>
                  <a:lnTo>
                    <a:pt x="1222231" y="921380"/>
                  </a:lnTo>
                  <a:lnTo>
                    <a:pt x="1225525" y="925334"/>
                  </a:lnTo>
                  <a:lnTo>
                    <a:pt x="1228820" y="929072"/>
                  </a:lnTo>
                  <a:lnTo>
                    <a:pt x="1232114" y="932665"/>
                  </a:lnTo>
                  <a:lnTo>
                    <a:pt x="1235409" y="936182"/>
                  </a:lnTo>
                  <a:lnTo>
                    <a:pt x="1238703" y="939678"/>
                  </a:lnTo>
                  <a:lnTo>
                    <a:pt x="1241998" y="943182"/>
                  </a:lnTo>
                  <a:lnTo>
                    <a:pt x="1245292" y="946693"/>
                  </a:lnTo>
                  <a:lnTo>
                    <a:pt x="1248586" y="950183"/>
                  </a:lnTo>
                  <a:lnTo>
                    <a:pt x="1251881" y="953604"/>
                  </a:lnTo>
                  <a:lnTo>
                    <a:pt x="1255175" y="956901"/>
                  </a:lnTo>
                  <a:lnTo>
                    <a:pt x="1258470" y="960015"/>
                  </a:lnTo>
                  <a:lnTo>
                    <a:pt x="1261764" y="962895"/>
                  </a:lnTo>
                  <a:lnTo>
                    <a:pt x="1265059" y="965501"/>
                  </a:lnTo>
                  <a:lnTo>
                    <a:pt x="1268353" y="967791"/>
                  </a:lnTo>
                  <a:lnTo>
                    <a:pt x="1271647" y="969753"/>
                  </a:lnTo>
                  <a:lnTo>
                    <a:pt x="1274942" y="971401"/>
                  </a:lnTo>
                  <a:lnTo>
                    <a:pt x="1278236" y="972755"/>
                  </a:lnTo>
                  <a:lnTo>
                    <a:pt x="1281531" y="973847"/>
                  </a:lnTo>
                  <a:lnTo>
                    <a:pt x="1284825" y="974719"/>
                  </a:lnTo>
                  <a:lnTo>
                    <a:pt x="1288119" y="975418"/>
                  </a:lnTo>
                  <a:lnTo>
                    <a:pt x="1291414" y="975991"/>
                  </a:lnTo>
                  <a:lnTo>
                    <a:pt x="1294708" y="976474"/>
                  </a:lnTo>
                  <a:lnTo>
                    <a:pt x="1298003" y="976896"/>
                  </a:lnTo>
                  <a:lnTo>
                    <a:pt x="1301297" y="977274"/>
                  </a:lnTo>
                  <a:lnTo>
                    <a:pt x="1304592" y="977613"/>
                  </a:lnTo>
                  <a:lnTo>
                    <a:pt x="1307886" y="977913"/>
                  </a:lnTo>
                  <a:lnTo>
                    <a:pt x="1311180" y="978171"/>
                  </a:lnTo>
                  <a:lnTo>
                    <a:pt x="1314475" y="978383"/>
                  </a:lnTo>
                  <a:lnTo>
                    <a:pt x="1317769" y="978548"/>
                  </a:lnTo>
                  <a:lnTo>
                    <a:pt x="1321064" y="978669"/>
                  </a:lnTo>
                  <a:lnTo>
                    <a:pt x="1324358" y="978752"/>
                  </a:lnTo>
                  <a:lnTo>
                    <a:pt x="1327653" y="978807"/>
                  </a:lnTo>
                  <a:lnTo>
                    <a:pt x="1330947" y="978842"/>
                  </a:lnTo>
                  <a:lnTo>
                    <a:pt x="1334241" y="978862"/>
                  </a:lnTo>
                  <a:lnTo>
                    <a:pt x="1337536" y="978874"/>
                  </a:lnTo>
                  <a:lnTo>
                    <a:pt x="1340830" y="978880"/>
                  </a:lnTo>
                  <a:lnTo>
                    <a:pt x="1344125" y="978883"/>
                  </a:lnTo>
                  <a:lnTo>
                    <a:pt x="1347419" y="978884"/>
                  </a:lnTo>
                  <a:lnTo>
                    <a:pt x="1350714" y="978885"/>
                  </a:lnTo>
                  <a:lnTo>
                    <a:pt x="1354008" y="978885"/>
                  </a:lnTo>
                  <a:lnTo>
                    <a:pt x="1357302" y="978885"/>
                  </a:lnTo>
                  <a:lnTo>
                    <a:pt x="1360597" y="978886"/>
                  </a:lnTo>
                  <a:lnTo>
                    <a:pt x="1363891" y="978886"/>
                  </a:lnTo>
                  <a:lnTo>
                    <a:pt x="1367186" y="978886"/>
                  </a:lnTo>
                  <a:lnTo>
                    <a:pt x="1370480" y="978886"/>
                  </a:lnTo>
                  <a:lnTo>
                    <a:pt x="1373775" y="978886"/>
                  </a:lnTo>
                  <a:lnTo>
                    <a:pt x="1377069" y="978886"/>
                  </a:lnTo>
                  <a:lnTo>
                    <a:pt x="1380363" y="978886"/>
                  </a:lnTo>
                  <a:lnTo>
                    <a:pt x="1383658" y="978886"/>
                  </a:lnTo>
                  <a:lnTo>
                    <a:pt x="1386952" y="978886"/>
                  </a:lnTo>
                  <a:lnTo>
                    <a:pt x="1390247" y="978886"/>
                  </a:lnTo>
                  <a:lnTo>
                    <a:pt x="1393541" y="978886"/>
                  </a:lnTo>
                  <a:lnTo>
                    <a:pt x="1396835" y="978886"/>
                  </a:lnTo>
                  <a:lnTo>
                    <a:pt x="1400130" y="978886"/>
                  </a:lnTo>
                  <a:lnTo>
                    <a:pt x="1403424" y="978886"/>
                  </a:lnTo>
                  <a:lnTo>
                    <a:pt x="1406719" y="978886"/>
                  </a:lnTo>
                  <a:lnTo>
                    <a:pt x="1410013" y="978886"/>
                  </a:lnTo>
                  <a:lnTo>
                    <a:pt x="1413308" y="978886"/>
                  </a:lnTo>
                  <a:lnTo>
                    <a:pt x="1416602" y="978886"/>
                  </a:lnTo>
                  <a:lnTo>
                    <a:pt x="1419896" y="978886"/>
                  </a:lnTo>
                  <a:lnTo>
                    <a:pt x="1423191" y="978886"/>
                  </a:lnTo>
                  <a:lnTo>
                    <a:pt x="1426485" y="978886"/>
                  </a:lnTo>
                  <a:lnTo>
                    <a:pt x="1429780" y="978886"/>
                  </a:lnTo>
                  <a:lnTo>
                    <a:pt x="1433074" y="978886"/>
                  </a:lnTo>
                  <a:lnTo>
                    <a:pt x="1436369" y="978886"/>
                  </a:lnTo>
                  <a:lnTo>
                    <a:pt x="1439663" y="978886"/>
                  </a:lnTo>
                  <a:lnTo>
                    <a:pt x="1442957" y="978886"/>
                  </a:lnTo>
                  <a:lnTo>
                    <a:pt x="1446252" y="978886"/>
                  </a:lnTo>
                  <a:lnTo>
                    <a:pt x="1449546" y="978886"/>
                  </a:lnTo>
                  <a:lnTo>
                    <a:pt x="1452841" y="978886"/>
                  </a:lnTo>
                  <a:lnTo>
                    <a:pt x="1456135" y="978886"/>
                  </a:lnTo>
                  <a:lnTo>
                    <a:pt x="1459430" y="978886"/>
                  </a:lnTo>
                  <a:lnTo>
                    <a:pt x="1462724" y="978886"/>
                  </a:lnTo>
                  <a:lnTo>
                    <a:pt x="1466018" y="978886"/>
                  </a:lnTo>
                  <a:lnTo>
                    <a:pt x="1469313" y="978886"/>
                  </a:lnTo>
                  <a:lnTo>
                    <a:pt x="1472607" y="978886"/>
                  </a:lnTo>
                  <a:lnTo>
                    <a:pt x="1475902" y="978886"/>
                  </a:lnTo>
                  <a:lnTo>
                    <a:pt x="1479196" y="978886"/>
                  </a:lnTo>
                  <a:lnTo>
                    <a:pt x="1482491" y="978886"/>
                  </a:lnTo>
                  <a:lnTo>
                    <a:pt x="1485785" y="978886"/>
                  </a:lnTo>
                  <a:lnTo>
                    <a:pt x="1489079" y="978886"/>
                  </a:lnTo>
                  <a:lnTo>
                    <a:pt x="1492374" y="978886"/>
                  </a:lnTo>
                  <a:lnTo>
                    <a:pt x="1495668" y="978886"/>
                  </a:lnTo>
                  <a:lnTo>
                    <a:pt x="1498963" y="978886"/>
                  </a:lnTo>
                  <a:lnTo>
                    <a:pt x="1502257" y="978886"/>
                  </a:lnTo>
                  <a:lnTo>
                    <a:pt x="1505551" y="978886"/>
                  </a:lnTo>
                  <a:lnTo>
                    <a:pt x="1508846" y="978886"/>
                  </a:lnTo>
                  <a:lnTo>
                    <a:pt x="1512140" y="978886"/>
                  </a:lnTo>
                  <a:lnTo>
                    <a:pt x="1515435" y="978886"/>
                  </a:lnTo>
                  <a:lnTo>
                    <a:pt x="1518729" y="978886"/>
                  </a:lnTo>
                  <a:lnTo>
                    <a:pt x="1522024" y="978886"/>
                  </a:lnTo>
                  <a:lnTo>
                    <a:pt x="1525318" y="978886"/>
                  </a:lnTo>
                  <a:lnTo>
                    <a:pt x="1528612" y="978886"/>
                  </a:lnTo>
                  <a:lnTo>
                    <a:pt x="1531907" y="978886"/>
                  </a:lnTo>
                  <a:lnTo>
                    <a:pt x="1535201" y="978886"/>
                  </a:lnTo>
                  <a:lnTo>
                    <a:pt x="1538496" y="978886"/>
                  </a:lnTo>
                  <a:lnTo>
                    <a:pt x="1541790" y="978886"/>
                  </a:lnTo>
                  <a:lnTo>
                    <a:pt x="1545085" y="978886"/>
                  </a:lnTo>
                  <a:lnTo>
                    <a:pt x="1548379" y="978886"/>
                  </a:lnTo>
                  <a:lnTo>
                    <a:pt x="1551673" y="978886"/>
                  </a:lnTo>
                  <a:lnTo>
                    <a:pt x="1554968" y="978886"/>
                  </a:lnTo>
                  <a:lnTo>
                    <a:pt x="1558262" y="978886"/>
                  </a:lnTo>
                  <a:lnTo>
                    <a:pt x="1561557" y="978886"/>
                  </a:lnTo>
                  <a:lnTo>
                    <a:pt x="1564851" y="978886"/>
                  </a:lnTo>
                  <a:lnTo>
                    <a:pt x="1568146" y="978886"/>
                  </a:lnTo>
                  <a:lnTo>
                    <a:pt x="1571440" y="978886"/>
                  </a:lnTo>
                  <a:lnTo>
                    <a:pt x="1574734" y="978886"/>
                  </a:lnTo>
                  <a:lnTo>
                    <a:pt x="1578029" y="978886"/>
                  </a:lnTo>
                  <a:lnTo>
                    <a:pt x="1581323" y="978886"/>
                  </a:lnTo>
                  <a:lnTo>
                    <a:pt x="1584618" y="978886"/>
                  </a:lnTo>
                  <a:lnTo>
                    <a:pt x="1587912" y="978886"/>
                  </a:lnTo>
                  <a:lnTo>
                    <a:pt x="1591207" y="978886"/>
                  </a:lnTo>
                  <a:lnTo>
                    <a:pt x="1594501" y="978886"/>
                  </a:lnTo>
                  <a:lnTo>
                    <a:pt x="1597795" y="978886"/>
                  </a:lnTo>
                  <a:lnTo>
                    <a:pt x="1601090" y="978886"/>
                  </a:lnTo>
                  <a:lnTo>
                    <a:pt x="1604384" y="978886"/>
                  </a:lnTo>
                  <a:lnTo>
                    <a:pt x="1607679" y="978886"/>
                  </a:lnTo>
                  <a:lnTo>
                    <a:pt x="1610973" y="978886"/>
                  </a:lnTo>
                  <a:lnTo>
                    <a:pt x="1614268" y="978886"/>
                  </a:lnTo>
                  <a:lnTo>
                    <a:pt x="1617562" y="978886"/>
                  </a:lnTo>
                  <a:lnTo>
                    <a:pt x="1620856" y="978886"/>
                  </a:lnTo>
                  <a:lnTo>
                    <a:pt x="1624151" y="978886"/>
                  </a:lnTo>
                  <a:lnTo>
                    <a:pt x="1627445" y="978886"/>
                  </a:lnTo>
                  <a:lnTo>
                    <a:pt x="1630740" y="978886"/>
                  </a:lnTo>
                  <a:lnTo>
                    <a:pt x="1634034" y="978886"/>
                  </a:lnTo>
                  <a:lnTo>
                    <a:pt x="1637328" y="978886"/>
                  </a:lnTo>
                  <a:lnTo>
                    <a:pt x="1640623" y="978886"/>
                  </a:lnTo>
                  <a:lnTo>
                    <a:pt x="1643917" y="978886"/>
                  </a:lnTo>
                  <a:lnTo>
                    <a:pt x="1647212" y="978886"/>
                  </a:lnTo>
                  <a:lnTo>
                    <a:pt x="1650506" y="978886"/>
                  </a:lnTo>
                  <a:lnTo>
                    <a:pt x="1653801" y="978886"/>
                  </a:lnTo>
                  <a:lnTo>
                    <a:pt x="1657095" y="978886"/>
                  </a:lnTo>
                  <a:lnTo>
                    <a:pt x="1660389" y="978886"/>
                  </a:lnTo>
                  <a:lnTo>
                    <a:pt x="1663684" y="978886"/>
                  </a:lnTo>
                  <a:lnTo>
                    <a:pt x="1666978" y="978886"/>
                  </a:lnTo>
                  <a:lnTo>
                    <a:pt x="1670273" y="978886"/>
                  </a:lnTo>
                  <a:lnTo>
                    <a:pt x="1673567" y="978886"/>
                  </a:lnTo>
                  <a:lnTo>
                    <a:pt x="1676862" y="978886"/>
                  </a:lnTo>
                  <a:lnTo>
                    <a:pt x="1680156" y="978886"/>
                  </a:lnTo>
                  <a:lnTo>
                    <a:pt x="1683450" y="978886"/>
                  </a:lnTo>
                  <a:lnTo>
                    <a:pt x="1680156" y="978886"/>
                  </a:lnTo>
                  <a:lnTo>
                    <a:pt x="1676862" y="978886"/>
                  </a:lnTo>
                  <a:lnTo>
                    <a:pt x="1673567" y="978886"/>
                  </a:lnTo>
                  <a:lnTo>
                    <a:pt x="1670273" y="978886"/>
                  </a:lnTo>
                  <a:lnTo>
                    <a:pt x="1666978" y="978886"/>
                  </a:lnTo>
                  <a:lnTo>
                    <a:pt x="1663684" y="978886"/>
                  </a:lnTo>
                  <a:lnTo>
                    <a:pt x="1660389" y="978886"/>
                  </a:lnTo>
                  <a:lnTo>
                    <a:pt x="1657095" y="978886"/>
                  </a:lnTo>
                  <a:lnTo>
                    <a:pt x="1653801" y="978886"/>
                  </a:lnTo>
                  <a:lnTo>
                    <a:pt x="1650506" y="978886"/>
                  </a:lnTo>
                  <a:lnTo>
                    <a:pt x="1647212" y="978886"/>
                  </a:lnTo>
                  <a:lnTo>
                    <a:pt x="1643917" y="978886"/>
                  </a:lnTo>
                  <a:lnTo>
                    <a:pt x="1640623" y="978886"/>
                  </a:lnTo>
                  <a:lnTo>
                    <a:pt x="1637328" y="978886"/>
                  </a:lnTo>
                  <a:lnTo>
                    <a:pt x="1634034" y="978886"/>
                  </a:lnTo>
                  <a:lnTo>
                    <a:pt x="1630740" y="978886"/>
                  </a:lnTo>
                  <a:lnTo>
                    <a:pt x="1627445" y="978886"/>
                  </a:lnTo>
                  <a:lnTo>
                    <a:pt x="1624151" y="978886"/>
                  </a:lnTo>
                  <a:lnTo>
                    <a:pt x="1620856" y="978886"/>
                  </a:lnTo>
                  <a:lnTo>
                    <a:pt x="1617562" y="978886"/>
                  </a:lnTo>
                  <a:lnTo>
                    <a:pt x="1614268" y="978886"/>
                  </a:lnTo>
                  <a:lnTo>
                    <a:pt x="1610973" y="978886"/>
                  </a:lnTo>
                  <a:lnTo>
                    <a:pt x="1607679" y="978886"/>
                  </a:lnTo>
                  <a:lnTo>
                    <a:pt x="1604384" y="978886"/>
                  </a:lnTo>
                  <a:lnTo>
                    <a:pt x="1601090" y="978886"/>
                  </a:lnTo>
                  <a:lnTo>
                    <a:pt x="1597795" y="978886"/>
                  </a:lnTo>
                  <a:lnTo>
                    <a:pt x="1594501" y="978886"/>
                  </a:lnTo>
                  <a:lnTo>
                    <a:pt x="1591207" y="978886"/>
                  </a:lnTo>
                  <a:lnTo>
                    <a:pt x="1587912" y="978886"/>
                  </a:lnTo>
                  <a:lnTo>
                    <a:pt x="1584618" y="978886"/>
                  </a:lnTo>
                  <a:lnTo>
                    <a:pt x="1581323" y="978886"/>
                  </a:lnTo>
                  <a:lnTo>
                    <a:pt x="1578029" y="978886"/>
                  </a:lnTo>
                  <a:lnTo>
                    <a:pt x="1574734" y="978886"/>
                  </a:lnTo>
                  <a:lnTo>
                    <a:pt x="1571440" y="978886"/>
                  </a:lnTo>
                  <a:lnTo>
                    <a:pt x="1568146" y="978886"/>
                  </a:lnTo>
                  <a:lnTo>
                    <a:pt x="1564851" y="978886"/>
                  </a:lnTo>
                  <a:lnTo>
                    <a:pt x="1561557" y="978886"/>
                  </a:lnTo>
                  <a:lnTo>
                    <a:pt x="1558262" y="978886"/>
                  </a:lnTo>
                  <a:lnTo>
                    <a:pt x="1554968" y="978886"/>
                  </a:lnTo>
                  <a:lnTo>
                    <a:pt x="1551673" y="978886"/>
                  </a:lnTo>
                  <a:lnTo>
                    <a:pt x="1548379" y="978886"/>
                  </a:lnTo>
                  <a:lnTo>
                    <a:pt x="1545085" y="978886"/>
                  </a:lnTo>
                  <a:lnTo>
                    <a:pt x="1541790" y="978886"/>
                  </a:lnTo>
                  <a:lnTo>
                    <a:pt x="1538496" y="978886"/>
                  </a:lnTo>
                  <a:lnTo>
                    <a:pt x="1535201" y="978886"/>
                  </a:lnTo>
                  <a:lnTo>
                    <a:pt x="1531907" y="978886"/>
                  </a:lnTo>
                  <a:lnTo>
                    <a:pt x="1528612" y="978886"/>
                  </a:lnTo>
                  <a:lnTo>
                    <a:pt x="1525318" y="978886"/>
                  </a:lnTo>
                  <a:lnTo>
                    <a:pt x="1522024" y="978886"/>
                  </a:lnTo>
                  <a:lnTo>
                    <a:pt x="1518729" y="978886"/>
                  </a:lnTo>
                  <a:lnTo>
                    <a:pt x="1515435" y="978886"/>
                  </a:lnTo>
                  <a:lnTo>
                    <a:pt x="1512140" y="978886"/>
                  </a:lnTo>
                  <a:lnTo>
                    <a:pt x="1508846" y="978886"/>
                  </a:lnTo>
                  <a:lnTo>
                    <a:pt x="1505551" y="978886"/>
                  </a:lnTo>
                  <a:lnTo>
                    <a:pt x="1502257" y="978886"/>
                  </a:lnTo>
                  <a:lnTo>
                    <a:pt x="1498963" y="978886"/>
                  </a:lnTo>
                  <a:lnTo>
                    <a:pt x="1495668" y="978886"/>
                  </a:lnTo>
                  <a:lnTo>
                    <a:pt x="1492374" y="978886"/>
                  </a:lnTo>
                  <a:lnTo>
                    <a:pt x="1489079" y="978886"/>
                  </a:lnTo>
                  <a:lnTo>
                    <a:pt x="1485785" y="978886"/>
                  </a:lnTo>
                  <a:lnTo>
                    <a:pt x="1482491" y="978886"/>
                  </a:lnTo>
                  <a:lnTo>
                    <a:pt x="1479196" y="978886"/>
                  </a:lnTo>
                  <a:lnTo>
                    <a:pt x="1475902" y="978886"/>
                  </a:lnTo>
                  <a:lnTo>
                    <a:pt x="1472607" y="978886"/>
                  </a:lnTo>
                  <a:lnTo>
                    <a:pt x="1469313" y="978886"/>
                  </a:lnTo>
                  <a:lnTo>
                    <a:pt x="1466018" y="978886"/>
                  </a:lnTo>
                  <a:lnTo>
                    <a:pt x="1462724" y="978886"/>
                  </a:lnTo>
                  <a:lnTo>
                    <a:pt x="1459430" y="978886"/>
                  </a:lnTo>
                  <a:lnTo>
                    <a:pt x="1456135" y="978886"/>
                  </a:lnTo>
                  <a:lnTo>
                    <a:pt x="1452841" y="978886"/>
                  </a:lnTo>
                  <a:lnTo>
                    <a:pt x="1449546" y="978886"/>
                  </a:lnTo>
                  <a:lnTo>
                    <a:pt x="1446252" y="978886"/>
                  </a:lnTo>
                  <a:lnTo>
                    <a:pt x="1442957" y="978886"/>
                  </a:lnTo>
                  <a:lnTo>
                    <a:pt x="1439663" y="978886"/>
                  </a:lnTo>
                  <a:lnTo>
                    <a:pt x="1436369" y="978886"/>
                  </a:lnTo>
                  <a:lnTo>
                    <a:pt x="1433074" y="978886"/>
                  </a:lnTo>
                  <a:lnTo>
                    <a:pt x="1429780" y="978886"/>
                  </a:lnTo>
                  <a:lnTo>
                    <a:pt x="1426485" y="978886"/>
                  </a:lnTo>
                  <a:lnTo>
                    <a:pt x="1423191" y="978886"/>
                  </a:lnTo>
                  <a:lnTo>
                    <a:pt x="1419896" y="978886"/>
                  </a:lnTo>
                  <a:lnTo>
                    <a:pt x="1416602" y="978886"/>
                  </a:lnTo>
                  <a:lnTo>
                    <a:pt x="1413308" y="978886"/>
                  </a:lnTo>
                  <a:lnTo>
                    <a:pt x="1410013" y="978886"/>
                  </a:lnTo>
                  <a:lnTo>
                    <a:pt x="1406719" y="978886"/>
                  </a:lnTo>
                  <a:lnTo>
                    <a:pt x="1403424" y="978886"/>
                  </a:lnTo>
                  <a:lnTo>
                    <a:pt x="1400130" y="978886"/>
                  </a:lnTo>
                  <a:lnTo>
                    <a:pt x="1396835" y="978886"/>
                  </a:lnTo>
                  <a:lnTo>
                    <a:pt x="1393541" y="978886"/>
                  </a:lnTo>
                  <a:lnTo>
                    <a:pt x="1390247" y="978886"/>
                  </a:lnTo>
                  <a:lnTo>
                    <a:pt x="1386952" y="978886"/>
                  </a:lnTo>
                  <a:lnTo>
                    <a:pt x="1383658" y="978886"/>
                  </a:lnTo>
                  <a:lnTo>
                    <a:pt x="1380363" y="978886"/>
                  </a:lnTo>
                  <a:lnTo>
                    <a:pt x="1377069" y="978886"/>
                  </a:lnTo>
                  <a:lnTo>
                    <a:pt x="1373775" y="978886"/>
                  </a:lnTo>
                  <a:lnTo>
                    <a:pt x="1370480" y="978886"/>
                  </a:lnTo>
                  <a:lnTo>
                    <a:pt x="1367186" y="978886"/>
                  </a:lnTo>
                  <a:lnTo>
                    <a:pt x="1363891" y="978886"/>
                  </a:lnTo>
                  <a:lnTo>
                    <a:pt x="1360597" y="978886"/>
                  </a:lnTo>
                  <a:lnTo>
                    <a:pt x="1357302" y="978886"/>
                  </a:lnTo>
                  <a:lnTo>
                    <a:pt x="1354008" y="978886"/>
                  </a:lnTo>
                  <a:lnTo>
                    <a:pt x="1350714" y="978886"/>
                  </a:lnTo>
                  <a:lnTo>
                    <a:pt x="1347419" y="978886"/>
                  </a:lnTo>
                  <a:lnTo>
                    <a:pt x="1344125" y="978886"/>
                  </a:lnTo>
                  <a:lnTo>
                    <a:pt x="1340830" y="978886"/>
                  </a:lnTo>
                  <a:lnTo>
                    <a:pt x="1337536" y="978886"/>
                  </a:lnTo>
                  <a:lnTo>
                    <a:pt x="1334241" y="978886"/>
                  </a:lnTo>
                  <a:lnTo>
                    <a:pt x="1330947" y="978886"/>
                  </a:lnTo>
                  <a:lnTo>
                    <a:pt x="1327653" y="978886"/>
                  </a:lnTo>
                  <a:lnTo>
                    <a:pt x="1324358" y="978886"/>
                  </a:lnTo>
                  <a:lnTo>
                    <a:pt x="1321064" y="978886"/>
                  </a:lnTo>
                  <a:lnTo>
                    <a:pt x="1317769" y="978886"/>
                  </a:lnTo>
                  <a:lnTo>
                    <a:pt x="1314475" y="978886"/>
                  </a:lnTo>
                  <a:lnTo>
                    <a:pt x="1311180" y="978886"/>
                  </a:lnTo>
                  <a:lnTo>
                    <a:pt x="1307886" y="978886"/>
                  </a:lnTo>
                  <a:lnTo>
                    <a:pt x="1304592" y="978886"/>
                  </a:lnTo>
                  <a:lnTo>
                    <a:pt x="1301297" y="978886"/>
                  </a:lnTo>
                  <a:lnTo>
                    <a:pt x="1298003" y="978886"/>
                  </a:lnTo>
                  <a:lnTo>
                    <a:pt x="1294708" y="978886"/>
                  </a:lnTo>
                  <a:lnTo>
                    <a:pt x="1291414" y="978886"/>
                  </a:lnTo>
                  <a:lnTo>
                    <a:pt x="1288119" y="978886"/>
                  </a:lnTo>
                  <a:lnTo>
                    <a:pt x="1284825" y="978886"/>
                  </a:lnTo>
                  <a:lnTo>
                    <a:pt x="1281531" y="978886"/>
                  </a:lnTo>
                  <a:lnTo>
                    <a:pt x="1278236" y="978886"/>
                  </a:lnTo>
                  <a:lnTo>
                    <a:pt x="1274942" y="978886"/>
                  </a:lnTo>
                  <a:lnTo>
                    <a:pt x="1271647" y="978886"/>
                  </a:lnTo>
                  <a:lnTo>
                    <a:pt x="1268353" y="978886"/>
                  </a:lnTo>
                  <a:lnTo>
                    <a:pt x="1265059" y="978886"/>
                  </a:lnTo>
                  <a:lnTo>
                    <a:pt x="1261764" y="978886"/>
                  </a:lnTo>
                  <a:lnTo>
                    <a:pt x="1258470" y="978886"/>
                  </a:lnTo>
                  <a:lnTo>
                    <a:pt x="1255175" y="978886"/>
                  </a:lnTo>
                  <a:lnTo>
                    <a:pt x="1251881" y="978886"/>
                  </a:lnTo>
                  <a:lnTo>
                    <a:pt x="1248586" y="978886"/>
                  </a:lnTo>
                  <a:lnTo>
                    <a:pt x="1245292" y="978886"/>
                  </a:lnTo>
                  <a:lnTo>
                    <a:pt x="1241998" y="978886"/>
                  </a:lnTo>
                  <a:lnTo>
                    <a:pt x="1238703" y="978886"/>
                  </a:lnTo>
                  <a:lnTo>
                    <a:pt x="1235409" y="978886"/>
                  </a:lnTo>
                  <a:lnTo>
                    <a:pt x="1232114" y="978886"/>
                  </a:lnTo>
                  <a:lnTo>
                    <a:pt x="1228820" y="978886"/>
                  </a:lnTo>
                  <a:lnTo>
                    <a:pt x="1225525" y="978886"/>
                  </a:lnTo>
                  <a:lnTo>
                    <a:pt x="1222231" y="978886"/>
                  </a:lnTo>
                  <a:lnTo>
                    <a:pt x="1218937" y="978886"/>
                  </a:lnTo>
                  <a:lnTo>
                    <a:pt x="1215642" y="978886"/>
                  </a:lnTo>
                  <a:lnTo>
                    <a:pt x="1212348" y="978886"/>
                  </a:lnTo>
                  <a:lnTo>
                    <a:pt x="1209053" y="978886"/>
                  </a:lnTo>
                  <a:lnTo>
                    <a:pt x="1205759" y="978886"/>
                  </a:lnTo>
                  <a:lnTo>
                    <a:pt x="1202464" y="978886"/>
                  </a:lnTo>
                  <a:lnTo>
                    <a:pt x="1199170" y="978886"/>
                  </a:lnTo>
                  <a:lnTo>
                    <a:pt x="1195876" y="978886"/>
                  </a:lnTo>
                  <a:lnTo>
                    <a:pt x="1192581" y="978886"/>
                  </a:lnTo>
                  <a:lnTo>
                    <a:pt x="1189287" y="978886"/>
                  </a:lnTo>
                  <a:lnTo>
                    <a:pt x="1185992" y="978886"/>
                  </a:lnTo>
                  <a:lnTo>
                    <a:pt x="1182698" y="978886"/>
                  </a:lnTo>
                  <a:lnTo>
                    <a:pt x="1179403" y="978886"/>
                  </a:lnTo>
                  <a:lnTo>
                    <a:pt x="1176109" y="978886"/>
                  </a:lnTo>
                  <a:lnTo>
                    <a:pt x="1172815" y="978886"/>
                  </a:lnTo>
                  <a:lnTo>
                    <a:pt x="1169520" y="978886"/>
                  </a:lnTo>
                  <a:lnTo>
                    <a:pt x="1166226" y="978886"/>
                  </a:lnTo>
                  <a:lnTo>
                    <a:pt x="1162931" y="978886"/>
                  </a:lnTo>
                  <a:lnTo>
                    <a:pt x="1159637" y="978886"/>
                  </a:lnTo>
                  <a:lnTo>
                    <a:pt x="1156343" y="978886"/>
                  </a:lnTo>
                  <a:lnTo>
                    <a:pt x="1153048" y="978886"/>
                  </a:lnTo>
                  <a:lnTo>
                    <a:pt x="1149754" y="978886"/>
                  </a:lnTo>
                  <a:lnTo>
                    <a:pt x="1146459" y="978886"/>
                  </a:lnTo>
                  <a:lnTo>
                    <a:pt x="1143165" y="978886"/>
                  </a:lnTo>
                  <a:lnTo>
                    <a:pt x="1139870" y="978886"/>
                  </a:lnTo>
                  <a:lnTo>
                    <a:pt x="1136576" y="978886"/>
                  </a:lnTo>
                  <a:lnTo>
                    <a:pt x="1133282" y="978886"/>
                  </a:lnTo>
                  <a:lnTo>
                    <a:pt x="1129987" y="978886"/>
                  </a:lnTo>
                  <a:lnTo>
                    <a:pt x="1126693" y="978886"/>
                  </a:lnTo>
                  <a:lnTo>
                    <a:pt x="1123398" y="978886"/>
                  </a:lnTo>
                  <a:lnTo>
                    <a:pt x="1120104" y="978886"/>
                  </a:lnTo>
                  <a:lnTo>
                    <a:pt x="1116809" y="978886"/>
                  </a:lnTo>
                  <a:lnTo>
                    <a:pt x="1113515" y="978886"/>
                  </a:lnTo>
                  <a:lnTo>
                    <a:pt x="1110221" y="978886"/>
                  </a:lnTo>
                  <a:lnTo>
                    <a:pt x="1106926" y="978886"/>
                  </a:lnTo>
                  <a:lnTo>
                    <a:pt x="1103632" y="978886"/>
                  </a:lnTo>
                  <a:lnTo>
                    <a:pt x="1100337" y="978886"/>
                  </a:lnTo>
                  <a:lnTo>
                    <a:pt x="1097043" y="978886"/>
                  </a:lnTo>
                  <a:lnTo>
                    <a:pt x="1093748" y="978886"/>
                  </a:lnTo>
                  <a:lnTo>
                    <a:pt x="1090454" y="978886"/>
                  </a:lnTo>
                  <a:lnTo>
                    <a:pt x="1087160" y="978886"/>
                  </a:lnTo>
                  <a:lnTo>
                    <a:pt x="1083865" y="978886"/>
                  </a:lnTo>
                  <a:lnTo>
                    <a:pt x="1080571" y="978886"/>
                  </a:lnTo>
                  <a:lnTo>
                    <a:pt x="1077276" y="978886"/>
                  </a:lnTo>
                  <a:lnTo>
                    <a:pt x="1073982" y="978886"/>
                  </a:lnTo>
                  <a:lnTo>
                    <a:pt x="1070687" y="978886"/>
                  </a:lnTo>
                  <a:lnTo>
                    <a:pt x="1067393" y="978886"/>
                  </a:lnTo>
                  <a:lnTo>
                    <a:pt x="1064099" y="978886"/>
                  </a:lnTo>
                  <a:lnTo>
                    <a:pt x="1060804" y="978886"/>
                  </a:lnTo>
                  <a:lnTo>
                    <a:pt x="1057510" y="978886"/>
                  </a:lnTo>
                  <a:lnTo>
                    <a:pt x="1054215" y="978886"/>
                  </a:lnTo>
                  <a:lnTo>
                    <a:pt x="1050921" y="978886"/>
                  </a:lnTo>
                  <a:lnTo>
                    <a:pt x="1047626" y="978886"/>
                  </a:lnTo>
                  <a:lnTo>
                    <a:pt x="1044332" y="978886"/>
                  </a:lnTo>
                  <a:lnTo>
                    <a:pt x="1041038" y="978886"/>
                  </a:lnTo>
                  <a:lnTo>
                    <a:pt x="1037743" y="978886"/>
                  </a:lnTo>
                  <a:lnTo>
                    <a:pt x="1034449" y="978886"/>
                  </a:lnTo>
                  <a:lnTo>
                    <a:pt x="1031154" y="978886"/>
                  </a:lnTo>
                  <a:lnTo>
                    <a:pt x="1027860" y="978886"/>
                  </a:lnTo>
                  <a:lnTo>
                    <a:pt x="1024566" y="978886"/>
                  </a:lnTo>
                  <a:lnTo>
                    <a:pt x="1021271" y="978886"/>
                  </a:lnTo>
                  <a:lnTo>
                    <a:pt x="1017977" y="978886"/>
                  </a:lnTo>
                  <a:lnTo>
                    <a:pt x="1014682" y="978886"/>
                  </a:lnTo>
                  <a:lnTo>
                    <a:pt x="1011388" y="978886"/>
                  </a:lnTo>
                  <a:lnTo>
                    <a:pt x="1008093" y="978886"/>
                  </a:lnTo>
                  <a:lnTo>
                    <a:pt x="1004799" y="978886"/>
                  </a:lnTo>
                  <a:lnTo>
                    <a:pt x="1001505" y="978886"/>
                  </a:lnTo>
                  <a:lnTo>
                    <a:pt x="998210" y="978886"/>
                  </a:lnTo>
                  <a:lnTo>
                    <a:pt x="994916" y="978886"/>
                  </a:lnTo>
                  <a:lnTo>
                    <a:pt x="991621" y="978886"/>
                  </a:lnTo>
                  <a:lnTo>
                    <a:pt x="988327" y="978886"/>
                  </a:lnTo>
                  <a:lnTo>
                    <a:pt x="985032" y="978886"/>
                  </a:lnTo>
                  <a:lnTo>
                    <a:pt x="981738" y="978886"/>
                  </a:lnTo>
                  <a:lnTo>
                    <a:pt x="978444" y="978886"/>
                  </a:lnTo>
                  <a:lnTo>
                    <a:pt x="975149" y="978886"/>
                  </a:lnTo>
                  <a:lnTo>
                    <a:pt x="971855" y="978886"/>
                  </a:lnTo>
                  <a:lnTo>
                    <a:pt x="968560" y="978886"/>
                  </a:lnTo>
                  <a:lnTo>
                    <a:pt x="965266" y="978886"/>
                  </a:lnTo>
                  <a:lnTo>
                    <a:pt x="961971" y="978886"/>
                  </a:lnTo>
                  <a:lnTo>
                    <a:pt x="958677" y="978886"/>
                  </a:lnTo>
                  <a:lnTo>
                    <a:pt x="955383" y="978886"/>
                  </a:lnTo>
                  <a:lnTo>
                    <a:pt x="952088" y="978886"/>
                  </a:lnTo>
                  <a:lnTo>
                    <a:pt x="948794" y="978886"/>
                  </a:lnTo>
                  <a:lnTo>
                    <a:pt x="945499" y="978886"/>
                  </a:lnTo>
                  <a:lnTo>
                    <a:pt x="942205" y="978886"/>
                  </a:lnTo>
                  <a:lnTo>
                    <a:pt x="938910" y="978886"/>
                  </a:lnTo>
                  <a:lnTo>
                    <a:pt x="935616" y="978886"/>
                  </a:lnTo>
                  <a:lnTo>
                    <a:pt x="932322" y="978886"/>
                  </a:lnTo>
                  <a:lnTo>
                    <a:pt x="929027" y="978886"/>
                  </a:lnTo>
                  <a:lnTo>
                    <a:pt x="925733" y="978886"/>
                  </a:lnTo>
                  <a:lnTo>
                    <a:pt x="922438" y="978886"/>
                  </a:lnTo>
                  <a:lnTo>
                    <a:pt x="919144" y="978886"/>
                  </a:lnTo>
                  <a:lnTo>
                    <a:pt x="915850" y="978886"/>
                  </a:lnTo>
                  <a:lnTo>
                    <a:pt x="912555" y="978886"/>
                  </a:lnTo>
                  <a:lnTo>
                    <a:pt x="909261" y="978886"/>
                  </a:lnTo>
                  <a:lnTo>
                    <a:pt x="905966" y="978886"/>
                  </a:lnTo>
                  <a:lnTo>
                    <a:pt x="902672" y="978886"/>
                  </a:lnTo>
                  <a:lnTo>
                    <a:pt x="899377" y="978886"/>
                  </a:lnTo>
                  <a:lnTo>
                    <a:pt x="896083" y="978886"/>
                  </a:lnTo>
                  <a:lnTo>
                    <a:pt x="892789" y="978886"/>
                  </a:lnTo>
                  <a:lnTo>
                    <a:pt x="889494" y="978886"/>
                  </a:lnTo>
                  <a:lnTo>
                    <a:pt x="886200" y="978886"/>
                  </a:lnTo>
                  <a:lnTo>
                    <a:pt x="882905" y="978886"/>
                  </a:lnTo>
                  <a:lnTo>
                    <a:pt x="879611" y="978886"/>
                  </a:lnTo>
                  <a:lnTo>
                    <a:pt x="876316" y="978886"/>
                  </a:lnTo>
                  <a:lnTo>
                    <a:pt x="873022" y="978886"/>
                  </a:lnTo>
                  <a:lnTo>
                    <a:pt x="869728" y="978886"/>
                  </a:lnTo>
                  <a:lnTo>
                    <a:pt x="866433" y="978886"/>
                  </a:lnTo>
                  <a:lnTo>
                    <a:pt x="863139" y="978886"/>
                  </a:lnTo>
                  <a:lnTo>
                    <a:pt x="859844" y="978886"/>
                  </a:lnTo>
                  <a:lnTo>
                    <a:pt x="856550" y="978886"/>
                  </a:lnTo>
                  <a:lnTo>
                    <a:pt x="853255" y="978886"/>
                  </a:lnTo>
                  <a:lnTo>
                    <a:pt x="849961" y="978886"/>
                  </a:lnTo>
                  <a:lnTo>
                    <a:pt x="846667" y="978886"/>
                  </a:lnTo>
                  <a:lnTo>
                    <a:pt x="843372" y="978886"/>
                  </a:lnTo>
                  <a:lnTo>
                    <a:pt x="840078" y="978886"/>
                  </a:lnTo>
                  <a:lnTo>
                    <a:pt x="836783" y="978886"/>
                  </a:lnTo>
                  <a:lnTo>
                    <a:pt x="833489" y="978886"/>
                  </a:lnTo>
                  <a:lnTo>
                    <a:pt x="830194" y="978886"/>
                  </a:lnTo>
                  <a:lnTo>
                    <a:pt x="826900" y="978886"/>
                  </a:lnTo>
                  <a:lnTo>
                    <a:pt x="823606" y="978886"/>
                  </a:lnTo>
                  <a:lnTo>
                    <a:pt x="820311" y="978886"/>
                  </a:lnTo>
                  <a:lnTo>
                    <a:pt x="817017" y="978886"/>
                  </a:lnTo>
                  <a:lnTo>
                    <a:pt x="813722" y="978886"/>
                  </a:lnTo>
                  <a:lnTo>
                    <a:pt x="810428" y="978886"/>
                  </a:lnTo>
                  <a:lnTo>
                    <a:pt x="807134" y="978886"/>
                  </a:lnTo>
                  <a:lnTo>
                    <a:pt x="803839" y="978886"/>
                  </a:lnTo>
                  <a:lnTo>
                    <a:pt x="800545" y="978886"/>
                  </a:lnTo>
                  <a:lnTo>
                    <a:pt x="797250" y="978886"/>
                  </a:lnTo>
                  <a:lnTo>
                    <a:pt x="793956" y="978886"/>
                  </a:lnTo>
                  <a:lnTo>
                    <a:pt x="790661" y="978886"/>
                  </a:lnTo>
                  <a:lnTo>
                    <a:pt x="787367" y="978886"/>
                  </a:lnTo>
                  <a:lnTo>
                    <a:pt x="784073" y="978886"/>
                  </a:lnTo>
                  <a:lnTo>
                    <a:pt x="780778" y="978886"/>
                  </a:lnTo>
                  <a:lnTo>
                    <a:pt x="777484" y="978886"/>
                  </a:lnTo>
                  <a:lnTo>
                    <a:pt x="774189" y="978886"/>
                  </a:lnTo>
                  <a:lnTo>
                    <a:pt x="770895" y="978886"/>
                  </a:lnTo>
                  <a:lnTo>
                    <a:pt x="767600" y="978886"/>
                  </a:lnTo>
                  <a:lnTo>
                    <a:pt x="764306" y="978886"/>
                  </a:lnTo>
                  <a:lnTo>
                    <a:pt x="761012" y="978886"/>
                  </a:lnTo>
                  <a:lnTo>
                    <a:pt x="757717" y="978886"/>
                  </a:lnTo>
                  <a:lnTo>
                    <a:pt x="754423" y="978886"/>
                  </a:lnTo>
                  <a:lnTo>
                    <a:pt x="751128" y="978886"/>
                  </a:lnTo>
                  <a:lnTo>
                    <a:pt x="747834" y="978886"/>
                  </a:lnTo>
                  <a:lnTo>
                    <a:pt x="744539" y="978886"/>
                  </a:lnTo>
                  <a:lnTo>
                    <a:pt x="741245" y="978886"/>
                  </a:lnTo>
                  <a:lnTo>
                    <a:pt x="737951" y="978886"/>
                  </a:lnTo>
                  <a:lnTo>
                    <a:pt x="734656" y="978886"/>
                  </a:lnTo>
                  <a:lnTo>
                    <a:pt x="731362" y="978886"/>
                  </a:lnTo>
                  <a:lnTo>
                    <a:pt x="728067" y="978886"/>
                  </a:lnTo>
                  <a:lnTo>
                    <a:pt x="724773" y="978886"/>
                  </a:lnTo>
                  <a:lnTo>
                    <a:pt x="721478" y="978886"/>
                  </a:lnTo>
                  <a:lnTo>
                    <a:pt x="718184" y="978886"/>
                  </a:lnTo>
                  <a:lnTo>
                    <a:pt x="714890" y="978886"/>
                  </a:lnTo>
                  <a:lnTo>
                    <a:pt x="711595" y="978886"/>
                  </a:lnTo>
                  <a:lnTo>
                    <a:pt x="708301" y="978886"/>
                  </a:lnTo>
                  <a:lnTo>
                    <a:pt x="705006" y="978886"/>
                  </a:lnTo>
                  <a:lnTo>
                    <a:pt x="701712" y="978886"/>
                  </a:lnTo>
                  <a:lnTo>
                    <a:pt x="698417" y="978886"/>
                  </a:lnTo>
                  <a:lnTo>
                    <a:pt x="695123" y="978886"/>
                  </a:lnTo>
                  <a:lnTo>
                    <a:pt x="691829" y="978886"/>
                  </a:lnTo>
                  <a:lnTo>
                    <a:pt x="688534" y="978886"/>
                  </a:lnTo>
                  <a:lnTo>
                    <a:pt x="685240" y="978886"/>
                  </a:lnTo>
                  <a:lnTo>
                    <a:pt x="681945" y="978886"/>
                  </a:lnTo>
                  <a:lnTo>
                    <a:pt x="678651" y="978886"/>
                  </a:lnTo>
                  <a:lnTo>
                    <a:pt x="675357" y="978886"/>
                  </a:lnTo>
                  <a:lnTo>
                    <a:pt x="672062" y="978886"/>
                  </a:lnTo>
                  <a:lnTo>
                    <a:pt x="668768" y="978886"/>
                  </a:lnTo>
                  <a:lnTo>
                    <a:pt x="665473" y="978886"/>
                  </a:lnTo>
                  <a:lnTo>
                    <a:pt x="662179" y="978886"/>
                  </a:lnTo>
                  <a:lnTo>
                    <a:pt x="658884" y="978886"/>
                  </a:lnTo>
                  <a:lnTo>
                    <a:pt x="655590" y="978886"/>
                  </a:lnTo>
                  <a:lnTo>
                    <a:pt x="652296" y="978886"/>
                  </a:lnTo>
                  <a:lnTo>
                    <a:pt x="649001" y="978886"/>
                  </a:lnTo>
                  <a:lnTo>
                    <a:pt x="645707" y="978886"/>
                  </a:lnTo>
                  <a:lnTo>
                    <a:pt x="642412" y="978886"/>
                  </a:lnTo>
                  <a:lnTo>
                    <a:pt x="639118" y="978886"/>
                  </a:lnTo>
                  <a:lnTo>
                    <a:pt x="635823" y="978886"/>
                  </a:lnTo>
                  <a:lnTo>
                    <a:pt x="632529" y="978886"/>
                  </a:lnTo>
                  <a:lnTo>
                    <a:pt x="629235" y="978886"/>
                  </a:lnTo>
                  <a:lnTo>
                    <a:pt x="625940" y="978886"/>
                  </a:lnTo>
                  <a:lnTo>
                    <a:pt x="622646" y="978886"/>
                  </a:lnTo>
                  <a:lnTo>
                    <a:pt x="619351" y="978886"/>
                  </a:lnTo>
                  <a:lnTo>
                    <a:pt x="616057" y="978886"/>
                  </a:lnTo>
                  <a:lnTo>
                    <a:pt x="612762" y="978886"/>
                  </a:lnTo>
                  <a:lnTo>
                    <a:pt x="609468" y="978886"/>
                  </a:lnTo>
                  <a:lnTo>
                    <a:pt x="606174" y="978886"/>
                  </a:lnTo>
                  <a:lnTo>
                    <a:pt x="602879" y="978886"/>
                  </a:lnTo>
                  <a:lnTo>
                    <a:pt x="599585" y="978886"/>
                  </a:lnTo>
                  <a:lnTo>
                    <a:pt x="596290" y="978886"/>
                  </a:lnTo>
                  <a:lnTo>
                    <a:pt x="592996" y="978886"/>
                  </a:lnTo>
                  <a:lnTo>
                    <a:pt x="589701" y="978886"/>
                  </a:lnTo>
                  <a:lnTo>
                    <a:pt x="586407" y="978886"/>
                  </a:lnTo>
                  <a:lnTo>
                    <a:pt x="583113" y="978886"/>
                  </a:lnTo>
                  <a:lnTo>
                    <a:pt x="579818" y="978886"/>
                  </a:lnTo>
                  <a:lnTo>
                    <a:pt x="576524" y="978886"/>
                  </a:lnTo>
                  <a:lnTo>
                    <a:pt x="573229" y="978886"/>
                  </a:lnTo>
                  <a:lnTo>
                    <a:pt x="569935" y="978886"/>
                  </a:lnTo>
                  <a:lnTo>
                    <a:pt x="566641" y="978886"/>
                  </a:lnTo>
                  <a:lnTo>
                    <a:pt x="563346" y="978886"/>
                  </a:lnTo>
                  <a:lnTo>
                    <a:pt x="560052" y="978886"/>
                  </a:lnTo>
                  <a:lnTo>
                    <a:pt x="556757" y="978886"/>
                  </a:lnTo>
                  <a:lnTo>
                    <a:pt x="553463" y="978886"/>
                  </a:lnTo>
                  <a:lnTo>
                    <a:pt x="550168" y="978886"/>
                  </a:lnTo>
                  <a:lnTo>
                    <a:pt x="546874" y="978886"/>
                  </a:lnTo>
                  <a:lnTo>
                    <a:pt x="543580" y="978886"/>
                  </a:lnTo>
                  <a:lnTo>
                    <a:pt x="540285" y="978886"/>
                  </a:lnTo>
                  <a:lnTo>
                    <a:pt x="536991" y="978886"/>
                  </a:lnTo>
                  <a:lnTo>
                    <a:pt x="533696" y="978886"/>
                  </a:lnTo>
                  <a:lnTo>
                    <a:pt x="530402" y="978886"/>
                  </a:lnTo>
                  <a:lnTo>
                    <a:pt x="527107" y="978886"/>
                  </a:lnTo>
                  <a:lnTo>
                    <a:pt x="523813" y="978886"/>
                  </a:lnTo>
                  <a:lnTo>
                    <a:pt x="520519" y="978886"/>
                  </a:lnTo>
                  <a:lnTo>
                    <a:pt x="517224" y="978886"/>
                  </a:lnTo>
                  <a:lnTo>
                    <a:pt x="513930" y="978886"/>
                  </a:lnTo>
                  <a:lnTo>
                    <a:pt x="510635" y="978886"/>
                  </a:lnTo>
                  <a:lnTo>
                    <a:pt x="507341" y="978886"/>
                  </a:lnTo>
                  <a:lnTo>
                    <a:pt x="504046" y="978886"/>
                  </a:lnTo>
                  <a:lnTo>
                    <a:pt x="500752" y="978886"/>
                  </a:lnTo>
                  <a:lnTo>
                    <a:pt x="497458" y="978886"/>
                  </a:lnTo>
                  <a:lnTo>
                    <a:pt x="494163" y="978886"/>
                  </a:lnTo>
                  <a:lnTo>
                    <a:pt x="490869" y="978886"/>
                  </a:lnTo>
                  <a:lnTo>
                    <a:pt x="487574" y="978886"/>
                  </a:lnTo>
                  <a:lnTo>
                    <a:pt x="484280" y="978886"/>
                  </a:lnTo>
                  <a:lnTo>
                    <a:pt x="480985" y="978886"/>
                  </a:lnTo>
                  <a:lnTo>
                    <a:pt x="477691" y="978886"/>
                  </a:lnTo>
                  <a:lnTo>
                    <a:pt x="474397" y="978886"/>
                  </a:lnTo>
                  <a:lnTo>
                    <a:pt x="471102" y="978886"/>
                  </a:lnTo>
                  <a:lnTo>
                    <a:pt x="467808" y="978886"/>
                  </a:lnTo>
                  <a:lnTo>
                    <a:pt x="464513" y="978886"/>
                  </a:lnTo>
                  <a:lnTo>
                    <a:pt x="461219" y="978886"/>
                  </a:lnTo>
                  <a:lnTo>
                    <a:pt x="457925" y="978886"/>
                  </a:lnTo>
                  <a:lnTo>
                    <a:pt x="454630" y="978886"/>
                  </a:lnTo>
                  <a:lnTo>
                    <a:pt x="451336" y="978886"/>
                  </a:lnTo>
                  <a:lnTo>
                    <a:pt x="448041" y="978886"/>
                  </a:lnTo>
                  <a:lnTo>
                    <a:pt x="444747" y="978886"/>
                  </a:lnTo>
                  <a:lnTo>
                    <a:pt x="441452" y="978886"/>
                  </a:lnTo>
                  <a:lnTo>
                    <a:pt x="438158" y="978886"/>
                  </a:lnTo>
                  <a:lnTo>
                    <a:pt x="434864" y="978886"/>
                  </a:lnTo>
                  <a:lnTo>
                    <a:pt x="431569" y="978886"/>
                  </a:lnTo>
                  <a:lnTo>
                    <a:pt x="428275" y="978886"/>
                  </a:lnTo>
                  <a:lnTo>
                    <a:pt x="424980" y="978886"/>
                  </a:lnTo>
                  <a:lnTo>
                    <a:pt x="421686" y="978886"/>
                  </a:lnTo>
                  <a:lnTo>
                    <a:pt x="418391" y="978886"/>
                  </a:lnTo>
                  <a:lnTo>
                    <a:pt x="415097" y="978886"/>
                  </a:lnTo>
                  <a:lnTo>
                    <a:pt x="411803" y="978886"/>
                  </a:lnTo>
                  <a:lnTo>
                    <a:pt x="408508" y="978886"/>
                  </a:lnTo>
                  <a:lnTo>
                    <a:pt x="405214" y="978886"/>
                  </a:lnTo>
                  <a:lnTo>
                    <a:pt x="401919" y="978886"/>
                  </a:lnTo>
                  <a:lnTo>
                    <a:pt x="398625" y="978886"/>
                  </a:lnTo>
                  <a:lnTo>
                    <a:pt x="395330" y="978886"/>
                  </a:lnTo>
                  <a:lnTo>
                    <a:pt x="392036" y="978886"/>
                  </a:lnTo>
                  <a:lnTo>
                    <a:pt x="388742" y="978886"/>
                  </a:lnTo>
                  <a:lnTo>
                    <a:pt x="385447" y="978886"/>
                  </a:lnTo>
                  <a:lnTo>
                    <a:pt x="382153" y="978886"/>
                  </a:lnTo>
                  <a:lnTo>
                    <a:pt x="378858" y="978886"/>
                  </a:lnTo>
                  <a:lnTo>
                    <a:pt x="375564" y="978886"/>
                  </a:lnTo>
                  <a:lnTo>
                    <a:pt x="372269" y="978886"/>
                  </a:lnTo>
                  <a:lnTo>
                    <a:pt x="368975" y="978886"/>
                  </a:lnTo>
                  <a:lnTo>
                    <a:pt x="365681" y="978886"/>
                  </a:lnTo>
                  <a:lnTo>
                    <a:pt x="362386" y="978886"/>
                  </a:lnTo>
                  <a:lnTo>
                    <a:pt x="359092" y="978886"/>
                  </a:lnTo>
                  <a:lnTo>
                    <a:pt x="355797" y="978886"/>
                  </a:lnTo>
                  <a:lnTo>
                    <a:pt x="352503" y="978886"/>
                  </a:lnTo>
                  <a:lnTo>
                    <a:pt x="349208" y="978886"/>
                  </a:lnTo>
                  <a:lnTo>
                    <a:pt x="345914" y="978886"/>
                  </a:lnTo>
                  <a:lnTo>
                    <a:pt x="342620" y="978886"/>
                  </a:lnTo>
                  <a:lnTo>
                    <a:pt x="339325" y="978886"/>
                  </a:lnTo>
                  <a:lnTo>
                    <a:pt x="336031" y="978886"/>
                  </a:lnTo>
                  <a:lnTo>
                    <a:pt x="332736" y="978886"/>
                  </a:lnTo>
                  <a:lnTo>
                    <a:pt x="329442" y="978886"/>
                  </a:lnTo>
                  <a:lnTo>
                    <a:pt x="326148" y="978886"/>
                  </a:lnTo>
                  <a:lnTo>
                    <a:pt x="322853" y="978886"/>
                  </a:lnTo>
                  <a:lnTo>
                    <a:pt x="319559" y="978886"/>
                  </a:lnTo>
                  <a:lnTo>
                    <a:pt x="316264" y="978886"/>
                  </a:lnTo>
                  <a:lnTo>
                    <a:pt x="312970" y="978886"/>
                  </a:lnTo>
                  <a:lnTo>
                    <a:pt x="309675" y="978886"/>
                  </a:lnTo>
                  <a:lnTo>
                    <a:pt x="306381" y="978886"/>
                  </a:lnTo>
                  <a:lnTo>
                    <a:pt x="303087" y="978886"/>
                  </a:lnTo>
                  <a:lnTo>
                    <a:pt x="299792" y="978886"/>
                  </a:lnTo>
                  <a:lnTo>
                    <a:pt x="296498" y="978886"/>
                  </a:lnTo>
                  <a:lnTo>
                    <a:pt x="293203" y="978886"/>
                  </a:lnTo>
                  <a:lnTo>
                    <a:pt x="289909" y="978886"/>
                  </a:lnTo>
                  <a:lnTo>
                    <a:pt x="286614" y="978886"/>
                  </a:lnTo>
                  <a:lnTo>
                    <a:pt x="283320" y="978886"/>
                  </a:lnTo>
                  <a:lnTo>
                    <a:pt x="280026" y="978886"/>
                  </a:lnTo>
                  <a:lnTo>
                    <a:pt x="276731" y="978886"/>
                  </a:lnTo>
                  <a:lnTo>
                    <a:pt x="273437" y="978886"/>
                  </a:lnTo>
                  <a:lnTo>
                    <a:pt x="270142" y="978886"/>
                  </a:lnTo>
                  <a:lnTo>
                    <a:pt x="266848" y="978886"/>
                  </a:lnTo>
                  <a:lnTo>
                    <a:pt x="263553" y="978886"/>
                  </a:lnTo>
                  <a:lnTo>
                    <a:pt x="260259" y="978886"/>
                  </a:lnTo>
                  <a:lnTo>
                    <a:pt x="256965" y="978886"/>
                  </a:lnTo>
                  <a:lnTo>
                    <a:pt x="253670" y="978886"/>
                  </a:lnTo>
                  <a:lnTo>
                    <a:pt x="250376" y="978886"/>
                  </a:lnTo>
                  <a:lnTo>
                    <a:pt x="247081" y="978886"/>
                  </a:lnTo>
                  <a:lnTo>
                    <a:pt x="243787" y="978886"/>
                  </a:lnTo>
                  <a:lnTo>
                    <a:pt x="240492" y="978886"/>
                  </a:lnTo>
                  <a:lnTo>
                    <a:pt x="237198" y="978886"/>
                  </a:lnTo>
                  <a:lnTo>
                    <a:pt x="233904" y="978886"/>
                  </a:lnTo>
                  <a:lnTo>
                    <a:pt x="230609" y="978886"/>
                  </a:lnTo>
                  <a:lnTo>
                    <a:pt x="227315" y="978886"/>
                  </a:lnTo>
                  <a:lnTo>
                    <a:pt x="224020" y="978886"/>
                  </a:lnTo>
                  <a:lnTo>
                    <a:pt x="220726" y="978886"/>
                  </a:lnTo>
                  <a:lnTo>
                    <a:pt x="217432" y="978886"/>
                  </a:lnTo>
                  <a:lnTo>
                    <a:pt x="214137" y="978886"/>
                  </a:lnTo>
                  <a:lnTo>
                    <a:pt x="210843" y="978886"/>
                  </a:lnTo>
                  <a:lnTo>
                    <a:pt x="207548" y="978886"/>
                  </a:lnTo>
                  <a:lnTo>
                    <a:pt x="204254" y="978886"/>
                  </a:lnTo>
                  <a:lnTo>
                    <a:pt x="200959" y="978886"/>
                  </a:lnTo>
                  <a:lnTo>
                    <a:pt x="197665" y="978886"/>
                  </a:lnTo>
                  <a:lnTo>
                    <a:pt x="194371" y="978886"/>
                  </a:lnTo>
                  <a:lnTo>
                    <a:pt x="191076" y="978886"/>
                  </a:lnTo>
                  <a:lnTo>
                    <a:pt x="187782" y="978886"/>
                  </a:lnTo>
                  <a:lnTo>
                    <a:pt x="184487" y="978886"/>
                  </a:lnTo>
                  <a:lnTo>
                    <a:pt x="181193" y="978886"/>
                  </a:lnTo>
                  <a:lnTo>
                    <a:pt x="177898" y="978886"/>
                  </a:lnTo>
                  <a:lnTo>
                    <a:pt x="174604" y="978886"/>
                  </a:lnTo>
                  <a:lnTo>
                    <a:pt x="171310" y="978886"/>
                  </a:lnTo>
                  <a:lnTo>
                    <a:pt x="168015" y="978886"/>
                  </a:lnTo>
                  <a:lnTo>
                    <a:pt x="164721" y="978886"/>
                  </a:lnTo>
                  <a:lnTo>
                    <a:pt x="161426" y="978886"/>
                  </a:lnTo>
                  <a:lnTo>
                    <a:pt x="158132" y="978886"/>
                  </a:lnTo>
                  <a:lnTo>
                    <a:pt x="154837" y="978886"/>
                  </a:lnTo>
                  <a:lnTo>
                    <a:pt x="151543" y="978886"/>
                  </a:lnTo>
                  <a:lnTo>
                    <a:pt x="148249" y="978886"/>
                  </a:lnTo>
                  <a:lnTo>
                    <a:pt x="144954" y="978886"/>
                  </a:lnTo>
                  <a:lnTo>
                    <a:pt x="141660" y="978886"/>
                  </a:lnTo>
                  <a:lnTo>
                    <a:pt x="138365" y="978886"/>
                  </a:lnTo>
                  <a:lnTo>
                    <a:pt x="135071" y="978886"/>
                  </a:lnTo>
                  <a:lnTo>
                    <a:pt x="131776" y="978886"/>
                  </a:lnTo>
                  <a:lnTo>
                    <a:pt x="128482" y="978886"/>
                  </a:lnTo>
                  <a:lnTo>
                    <a:pt x="125188" y="978886"/>
                  </a:lnTo>
                  <a:lnTo>
                    <a:pt x="121893" y="978886"/>
                  </a:lnTo>
                  <a:lnTo>
                    <a:pt x="118599" y="978886"/>
                  </a:lnTo>
                  <a:lnTo>
                    <a:pt x="115304" y="978886"/>
                  </a:lnTo>
                  <a:lnTo>
                    <a:pt x="112010" y="978886"/>
                  </a:lnTo>
                  <a:lnTo>
                    <a:pt x="108716" y="978886"/>
                  </a:lnTo>
                  <a:lnTo>
                    <a:pt x="105421" y="978886"/>
                  </a:lnTo>
                  <a:lnTo>
                    <a:pt x="102127" y="978886"/>
                  </a:lnTo>
                  <a:lnTo>
                    <a:pt x="98832" y="978886"/>
                  </a:lnTo>
                  <a:lnTo>
                    <a:pt x="95538" y="978886"/>
                  </a:lnTo>
                  <a:lnTo>
                    <a:pt x="92243" y="978886"/>
                  </a:lnTo>
                  <a:lnTo>
                    <a:pt x="88949" y="978886"/>
                  </a:lnTo>
                  <a:lnTo>
                    <a:pt x="85655" y="978886"/>
                  </a:lnTo>
                  <a:lnTo>
                    <a:pt x="82360" y="978886"/>
                  </a:lnTo>
                  <a:lnTo>
                    <a:pt x="79066" y="978886"/>
                  </a:lnTo>
                  <a:lnTo>
                    <a:pt x="75771" y="978886"/>
                  </a:lnTo>
                  <a:lnTo>
                    <a:pt x="72477" y="978886"/>
                  </a:lnTo>
                  <a:lnTo>
                    <a:pt x="69182" y="978886"/>
                  </a:lnTo>
                  <a:lnTo>
                    <a:pt x="65888" y="978886"/>
                  </a:lnTo>
                  <a:lnTo>
                    <a:pt x="62594" y="978886"/>
                  </a:lnTo>
                  <a:lnTo>
                    <a:pt x="59299" y="978886"/>
                  </a:lnTo>
                  <a:lnTo>
                    <a:pt x="56005" y="978886"/>
                  </a:lnTo>
                  <a:lnTo>
                    <a:pt x="52710" y="978886"/>
                  </a:lnTo>
                  <a:lnTo>
                    <a:pt x="49416" y="978886"/>
                  </a:lnTo>
                  <a:lnTo>
                    <a:pt x="46121" y="978886"/>
                  </a:lnTo>
                  <a:lnTo>
                    <a:pt x="42827" y="978886"/>
                  </a:lnTo>
                  <a:lnTo>
                    <a:pt x="39533" y="978886"/>
                  </a:lnTo>
                  <a:lnTo>
                    <a:pt x="36238" y="978886"/>
                  </a:lnTo>
                  <a:lnTo>
                    <a:pt x="32944" y="978886"/>
                  </a:lnTo>
                  <a:lnTo>
                    <a:pt x="29649" y="978886"/>
                  </a:lnTo>
                  <a:lnTo>
                    <a:pt x="26355" y="978886"/>
                  </a:lnTo>
                  <a:lnTo>
                    <a:pt x="23060" y="978886"/>
                  </a:lnTo>
                  <a:lnTo>
                    <a:pt x="19766" y="978886"/>
                  </a:lnTo>
                  <a:lnTo>
                    <a:pt x="16472" y="978886"/>
                  </a:lnTo>
                  <a:lnTo>
                    <a:pt x="13177" y="978886"/>
                  </a:lnTo>
                  <a:lnTo>
                    <a:pt x="9883" y="978886"/>
                  </a:lnTo>
                  <a:lnTo>
                    <a:pt x="6588" y="978886"/>
                  </a:lnTo>
                  <a:lnTo>
                    <a:pt x="3294" y="97888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499216" y="3519794"/>
              <a:ext cx="1683450" cy="978886"/>
            </a:xfrm>
            <a:custGeom>
              <a:avLst/>
              <a:pathLst>
                <a:path w="1683450" h="978886">
                  <a:moveTo>
                    <a:pt x="0" y="978886"/>
                  </a:moveTo>
                  <a:lnTo>
                    <a:pt x="3294" y="978886"/>
                  </a:lnTo>
                  <a:lnTo>
                    <a:pt x="6588" y="978886"/>
                  </a:lnTo>
                  <a:lnTo>
                    <a:pt x="9883" y="978886"/>
                  </a:lnTo>
                  <a:lnTo>
                    <a:pt x="13177" y="978886"/>
                  </a:lnTo>
                  <a:lnTo>
                    <a:pt x="16472" y="978886"/>
                  </a:lnTo>
                  <a:lnTo>
                    <a:pt x="19766" y="978886"/>
                  </a:lnTo>
                  <a:lnTo>
                    <a:pt x="23060" y="978886"/>
                  </a:lnTo>
                  <a:lnTo>
                    <a:pt x="26355" y="978886"/>
                  </a:lnTo>
                  <a:lnTo>
                    <a:pt x="29649" y="978886"/>
                  </a:lnTo>
                  <a:lnTo>
                    <a:pt x="32944" y="978886"/>
                  </a:lnTo>
                  <a:lnTo>
                    <a:pt x="36238" y="978886"/>
                  </a:lnTo>
                  <a:lnTo>
                    <a:pt x="39533" y="978886"/>
                  </a:lnTo>
                  <a:lnTo>
                    <a:pt x="42827" y="978886"/>
                  </a:lnTo>
                  <a:lnTo>
                    <a:pt x="46121" y="978886"/>
                  </a:lnTo>
                  <a:lnTo>
                    <a:pt x="49416" y="978886"/>
                  </a:lnTo>
                  <a:lnTo>
                    <a:pt x="52710" y="978886"/>
                  </a:lnTo>
                  <a:lnTo>
                    <a:pt x="56005" y="978886"/>
                  </a:lnTo>
                  <a:lnTo>
                    <a:pt x="59299" y="978886"/>
                  </a:lnTo>
                  <a:lnTo>
                    <a:pt x="62594" y="978886"/>
                  </a:lnTo>
                  <a:lnTo>
                    <a:pt x="65888" y="978886"/>
                  </a:lnTo>
                  <a:lnTo>
                    <a:pt x="69182" y="978886"/>
                  </a:lnTo>
                  <a:lnTo>
                    <a:pt x="72477" y="978886"/>
                  </a:lnTo>
                  <a:lnTo>
                    <a:pt x="75771" y="978886"/>
                  </a:lnTo>
                  <a:lnTo>
                    <a:pt x="79066" y="978886"/>
                  </a:lnTo>
                  <a:lnTo>
                    <a:pt x="82360" y="978886"/>
                  </a:lnTo>
                  <a:lnTo>
                    <a:pt x="85655" y="978886"/>
                  </a:lnTo>
                  <a:lnTo>
                    <a:pt x="88949" y="978886"/>
                  </a:lnTo>
                  <a:lnTo>
                    <a:pt x="92243" y="978886"/>
                  </a:lnTo>
                  <a:lnTo>
                    <a:pt x="95538" y="978886"/>
                  </a:lnTo>
                  <a:lnTo>
                    <a:pt x="98832" y="978886"/>
                  </a:lnTo>
                  <a:lnTo>
                    <a:pt x="102127" y="978886"/>
                  </a:lnTo>
                  <a:lnTo>
                    <a:pt x="105421" y="978886"/>
                  </a:lnTo>
                  <a:lnTo>
                    <a:pt x="108716" y="978886"/>
                  </a:lnTo>
                  <a:lnTo>
                    <a:pt x="112010" y="978886"/>
                  </a:lnTo>
                  <a:lnTo>
                    <a:pt x="115304" y="978886"/>
                  </a:lnTo>
                  <a:lnTo>
                    <a:pt x="118599" y="978886"/>
                  </a:lnTo>
                  <a:lnTo>
                    <a:pt x="121893" y="978886"/>
                  </a:lnTo>
                  <a:lnTo>
                    <a:pt x="125188" y="978886"/>
                  </a:lnTo>
                  <a:lnTo>
                    <a:pt x="128482" y="978886"/>
                  </a:lnTo>
                  <a:lnTo>
                    <a:pt x="131776" y="978886"/>
                  </a:lnTo>
                  <a:lnTo>
                    <a:pt x="135071" y="978886"/>
                  </a:lnTo>
                  <a:lnTo>
                    <a:pt x="138365" y="978886"/>
                  </a:lnTo>
                  <a:lnTo>
                    <a:pt x="141660" y="978886"/>
                  </a:lnTo>
                  <a:lnTo>
                    <a:pt x="144954" y="978886"/>
                  </a:lnTo>
                  <a:lnTo>
                    <a:pt x="148249" y="978886"/>
                  </a:lnTo>
                  <a:lnTo>
                    <a:pt x="151543" y="978886"/>
                  </a:lnTo>
                  <a:lnTo>
                    <a:pt x="154837" y="978886"/>
                  </a:lnTo>
                  <a:lnTo>
                    <a:pt x="158132" y="978886"/>
                  </a:lnTo>
                  <a:lnTo>
                    <a:pt x="161426" y="978886"/>
                  </a:lnTo>
                  <a:lnTo>
                    <a:pt x="164721" y="978886"/>
                  </a:lnTo>
                  <a:lnTo>
                    <a:pt x="168015" y="978886"/>
                  </a:lnTo>
                  <a:lnTo>
                    <a:pt x="171310" y="978886"/>
                  </a:lnTo>
                  <a:lnTo>
                    <a:pt x="174604" y="978886"/>
                  </a:lnTo>
                  <a:lnTo>
                    <a:pt x="177898" y="978886"/>
                  </a:lnTo>
                  <a:lnTo>
                    <a:pt x="181193" y="978886"/>
                  </a:lnTo>
                  <a:lnTo>
                    <a:pt x="184487" y="978886"/>
                  </a:lnTo>
                  <a:lnTo>
                    <a:pt x="187782" y="978886"/>
                  </a:lnTo>
                  <a:lnTo>
                    <a:pt x="191076" y="978886"/>
                  </a:lnTo>
                  <a:lnTo>
                    <a:pt x="194371" y="978886"/>
                  </a:lnTo>
                  <a:lnTo>
                    <a:pt x="197665" y="978886"/>
                  </a:lnTo>
                  <a:lnTo>
                    <a:pt x="200959" y="978886"/>
                  </a:lnTo>
                  <a:lnTo>
                    <a:pt x="204254" y="978886"/>
                  </a:lnTo>
                  <a:lnTo>
                    <a:pt x="207548" y="978886"/>
                  </a:lnTo>
                  <a:lnTo>
                    <a:pt x="210843" y="978886"/>
                  </a:lnTo>
                  <a:lnTo>
                    <a:pt x="214137" y="978886"/>
                  </a:lnTo>
                  <a:lnTo>
                    <a:pt x="217432" y="978886"/>
                  </a:lnTo>
                  <a:lnTo>
                    <a:pt x="220726" y="978886"/>
                  </a:lnTo>
                  <a:lnTo>
                    <a:pt x="224020" y="978886"/>
                  </a:lnTo>
                  <a:lnTo>
                    <a:pt x="227315" y="978886"/>
                  </a:lnTo>
                  <a:lnTo>
                    <a:pt x="230609" y="978886"/>
                  </a:lnTo>
                  <a:lnTo>
                    <a:pt x="233904" y="978886"/>
                  </a:lnTo>
                  <a:lnTo>
                    <a:pt x="237198" y="978886"/>
                  </a:lnTo>
                  <a:lnTo>
                    <a:pt x="240492" y="978886"/>
                  </a:lnTo>
                  <a:lnTo>
                    <a:pt x="243787" y="978886"/>
                  </a:lnTo>
                  <a:lnTo>
                    <a:pt x="247081" y="978886"/>
                  </a:lnTo>
                  <a:lnTo>
                    <a:pt x="250376" y="978886"/>
                  </a:lnTo>
                  <a:lnTo>
                    <a:pt x="253670" y="978886"/>
                  </a:lnTo>
                  <a:lnTo>
                    <a:pt x="256965" y="978886"/>
                  </a:lnTo>
                  <a:lnTo>
                    <a:pt x="260259" y="978886"/>
                  </a:lnTo>
                  <a:lnTo>
                    <a:pt x="263553" y="978886"/>
                  </a:lnTo>
                  <a:lnTo>
                    <a:pt x="266848" y="978886"/>
                  </a:lnTo>
                  <a:lnTo>
                    <a:pt x="270142" y="978886"/>
                  </a:lnTo>
                  <a:lnTo>
                    <a:pt x="273437" y="978886"/>
                  </a:lnTo>
                  <a:lnTo>
                    <a:pt x="276731" y="978886"/>
                  </a:lnTo>
                  <a:lnTo>
                    <a:pt x="280026" y="978886"/>
                  </a:lnTo>
                  <a:lnTo>
                    <a:pt x="283320" y="978886"/>
                  </a:lnTo>
                  <a:lnTo>
                    <a:pt x="286614" y="978886"/>
                  </a:lnTo>
                  <a:lnTo>
                    <a:pt x="289909" y="978886"/>
                  </a:lnTo>
                  <a:lnTo>
                    <a:pt x="293203" y="978886"/>
                  </a:lnTo>
                  <a:lnTo>
                    <a:pt x="296498" y="978886"/>
                  </a:lnTo>
                  <a:lnTo>
                    <a:pt x="299792" y="978886"/>
                  </a:lnTo>
                  <a:lnTo>
                    <a:pt x="303087" y="978886"/>
                  </a:lnTo>
                  <a:lnTo>
                    <a:pt x="306381" y="978886"/>
                  </a:lnTo>
                  <a:lnTo>
                    <a:pt x="309675" y="978886"/>
                  </a:lnTo>
                  <a:lnTo>
                    <a:pt x="312970" y="978886"/>
                  </a:lnTo>
                  <a:lnTo>
                    <a:pt x="316264" y="978886"/>
                  </a:lnTo>
                  <a:lnTo>
                    <a:pt x="319559" y="978886"/>
                  </a:lnTo>
                  <a:lnTo>
                    <a:pt x="322853" y="978886"/>
                  </a:lnTo>
                  <a:lnTo>
                    <a:pt x="326148" y="978886"/>
                  </a:lnTo>
                  <a:lnTo>
                    <a:pt x="329442" y="978886"/>
                  </a:lnTo>
                  <a:lnTo>
                    <a:pt x="332736" y="978886"/>
                  </a:lnTo>
                  <a:lnTo>
                    <a:pt x="336031" y="978886"/>
                  </a:lnTo>
                  <a:lnTo>
                    <a:pt x="339325" y="978886"/>
                  </a:lnTo>
                  <a:lnTo>
                    <a:pt x="342620" y="978886"/>
                  </a:lnTo>
                  <a:lnTo>
                    <a:pt x="345914" y="978886"/>
                  </a:lnTo>
                  <a:lnTo>
                    <a:pt x="349208" y="978886"/>
                  </a:lnTo>
                  <a:lnTo>
                    <a:pt x="352503" y="978886"/>
                  </a:lnTo>
                  <a:lnTo>
                    <a:pt x="355797" y="978886"/>
                  </a:lnTo>
                  <a:lnTo>
                    <a:pt x="359092" y="978886"/>
                  </a:lnTo>
                  <a:lnTo>
                    <a:pt x="362386" y="978886"/>
                  </a:lnTo>
                  <a:lnTo>
                    <a:pt x="365681" y="978886"/>
                  </a:lnTo>
                  <a:lnTo>
                    <a:pt x="368975" y="978886"/>
                  </a:lnTo>
                  <a:lnTo>
                    <a:pt x="372269" y="978886"/>
                  </a:lnTo>
                  <a:lnTo>
                    <a:pt x="375564" y="978886"/>
                  </a:lnTo>
                  <a:lnTo>
                    <a:pt x="378858" y="978886"/>
                  </a:lnTo>
                  <a:lnTo>
                    <a:pt x="382153" y="978886"/>
                  </a:lnTo>
                  <a:lnTo>
                    <a:pt x="385447" y="978886"/>
                  </a:lnTo>
                  <a:lnTo>
                    <a:pt x="388742" y="978886"/>
                  </a:lnTo>
                  <a:lnTo>
                    <a:pt x="392036" y="978886"/>
                  </a:lnTo>
                  <a:lnTo>
                    <a:pt x="395330" y="978886"/>
                  </a:lnTo>
                  <a:lnTo>
                    <a:pt x="398625" y="978886"/>
                  </a:lnTo>
                  <a:lnTo>
                    <a:pt x="401919" y="978886"/>
                  </a:lnTo>
                  <a:lnTo>
                    <a:pt x="405214" y="978886"/>
                  </a:lnTo>
                  <a:lnTo>
                    <a:pt x="408508" y="978886"/>
                  </a:lnTo>
                  <a:lnTo>
                    <a:pt x="411803" y="978886"/>
                  </a:lnTo>
                  <a:lnTo>
                    <a:pt x="415097" y="978886"/>
                  </a:lnTo>
                  <a:lnTo>
                    <a:pt x="418391" y="978886"/>
                  </a:lnTo>
                  <a:lnTo>
                    <a:pt x="421686" y="978886"/>
                  </a:lnTo>
                  <a:lnTo>
                    <a:pt x="424980" y="978886"/>
                  </a:lnTo>
                  <a:lnTo>
                    <a:pt x="428275" y="978886"/>
                  </a:lnTo>
                  <a:lnTo>
                    <a:pt x="431569" y="978886"/>
                  </a:lnTo>
                  <a:lnTo>
                    <a:pt x="434864" y="978886"/>
                  </a:lnTo>
                  <a:lnTo>
                    <a:pt x="438158" y="978886"/>
                  </a:lnTo>
                  <a:lnTo>
                    <a:pt x="441452" y="978886"/>
                  </a:lnTo>
                  <a:lnTo>
                    <a:pt x="444747" y="978886"/>
                  </a:lnTo>
                  <a:lnTo>
                    <a:pt x="448041" y="978886"/>
                  </a:lnTo>
                  <a:lnTo>
                    <a:pt x="451336" y="978886"/>
                  </a:lnTo>
                  <a:lnTo>
                    <a:pt x="454630" y="978886"/>
                  </a:lnTo>
                  <a:lnTo>
                    <a:pt x="457925" y="978886"/>
                  </a:lnTo>
                  <a:lnTo>
                    <a:pt x="461219" y="978886"/>
                  </a:lnTo>
                  <a:lnTo>
                    <a:pt x="464513" y="978886"/>
                  </a:lnTo>
                  <a:lnTo>
                    <a:pt x="467808" y="978886"/>
                  </a:lnTo>
                  <a:lnTo>
                    <a:pt x="471102" y="978886"/>
                  </a:lnTo>
                  <a:lnTo>
                    <a:pt x="474397" y="978886"/>
                  </a:lnTo>
                  <a:lnTo>
                    <a:pt x="477691" y="978886"/>
                  </a:lnTo>
                  <a:lnTo>
                    <a:pt x="480985" y="978886"/>
                  </a:lnTo>
                  <a:lnTo>
                    <a:pt x="484280" y="978886"/>
                  </a:lnTo>
                  <a:lnTo>
                    <a:pt x="487574" y="978886"/>
                  </a:lnTo>
                  <a:lnTo>
                    <a:pt x="490869" y="978886"/>
                  </a:lnTo>
                  <a:lnTo>
                    <a:pt x="494163" y="978886"/>
                  </a:lnTo>
                  <a:lnTo>
                    <a:pt x="497458" y="978886"/>
                  </a:lnTo>
                  <a:lnTo>
                    <a:pt x="500752" y="978886"/>
                  </a:lnTo>
                  <a:lnTo>
                    <a:pt x="504046" y="978886"/>
                  </a:lnTo>
                  <a:lnTo>
                    <a:pt x="507341" y="978886"/>
                  </a:lnTo>
                  <a:lnTo>
                    <a:pt x="510635" y="978886"/>
                  </a:lnTo>
                  <a:lnTo>
                    <a:pt x="513930" y="978886"/>
                  </a:lnTo>
                  <a:lnTo>
                    <a:pt x="517224" y="978886"/>
                  </a:lnTo>
                  <a:lnTo>
                    <a:pt x="520519" y="978886"/>
                  </a:lnTo>
                  <a:lnTo>
                    <a:pt x="523813" y="978886"/>
                  </a:lnTo>
                  <a:lnTo>
                    <a:pt x="527107" y="978886"/>
                  </a:lnTo>
                  <a:lnTo>
                    <a:pt x="530402" y="978886"/>
                  </a:lnTo>
                  <a:lnTo>
                    <a:pt x="533696" y="978886"/>
                  </a:lnTo>
                  <a:lnTo>
                    <a:pt x="536991" y="978886"/>
                  </a:lnTo>
                  <a:lnTo>
                    <a:pt x="540285" y="978886"/>
                  </a:lnTo>
                  <a:lnTo>
                    <a:pt x="543580" y="978886"/>
                  </a:lnTo>
                  <a:lnTo>
                    <a:pt x="546874" y="978886"/>
                  </a:lnTo>
                  <a:lnTo>
                    <a:pt x="550168" y="978886"/>
                  </a:lnTo>
                  <a:lnTo>
                    <a:pt x="553463" y="978886"/>
                  </a:lnTo>
                  <a:lnTo>
                    <a:pt x="556757" y="978886"/>
                  </a:lnTo>
                  <a:lnTo>
                    <a:pt x="560052" y="978886"/>
                  </a:lnTo>
                  <a:lnTo>
                    <a:pt x="563346" y="978886"/>
                  </a:lnTo>
                  <a:lnTo>
                    <a:pt x="566641" y="978886"/>
                  </a:lnTo>
                  <a:lnTo>
                    <a:pt x="569935" y="978886"/>
                  </a:lnTo>
                  <a:lnTo>
                    <a:pt x="573229" y="978886"/>
                  </a:lnTo>
                  <a:lnTo>
                    <a:pt x="576524" y="978886"/>
                  </a:lnTo>
                  <a:lnTo>
                    <a:pt x="579818" y="978886"/>
                  </a:lnTo>
                  <a:lnTo>
                    <a:pt x="583113" y="978886"/>
                  </a:lnTo>
                  <a:lnTo>
                    <a:pt x="586407" y="978886"/>
                  </a:lnTo>
                  <a:lnTo>
                    <a:pt x="589701" y="978886"/>
                  </a:lnTo>
                  <a:lnTo>
                    <a:pt x="592996" y="978886"/>
                  </a:lnTo>
                  <a:lnTo>
                    <a:pt x="596290" y="978886"/>
                  </a:lnTo>
                  <a:lnTo>
                    <a:pt x="599585" y="978886"/>
                  </a:lnTo>
                  <a:lnTo>
                    <a:pt x="602879" y="978886"/>
                  </a:lnTo>
                  <a:lnTo>
                    <a:pt x="606174" y="978886"/>
                  </a:lnTo>
                  <a:lnTo>
                    <a:pt x="609468" y="978886"/>
                  </a:lnTo>
                  <a:lnTo>
                    <a:pt x="612762" y="978886"/>
                  </a:lnTo>
                  <a:lnTo>
                    <a:pt x="616057" y="978886"/>
                  </a:lnTo>
                  <a:lnTo>
                    <a:pt x="619351" y="978886"/>
                  </a:lnTo>
                  <a:lnTo>
                    <a:pt x="622646" y="978886"/>
                  </a:lnTo>
                  <a:lnTo>
                    <a:pt x="625940" y="978886"/>
                  </a:lnTo>
                  <a:lnTo>
                    <a:pt x="629235" y="978886"/>
                  </a:lnTo>
                  <a:lnTo>
                    <a:pt x="632529" y="978886"/>
                  </a:lnTo>
                  <a:lnTo>
                    <a:pt x="635823" y="978885"/>
                  </a:lnTo>
                  <a:lnTo>
                    <a:pt x="639118" y="978885"/>
                  </a:lnTo>
                  <a:lnTo>
                    <a:pt x="642412" y="978885"/>
                  </a:lnTo>
                  <a:lnTo>
                    <a:pt x="645707" y="978884"/>
                  </a:lnTo>
                  <a:lnTo>
                    <a:pt x="649001" y="978882"/>
                  </a:lnTo>
                  <a:lnTo>
                    <a:pt x="652296" y="978878"/>
                  </a:lnTo>
                  <a:lnTo>
                    <a:pt x="655590" y="978869"/>
                  </a:lnTo>
                  <a:lnTo>
                    <a:pt x="658884" y="978854"/>
                  </a:lnTo>
                  <a:lnTo>
                    <a:pt x="662179" y="978827"/>
                  </a:lnTo>
                  <a:lnTo>
                    <a:pt x="665473" y="978785"/>
                  </a:lnTo>
                  <a:lnTo>
                    <a:pt x="668768" y="978720"/>
                  </a:lnTo>
                  <a:lnTo>
                    <a:pt x="672062" y="978627"/>
                  </a:lnTo>
                  <a:lnTo>
                    <a:pt x="675357" y="978501"/>
                  </a:lnTo>
                  <a:lnTo>
                    <a:pt x="678651" y="978340"/>
                  </a:lnTo>
                  <a:lnTo>
                    <a:pt x="681945" y="978146"/>
                  </a:lnTo>
                  <a:lnTo>
                    <a:pt x="685240" y="977922"/>
                  </a:lnTo>
                  <a:lnTo>
                    <a:pt x="688534" y="977676"/>
                  </a:lnTo>
                  <a:lnTo>
                    <a:pt x="691829" y="977413"/>
                  </a:lnTo>
                  <a:lnTo>
                    <a:pt x="695123" y="977132"/>
                  </a:lnTo>
                  <a:lnTo>
                    <a:pt x="698417" y="976826"/>
                  </a:lnTo>
                  <a:lnTo>
                    <a:pt x="701712" y="976484"/>
                  </a:lnTo>
                  <a:lnTo>
                    <a:pt x="705006" y="976095"/>
                  </a:lnTo>
                  <a:lnTo>
                    <a:pt x="708301" y="975652"/>
                  </a:lnTo>
                  <a:lnTo>
                    <a:pt x="711595" y="975154"/>
                  </a:lnTo>
                  <a:lnTo>
                    <a:pt x="714890" y="974610"/>
                  </a:lnTo>
                  <a:lnTo>
                    <a:pt x="718184" y="974034"/>
                  </a:lnTo>
                  <a:lnTo>
                    <a:pt x="721478" y="973440"/>
                  </a:lnTo>
                  <a:lnTo>
                    <a:pt x="724773" y="972834"/>
                  </a:lnTo>
                  <a:lnTo>
                    <a:pt x="728067" y="972214"/>
                  </a:lnTo>
                  <a:lnTo>
                    <a:pt x="731362" y="971572"/>
                  </a:lnTo>
                  <a:lnTo>
                    <a:pt x="734656" y="970900"/>
                  </a:lnTo>
                  <a:lnTo>
                    <a:pt x="737951" y="970200"/>
                  </a:lnTo>
                  <a:lnTo>
                    <a:pt x="741245" y="969501"/>
                  </a:lnTo>
                  <a:lnTo>
                    <a:pt x="744539" y="968841"/>
                  </a:lnTo>
                  <a:lnTo>
                    <a:pt x="747834" y="968262"/>
                  </a:lnTo>
                  <a:lnTo>
                    <a:pt x="751128" y="967786"/>
                  </a:lnTo>
                  <a:lnTo>
                    <a:pt x="754423" y="967406"/>
                  </a:lnTo>
                  <a:lnTo>
                    <a:pt x="757717" y="967071"/>
                  </a:lnTo>
                  <a:lnTo>
                    <a:pt x="761012" y="966701"/>
                  </a:lnTo>
                  <a:lnTo>
                    <a:pt x="764306" y="966196"/>
                  </a:lnTo>
                  <a:lnTo>
                    <a:pt x="767600" y="965460"/>
                  </a:lnTo>
                  <a:lnTo>
                    <a:pt x="770895" y="964420"/>
                  </a:lnTo>
                  <a:lnTo>
                    <a:pt x="774189" y="963041"/>
                  </a:lnTo>
                  <a:lnTo>
                    <a:pt x="777484" y="961324"/>
                  </a:lnTo>
                  <a:lnTo>
                    <a:pt x="780778" y="959300"/>
                  </a:lnTo>
                  <a:lnTo>
                    <a:pt x="784073" y="957014"/>
                  </a:lnTo>
                  <a:lnTo>
                    <a:pt x="787367" y="954509"/>
                  </a:lnTo>
                  <a:lnTo>
                    <a:pt x="790661" y="951806"/>
                  </a:lnTo>
                  <a:lnTo>
                    <a:pt x="793956" y="948908"/>
                  </a:lnTo>
                  <a:lnTo>
                    <a:pt x="797250" y="945785"/>
                  </a:lnTo>
                  <a:lnTo>
                    <a:pt x="800545" y="942376"/>
                  </a:lnTo>
                  <a:lnTo>
                    <a:pt x="803839" y="938595"/>
                  </a:lnTo>
                  <a:lnTo>
                    <a:pt x="807134" y="934345"/>
                  </a:lnTo>
                  <a:lnTo>
                    <a:pt x="810428" y="929522"/>
                  </a:lnTo>
                  <a:lnTo>
                    <a:pt x="813722" y="924032"/>
                  </a:lnTo>
                  <a:lnTo>
                    <a:pt x="817017" y="917789"/>
                  </a:lnTo>
                  <a:lnTo>
                    <a:pt x="820311" y="910727"/>
                  </a:lnTo>
                  <a:lnTo>
                    <a:pt x="823606" y="902790"/>
                  </a:lnTo>
                  <a:lnTo>
                    <a:pt x="826900" y="893938"/>
                  </a:lnTo>
                  <a:lnTo>
                    <a:pt x="830194" y="884146"/>
                  </a:lnTo>
                  <a:lnTo>
                    <a:pt x="833489" y="873407"/>
                  </a:lnTo>
                  <a:lnTo>
                    <a:pt x="836783" y="861748"/>
                  </a:lnTo>
                  <a:lnTo>
                    <a:pt x="840078" y="849236"/>
                  </a:lnTo>
                  <a:lnTo>
                    <a:pt x="843372" y="835982"/>
                  </a:lnTo>
                  <a:lnTo>
                    <a:pt x="846667" y="822208"/>
                  </a:lnTo>
                  <a:lnTo>
                    <a:pt x="849961" y="808203"/>
                  </a:lnTo>
                  <a:lnTo>
                    <a:pt x="853255" y="794241"/>
                  </a:lnTo>
                  <a:lnTo>
                    <a:pt x="856550" y="780556"/>
                  </a:lnTo>
                  <a:lnTo>
                    <a:pt x="859844" y="767278"/>
                  </a:lnTo>
                  <a:lnTo>
                    <a:pt x="863139" y="754376"/>
                  </a:lnTo>
                  <a:lnTo>
                    <a:pt x="866433" y="741647"/>
                  </a:lnTo>
                  <a:lnTo>
                    <a:pt x="869728" y="728729"/>
                  </a:lnTo>
                  <a:lnTo>
                    <a:pt x="873022" y="715169"/>
                  </a:lnTo>
                  <a:lnTo>
                    <a:pt x="876316" y="700505"/>
                  </a:lnTo>
                  <a:lnTo>
                    <a:pt x="879611" y="684361"/>
                  </a:lnTo>
                  <a:lnTo>
                    <a:pt x="882905" y="666526"/>
                  </a:lnTo>
                  <a:lnTo>
                    <a:pt x="886200" y="646991"/>
                  </a:lnTo>
                  <a:lnTo>
                    <a:pt x="889494" y="625958"/>
                  </a:lnTo>
                  <a:lnTo>
                    <a:pt x="892789" y="603791"/>
                  </a:lnTo>
                  <a:lnTo>
                    <a:pt x="896083" y="580938"/>
                  </a:lnTo>
                  <a:lnTo>
                    <a:pt x="899377" y="557871"/>
                  </a:lnTo>
                  <a:lnTo>
                    <a:pt x="902672" y="534915"/>
                  </a:lnTo>
                  <a:lnTo>
                    <a:pt x="905966" y="512196"/>
                  </a:lnTo>
                  <a:lnTo>
                    <a:pt x="909261" y="489657"/>
                  </a:lnTo>
                  <a:lnTo>
                    <a:pt x="912555" y="467110"/>
                  </a:lnTo>
                  <a:lnTo>
                    <a:pt x="915850" y="444302"/>
                  </a:lnTo>
                  <a:lnTo>
                    <a:pt x="919144" y="420993"/>
                  </a:lnTo>
                  <a:lnTo>
                    <a:pt x="922438" y="397032"/>
                  </a:lnTo>
                  <a:lnTo>
                    <a:pt x="925733" y="372413"/>
                  </a:lnTo>
                  <a:lnTo>
                    <a:pt x="929027" y="347309"/>
                  </a:lnTo>
                  <a:lnTo>
                    <a:pt x="932322" y="322071"/>
                  </a:lnTo>
                  <a:lnTo>
                    <a:pt x="935616" y="297191"/>
                  </a:lnTo>
                  <a:lnTo>
                    <a:pt x="938910" y="273219"/>
                  </a:lnTo>
                  <a:lnTo>
                    <a:pt x="942205" y="250657"/>
                  </a:lnTo>
                  <a:lnTo>
                    <a:pt x="945499" y="229828"/>
                  </a:lnTo>
                  <a:lnTo>
                    <a:pt x="948794" y="210812"/>
                  </a:lnTo>
                  <a:lnTo>
                    <a:pt x="952088" y="193379"/>
                  </a:lnTo>
                  <a:lnTo>
                    <a:pt x="955383" y="176958"/>
                  </a:lnTo>
                  <a:lnTo>
                    <a:pt x="958677" y="161065"/>
                  </a:lnTo>
                  <a:lnTo>
                    <a:pt x="961971" y="145373"/>
                  </a:lnTo>
                  <a:lnTo>
                    <a:pt x="965266" y="129813"/>
                  </a:lnTo>
                  <a:lnTo>
                    <a:pt x="968560" y="114571"/>
                  </a:lnTo>
                  <a:lnTo>
                    <a:pt x="971855" y="99992"/>
                  </a:lnTo>
                  <a:lnTo>
                    <a:pt x="975149" y="86439"/>
                  </a:lnTo>
                  <a:lnTo>
                    <a:pt x="978444" y="74156"/>
                  </a:lnTo>
                  <a:lnTo>
                    <a:pt x="981738" y="63191"/>
                  </a:lnTo>
                  <a:lnTo>
                    <a:pt x="985032" y="53399"/>
                  </a:lnTo>
                  <a:lnTo>
                    <a:pt x="988327" y="44512"/>
                  </a:lnTo>
                  <a:lnTo>
                    <a:pt x="991621" y="36243"/>
                  </a:lnTo>
                  <a:lnTo>
                    <a:pt x="994916" y="28388"/>
                  </a:lnTo>
                  <a:lnTo>
                    <a:pt x="998210" y="20893"/>
                  </a:lnTo>
                  <a:lnTo>
                    <a:pt x="1001505" y="13887"/>
                  </a:lnTo>
                  <a:lnTo>
                    <a:pt x="1004799" y="7762"/>
                  </a:lnTo>
                  <a:lnTo>
                    <a:pt x="1008093" y="2989"/>
                  </a:lnTo>
                  <a:lnTo>
                    <a:pt x="1011388" y="181"/>
                  </a:lnTo>
                  <a:lnTo>
                    <a:pt x="1014682" y="0"/>
                  </a:lnTo>
                  <a:lnTo>
                    <a:pt x="1017977" y="3045"/>
                  </a:lnTo>
                  <a:lnTo>
                    <a:pt x="1021271" y="9739"/>
                  </a:lnTo>
                  <a:lnTo>
                    <a:pt x="1024566" y="20204"/>
                  </a:lnTo>
                  <a:lnTo>
                    <a:pt x="1027860" y="34200"/>
                  </a:lnTo>
                  <a:lnTo>
                    <a:pt x="1031154" y="51130"/>
                  </a:lnTo>
                  <a:lnTo>
                    <a:pt x="1034449" y="70119"/>
                  </a:lnTo>
                  <a:lnTo>
                    <a:pt x="1037743" y="90168"/>
                  </a:lnTo>
                  <a:lnTo>
                    <a:pt x="1041038" y="110324"/>
                  </a:lnTo>
                  <a:lnTo>
                    <a:pt x="1044332" y="129844"/>
                  </a:lnTo>
                  <a:lnTo>
                    <a:pt x="1047626" y="148295"/>
                  </a:lnTo>
                  <a:lnTo>
                    <a:pt x="1050921" y="165591"/>
                  </a:lnTo>
                  <a:lnTo>
                    <a:pt x="1054215" y="181951"/>
                  </a:lnTo>
                  <a:lnTo>
                    <a:pt x="1057510" y="197813"/>
                  </a:lnTo>
                  <a:lnTo>
                    <a:pt x="1060804" y="213758"/>
                  </a:lnTo>
                  <a:lnTo>
                    <a:pt x="1064099" y="230221"/>
                  </a:lnTo>
                  <a:lnTo>
                    <a:pt x="1067393" y="247460"/>
                  </a:lnTo>
                  <a:lnTo>
                    <a:pt x="1070687" y="265508"/>
                  </a:lnTo>
                  <a:lnTo>
                    <a:pt x="1073982" y="284165"/>
                  </a:lnTo>
                  <a:lnTo>
                    <a:pt x="1077276" y="303060"/>
                  </a:lnTo>
                  <a:lnTo>
                    <a:pt x="1080571" y="321744"/>
                  </a:lnTo>
                  <a:lnTo>
                    <a:pt x="1083865" y="339807"/>
                  </a:lnTo>
                  <a:lnTo>
                    <a:pt x="1087160" y="356996"/>
                  </a:lnTo>
                  <a:lnTo>
                    <a:pt x="1090454" y="373281"/>
                  </a:lnTo>
                  <a:lnTo>
                    <a:pt x="1093748" y="388883"/>
                  </a:lnTo>
                  <a:lnTo>
                    <a:pt x="1097043" y="404233"/>
                  </a:lnTo>
                  <a:lnTo>
                    <a:pt x="1100337" y="419881"/>
                  </a:lnTo>
                  <a:lnTo>
                    <a:pt x="1103632" y="436386"/>
                  </a:lnTo>
                  <a:lnTo>
                    <a:pt x="1106926" y="454190"/>
                  </a:lnTo>
                  <a:lnTo>
                    <a:pt x="1110221" y="473626"/>
                  </a:lnTo>
                  <a:lnTo>
                    <a:pt x="1113515" y="494561"/>
                  </a:lnTo>
                  <a:lnTo>
                    <a:pt x="1116809" y="516682"/>
                  </a:lnTo>
                  <a:lnTo>
                    <a:pt x="1120104" y="539528"/>
                  </a:lnTo>
                  <a:lnTo>
                    <a:pt x="1123398" y="562566"/>
                  </a:lnTo>
                  <a:lnTo>
                    <a:pt x="1126693" y="585274"/>
                  </a:lnTo>
                  <a:lnTo>
                    <a:pt x="1129987" y="607217"/>
                  </a:lnTo>
                  <a:lnTo>
                    <a:pt x="1133282" y="628102"/>
                  </a:lnTo>
                  <a:lnTo>
                    <a:pt x="1136576" y="647795"/>
                  </a:lnTo>
                  <a:lnTo>
                    <a:pt x="1139870" y="666313"/>
                  </a:lnTo>
                  <a:lnTo>
                    <a:pt x="1143165" y="683788"/>
                  </a:lnTo>
                  <a:lnTo>
                    <a:pt x="1146459" y="700411"/>
                  </a:lnTo>
                  <a:lnTo>
                    <a:pt x="1149754" y="716374"/>
                  </a:lnTo>
                  <a:lnTo>
                    <a:pt x="1153048" y="731815"/>
                  </a:lnTo>
                  <a:lnTo>
                    <a:pt x="1156343" y="746799"/>
                  </a:lnTo>
                  <a:lnTo>
                    <a:pt x="1159637" y="761314"/>
                  </a:lnTo>
                  <a:lnTo>
                    <a:pt x="1162931" y="775269"/>
                  </a:lnTo>
                  <a:lnTo>
                    <a:pt x="1166226" y="788611"/>
                  </a:lnTo>
                  <a:lnTo>
                    <a:pt x="1169520" y="801305"/>
                  </a:lnTo>
                  <a:lnTo>
                    <a:pt x="1172815" y="813334"/>
                  </a:lnTo>
                  <a:lnTo>
                    <a:pt x="1176109" y="824692"/>
                  </a:lnTo>
                  <a:lnTo>
                    <a:pt x="1179403" y="835375"/>
                  </a:lnTo>
                  <a:lnTo>
                    <a:pt x="1182698" y="845373"/>
                  </a:lnTo>
                  <a:lnTo>
                    <a:pt x="1185992" y="854671"/>
                  </a:lnTo>
                  <a:lnTo>
                    <a:pt x="1189287" y="863263"/>
                  </a:lnTo>
                  <a:lnTo>
                    <a:pt x="1192581" y="871167"/>
                  </a:lnTo>
                  <a:lnTo>
                    <a:pt x="1195876" y="878429"/>
                  </a:lnTo>
                  <a:lnTo>
                    <a:pt x="1199170" y="885122"/>
                  </a:lnTo>
                  <a:lnTo>
                    <a:pt x="1202464" y="891334"/>
                  </a:lnTo>
                  <a:lnTo>
                    <a:pt x="1205759" y="897145"/>
                  </a:lnTo>
                  <a:lnTo>
                    <a:pt x="1209053" y="902617"/>
                  </a:lnTo>
                  <a:lnTo>
                    <a:pt x="1212348" y="907780"/>
                  </a:lnTo>
                  <a:lnTo>
                    <a:pt x="1215642" y="912626"/>
                  </a:lnTo>
                  <a:lnTo>
                    <a:pt x="1218937" y="917155"/>
                  </a:lnTo>
                  <a:lnTo>
                    <a:pt x="1222231" y="921380"/>
                  </a:lnTo>
                  <a:lnTo>
                    <a:pt x="1225525" y="925334"/>
                  </a:lnTo>
                  <a:lnTo>
                    <a:pt x="1228820" y="929072"/>
                  </a:lnTo>
                  <a:lnTo>
                    <a:pt x="1232114" y="932665"/>
                  </a:lnTo>
                  <a:lnTo>
                    <a:pt x="1235409" y="936182"/>
                  </a:lnTo>
                  <a:lnTo>
                    <a:pt x="1238703" y="939678"/>
                  </a:lnTo>
                  <a:lnTo>
                    <a:pt x="1241998" y="943182"/>
                  </a:lnTo>
                  <a:lnTo>
                    <a:pt x="1245292" y="946693"/>
                  </a:lnTo>
                  <a:lnTo>
                    <a:pt x="1248586" y="950183"/>
                  </a:lnTo>
                  <a:lnTo>
                    <a:pt x="1251881" y="953604"/>
                  </a:lnTo>
                  <a:lnTo>
                    <a:pt x="1255175" y="956901"/>
                  </a:lnTo>
                  <a:lnTo>
                    <a:pt x="1258470" y="960015"/>
                  </a:lnTo>
                  <a:lnTo>
                    <a:pt x="1261764" y="962895"/>
                  </a:lnTo>
                  <a:lnTo>
                    <a:pt x="1265059" y="965501"/>
                  </a:lnTo>
                  <a:lnTo>
                    <a:pt x="1268353" y="967791"/>
                  </a:lnTo>
                  <a:lnTo>
                    <a:pt x="1271647" y="969753"/>
                  </a:lnTo>
                  <a:lnTo>
                    <a:pt x="1274942" y="971401"/>
                  </a:lnTo>
                  <a:lnTo>
                    <a:pt x="1278236" y="972755"/>
                  </a:lnTo>
                  <a:lnTo>
                    <a:pt x="1281531" y="973847"/>
                  </a:lnTo>
                  <a:lnTo>
                    <a:pt x="1284825" y="974719"/>
                  </a:lnTo>
                  <a:lnTo>
                    <a:pt x="1288119" y="975418"/>
                  </a:lnTo>
                  <a:lnTo>
                    <a:pt x="1291414" y="975991"/>
                  </a:lnTo>
                  <a:lnTo>
                    <a:pt x="1294708" y="976474"/>
                  </a:lnTo>
                  <a:lnTo>
                    <a:pt x="1298003" y="976896"/>
                  </a:lnTo>
                  <a:lnTo>
                    <a:pt x="1301297" y="977274"/>
                  </a:lnTo>
                  <a:lnTo>
                    <a:pt x="1304592" y="977613"/>
                  </a:lnTo>
                  <a:lnTo>
                    <a:pt x="1307886" y="977913"/>
                  </a:lnTo>
                  <a:lnTo>
                    <a:pt x="1311180" y="978171"/>
                  </a:lnTo>
                  <a:lnTo>
                    <a:pt x="1314475" y="978383"/>
                  </a:lnTo>
                  <a:lnTo>
                    <a:pt x="1317769" y="978548"/>
                  </a:lnTo>
                  <a:lnTo>
                    <a:pt x="1321064" y="978669"/>
                  </a:lnTo>
                  <a:lnTo>
                    <a:pt x="1324358" y="978752"/>
                  </a:lnTo>
                  <a:lnTo>
                    <a:pt x="1327653" y="978807"/>
                  </a:lnTo>
                  <a:lnTo>
                    <a:pt x="1330947" y="978842"/>
                  </a:lnTo>
                  <a:lnTo>
                    <a:pt x="1334241" y="978862"/>
                  </a:lnTo>
                  <a:lnTo>
                    <a:pt x="1337536" y="978874"/>
                  </a:lnTo>
                  <a:lnTo>
                    <a:pt x="1340830" y="978880"/>
                  </a:lnTo>
                  <a:lnTo>
                    <a:pt x="1344125" y="978883"/>
                  </a:lnTo>
                  <a:lnTo>
                    <a:pt x="1347419" y="978884"/>
                  </a:lnTo>
                  <a:lnTo>
                    <a:pt x="1350714" y="978885"/>
                  </a:lnTo>
                  <a:lnTo>
                    <a:pt x="1354008" y="978885"/>
                  </a:lnTo>
                  <a:lnTo>
                    <a:pt x="1357302" y="978885"/>
                  </a:lnTo>
                  <a:lnTo>
                    <a:pt x="1360597" y="978886"/>
                  </a:lnTo>
                  <a:lnTo>
                    <a:pt x="1363891" y="978886"/>
                  </a:lnTo>
                  <a:lnTo>
                    <a:pt x="1367186" y="978886"/>
                  </a:lnTo>
                  <a:lnTo>
                    <a:pt x="1370480" y="978886"/>
                  </a:lnTo>
                  <a:lnTo>
                    <a:pt x="1373775" y="978886"/>
                  </a:lnTo>
                  <a:lnTo>
                    <a:pt x="1377069" y="978886"/>
                  </a:lnTo>
                  <a:lnTo>
                    <a:pt x="1380363" y="978886"/>
                  </a:lnTo>
                  <a:lnTo>
                    <a:pt x="1383658" y="978886"/>
                  </a:lnTo>
                  <a:lnTo>
                    <a:pt x="1386952" y="978886"/>
                  </a:lnTo>
                  <a:lnTo>
                    <a:pt x="1390247" y="978886"/>
                  </a:lnTo>
                  <a:lnTo>
                    <a:pt x="1393541" y="978886"/>
                  </a:lnTo>
                  <a:lnTo>
                    <a:pt x="1396835" y="978886"/>
                  </a:lnTo>
                  <a:lnTo>
                    <a:pt x="1400130" y="978886"/>
                  </a:lnTo>
                  <a:lnTo>
                    <a:pt x="1403424" y="978886"/>
                  </a:lnTo>
                  <a:lnTo>
                    <a:pt x="1406719" y="978886"/>
                  </a:lnTo>
                  <a:lnTo>
                    <a:pt x="1410013" y="978886"/>
                  </a:lnTo>
                  <a:lnTo>
                    <a:pt x="1413308" y="978886"/>
                  </a:lnTo>
                  <a:lnTo>
                    <a:pt x="1416602" y="978886"/>
                  </a:lnTo>
                  <a:lnTo>
                    <a:pt x="1419896" y="978886"/>
                  </a:lnTo>
                  <a:lnTo>
                    <a:pt x="1423191" y="978886"/>
                  </a:lnTo>
                  <a:lnTo>
                    <a:pt x="1426485" y="978886"/>
                  </a:lnTo>
                  <a:lnTo>
                    <a:pt x="1429780" y="978886"/>
                  </a:lnTo>
                  <a:lnTo>
                    <a:pt x="1433074" y="978886"/>
                  </a:lnTo>
                  <a:lnTo>
                    <a:pt x="1436369" y="978886"/>
                  </a:lnTo>
                  <a:lnTo>
                    <a:pt x="1439663" y="978886"/>
                  </a:lnTo>
                  <a:lnTo>
                    <a:pt x="1442957" y="978886"/>
                  </a:lnTo>
                  <a:lnTo>
                    <a:pt x="1446252" y="978886"/>
                  </a:lnTo>
                  <a:lnTo>
                    <a:pt x="1449546" y="978886"/>
                  </a:lnTo>
                  <a:lnTo>
                    <a:pt x="1452841" y="978886"/>
                  </a:lnTo>
                  <a:lnTo>
                    <a:pt x="1456135" y="978886"/>
                  </a:lnTo>
                  <a:lnTo>
                    <a:pt x="1459430" y="978886"/>
                  </a:lnTo>
                  <a:lnTo>
                    <a:pt x="1462724" y="978886"/>
                  </a:lnTo>
                  <a:lnTo>
                    <a:pt x="1466018" y="978886"/>
                  </a:lnTo>
                  <a:lnTo>
                    <a:pt x="1469313" y="978886"/>
                  </a:lnTo>
                  <a:lnTo>
                    <a:pt x="1472607" y="978886"/>
                  </a:lnTo>
                  <a:lnTo>
                    <a:pt x="1475902" y="978886"/>
                  </a:lnTo>
                  <a:lnTo>
                    <a:pt x="1479196" y="978886"/>
                  </a:lnTo>
                  <a:lnTo>
                    <a:pt x="1482491" y="978886"/>
                  </a:lnTo>
                  <a:lnTo>
                    <a:pt x="1485785" y="978886"/>
                  </a:lnTo>
                  <a:lnTo>
                    <a:pt x="1489079" y="978886"/>
                  </a:lnTo>
                  <a:lnTo>
                    <a:pt x="1492374" y="978886"/>
                  </a:lnTo>
                  <a:lnTo>
                    <a:pt x="1495668" y="978886"/>
                  </a:lnTo>
                  <a:lnTo>
                    <a:pt x="1498963" y="978886"/>
                  </a:lnTo>
                  <a:lnTo>
                    <a:pt x="1502257" y="978886"/>
                  </a:lnTo>
                  <a:lnTo>
                    <a:pt x="1505551" y="978886"/>
                  </a:lnTo>
                  <a:lnTo>
                    <a:pt x="1508846" y="978886"/>
                  </a:lnTo>
                  <a:lnTo>
                    <a:pt x="1512140" y="978886"/>
                  </a:lnTo>
                  <a:lnTo>
                    <a:pt x="1515435" y="978886"/>
                  </a:lnTo>
                  <a:lnTo>
                    <a:pt x="1518729" y="978886"/>
                  </a:lnTo>
                  <a:lnTo>
                    <a:pt x="1522024" y="978886"/>
                  </a:lnTo>
                  <a:lnTo>
                    <a:pt x="1525318" y="978886"/>
                  </a:lnTo>
                  <a:lnTo>
                    <a:pt x="1528612" y="978886"/>
                  </a:lnTo>
                  <a:lnTo>
                    <a:pt x="1531907" y="978886"/>
                  </a:lnTo>
                  <a:lnTo>
                    <a:pt x="1535201" y="978886"/>
                  </a:lnTo>
                  <a:lnTo>
                    <a:pt x="1538496" y="978886"/>
                  </a:lnTo>
                  <a:lnTo>
                    <a:pt x="1541790" y="978886"/>
                  </a:lnTo>
                  <a:lnTo>
                    <a:pt x="1545085" y="978886"/>
                  </a:lnTo>
                  <a:lnTo>
                    <a:pt x="1548379" y="978886"/>
                  </a:lnTo>
                  <a:lnTo>
                    <a:pt x="1551673" y="978886"/>
                  </a:lnTo>
                  <a:lnTo>
                    <a:pt x="1554968" y="978886"/>
                  </a:lnTo>
                  <a:lnTo>
                    <a:pt x="1558262" y="978886"/>
                  </a:lnTo>
                  <a:lnTo>
                    <a:pt x="1561557" y="978886"/>
                  </a:lnTo>
                  <a:lnTo>
                    <a:pt x="1564851" y="978886"/>
                  </a:lnTo>
                  <a:lnTo>
                    <a:pt x="1568146" y="978886"/>
                  </a:lnTo>
                  <a:lnTo>
                    <a:pt x="1571440" y="978886"/>
                  </a:lnTo>
                  <a:lnTo>
                    <a:pt x="1574734" y="978886"/>
                  </a:lnTo>
                  <a:lnTo>
                    <a:pt x="1578029" y="978886"/>
                  </a:lnTo>
                  <a:lnTo>
                    <a:pt x="1581323" y="978886"/>
                  </a:lnTo>
                  <a:lnTo>
                    <a:pt x="1584618" y="978886"/>
                  </a:lnTo>
                  <a:lnTo>
                    <a:pt x="1587912" y="978886"/>
                  </a:lnTo>
                  <a:lnTo>
                    <a:pt x="1591207" y="978886"/>
                  </a:lnTo>
                  <a:lnTo>
                    <a:pt x="1594501" y="978886"/>
                  </a:lnTo>
                  <a:lnTo>
                    <a:pt x="1597795" y="978886"/>
                  </a:lnTo>
                  <a:lnTo>
                    <a:pt x="1601090" y="978886"/>
                  </a:lnTo>
                  <a:lnTo>
                    <a:pt x="1604384" y="978886"/>
                  </a:lnTo>
                  <a:lnTo>
                    <a:pt x="1607679" y="978886"/>
                  </a:lnTo>
                  <a:lnTo>
                    <a:pt x="1610973" y="978886"/>
                  </a:lnTo>
                  <a:lnTo>
                    <a:pt x="1614268" y="978886"/>
                  </a:lnTo>
                  <a:lnTo>
                    <a:pt x="1617562" y="978886"/>
                  </a:lnTo>
                  <a:lnTo>
                    <a:pt x="1620856" y="978886"/>
                  </a:lnTo>
                  <a:lnTo>
                    <a:pt x="1624151" y="978886"/>
                  </a:lnTo>
                  <a:lnTo>
                    <a:pt x="1627445" y="978886"/>
                  </a:lnTo>
                  <a:lnTo>
                    <a:pt x="1630740" y="978886"/>
                  </a:lnTo>
                  <a:lnTo>
                    <a:pt x="1634034" y="978886"/>
                  </a:lnTo>
                  <a:lnTo>
                    <a:pt x="1637328" y="978886"/>
                  </a:lnTo>
                  <a:lnTo>
                    <a:pt x="1640623" y="978886"/>
                  </a:lnTo>
                  <a:lnTo>
                    <a:pt x="1643917" y="978886"/>
                  </a:lnTo>
                  <a:lnTo>
                    <a:pt x="1647212" y="978886"/>
                  </a:lnTo>
                  <a:lnTo>
                    <a:pt x="1650506" y="978886"/>
                  </a:lnTo>
                  <a:lnTo>
                    <a:pt x="1653801" y="978886"/>
                  </a:lnTo>
                  <a:lnTo>
                    <a:pt x="1657095" y="978886"/>
                  </a:lnTo>
                  <a:lnTo>
                    <a:pt x="1660389" y="978886"/>
                  </a:lnTo>
                  <a:lnTo>
                    <a:pt x="1663684" y="978886"/>
                  </a:lnTo>
                  <a:lnTo>
                    <a:pt x="1666978" y="978886"/>
                  </a:lnTo>
                  <a:lnTo>
                    <a:pt x="1670273" y="978886"/>
                  </a:lnTo>
                  <a:lnTo>
                    <a:pt x="1673567" y="978886"/>
                  </a:lnTo>
                  <a:lnTo>
                    <a:pt x="1676862" y="978886"/>
                  </a:lnTo>
                  <a:lnTo>
                    <a:pt x="1680156" y="978886"/>
                  </a:lnTo>
                  <a:lnTo>
                    <a:pt x="1683450" y="978886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340941" y="2949266"/>
              <a:ext cx="0" cy="1623196"/>
            </a:xfrm>
            <a:custGeom>
              <a:avLst/>
              <a:pathLst>
                <a:path w="0" h="1623196">
                  <a:moveTo>
                    <a:pt x="0" y="16231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349081" y="2867025"/>
              <a:ext cx="2057400" cy="182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472443" y="2949266"/>
              <a:ext cx="1851796" cy="1623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55661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59097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62532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565968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569404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572839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576275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579710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583146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86582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590017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593453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596889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600324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603760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607195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610631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614067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617502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620938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24373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6278095" y="4489040"/>
              <a:ext cx="34356" cy="964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6312451" y="4414323"/>
              <a:ext cx="34356" cy="84357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6346807" y="4113048"/>
              <a:ext cx="34356" cy="385632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381163" y="3486396"/>
              <a:ext cx="34356" cy="1012284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6415519" y="3080278"/>
              <a:ext cx="34356" cy="1418402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6449876" y="3218864"/>
              <a:ext cx="34356" cy="127981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6484232" y="3529780"/>
              <a:ext cx="34356" cy="96890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6518588" y="4011820"/>
              <a:ext cx="34356" cy="48686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6552944" y="4266096"/>
              <a:ext cx="34356" cy="232584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6587300" y="4402272"/>
              <a:ext cx="34356" cy="9640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6621656" y="4458912"/>
              <a:ext cx="34356" cy="3976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6656012" y="4489040"/>
              <a:ext cx="34356" cy="964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6690369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672472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675908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679343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682779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86214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689650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693086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696521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699957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03393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06828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10264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13699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17135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20571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556616" y="3074138"/>
              <a:ext cx="1683450" cy="1424542"/>
            </a:xfrm>
            <a:custGeom>
              <a:avLst/>
              <a:pathLst>
                <a:path w="1683450" h="1424542">
                  <a:moveTo>
                    <a:pt x="0" y="1424542"/>
                  </a:moveTo>
                  <a:lnTo>
                    <a:pt x="3294" y="1424542"/>
                  </a:lnTo>
                  <a:lnTo>
                    <a:pt x="6588" y="1424542"/>
                  </a:lnTo>
                  <a:lnTo>
                    <a:pt x="9883" y="1424542"/>
                  </a:lnTo>
                  <a:lnTo>
                    <a:pt x="13177" y="1424542"/>
                  </a:lnTo>
                  <a:lnTo>
                    <a:pt x="16472" y="1424542"/>
                  </a:lnTo>
                  <a:lnTo>
                    <a:pt x="19766" y="1424542"/>
                  </a:lnTo>
                  <a:lnTo>
                    <a:pt x="23060" y="1424542"/>
                  </a:lnTo>
                  <a:lnTo>
                    <a:pt x="26355" y="1424542"/>
                  </a:lnTo>
                  <a:lnTo>
                    <a:pt x="29649" y="1424542"/>
                  </a:lnTo>
                  <a:lnTo>
                    <a:pt x="32944" y="1424542"/>
                  </a:lnTo>
                  <a:lnTo>
                    <a:pt x="36238" y="1424542"/>
                  </a:lnTo>
                  <a:lnTo>
                    <a:pt x="39533" y="1424542"/>
                  </a:lnTo>
                  <a:lnTo>
                    <a:pt x="42827" y="1424542"/>
                  </a:lnTo>
                  <a:lnTo>
                    <a:pt x="46121" y="1424542"/>
                  </a:lnTo>
                  <a:lnTo>
                    <a:pt x="49416" y="1424542"/>
                  </a:lnTo>
                  <a:lnTo>
                    <a:pt x="52710" y="1424542"/>
                  </a:lnTo>
                  <a:lnTo>
                    <a:pt x="56005" y="1424542"/>
                  </a:lnTo>
                  <a:lnTo>
                    <a:pt x="59299" y="1424542"/>
                  </a:lnTo>
                  <a:lnTo>
                    <a:pt x="62594" y="1424542"/>
                  </a:lnTo>
                  <a:lnTo>
                    <a:pt x="65888" y="1424542"/>
                  </a:lnTo>
                  <a:lnTo>
                    <a:pt x="69182" y="1424542"/>
                  </a:lnTo>
                  <a:lnTo>
                    <a:pt x="72477" y="1424542"/>
                  </a:lnTo>
                  <a:lnTo>
                    <a:pt x="75771" y="1424542"/>
                  </a:lnTo>
                  <a:lnTo>
                    <a:pt x="79066" y="1424542"/>
                  </a:lnTo>
                  <a:lnTo>
                    <a:pt x="82360" y="1424542"/>
                  </a:lnTo>
                  <a:lnTo>
                    <a:pt x="85655" y="1424542"/>
                  </a:lnTo>
                  <a:lnTo>
                    <a:pt x="88949" y="1424542"/>
                  </a:lnTo>
                  <a:lnTo>
                    <a:pt x="92243" y="1424542"/>
                  </a:lnTo>
                  <a:lnTo>
                    <a:pt x="95538" y="1424542"/>
                  </a:lnTo>
                  <a:lnTo>
                    <a:pt x="98832" y="1424542"/>
                  </a:lnTo>
                  <a:lnTo>
                    <a:pt x="102127" y="1424542"/>
                  </a:lnTo>
                  <a:lnTo>
                    <a:pt x="105421" y="1424542"/>
                  </a:lnTo>
                  <a:lnTo>
                    <a:pt x="108716" y="1424542"/>
                  </a:lnTo>
                  <a:lnTo>
                    <a:pt x="112010" y="1424542"/>
                  </a:lnTo>
                  <a:lnTo>
                    <a:pt x="115304" y="1424542"/>
                  </a:lnTo>
                  <a:lnTo>
                    <a:pt x="118599" y="1424542"/>
                  </a:lnTo>
                  <a:lnTo>
                    <a:pt x="121893" y="1424542"/>
                  </a:lnTo>
                  <a:lnTo>
                    <a:pt x="125188" y="1424542"/>
                  </a:lnTo>
                  <a:lnTo>
                    <a:pt x="128482" y="1424542"/>
                  </a:lnTo>
                  <a:lnTo>
                    <a:pt x="131776" y="1424542"/>
                  </a:lnTo>
                  <a:lnTo>
                    <a:pt x="135071" y="1424542"/>
                  </a:lnTo>
                  <a:lnTo>
                    <a:pt x="138365" y="1424542"/>
                  </a:lnTo>
                  <a:lnTo>
                    <a:pt x="141660" y="1424542"/>
                  </a:lnTo>
                  <a:lnTo>
                    <a:pt x="144954" y="1424542"/>
                  </a:lnTo>
                  <a:lnTo>
                    <a:pt x="148249" y="1424542"/>
                  </a:lnTo>
                  <a:lnTo>
                    <a:pt x="151543" y="1424542"/>
                  </a:lnTo>
                  <a:lnTo>
                    <a:pt x="154837" y="1424542"/>
                  </a:lnTo>
                  <a:lnTo>
                    <a:pt x="158132" y="1424542"/>
                  </a:lnTo>
                  <a:lnTo>
                    <a:pt x="161426" y="1424542"/>
                  </a:lnTo>
                  <a:lnTo>
                    <a:pt x="164721" y="1424542"/>
                  </a:lnTo>
                  <a:lnTo>
                    <a:pt x="168015" y="1424542"/>
                  </a:lnTo>
                  <a:lnTo>
                    <a:pt x="171310" y="1424542"/>
                  </a:lnTo>
                  <a:lnTo>
                    <a:pt x="174604" y="1424542"/>
                  </a:lnTo>
                  <a:lnTo>
                    <a:pt x="177898" y="1424542"/>
                  </a:lnTo>
                  <a:lnTo>
                    <a:pt x="181193" y="1424542"/>
                  </a:lnTo>
                  <a:lnTo>
                    <a:pt x="184487" y="1424542"/>
                  </a:lnTo>
                  <a:lnTo>
                    <a:pt x="187782" y="1424542"/>
                  </a:lnTo>
                  <a:lnTo>
                    <a:pt x="191076" y="1424542"/>
                  </a:lnTo>
                  <a:lnTo>
                    <a:pt x="194371" y="1424542"/>
                  </a:lnTo>
                  <a:lnTo>
                    <a:pt x="197665" y="1424542"/>
                  </a:lnTo>
                  <a:lnTo>
                    <a:pt x="200959" y="1424542"/>
                  </a:lnTo>
                  <a:lnTo>
                    <a:pt x="204254" y="1424542"/>
                  </a:lnTo>
                  <a:lnTo>
                    <a:pt x="207548" y="1424542"/>
                  </a:lnTo>
                  <a:lnTo>
                    <a:pt x="210843" y="1424542"/>
                  </a:lnTo>
                  <a:lnTo>
                    <a:pt x="214137" y="1424542"/>
                  </a:lnTo>
                  <a:lnTo>
                    <a:pt x="217432" y="1424542"/>
                  </a:lnTo>
                  <a:lnTo>
                    <a:pt x="220726" y="1424542"/>
                  </a:lnTo>
                  <a:lnTo>
                    <a:pt x="224020" y="1424542"/>
                  </a:lnTo>
                  <a:lnTo>
                    <a:pt x="227315" y="1424542"/>
                  </a:lnTo>
                  <a:lnTo>
                    <a:pt x="230609" y="1424542"/>
                  </a:lnTo>
                  <a:lnTo>
                    <a:pt x="233904" y="1424542"/>
                  </a:lnTo>
                  <a:lnTo>
                    <a:pt x="237198" y="1424542"/>
                  </a:lnTo>
                  <a:lnTo>
                    <a:pt x="240492" y="1424542"/>
                  </a:lnTo>
                  <a:lnTo>
                    <a:pt x="243787" y="1424542"/>
                  </a:lnTo>
                  <a:lnTo>
                    <a:pt x="247081" y="1424542"/>
                  </a:lnTo>
                  <a:lnTo>
                    <a:pt x="250376" y="1424542"/>
                  </a:lnTo>
                  <a:lnTo>
                    <a:pt x="253670" y="1424542"/>
                  </a:lnTo>
                  <a:lnTo>
                    <a:pt x="256965" y="1424542"/>
                  </a:lnTo>
                  <a:lnTo>
                    <a:pt x="260259" y="1424542"/>
                  </a:lnTo>
                  <a:lnTo>
                    <a:pt x="263553" y="1424542"/>
                  </a:lnTo>
                  <a:lnTo>
                    <a:pt x="266848" y="1424542"/>
                  </a:lnTo>
                  <a:lnTo>
                    <a:pt x="270142" y="1424542"/>
                  </a:lnTo>
                  <a:lnTo>
                    <a:pt x="273437" y="1424542"/>
                  </a:lnTo>
                  <a:lnTo>
                    <a:pt x="276731" y="1424542"/>
                  </a:lnTo>
                  <a:lnTo>
                    <a:pt x="280026" y="1424542"/>
                  </a:lnTo>
                  <a:lnTo>
                    <a:pt x="283320" y="1424542"/>
                  </a:lnTo>
                  <a:lnTo>
                    <a:pt x="286614" y="1424542"/>
                  </a:lnTo>
                  <a:lnTo>
                    <a:pt x="289909" y="1424542"/>
                  </a:lnTo>
                  <a:lnTo>
                    <a:pt x="293203" y="1424542"/>
                  </a:lnTo>
                  <a:lnTo>
                    <a:pt x="296498" y="1424542"/>
                  </a:lnTo>
                  <a:lnTo>
                    <a:pt x="299792" y="1424542"/>
                  </a:lnTo>
                  <a:lnTo>
                    <a:pt x="303087" y="1424542"/>
                  </a:lnTo>
                  <a:lnTo>
                    <a:pt x="306381" y="1424542"/>
                  </a:lnTo>
                  <a:lnTo>
                    <a:pt x="309675" y="1424542"/>
                  </a:lnTo>
                  <a:lnTo>
                    <a:pt x="312970" y="1424542"/>
                  </a:lnTo>
                  <a:lnTo>
                    <a:pt x="316264" y="1424542"/>
                  </a:lnTo>
                  <a:lnTo>
                    <a:pt x="319559" y="1424542"/>
                  </a:lnTo>
                  <a:lnTo>
                    <a:pt x="322853" y="1424542"/>
                  </a:lnTo>
                  <a:lnTo>
                    <a:pt x="326148" y="1424542"/>
                  </a:lnTo>
                  <a:lnTo>
                    <a:pt x="329442" y="1424542"/>
                  </a:lnTo>
                  <a:lnTo>
                    <a:pt x="332736" y="1424542"/>
                  </a:lnTo>
                  <a:lnTo>
                    <a:pt x="336031" y="1424542"/>
                  </a:lnTo>
                  <a:lnTo>
                    <a:pt x="339325" y="1424542"/>
                  </a:lnTo>
                  <a:lnTo>
                    <a:pt x="342620" y="1424542"/>
                  </a:lnTo>
                  <a:lnTo>
                    <a:pt x="345914" y="1424542"/>
                  </a:lnTo>
                  <a:lnTo>
                    <a:pt x="349208" y="1424542"/>
                  </a:lnTo>
                  <a:lnTo>
                    <a:pt x="352503" y="1424542"/>
                  </a:lnTo>
                  <a:lnTo>
                    <a:pt x="355797" y="1424542"/>
                  </a:lnTo>
                  <a:lnTo>
                    <a:pt x="359092" y="1424542"/>
                  </a:lnTo>
                  <a:lnTo>
                    <a:pt x="362386" y="1424542"/>
                  </a:lnTo>
                  <a:lnTo>
                    <a:pt x="365681" y="1424542"/>
                  </a:lnTo>
                  <a:lnTo>
                    <a:pt x="368975" y="1424542"/>
                  </a:lnTo>
                  <a:lnTo>
                    <a:pt x="372269" y="1424542"/>
                  </a:lnTo>
                  <a:lnTo>
                    <a:pt x="375564" y="1424542"/>
                  </a:lnTo>
                  <a:lnTo>
                    <a:pt x="378858" y="1424542"/>
                  </a:lnTo>
                  <a:lnTo>
                    <a:pt x="382153" y="1424542"/>
                  </a:lnTo>
                  <a:lnTo>
                    <a:pt x="385447" y="1424542"/>
                  </a:lnTo>
                  <a:lnTo>
                    <a:pt x="388742" y="1424542"/>
                  </a:lnTo>
                  <a:lnTo>
                    <a:pt x="392036" y="1424542"/>
                  </a:lnTo>
                  <a:lnTo>
                    <a:pt x="395330" y="1424542"/>
                  </a:lnTo>
                  <a:lnTo>
                    <a:pt x="398625" y="1424542"/>
                  </a:lnTo>
                  <a:lnTo>
                    <a:pt x="401919" y="1424542"/>
                  </a:lnTo>
                  <a:lnTo>
                    <a:pt x="405214" y="1424542"/>
                  </a:lnTo>
                  <a:lnTo>
                    <a:pt x="408508" y="1424542"/>
                  </a:lnTo>
                  <a:lnTo>
                    <a:pt x="411803" y="1424542"/>
                  </a:lnTo>
                  <a:lnTo>
                    <a:pt x="415097" y="1424542"/>
                  </a:lnTo>
                  <a:lnTo>
                    <a:pt x="418391" y="1424542"/>
                  </a:lnTo>
                  <a:lnTo>
                    <a:pt x="421686" y="1424542"/>
                  </a:lnTo>
                  <a:lnTo>
                    <a:pt x="424980" y="1424542"/>
                  </a:lnTo>
                  <a:lnTo>
                    <a:pt x="428275" y="1424542"/>
                  </a:lnTo>
                  <a:lnTo>
                    <a:pt x="431569" y="1424542"/>
                  </a:lnTo>
                  <a:lnTo>
                    <a:pt x="434864" y="1424542"/>
                  </a:lnTo>
                  <a:lnTo>
                    <a:pt x="438158" y="1424542"/>
                  </a:lnTo>
                  <a:lnTo>
                    <a:pt x="441452" y="1424542"/>
                  </a:lnTo>
                  <a:lnTo>
                    <a:pt x="444747" y="1424542"/>
                  </a:lnTo>
                  <a:lnTo>
                    <a:pt x="448041" y="1424542"/>
                  </a:lnTo>
                  <a:lnTo>
                    <a:pt x="451336" y="1424542"/>
                  </a:lnTo>
                  <a:lnTo>
                    <a:pt x="454630" y="1424542"/>
                  </a:lnTo>
                  <a:lnTo>
                    <a:pt x="457925" y="1424542"/>
                  </a:lnTo>
                  <a:lnTo>
                    <a:pt x="461219" y="1424542"/>
                  </a:lnTo>
                  <a:lnTo>
                    <a:pt x="464513" y="1424542"/>
                  </a:lnTo>
                  <a:lnTo>
                    <a:pt x="467808" y="1424542"/>
                  </a:lnTo>
                  <a:lnTo>
                    <a:pt x="471102" y="1424542"/>
                  </a:lnTo>
                  <a:lnTo>
                    <a:pt x="474397" y="1424542"/>
                  </a:lnTo>
                  <a:lnTo>
                    <a:pt x="477691" y="1424542"/>
                  </a:lnTo>
                  <a:lnTo>
                    <a:pt x="480985" y="1424542"/>
                  </a:lnTo>
                  <a:lnTo>
                    <a:pt x="484280" y="1424542"/>
                  </a:lnTo>
                  <a:lnTo>
                    <a:pt x="487574" y="1424542"/>
                  </a:lnTo>
                  <a:lnTo>
                    <a:pt x="490869" y="1424542"/>
                  </a:lnTo>
                  <a:lnTo>
                    <a:pt x="494163" y="1424542"/>
                  </a:lnTo>
                  <a:lnTo>
                    <a:pt x="497458" y="1424542"/>
                  </a:lnTo>
                  <a:lnTo>
                    <a:pt x="500752" y="1424542"/>
                  </a:lnTo>
                  <a:lnTo>
                    <a:pt x="504046" y="1424542"/>
                  </a:lnTo>
                  <a:lnTo>
                    <a:pt x="507341" y="1424542"/>
                  </a:lnTo>
                  <a:lnTo>
                    <a:pt x="510635" y="1424542"/>
                  </a:lnTo>
                  <a:lnTo>
                    <a:pt x="513930" y="1424542"/>
                  </a:lnTo>
                  <a:lnTo>
                    <a:pt x="517224" y="1424542"/>
                  </a:lnTo>
                  <a:lnTo>
                    <a:pt x="520519" y="1424542"/>
                  </a:lnTo>
                  <a:lnTo>
                    <a:pt x="523813" y="1424542"/>
                  </a:lnTo>
                  <a:lnTo>
                    <a:pt x="527107" y="1424542"/>
                  </a:lnTo>
                  <a:lnTo>
                    <a:pt x="530402" y="1424542"/>
                  </a:lnTo>
                  <a:lnTo>
                    <a:pt x="533696" y="1424542"/>
                  </a:lnTo>
                  <a:lnTo>
                    <a:pt x="536991" y="1424542"/>
                  </a:lnTo>
                  <a:lnTo>
                    <a:pt x="540285" y="1424542"/>
                  </a:lnTo>
                  <a:lnTo>
                    <a:pt x="543580" y="1424542"/>
                  </a:lnTo>
                  <a:lnTo>
                    <a:pt x="546874" y="1424542"/>
                  </a:lnTo>
                  <a:lnTo>
                    <a:pt x="550168" y="1424542"/>
                  </a:lnTo>
                  <a:lnTo>
                    <a:pt x="553463" y="1424542"/>
                  </a:lnTo>
                  <a:lnTo>
                    <a:pt x="556757" y="1424542"/>
                  </a:lnTo>
                  <a:lnTo>
                    <a:pt x="560052" y="1424542"/>
                  </a:lnTo>
                  <a:lnTo>
                    <a:pt x="563346" y="1424542"/>
                  </a:lnTo>
                  <a:lnTo>
                    <a:pt x="566641" y="1424542"/>
                  </a:lnTo>
                  <a:lnTo>
                    <a:pt x="569935" y="1424542"/>
                  </a:lnTo>
                  <a:lnTo>
                    <a:pt x="573229" y="1424542"/>
                  </a:lnTo>
                  <a:lnTo>
                    <a:pt x="576524" y="1424542"/>
                  </a:lnTo>
                  <a:lnTo>
                    <a:pt x="579818" y="1424542"/>
                  </a:lnTo>
                  <a:lnTo>
                    <a:pt x="583113" y="1424542"/>
                  </a:lnTo>
                  <a:lnTo>
                    <a:pt x="586407" y="1424542"/>
                  </a:lnTo>
                  <a:lnTo>
                    <a:pt x="589701" y="1424542"/>
                  </a:lnTo>
                  <a:lnTo>
                    <a:pt x="592996" y="1424542"/>
                  </a:lnTo>
                  <a:lnTo>
                    <a:pt x="596290" y="1424542"/>
                  </a:lnTo>
                  <a:lnTo>
                    <a:pt x="599585" y="1424542"/>
                  </a:lnTo>
                  <a:lnTo>
                    <a:pt x="602879" y="1424542"/>
                  </a:lnTo>
                  <a:lnTo>
                    <a:pt x="606174" y="1424542"/>
                  </a:lnTo>
                  <a:lnTo>
                    <a:pt x="609468" y="1424542"/>
                  </a:lnTo>
                  <a:lnTo>
                    <a:pt x="612762" y="1424542"/>
                  </a:lnTo>
                  <a:lnTo>
                    <a:pt x="616057" y="1424542"/>
                  </a:lnTo>
                  <a:lnTo>
                    <a:pt x="619351" y="1424542"/>
                  </a:lnTo>
                  <a:lnTo>
                    <a:pt x="622646" y="1424542"/>
                  </a:lnTo>
                  <a:lnTo>
                    <a:pt x="625940" y="1424542"/>
                  </a:lnTo>
                  <a:lnTo>
                    <a:pt x="629235" y="1424542"/>
                  </a:lnTo>
                  <a:lnTo>
                    <a:pt x="632529" y="1424542"/>
                  </a:lnTo>
                  <a:lnTo>
                    <a:pt x="635823" y="1424542"/>
                  </a:lnTo>
                  <a:lnTo>
                    <a:pt x="639118" y="1424542"/>
                  </a:lnTo>
                  <a:lnTo>
                    <a:pt x="642412" y="1424542"/>
                  </a:lnTo>
                  <a:lnTo>
                    <a:pt x="645707" y="1424542"/>
                  </a:lnTo>
                  <a:lnTo>
                    <a:pt x="649001" y="1424542"/>
                  </a:lnTo>
                  <a:lnTo>
                    <a:pt x="652296" y="1424542"/>
                  </a:lnTo>
                  <a:lnTo>
                    <a:pt x="655590" y="1424542"/>
                  </a:lnTo>
                  <a:lnTo>
                    <a:pt x="658884" y="1424542"/>
                  </a:lnTo>
                  <a:lnTo>
                    <a:pt x="662179" y="1424542"/>
                  </a:lnTo>
                  <a:lnTo>
                    <a:pt x="665473" y="1424542"/>
                  </a:lnTo>
                  <a:lnTo>
                    <a:pt x="668768" y="1424542"/>
                  </a:lnTo>
                  <a:lnTo>
                    <a:pt x="672062" y="1424542"/>
                  </a:lnTo>
                  <a:lnTo>
                    <a:pt x="675357" y="1424542"/>
                  </a:lnTo>
                  <a:lnTo>
                    <a:pt x="678651" y="1424542"/>
                  </a:lnTo>
                  <a:lnTo>
                    <a:pt x="681945" y="1424542"/>
                  </a:lnTo>
                  <a:lnTo>
                    <a:pt x="685240" y="1424541"/>
                  </a:lnTo>
                  <a:lnTo>
                    <a:pt x="688534" y="1424539"/>
                  </a:lnTo>
                  <a:lnTo>
                    <a:pt x="691829" y="1424532"/>
                  </a:lnTo>
                  <a:lnTo>
                    <a:pt x="695123" y="1424512"/>
                  </a:lnTo>
                  <a:lnTo>
                    <a:pt x="698417" y="1424466"/>
                  </a:lnTo>
                  <a:lnTo>
                    <a:pt x="701712" y="1424370"/>
                  </a:lnTo>
                  <a:lnTo>
                    <a:pt x="705006" y="1424195"/>
                  </a:lnTo>
                  <a:lnTo>
                    <a:pt x="708301" y="1423917"/>
                  </a:lnTo>
                  <a:lnTo>
                    <a:pt x="711595" y="1423529"/>
                  </a:lnTo>
                  <a:lnTo>
                    <a:pt x="714890" y="1423054"/>
                  </a:lnTo>
                  <a:lnTo>
                    <a:pt x="718184" y="1422543"/>
                  </a:lnTo>
                  <a:lnTo>
                    <a:pt x="721478" y="1422054"/>
                  </a:lnTo>
                  <a:lnTo>
                    <a:pt x="724773" y="1421615"/>
                  </a:lnTo>
                  <a:lnTo>
                    <a:pt x="728067" y="1421191"/>
                  </a:lnTo>
                  <a:lnTo>
                    <a:pt x="731362" y="1420660"/>
                  </a:lnTo>
                  <a:lnTo>
                    <a:pt x="734656" y="1419816"/>
                  </a:lnTo>
                  <a:lnTo>
                    <a:pt x="737951" y="1418417"/>
                  </a:lnTo>
                  <a:lnTo>
                    <a:pt x="741245" y="1416270"/>
                  </a:lnTo>
                  <a:lnTo>
                    <a:pt x="744539" y="1413313"/>
                  </a:lnTo>
                  <a:lnTo>
                    <a:pt x="747834" y="1409629"/>
                  </a:lnTo>
                  <a:lnTo>
                    <a:pt x="751128" y="1405356"/>
                  </a:lnTo>
                  <a:lnTo>
                    <a:pt x="754423" y="1400482"/>
                  </a:lnTo>
                  <a:lnTo>
                    <a:pt x="757717" y="1394676"/>
                  </a:lnTo>
                  <a:lnTo>
                    <a:pt x="761012" y="1387276"/>
                  </a:lnTo>
                  <a:lnTo>
                    <a:pt x="764306" y="1377509"/>
                  </a:lnTo>
                  <a:lnTo>
                    <a:pt x="767600" y="1364757"/>
                  </a:lnTo>
                  <a:lnTo>
                    <a:pt x="770895" y="1348898"/>
                  </a:lnTo>
                  <a:lnTo>
                    <a:pt x="774189" y="1330259"/>
                  </a:lnTo>
                  <a:lnTo>
                    <a:pt x="777484" y="1309107"/>
                  </a:lnTo>
                  <a:lnTo>
                    <a:pt x="780778" y="1285537"/>
                  </a:lnTo>
                  <a:lnTo>
                    <a:pt x="784073" y="1259538"/>
                  </a:lnTo>
                  <a:lnTo>
                    <a:pt x="787367" y="1231293"/>
                  </a:lnTo>
                  <a:lnTo>
                    <a:pt x="790661" y="1201447"/>
                  </a:lnTo>
                  <a:lnTo>
                    <a:pt x="793956" y="1171033"/>
                  </a:lnTo>
                  <a:lnTo>
                    <a:pt x="797250" y="1140996"/>
                  </a:lnTo>
                  <a:lnTo>
                    <a:pt x="800545" y="1111485"/>
                  </a:lnTo>
                  <a:lnTo>
                    <a:pt x="803839" y="1081380"/>
                  </a:lnTo>
                  <a:lnTo>
                    <a:pt x="807134" y="1048405"/>
                  </a:lnTo>
                  <a:lnTo>
                    <a:pt x="810428" y="1009846"/>
                  </a:lnTo>
                  <a:lnTo>
                    <a:pt x="813722" y="963541"/>
                  </a:lnTo>
                  <a:lnTo>
                    <a:pt x="817017" y="908670"/>
                  </a:lnTo>
                  <a:lnTo>
                    <a:pt x="820311" y="846036"/>
                  </a:lnTo>
                  <a:lnTo>
                    <a:pt x="823606" y="777820"/>
                  </a:lnTo>
                  <a:lnTo>
                    <a:pt x="826900" y="706939"/>
                  </a:lnTo>
                  <a:lnTo>
                    <a:pt x="830194" y="636244"/>
                  </a:lnTo>
                  <a:lnTo>
                    <a:pt x="833489" y="567812"/>
                  </a:lnTo>
                  <a:lnTo>
                    <a:pt x="836783" y="502614"/>
                  </a:lnTo>
                  <a:lnTo>
                    <a:pt x="840078" y="440719"/>
                  </a:lnTo>
                  <a:lnTo>
                    <a:pt x="843372" y="381937"/>
                  </a:lnTo>
                  <a:lnTo>
                    <a:pt x="846667" y="326263"/>
                  </a:lnTo>
                  <a:lnTo>
                    <a:pt x="849961" y="274079"/>
                  </a:lnTo>
                  <a:lnTo>
                    <a:pt x="853255" y="226107"/>
                  </a:lnTo>
                  <a:lnTo>
                    <a:pt x="856550" y="183007"/>
                  </a:lnTo>
                  <a:lnTo>
                    <a:pt x="859844" y="145063"/>
                  </a:lnTo>
                  <a:lnTo>
                    <a:pt x="863139" y="112056"/>
                  </a:lnTo>
                  <a:lnTo>
                    <a:pt x="866433" y="83419"/>
                  </a:lnTo>
                  <a:lnTo>
                    <a:pt x="869728" y="58626"/>
                  </a:lnTo>
                  <a:lnTo>
                    <a:pt x="873022" y="37530"/>
                  </a:lnTo>
                  <a:lnTo>
                    <a:pt x="876316" y="20448"/>
                  </a:lnTo>
                  <a:lnTo>
                    <a:pt x="879611" y="8020"/>
                  </a:lnTo>
                  <a:lnTo>
                    <a:pt x="882905" y="985"/>
                  </a:lnTo>
                  <a:lnTo>
                    <a:pt x="886200" y="0"/>
                  </a:lnTo>
                  <a:lnTo>
                    <a:pt x="889494" y="5420"/>
                  </a:lnTo>
                  <a:lnTo>
                    <a:pt x="892789" y="17045"/>
                  </a:lnTo>
                  <a:lnTo>
                    <a:pt x="896083" y="33927"/>
                  </a:lnTo>
                  <a:lnTo>
                    <a:pt x="899377" y="54501"/>
                  </a:lnTo>
                  <a:lnTo>
                    <a:pt x="902672" y="77087"/>
                  </a:lnTo>
                  <a:lnTo>
                    <a:pt x="905966" y="100535"/>
                  </a:lnTo>
                  <a:lnTo>
                    <a:pt x="909261" y="124607"/>
                  </a:lnTo>
                  <a:lnTo>
                    <a:pt x="912555" y="149809"/>
                  </a:lnTo>
                  <a:lnTo>
                    <a:pt x="915850" y="176788"/>
                  </a:lnTo>
                  <a:lnTo>
                    <a:pt x="919144" y="205729"/>
                  </a:lnTo>
                  <a:lnTo>
                    <a:pt x="922438" y="235971"/>
                  </a:lnTo>
                  <a:lnTo>
                    <a:pt x="925733" y="266467"/>
                  </a:lnTo>
                  <a:lnTo>
                    <a:pt x="929027" y="296404"/>
                  </a:lnTo>
                  <a:lnTo>
                    <a:pt x="932322" y="325544"/>
                  </a:lnTo>
                  <a:lnTo>
                    <a:pt x="935616" y="354368"/>
                  </a:lnTo>
                  <a:lnTo>
                    <a:pt x="938910" y="384064"/>
                  </a:lnTo>
                  <a:lnTo>
                    <a:pt x="942205" y="416364"/>
                  </a:lnTo>
                  <a:lnTo>
                    <a:pt x="945499" y="453164"/>
                  </a:lnTo>
                  <a:lnTo>
                    <a:pt x="948794" y="495901"/>
                  </a:lnTo>
                  <a:lnTo>
                    <a:pt x="952088" y="544884"/>
                  </a:lnTo>
                  <a:lnTo>
                    <a:pt x="955383" y="598929"/>
                  </a:lnTo>
                  <a:lnTo>
                    <a:pt x="958677" y="655561"/>
                  </a:lnTo>
                  <a:lnTo>
                    <a:pt x="961971" y="711733"/>
                  </a:lnTo>
                  <a:lnTo>
                    <a:pt x="965266" y="764754"/>
                  </a:lnTo>
                  <a:lnTo>
                    <a:pt x="968560" y="812997"/>
                  </a:lnTo>
                  <a:lnTo>
                    <a:pt x="971855" y="856115"/>
                  </a:lnTo>
                  <a:lnTo>
                    <a:pt x="975149" y="894754"/>
                  </a:lnTo>
                  <a:lnTo>
                    <a:pt x="978444" y="929969"/>
                  </a:lnTo>
                  <a:lnTo>
                    <a:pt x="981738" y="962655"/>
                  </a:lnTo>
                  <a:lnTo>
                    <a:pt x="985032" y="993276"/>
                  </a:lnTo>
                  <a:lnTo>
                    <a:pt x="988327" y="1021956"/>
                  </a:lnTo>
                  <a:lnTo>
                    <a:pt x="991621" y="1048777"/>
                  </a:lnTo>
                  <a:lnTo>
                    <a:pt x="994916" y="1073946"/>
                  </a:lnTo>
                  <a:lnTo>
                    <a:pt x="998210" y="1097845"/>
                  </a:lnTo>
                  <a:lnTo>
                    <a:pt x="1001505" y="1120694"/>
                  </a:lnTo>
                  <a:lnTo>
                    <a:pt x="1004799" y="1142408"/>
                  </a:lnTo>
                  <a:lnTo>
                    <a:pt x="1008093" y="1162748"/>
                  </a:lnTo>
                  <a:lnTo>
                    <a:pt x="1011388" y="1181543"/>
                  </a:lnTo>
                  <a:lnTo>
                    <a:pt x="1014682" y="1198853"/>
                  </a:lnTo>
                  <a:lnTo>
                    <a:pt x="1017977" y="1214949"/>
                  </a:lnTo>
                  <a:lnTo>
                    <a:pt x="1021271" y="1230143"/>
                  </a:lnTo>
                  <a:lnTo>
                    <a:pt x="1024566" y="1244620"/>
                  </a:lnTo>
                  <a:lnTo>
                    <a:pt x="1027860" y="1258398"/>
                  </a:lnTo>
                  <a:lnTo>
                    <a:pt x="1031154" y="1271417"/>
                  </a:lnTo>
                  <a:lnTo>
                    <a:pt x="1034449" y="1283666"/>
                  </a:lnTo>
                  <a:lnTo>
                    <a:pt x="1037743" y="1295225"/>
                  </a:lnTo>
                  <a:lnTo>
                    <a:pt x="1041038" y="1306186"/>
                  </a:lnTo>
                  <a:lnTo>
                    <a:pt x="1044332" y="1316516"/>
                  </a:lnTo>
                  <a:lnTo>
                    <a:pt x="1047626" y="1326002"/>
                  </a:lnTo>
                  <a:lnTo>
                    <a:pt x="1050921" y="1334330"/>
                  </a:lnTo>
                  <a:lnTo>
                    <a:pt x="1054215" y="1341261"/>
                  </a:lnTo>
                  <a:lnTo>
                    <a:pt x="1057510" y="1346776"/>
                  </a:lnTo>
                  <a:lnTo>
                    <a:pt x="1060804" y="1351128"/>
                  </a:lnTo>
                  <a:lnTo>
                    <a:pt x="1064099" y="1354790"/>
                  </a:lnTo>
                  <a:lnTo>
                    <a:pt x="1067393" y="1358363"/>
                  </a:lnTo>
                  <a:lnTo>
                    <a:pt x="1070687" y="1362501"/>
                  </a:lnTo>
                  <a:lnTo>
                    <a:pt x="1073982" y="1367704"/>
                  </a:lnTo>
                  <a:lnTo>
                    <a:pt x="1077276" y="1374130"/>
                  </a:lnTo>
                  <a:lnTo>
                    <a:pt x="1080571" y="1381541"/>
                  </a:lnTo>
                  <a:lnTo>
                    <a:pt x="1083865" y="1389343"/>
                  </a:lnTo>
                  <a:lnTo>
                    <a:pt x="1087160" y="1396771"/>
                  </a:lnTo>
                  <a:lnTo>
                    <a:pt x="1090454" y="1403146"/>
                  </a:lnTo>
                  <a:lnTo>
                    <a:pt x="1093748" y="1408073"/>
                  </a:lnTo>
                  <a:lnTo>
                    <a:pt x="1097043" y="1411488"/>
                  </a:lnTo>
                  <a:lnTo>
                    <a:pt x="1100337" y="1413580"/>
                  </a:lnTo>
                  <a:lnTo>
                    <a:pt x="1103632" y="1414647"/>
                  </a:lnTo>
                  <a:lnTo>
                    <a:pt x="1106926" y="1414999"/>
                  </a:lnTo>
                  <a:lnTo>
                    <a:pt x="1110221" y="1414936"/>
                  </a:lnTo>
                  <a:lnTo>
                    <a:pt x="1113515" y="1414754"/>
                  </a:lnTo>
                  <a:lnTo>
                    <a:pt x="1116809" y="1414736"/>
                  </a:lnTo>
                  <a:lnTo>
                    <a:pt x="1120104" y="1415099"/>
                  </a:lnTo>
                  <a:lnTo>
                    <a:pt x="1123398" y="1415929"/>
                  </a:lnTo>
                  <a:lnTo>
                    <a:pt x="1126693" y="1417153"/>
                  </a:lnTo>
                  <a:lnTo>
                    <a:pt x="1129987" y="1418584"/>
                  </a:lnTo>
                  <a:lnTo>
                    <a:pt x="1133282" y="1419999"/>
                  </a:lnTo>
                  <a:lnTo>
                    <a:pt x="1136576" y="1421208"/>
                  </a:lnTo>
                  <a:lnTo>
                    <a:pt x="1139870" y="1422095"/>
                  </a:lnTo>
                  <a:lnTo>
                    <a:pt x="1143165" y="1422624"/>
                  </a:lnTo>
                  <a:lnTo>
                    <a:pt x="1146459" y="1422828"/>
                  </a:lnTo>
                  <a:lnTo>
                    <a:pt x="1149754" y="1422825"/>
                  </a:lnTo>
                  <a:lnTo>
                    <a:pt x="1153048" y="1422763"/>
                  </a:lnTo>
                  <a:lnTo>
                    <a:pt x="1156343" y="1422767"/>
                  </a:lnTo>
                  <a:lnTo>
                    <a:pt x="1159637" y="1422906"/>
                  </a:lnTo>
                  <a:lnTo>
                    <a:pt x="1162931" y="1423175"/>
                  </a:lnTo>
                  <a:lnTo>
                    <a:pt x="1166226" y="1423515"/>
                  </a:lnTo>
                  <a:lnTo>
                    <a:pt x="1169520" y="1423849"/>
                  </a:lnTo>
                  <a:lnTo>
                    <a:pt x="1172815" y="1424124"/>
                  </a:lnTo>
                  <a:lnTo>
                    <a:pt x="1176109" y="1424317"/>
                  </a:lnTo>
                  <a:lnTo>
                    <a:pt x="1179403" y="1424434"/>
                  </a:lnTo>
                  <a:lnTo>
                    <a:pt x="1182698" y="1424496"/>
                  </a:lnTo>
                  <a:lnTo>
                    <a:pt x="1185992" y="1424525"/>
                  </a:lnTo>
                  <a:lnTo>
                    <a:pt x="1189287" y="1424536"/>
                  </a:lnTo>
                  <a:lnTo>
                    <a:pt x="1192581" y="1424541"/>
                  </a:lnTo>
                  <a:lnTo>
                    <a:pt x="1195876" y="1424542"/>
                  </a:lnTo>
                  <a:lnTo>
                    <a:pt x="1199170" y="1424542"/>
                  </a:lnTo>
                  <a:lnTo>
                    <a:pt x="1202464" y="1424542"/>
                  </a:lnTo>
                  <a:lnTo>
                    <a:pt x="1205759" y="1424542"/>
                  </a:lnTo>
                  <a:lnTo>
                    <a:pt x="1209053" y="1424542"/>
                  </a:lnTo>
                  <a:lnTo>
                    <a:pt x="1212348" y="1424542"/>
                  </a:lnTo>
                  <a:lnTo>
                    <a:pt x="1215642" y="1424542"/>
                  </a:lnTo>
                  <a:lnTo>
                    <a:pt x="1218937" y="1424542"/>
                  </a:lnTo>
                  <a:lnTo>
                    <a:pt x="1222231" y="1424542"/>
                  </a:lnTo>
                  <a:lnTo>
                    <a:pt x="1225525" y="1424542"/>
                  </a:lnTo>
                  <a:lnTo>
                    <a:pt x="1228820" y="1424542"/>
                  </a:lnTo>
                  <a:lnTo>
                    <a:pt x="1232114" y="1424542"/>
                  </a:lnTo>
                  <a:lnTo>
                    <a:pt x="1235409" y="1424542"/>
                  </a:lnTo>
                  <a:lnTo>
                    <a:pt x="1238703" y="1424542"/>
                  </a:lnTo>
                  <a:lnTo>
                    <a:pt x="1241998" y="1424542"/>
                  </a:lnTo>
                  <a:lnTo>
                    <a:pt x="1245292" y="1424542"/>
                  </a:lnTo>
                  <a:lnTo>
                    <a:pt x="1248586" y="1424542"/>
                  </a:lnTo>
                  <a:lnTo>
                    <a:pt x="1251881" y="1424542"/>
                  </a:lnTo>
                  <a:lnTo>
                    <a:pt x="1255175" y="1424542"/>
                  </a:lnTo>
                  <a:lnTo>
                    <a:pt x="1258470" y="1424542"/>
                  </a:lnTo>
                  <a:lnTo>
                    <a:pt x="1261764" y="1424542"/>
                  </a:lnTo>
                  <a:lnTo>
                    <a:pt x="1265059" y="1424542"/>
                  </a:lnTo>
                  <a:lnTo>
                    <a:pt x="1268353" y="1424542"/>
                  </a:lnTo>
                  <a:lnTo>
                    <a:pt x="1271647" y="1424542"/>
                  </a:lnTo>
                  <a:lnTo>
                    <a:pt x="1274942" y="1424542"/>
                  </a:lnTo>
                  <a:lnTo>
                    <a:pt x="1278236" y="1424542"/>
                  </a:lnTo>
                  <a:lnTo>
                    <a:pt x="1281531" y="1424542"/>
                  </a:lnTo>
                  <a:lnTo>
                    <a:pt x="1284825" y="1424542"/>
                  </a:lnTo>
                  <a:lnTo>
                    <a:pt x="1288119" y="1424542"/>
                  </a:lnTo>
                  <a:lnTo>
                    <a:pt x="1291414" y="1424542"/>
                  </a:lnTo>
                  <a:lnTo>
                    <a:pt x="1294708" y="1424542"/>
                  </a:lnTo>
                  <a:lnTo>
                    <a:pt x="1298003" y="1424542"/>
                  </a:lnTo>
                  <a:lnTo>
                    <a:pt x="1301297" y="1424542"/>
                  </a:lnTo>
                  <a:lnTo>
                    <a:pt x="1304592" y="1424542"/>
                  </a:lnTo>
                  <a:lnTo>
                    <a:pt x="1307886" y="1424542"/>
                  </a:lnTo>
                  <a:lnTo>
                    <a:pt x="1311180" y="1424542"/>
                  </a:lnTo>
                  <a:lnTo>
                    <a:pt x="1314475" y="1424542"/>
                  </a:lnTo>
                  <a:lnTo>
                    <a:pt x="1317769" y="1424542"/>
                  </a:lnTo>
                  <a:lnTo>
                    <a:pt x="1321064" y="1424542"/>
                  </a:lnTo>
                  <a:lnTo>
                    <a:pt x="1324358" y="1424542"/>
                  </a:lnTo>
                  <a:lnTo>
                    <a:pt x="1327653" y="1424542"/>
                  </a:lnTo>
                  <a:lnTo>
                    <a:pt x="1330947" y="1424542"/>
                  </a:lnTo>
                  <a:lnTo>
                    <a:pt x="1334241" y="1424542"/>
                  </a:lnTo>
                  <a:lnTo>
                    <a:pt x="1337536" y="1424542"/>
                  </a:lnTo>
                  <a:lnTo>
                    <a:pt x="1340830" y="1424542"/>
                  </a:lnTo>
                  <a:lnTo>
                    <a:pt x="1344125" y="1424542"/>
                  </a:lnTo>
                  <a:lnTo>
                    <a:pt x="1347419" y="1424542"/>
                  </a:lnTo>
                  <a:lnTo>
                    <a:pt x="1350714" y="1424542"/>
                  </a:lnTo>
                  <a:lnTo>
                    <a:pt x="1354008" y="1424542"/>
                  </a:lnTo>
                  <a:lnTo>
                    <a:pt x="1357302" y="1424542"/>
                  </a:lnTo>
                  <a:lnTo>
                    <a:pt x="1360597" y="1424542"/>
                  </a:lnTo>
                  <a:lnTo>
                    <a:pt x="1363891" y="1424542"/>
                  </a:lnTo>
                  <a:lnTo>
                    <a:pt x="1367186" y="1424542"/>
                  </a:lnTo>
                  <a:lnTo>
                    <a:pt x="1370480" y="1424542"/>
                  </a:lnTo>
                  <a:lnTo>
                    <a:pt x="1373775" y="1424542"/>
                  </a:lnTo>
                  <a:lnTo>
                    <a:pt x="1377069" y="1424542"/>
                  </a:lnTo>
                  <a:lnTo>
                    <a:pt x="1380363" y="1424542"/>
                  </a:lnTo>
                  <a:lnTo>
                    <a:pt x="1383658" y="1424542"/>
                  </a:lnTo>
                  <a:lnTo>
                    <a:pt x="1386952" y="1424542"/>
                  </a:lnTo>
                  <a:lnTo>
                    <a:pt x="1390247" y="1424542"/>
                  </a:lnTo>
                  <a:lnTo>
                    <a:pt x="1393541" y="1424542"/>
                  </a:lnTo>
                  <a:lnTo>
                    <a:pt x="1396835" y="1424542"/>
                  </a:lnTo>
                  <a:lnTo>
                    <a:pt x="1400130" y="1424542"/>
                  </a:lnTo>
                  <a:lnTo>
                    <a:pt x="1403424" y="1424542"/>
                  </a:lnTo>
                  <a:lnTo>
                    <a:pt x="1406719" y="1424542"/>
                  </a:lnTo>
                  <a:lnTo>
                    <a:pt x="1410013" y="1424542"/>
                  </a:lnTo>
                  <a:lnTo>
                    <a:pt x="1413308" y="1424542"/>
                  </a:lnTo>
                  <a:lnTo>
                    <a:pt x="1416602" y="1424542"/>
                  </a:lnTo>
                  <a:lnTo>
                    <a:pt x="1419896" y="1424542"/>
                  </a:lnTo>
                  <a:lnTo>
                    <a:pt x="1423191" y="1424542"/>
                  </a:lnTo>
                  <a:lnTo>
                    <a:pt x="1426485" y="1424542"/>
                  </a:lnTo>
                  <a:lnTo>
                    <a:pt x="1429780" y="1424542"/>
                  </a:lnTo>
                  <a:lnTo>
                    <a:pt x="1433074" y="1424542"/>
                  </a:lnTo>
                  <a:lnTo>
                    <a:pt x="1436369" y="1424542"/>
                  </a:lnTo>
                  <a:lnTo>
                    <a:pt x="1439663" y="1424542"/>
                  </a:lnTo>
                  <a:lnTo>
                    <a:pt x="1442957" y="1424542"/>
                  </a:lnTo>
                  <a:lnTo>
                    <a:pt x="1446252" y="1424542"/>
                  </a:lnTo>
                  <a:lnTo>
                    <a:pt x="1449546" y="1424542"/>
                  </a:lnTo>
                  <a:lnTo>
                    <a:pt x="1452841" y="1424542"/>
                  </a:lnTo>
                  <a:lnTo>
                    <a:pt x="1456135" y="1424542"/>
                  </a:lnTo>
                  <a:lnTo>
                    <a:pt x="1459430" y="1424542"/>
                  </a:lnTo>
                  <a:lnTo>
                    <a:pt x="1462724" y="1424542"/>
                  </a:lnTo>
                  <a:lnTo>
                    <a:pt x="1466018" y="1424542"/>
                  </a:lnTo>
                  <a:lnTo>
                    <a:pt x="1469313" y="1424542"/>
                  </a:lnTo>
                  <a:lnTo>
                    <a:pt x="1472607" y="1424542"/>
                  </a:lnTo>
                  <a:lnTo>
                    <a:pt x="1475902" y="1424542"/>
                  </a:lnTo>
                  <a:lnTo>
                    <a:pt x="1479196" y="1424542"/>
                  </a:lnTo>
                  <a:lnTo>
                    <a:pt x="1482491" y="1424542"/>
                  </a:lnTo>
                  <a:lnTo>
                    <a:pt x="1485785" y="1424542"/>
                  </a:lnTo>
                  <a:lnTo>
                    <a:pt x="1489079" y="1424542"/>
                  </a:lnTo>
                  <a:lnTo>
                    <a:pt x="1492374" y="1424542"/>
                  </a:lnTo>
                  <a:lnTo>
                    <a:pt x="1495668" y="1424542"/>
                  </a:lnTo>
                  <a:lnTo>
                    <a:pt x="1498963" y="1424542"/>
                  </a:lnTo>
                  <a:lnTo>
                    <a:pt x="1502257" y="1424542"/>
                  </a:lnTo>
                  <a:lnTo>
                    <a:pt x="1505551" y="1424542"/>
                  </a:lnTo>
                  <a:lnTo>
                    <a:pt x="1508846" y="1424542"/>
                  </a:lnTo>
                  <a:lnTo>
                    <a:pt x="1512140" y="1424542"/>
                  </a:lnTo>
                  <a:lnTo>
                    <a:pt x="1515435" y="1424542"/>
                  </a:lnTo>
                  <a:lnTo>
                    <a:pt x="1518729" y="1424542"/>
                  </a:lnTo>
                  <a:lnTo>
                    <a:pt x="1522024" y="1424542"/>
                  </a:lnTo>
                  <a:lnTo>
                    <a:pt x="1525318" y="1424542"/>
                  </a:lnTo>
                  <a:lnTo>
                    <a:pt x="1528612" y="1424542"/>
                  </a:lnTo>
                  <a:lnTo>
                    <a:pt x="1531907" y="1424542"/>
                  </a:lnTo>
                  <a:lnTo>
                    <a:pt x="1535201" y="1424542"/>
                  </a:lnTo>
                  <a:lnTo>
                    <a:pt x="1538496" y="1424542"/>
                  </a:lnTo>
                  <a:lnTo>
                    <a:pt x="1541790" y="1424542"/>
                  </a:lnTo>
                  <a:lnTo>
                    <a:pt x="1545085" y="1424542"/>
                  </a:lnTo>
                  <a:lnTo>
                    <a:pt x="1548379" y="1424542"/>
                  </a:lnTo>
                  <a:lnTo>
                    <a:pt x="1551673" y="1424542"/>
                  </a:lnTo>
                  <a:lnTo>
                    <a:pt x="1554968" y="1424542"/>
                  </a:lnTo>
                  <a:lnTo>
                    <a:pt x="1558262" y="1424542"/>
                  </a:lnTo>
                  <a:lnTo>
                    <a:pt x="1561557" y="1424542"/>
                  </a:lnTo>
                  <a:lnTo>
                    <a:pt x="1564851" y="1424542"/>
                  </a:lnTo>
                  <a:lnTo>
                    <a:pt x="1568146" y="1424542"/>
                  </a:lnTo>
                  <a:lnTo>
                    <a:pt x="1571440" y="1424542"/>
                  </a:lnTo>
                  <a:lnTo>
                    <a:pt x="1574734" y="1424542"/>
                  </a:lnTo>
                  <a:lnTo>
                    <a:pt x="1578029" y="1424542"/>
                  </a:lnTo>
                  <a:lnTo>
                    <a:pt x="1581323" y="1424542"/>
                  </a:lnTo>
                  <a:lnTo>
                    <a:pt x="1584618" y="1424542"/>
                  </a:lnTo>
                  <a:lnTo>
                    <a:pt x="1587912" y="1424542"/>
                  </a:lnTo>
                  <a:lnTo>
                    <a:pt x="1591207" y="1424542"/>
                  </a:lnTo>
                  <a:lnTo>
                    <a:pt x="1594501" y="1424542"/>
                  </a:lnTo>
                  <a:lnTo>
                    <a:pt x="1597795" y="1424542"/>
                  </a:lnTo>
                  <a:lnTo>
                    <a:pt x="1601090" y="1424542"/>
                  </a:lnTo>
                  <a:lnTo>
                    <a:pt x="1604384" y="1424542"/>
                  </a:lnTo>
                  <a:lnTo>
                    <a:pt x="1607679" y="1424542"/>
                  </a:lnTo>
                  <a:lnTo>
                    <a:pt x="1610973" y="1424542"/>
                  </a:lnTo>
                  <a:lnTo>
                    <a:pt x="1614268" y="1424542"/>
                  </a:lnTo>
                  <a:lnTo>
                    <a:pt x="1617562" y="1424542"/>
                  </a:lnTo>
                  <a:lnTo>
                    <a:pt x="1620856" y="1424542"/>
                  </a:lnTo>
                  <a:lnTo>
                    <a:pt x="1624151" y="1424542"/>
                  </a:lnTo>
                  <a:lnTo>
                    <a:pt x="1627445" y="1424542"/>
                  </a:lnTo>
                  <a:lnTo>
                    <a:pt x="1630740" y="1424542"/>
                  </a:lnTo>
                  <a:lnTo>
                    <a:pt x="1634034" y="1424542"/>
                  </a:lnTo>
                  <a:lnTo>
                    <a:pt x="1637328" y="1424542"/>
                  </a:lnTo>
                  <a:lnTo>
                    <a:pt x="1640623" y="1424542"/>
                  </a:lnTo>
                  <a:lnTo>
                    <a:pt x="1643917" y="1424542"/>
                  </a:lnTo>
                  <a:lnTo>
                    <a:pt x="1647212" y="1424542"/>
                  </a:lnTo>
                  <a:lnTo>
                    <a:pt x="1650506" y="1424542"/>
                  </a:lnTo>
                  <a:lnTo>
                    <a:pt x="1653801" y="1424542"/>
                  </a:lnTo>
                  <a:lnTo>
                    <a:pt x="1657095" y="1424542"/>
                  </a:lnTo>
                  <a:lnTo>
                    <a:pt x="1660389" y="1424542"/>
                  </a:lnTo>
                  <a:lnTo>
                    <a:pt x="1663684" y="1424542"/>
                  </a:lnTo>
                  <a:lnTo>
                    <a:pt x="1666978" y="1424542"/>
                  </a:lnTo>
                  <a:lnTo>
                    <a:pt x="1670273" y="1424542"/>
                  </a:lnTo>
                  <a:lnTo>
                    <a:pt x="1673567" y="1424542"/>
                  </a:lnTo>
                  <a:lnTo>
                    <a:pt x="1676862" y="1424542"/>
                  </a:lnTo>
                  <a:lnTo>
                    <a:pt x="1680156" y="1424542"/>
                  </a:lnTo>
                  <a:lnTo>
                    <a:pt x="1683450" y="1424542"/>
                  </a:lnTo>
                  <a:lnTo>
                    <a:pt x="1680156" y="1424542"/>
                  </a:lnTo>
                  <a:lnTo>
                    <a:pt x="1676862" y="1424542"/>
                  </a:lnTo>
                  <a:lnTo>
                    <a:pt x="1673567" y="1424542"/>
                  </a:lnTo>
                  <a:lnTo>
                    <a:pt x="1670273" y="1424542"/>
                  </a:lnTo>
                  <a:lnTo>
                    <a:pt x="1666978" y="1424542"/>
                  </a:lnTo>
                  <a:lnTo>
                    <a:pt x="1663684" y="1424542"/>
                  </a:lnTo>
                  <a:lnTo>
                    <a:pt x="1660389" y="1424542"/>
                  </a:lnTo>
                  <a:lnTo>
                    <a:pt x="1657095" y="1424542"/>
                  </a:lnTo>
                  <a:lnTo>
                    <a:pt x="1653801" y="1424542"/>
                  </a:lnTo>
                  <a:lnTo>
                    <a:pt x="1650506" y="1424542"/>
                  </a:lnTo>
                  <a:lnTo>
                    <a:pt x="1647212" y="1424542"/>
                  </a:lnTo>
                  <a:lnTo>
                    <a:pt x="1643917" y="1424542"/>
                  </a:lnTo>
                  <a:lnTo>
                    <a:pt x="1640623" y="1424542"/>
                  </a:lnTo>
                  <a:lnTo>
                    <a:pt x="1637328" y="1424542"/>
                  </a:lnTo>
                  <a:lnTo>
                    <a:pt x="1634034" y="1424542"/>
                  </a:lnTo>
                  <a:lnTo>
                    <a:pt x="1630740" y="1424542"/>
                  </a:lnTo>
                  <a:lnTo>
                    <a:pt x="1627445" y="1424542"/>
                  </a:lnTo>
                  <a:lnTo>
                    <a:pt x="1624151" y="1424542"/>
                  </a:lnTo>
                  <a:lnTo>
                    <a:pt x="1620856" y="1424542"/>
                  </a:lnTo>
                  <a:lnTo>
                    <a:pt x="1617562" y="1424542"/>
                  </a:lnTo>
                  <a:lnTo>
                    <a:pt x="1614268" y="1424542"/>
                  </a:lnTo>
                  <a:lnTo>
                    <a:pt x="1610973" y="1424542"/>
                  </a:lnTo>
                  <a:lnTo>
                    <a:pt x="1607679" y="1424542"/>
                  </a:lnTo>
                  <a:lnTo>
                    <a:pt x="1604384" y="1424542"/>
                  </a:lnTo>
                  <a:lnTo>
                    <a:pt x="1601090" y="1424542"/>
                  </a:lnTo>
                  <a:lnTo>
                    <a:pt x="1597795" y="1424542"/>
                  </a:lnTo>
                  <a:lnTo>
                    <a:pt x="1594501" y="1424542"/>
                  </a:lnTo>
                  <a:lnTo>
                    <a:pt x="1591207" y="1424542"/>
                  </a:lnTo>
                  <a:lnTo>
                    <a:pt x="1587912" y="1424542"/>
                  </a:lnTo>
                  <a:lnTo>
                    <a:pt x="1584618" y="1424542"/>
                  </a:lnTo>
                  <a:lnTo>
                    <a:pt x="1581323" y="1424542"/>
                  </a:lnTo>
                  <a:lnTo>
                    <a:pt x="1578029" y="1424542"/>
                  </a:lnTo>
                  <a:lnTo>
                    <a:pt x="1574734" y="1424542"/>
                  </a:lnTo>
                  <a:lnTo>
                    <a:pt x="1571440" y="1424542"/>
                  </a:lnTo>
                  <a:lnTo>
                    <a:pt x="1568146" y="1424542"/>
                  </a:lnTo>
                  <a:lnTo>
                    <a:pt x="1564851" y="1424542"/>
                  </a:lnTo>
                  <a:lnTo>
                    <a:pt x="1561557" y="1424542"/>
                  </a:lnTo>
                  <a:lnTo>
                    <a:pt x="1558262" y="1424542"/>
                  </a:lnTo>
                  <a:lnTo>
                    <a:pt x="1554968" y="1424542"/>
                  </a:lnTo>
                  <a:lnTo>
                    <a:pt x="1551673" y="1424542"/>
                  </a:lnTo>
                  <a:lnTo>
                    <a:pt x="1548379" y="1424542"/>
                  </a:lnTo>
                  <a:lnTo>
                    <a:pt x="1545085" y="1424542"/>
                  </a:lnTo>
                  <a:lnTo>
                    <a:pt x="1541790" y="1424542"/>
                  </a:lnTo>
                  <a:lnTo>
                    <a:pt x="1538496" y="1424542"/>
                  </a:lnTo>
                  <a:lnTo>
                    <a:pt x="1535201" y="1424542"/>
                  </a:lnTo>
                  <a:lnTo>
                    <a:pt x="1531907" y="1424542"/>
                  </a:lnTo>
                  <a:lnTo>
                    <a:pt x="1528612" y="1424542"/>
                  </a:lnTo>
                  <a:lnTo>
                    <a:pt x="1525318" y="1424542"/>
                  </a:lnTo>
                  <a:lnTo>
                    <a:pt x="1522024" y="1424542"/>
                  </a:lnTo>
                  <a:lnTo>
                    <a:pt x="1518729" y="1424542"/>
                  </a:lnTo>
                  <a:lnTo>
                    <a:pt x="1515435" y="1424542"/>
                  </a:lnTo>
                  <a:lnTo>
                    <a:pt x="1512140" y="1424542"/>
                  </a:lnTo>
                  <a:lnTo>
                    <a:pt x="1508846" y="1424542"/>
                  </a:lnTo>
                  <a:lnTo>
                    <a:pt x="1505551" y="1424542"/>
                  </a:lnTo>
                  <a:lnTo>
                    <a:pt x="1502257" y="1424542"/>
                  </a:lnTo>
                  <a:lnTo>
                    <a:pt x="1498963" y="1424542"/>
                  </a:lnTo>
                  <a:lnTo>
                    <a:pt x="1495668" y="1424542"/>
                  </a:lnTo>
                  <a:lnTo>
                    <a:pt x="1492374" y="1424542"/>
                  </a:lnTo>
                  <a:lnTo>
                    <a:pt x="1489079" y="1424542"/>
                  </a:lnTo>
                  <a:lnTo>
                    <a:pt x="1485785" y="1424542"/>
                  </a:lnTo>
                  <a:lnTo>
                    <a:pt x="1482491" y="1424542"/>
                  </a:lnTo>
                  <a:lnTo>
                    <a:pt x="1479196" y="1424542"/>
                  </a:lnTo>
                  <a:lnTo>
                    <a:pt x="1475902" y="1424542"/>
                  </a:lnTo>
                  <a:lnTo>
                    <a:pt x="1472607" y="1424542"/>
                  </a:lnTo>
                  <a:lnTo>
                    <a:pt x="1469313" y="1424542"/>
                  </a:lnTo>
                  <a:lnTo>
                    <a:pt x="1466018" y="1424542"/>
                  </a:lnTo>
                  <a:lnTo>
                    <a:pt x="1462724" y="1424542"/>
                  </a:lnTo>
                  <a:lnTo>
                    <a:pt x="1459430" y="1424542"/>
                  </a:lnTo>
                  <a:lnTo>
                    <a:pt x="1456135" y="1424542"/>
                  </a:lnTo>
                  <a:lnTo>
                    <a:pt x="1452841" y="1424542"/>
                  </a:lnTo>
                  <a:lnTo>
                    <a:pt x="1449546" y="1424542"/>
                  </a:lnTo>
                  <a:lnTo>
                    <a:pt x="1446252" y="1424542"/>
                  </a:lnTo>
                  <a:lnTo>
                    <a:pt x="1442957" y="1424542"/>
                  </a:lnTo>
                  <a:lnTo>
                    <a:pt x="1439663" y="1424542"/>
                  </a:lnTo>
                  <a:lnTo>
                    <a:pt x="1436369" y="1424542"/>
                  </a:lnTo>
                  <a:lnTo>
                    <a:pt x="1433074" y="1424542"/>
                  </a:lnTo>
                  <a:lnTo>
                    <a:pt x="1429780" y="1424542"/>
                  </a:lnTo>
                  <a:lnTo>
                    <a:pt x="1426485" y="1424542"/>
                  </a:lnTo>
                  <a:lnTo>
                    <a:pt x="1423191" y="1424542"/>
                  </a:lnTo>
                  <a:lnTo>
                    <a:pt x="1419896" y="1424542"/>
                  </a:lnTo>
                  <a:lnTo>
                    <a:pt x="1416602" y="1424542"/>
                  </a:lnTo>
                  <a:lnTo>
                    <a:pt x="1413308" y="1424542"/>
                  </a:lnTo>
                  <a:lnTo>
                    <a:pt x="1410013" y="1424542"/>
                  </a:lnTo>
                  <a:lnTo>
                    <a:pt x="1406719" y="1424542"/>
                  </a:lnTo>
                  <a:lnTo>
                    <a:pt x="1403424" y="1424542"/>
                  </a:lnTo>
                  <a:lnTo>
                    <a:pt x="1400130" y="1424542"/>
                  </a:lnTo>
                  <a:lnTo>
                    <a:pt x="1396835" y="1424542"/>
                  </a:lnTo>
                  <a:lnTo>
                    <a:pt x="1393541" y="1424542"/>
                  </a:lnTo>
                  <a:lnTo>
                    <a:pt x="1390247" y="1424542"/>
                  </a:lnTo>
                  <a:lnTo>
                    <a:pt x="1386952" y="1424542"/>
                  </a:lnTo>
                  <a:lnTo>
                    <a:pt x="1383658" y="1424542"/>
                  </a:lnTo>
                  <a:lnTo>
                    <a:pt x="1380363" y="1424542"/>
                  </a:lnTo>
                  <a:lnTo>
                    <a:pt x="1377069" y="1424542"/>
                  </a:lnTo>
                  <a:lnTo>
                    <a:pt x="1373775" y="1424542"/>
                  </a:lnTo>
                  <a:lnTo>
                    <a:pt x="1370480" y="1424542"/>
                  </a:lnTo>
                  <a:lnTo>
                    <a:pt x="1367186" y="1424542"/>
                  </a:lnTo>
                  <a:lnTo>
                    <a:pt x="1363891" y="1424542"/>
                  </a:lnTo>
                  <a:lnTo>
                    <a:pt x="1360597" y="1424542"/>
                  </a:lnTo>
                  <a:lnTo>
                    <a:pt x="1357302" y="1424542"/>
                  </a:lnTo>
                  <a:lnTo>
                    <a:pt x="1354008" y="1424542"/>
                  </a:lnTo>
                  <a:lnTo>
                    <a:pt x="1350714" y="1424542"/>
                  </a:lnTo>
                  <a:lnTo>
                    <a:pt x="1347419" y="1424542"/>
                  </a:lnTo>
                  <a:lnTo>
                    <a:pt x="1344125" y="1424542"/>
                  </a:lnTo>
                  <a:lnTo>
                    <a:pt x="1340830" y="1424542"/>
                  </a:lnTo>
                  <a:lnTo>
                    <a:pt x="1337536" y="1424542"/>
                  </a:lnTo>
                  <a:lnTo>
                    <a:pt x="1334241" y="1424542"/>
                  </a:lnTo>
                  <a:lnTo>
                    <a:pt x="1330947" y="1424542"/>
                  </a:lnTo>
                  <a:lnTo>
                    <a:pt x="1327653" y="1424542"/>
                  </a:lnTo>
                  <a:lnTo>
                    <a:pt x="1324358" y="1424542"/>
                  </a:lnTo>
                  <a:lnTo>
                    <a:pt x="1321064" y="1424542"/>
                  </a:lnTo>
                  <a:lnTo>
                    <a:pt x="1317769" y="1424542"/>
                  </a:lnTo>
                  <a:lnTo>
                    <a:pt x="1314475" y="1424542"/>
                  </a:lnTo>
                  <a:lnTo>
                    <a:pt x="1311180" y="1424542"/>
                  </a:lnTo>
                  <a:lnTo>
                    <a:pt x="1307886" y="1424542"/>
                  </a:lnTo>
                  <a:lnTo>
                    <a:pt x="1304592" y="1424542"/>
                  </a:lnTo>
                  <a:lnTo>
                    <a:pt x="1301297" y="1424542"/>
                  </a:lnTo>
                  <a:lnTo>
                    <a:pt x="1298003" y="1424542"/>
                  </a:lnTo>
                  <a:lnTo>
                    <a:pt x="1294708" y="1424542"/>
                  </a:lnTo>
                  <a:lnTo>
                    <a:pt x="1291414" y="1424542"/>
                  </a:lnTo>
                  <a:lnTo>
                    <a:pt x="1288119" y="1424542"/>
                  </a:lnTo>
                  <a:lnTo>
                    <a:pt x="1284825" y="1424542"/>
                  </a:lnTo>
                  <a:lnTo>
                    <a:pt x="1281531" y="1424542"/>
                  </a:lnTo>
                  <a:lnTo>
                    <a:pt x="1278236" y="1424542"/>
                  </a:lnTo>
                  <a:lnTo>
                    <a:pt x="1274942" y="1424542"/>
                  </a:lnTo>
                  <a:lnTo>
                    <a:pt x="1271647" y="1424542"/>
                  </a:lnTo>
                  <a:lnTo>
                    <a:pt x="1268353" y="1424542"/>
                  </a:lnTo>
                  <a:lnTo>
                    <a:pt x="1265059" y="1424542"/>
                  </a:lnTo>
                  <a:lnTo>
                    <a:pt x="1261764" y="1424542"/>
                  </a:lnTo>
                  <a:lnTo>
                    <a:pt x="1258470" y="1424542"/>
                  </a:lnTo>
                  <a:lnTo>
                    <a:pt x="1255175" y="1424542"/>
                  </a:lnTo>
                  <a:lnTo>
                    <a:pt x="1251881" y="1424542"/>
                  </a:lnTo>
                  <a:lnTo>
                    <a:pt x="1248586" y="1424542"/>
                  </a:lnTo>
                  <a:lnTo>
                    <a:pt x="1245292" y="1424542"/>
                  </a:lnTo>
                  <a:lnTo>
                    <a:pt x="1241998" y="1424542"/>
                  </a:lnTo>
                  <a:lnTo>
                    <a:pt x="1238703" y="1424542"/>
                  </a:lnTo>
                  <a:lnTo>
                    <a:pt x="1235409" y="1424542"/>
                  </a:lnTo>
                  <a:lnTo>
                    <a:pt x="1232114" y="1424542"/>
                  </a:lnTo>
                  <a:lnTo>
                    <a:pt x="1228820" y="1424542"/>
                  </a:lnTo>
                  <a:lnTo>
                    <a:pt x="1225525" y="1424542"/>
                  </a:lnTo>
                  <a:lnTo>
                    <a:pt x="1222231" y="1424542"/>
                  </a:lnTo>
                  <a:lnTo>
                    <a:pt x="1218937" y="1424542"/>
                  </a:lnTo>
                  <a:lnTo>
                    <a:pt x="1215642" y="1424542"/>
                  </a:lnTo>
                  <a:lnTo>
                    <a:pt x="1212348" y="1424542"/>
                  </a:lnTo>
                  <a:lnTo>
                    <a:pt x="1209053" y="1424542"/>
                  </a:lnTo>
                  <a:lnTo>
                    <a:pt x="1205759" y="1424542"/>
                  </a:lnTo>
                  <a:lnTo>
                    <a:pt x="1202464" y="1424542"/>
                  </a:lnTo>
                  <a:lnTo>
                    <a:pt x="1199170" y="1424542"/>
                  </a:lnTo>
                  <a:lnTo>
                    <a:pt x="1195876" y="1424542"/>
                  </a:lnTo>
                  <a:lnTo>
                    <a:pt x="1192581" y="1424542"/>
                  </a:lnTo>
                  <a:lnTo>
                    <a:pt x="1189287" y="1424542"/>
                  </a:lnTo>
                  <a:lnTo>
                    <a:pt x="1185992" y="1424542"/>
                  </a:lnTo>
                  <a:lnTo>
                    <a:pt x="1182698" y="1424542"/>
                  </a:lnTo>
                  <a:lnTo>
                    <a:pt x="1179403" y="1424542"/>
                  </a:lnTo>
                  <a:lnTo>
                    <a:pt x="1176109" y="1424542"/>
                  </a:lnTo>
                  <a:lnTo>
                    <a:pt x="1172815" y="1424542"/>
                  </a:lnTo>
                  <a:lnTo>
                    <a:pt x="1169520" y="1424542"/>
                  </a:lnTo>
                  <a:lnTo>
                    <a:pt x="1166226" y="1424542"/>
                  </a:lnTo>
                  <a:lnTo>
                    <a:pt x="1162931" y="1424542"/>
                  </a:lnTo>
                  <a:lnTo>
                    <a:pt x="1159637" y="1424542"/>
                  </a:lnTo>
                  <a:lnTo>
                    <a:pt x="1156343" y="1424542"/>
                  </a:lnTo>
                  <a:lnTo>
                    <a:pt x="1153048" y="1424542"/>
                  </a:lnTo>
                  <a:lnTo>
                    <a:pt x="1149754" y="1424542"/>
                  </a:lnTo>
                  <a:lnTo>
                    <a:pt x="1146459" y="1424542"/>
                  </a:lnTo>
                  <a:lnTo>
                    <a:pt x="1143165" y="1424542"/>
                  </a:lnTo>
                  <a:lnTo>
                    <a:pt x="1139870" y="1424542"/>
                  </a:lnTo>
                  <a:lnTo>
                    <a:pt x="1136576" y="1424542"/>
                  </a:lnTo>
                  <a:lnTo>
                    <a:pt x="1133282" y="1424542"/>
                  </a:lnTo>
                  <a:lnTo>
                    <a:pt x="1129987" y="1424542"/>
                  </a:lnTo>
                  <a:lnTo>
                    <a:pt x="1126693" y="1424542"/>
                  </a:lnTo>
                  <a:lnTo>
                    <a:pt x="1123398" y="1424542"/>
                  </a:lnTo>
                  <a:lnTo>
                    <a:pt x="1120104" y="1424542"/>
                  </a:lnTo>
                  <a:lnTo>
                    <a:pt x="1116809" y="1424542"/>
                  </a:lnTo>
                  <a:lnTo>
                    <a:pt x="1113515" y="1424542"/>
                  </a:lnTo>
                  <a:lnTo>
                    <a:pt x="1110221" y="1424542"/>
                  </a:lnTo>
                  <a:lnTo>
                    <a:pt x="1106926" y="1424542"/>
                  </a:lnTo>
                  <a:lnTo>
                    <a:pt x="1103632" y="1424542"/>
                  </a:lnTo>
                  <a:lnTo>
                    <a:pt x="1100337" y="1424542"/>
                  </a:lnTo>
                  <a:lnTo>
                    <a:pt x="1097043" y="1424542"/>
                  </a:lnTo>
                  <a:lnTo>
                    <a:pt x="1093748" y="1424542"/>
                  </a:lnTo>
                  <a:lnTo>
                    <a:pt x="1090454" y="1424542"/>
                  </a:lnTo>
                  <a:lnTo>
                    <a:pt x="1087160" y="1424542"/>
                  </a:lnTo>
                  <a:lnTo>
                    <a:pt x="1083865" y="1424542"/>
                  </a:lnTo>
                  <a:lnTo>
                    <a:pt x="1080571" y="1424542"/>
                  </a:lnTo>
                  <a:lnTo>
                    <a:pt x="1077276" y="1424542"/>
                  </a:lnTo>
                  <a:lnTo>
                    <a:pt x="1073982" y="1424542"/>
                  </a:lnTo>
                  <a:lnTo>
                    <a:pt x="1070687" y="1424542"/>
                  </a:lnTo>
                  <a:lnTo>
                    <a:pt x="1067393" y="1424542"/>
                  </a:lnTo>
                  <a:lnTo>
                    <a:pt x="1064099" y="1424542"/>
                  </a:lnTo>
                  <a:lnTo>
                    <a:pt x="1060804" y="1424542"/>
                  </a:lnTo>
                  <a:lnTo>
                    <a:pt x="1057510" y="1424542"/>
                  </a:lnTo>
                  <a:lnTo>
                    <a:pt x="1054215" y="1424542"/>
                  </a:lnTo>
                  <a:lnTo>
                    <a:pt x="1050921" y="1424542"/>
                  </a:lnTo>
                  <a:lnTo>
                    <a:pt x="1047626" y="1424542"/>
                  </a:lnTo>
                  <a:lnTo>
                    <a:pt x="1044332" y="1424542"/>
                  </a:lnTo>
                  <a:lnTo>
                    <a:pt x="1041038" y="1424542"/>
                  </a:lnTo>
                  <a:lnTo>
                    <a:pt x="1037743" y="1424542"/>
                  </a:lnTo>
                  <a:lnTo>
                    <a:pt x="1034449" y="1424542"/>
                  </a:lnTo>
                  <a:lnTo>
                    <a:pt x="1031154" y="1424542"/>
                  </a:lnTo>
                  <a:lnTo>
                    <a:pt x="1027860" y="1424542"/>
                  </a:lnTo>
                  <a:lnTo>
                    <a:pt x="1024566" y="1424542"/>
                  </a:lnTo>
                  <a:lnTo>
                    <a:pt x="1021271" y="1424542"/>
                  </a:lnTo>
                  <a:lnTo>
                    <a:pt x="1017977" y="1424542"/>
                  </a:lnTo>
                  <a:lnTo>
                    <a:pt x="1014682" y="1424542"/>
                  </a:lnTo>
                  <a:lnTo>
                    <a:pt x="1011388" y="1424542"/>
                  </a:lnTo>
                  <a:lnTo>
                    <a:pt x="1008093" y="1424542"/>
                  </a:lnTo>
                  <a:lnTo>
                    <a:pt x="1004799" y="1424542"/>
                  </a:lnTo>
                  <a:lnTo>
                    <a:pt x="1001505" y="1424542"/>
                  </a:lnTo>
                  <a:lnTo>
                    <a:pt x="998210" y="1424542"/>
                  </a:lnTo>
                  <a:lnTo>
                    <a:pt x="994916" y="1424542"/>
                  </a:lnTo>
                  <a:lnTo>
                    <a:pt x="991621" y="1424542"/>
                  </a:lnTo>
                  <a:lnTo>
                    <a:pt x="988327" y="1424542"/>
                  </a:lnTo>
                  <a:lnTo>
                    <a:pt x="985032" y="1424542"/>
                  </a:lnTo>
                  <a:lnTo>
                    <a:pt x="981738" y="1424542"/>
                  </a:lnTo>
                  <a:lnTo>
                    <a:pt x="978444" y="1424542"/>
                  </a:lnTo>
                  <a:lnTo>
                    <a:pt x="975149" y="1424542"/>
                  </a:lnTo>
                  <a:lnTo>
                    <a:pt x="971855" y="1424542"/>
                  </a:lnTo>
                  <a:lnTo>
                    <a:pt x="968560" y="1424542"/>
                  </a:lnTo>
                  <a:lnTo>
                    <a:pt x="965266" y="1424542"/>
                  </a:lnTo>
                  <a:lnTo>
                    <a:pt x="961971" y="1424542"/>
                  </a:lnTo>
                  <a:lnTo>
                    <a:pt x="958677" y="1424542"/>
                  </a:lnTo>
                  <a:lnTo>
                    <a:pt x="955383" y="1424542"/>
                  </a:lnTo>
                  <a:lnTo>
                    <a:pt x="952088" y="1424542"/>
                  </a:lnTo>
                  <a:lnTo>
                    <a:pt x="948794" y="1424542"/>
                  </a:lnTo>
                  <a:lnTo>
                    <a:pt x="945499" y="1424542"/>
                  </a:lnTo>
                  <a:lnTo>
                    <a:pt x="942205" y="1424542"/>
                  </a:lnTo>
                  <a:lnTo>
                    <a:pt x="938910" y="1424542"/>
                  </a:lnTo>
                  <a:lnTo>
                    <a:pt x="935616" y="1424542"/>
                  </a:lnTo>
                  <a:lnTo>
                    <a:pt x="932322" y="1424542"/>
                  </a:lnTo>
                  <a:lnTo>
                    <a:pt x="929027" y="1424542"/>
                  </a:lnTo>
                  <a:lnTo>
                    <a:pt x="925733" y="1424542"/>
                  </a:lnTo>
                  <a:lnTo>
                    <a:pt x="922438" y="1424542"/>
                  </a:lnTo>
                  <a:lnTo>
                    <a:pt x="919144" y="1424542"/>
                  </a:lnTo>
                  <a:lnTo>
                    <a:pt x="915850" y="1424542"/>
                  </a:lnTo>
                  <a:lnTo>
                    <a:pt x="912555" y="1424542"/>
                  </a:lnTo>
                  <a:lnTo>
                    <a:pt x="909261" y="1424542"/>
                  </a:lnTo>
                  <a:lnTo>
                    <a:pt x="905966" y="1424542"/>
                  </a:lnTo>
                  <a:lnTo>
                    <a:pt x="902672" y="1424542"/>
                  </a:lnTo>
                  <a:lnTo>
                    <a:pt x="899377" y="1424542"/>
                  </a:lnTo>
                  <a:lnTo>
                    <a:pt x="896083" y="1424542"/>
                  </a:lnTo>
                  <a:lnTo>
                    <a:pt x="892789" y="1424542"/>
                  </a:lnTo>
                  <a:lnTo>
                    <a:pt x="889494" y="1424542"/>
                  </a:lnTo>
                  <a:lnTo>
                    <a:pt x="886200" y="1424542"/>
                  </a:lnTo>
                  <a:lnTo>
                    <a:pt x="882905" y="1424542"/>
                  </a:lnTo>
                  <a:lnTo>
                    <a:pt x="879611" y="1424542"/>
                  </a:lnTo>
                  <a:lnTo>
                    <a:pt x="876316" y="1424542"/>
                  </a:lnTo>
                  <a:lnTo>
                    <a:pt x="873022" y="1424542"/>
                  </a:lnTo>
                  <a:lnTo>
                    <a:pt x="869728" y="1424542"/>
                  </a:lnTo>
                  <a:lnTo>
                    <a:pt x="866433" y="1424542"/>
                  </a:lnTo>
                  <a:lnTo>
                    <a:pt x="863139" y="1424542"/>
                  </a:lnTo>
                  <a:lnTo>
                    <a:pt x="859844" y="1424542"/>
                  </a:lnTo>
                  <a:lnTo>
                    <a:pt x="856550" y="1424542"/>
                  </a:lnTo>
                  <a:lnTo>
                    <a:pt x="853255" y="1424542"/>
                  </a:lnTo>
                  <a:lnTo>
                    <a:pt x="849961" y="1424542"/>
                  </a:lnTo>
                  <a:lnTo>
                    <a:pt x="846667" y="1424542"/>
                  </a:lnTo>
                  <a:lnTo>
                    <a:pt x="843372" y="1424542"/>
                  </a:lnTo>
                  <a:lnTo>
                    <a:pt x="840078" y="1424542"/>
                  </a:lnTo>
                  <a:lnTo>
                    <a:pt x="836783" y="1424542"/>
                  </a:lnTo>
                  <a:lnTo>
                    <a:pt x="833489" y="1424542"/>
                  </a:lnTo>
                  <a:lnTo>
                    <a:pt x="830194" y="1424542"/>
                  </a:lnTo>
                  <a:lnTo>
                    <a:pt x="826900" y="1424542"/>
                  </a:lnTo>
                  <a:lnTo>
                    <a:pt x="823606" y="1424542"/>
                  </a:lnTo>
                  <a:lnTo>
                    <a:pt x="820311" y="1424542"/>
                  </a:lnTo>
                  <a:lnTo>
                    <a:pt x="817017" y="1424542"/>
                  </a:lnTo>
                  <a:lnTo>
                    <a:pt x="813722" y="1424542"/>
                  </a:lnTo>
                  <a:lnTo>
                    <a:pt x="810428" y="1424542"/>
                  </a:lnTo>
                  <a:lnTo>
                    <a:pt x="807134" y="1424542"/>
                  </a:lnTo>
                  <a:lnTo>
                    <a:pt x="803839" y="1424542"/>
                  </a:lnTo>
                  <a:lnTo>
                    <a:pt x="800545" y="1424542"/>
                  </a:lnTo>
                  <a:lnTo>
                    <a:pt x="797250" y="1424542"/>
                  </a:lnTo>
                  <a:lnTo>
                    <a:pt x="793956" y="1424542"/>
                  </a:lnTo>
                  <a:lnTo>
                    <a:pt x="790661" y="1424542"/>
                  </a:lnTo>
                  <a:lnTo>
                    <a:pt x="787367" y="1424542"/>
                  </a:lnTo>
                  <a:lnTo>
                    <a:pt x="784073" y="1424542"/>
                  </a:lnTo>
                  <a:lnTo>
                    <a:pt x="780778" y="1424542"/>
                  </a:lnTo>
                  <a:lnTo>
                    <a:pt x="777484" y="1424542"/>
                  </a:lnTo>
                  <a:lnTo>
                    <a:pt x="774189" y="1424542"/>
                  </a:lnTo>
                  <a:lnTo>
                    <a:pt x="770895" y="1424542"/>
                  </a:lnTo>
                  <a:lnTo>
                    <a:pt x="767600" y="1424542"/>
                  </a:lnTo>
                  <a:lnTo>
                    <a:pt x="764306" y="1424542"/>
                  </a:lnTo>
                  <a:lnTo>
                    <a:pt x="761012" y="1424542"/>
                  </a:lnTo>
                  <a:lnTo>
                    <a:pt x="757717" y="1424542"/>
                  </a:lnTo>
                  <a:lnTo>
                    <a:pt x="754423" y="1424542"/>
                  </a:lnTo>
                  <a:lnTo>
                    <a:pt x="751128" y="1424542"/>
                  </a:lnTo>
                  <a:lnTo>
                    <a:pt x="747834" y="1424542"/>
                  </a:lnTo>
                  <a:lnTo>
                    <a:pt x="744539" y="1424542"/>
                  </a:lnTo>
                  <a:lnTo>
                    <a:pt x="741245" y="1424542"/>
                  </a:lnTo>
                  <a:lnTo>
                    <a:pt x="737951" y="1424542"/>
                  </a:lnTo>
                  <a:lnTo>
                    <a:pt x="734656" y="1424542"/>
                  </a:lnTo>
                  <a:lnTo>
                    <a:pt x="731362" y="1424542"/>
                  </a:lnTo>
                  <a:lnTo>
                    <a:pt x="728067" y="1424542"/>
                  </a:lnTo>
                  <a:lnTo>
                    <a:pt x="724773" y="1424542"/>
                  </a:lnTo>
                  <a:lnTo>
                    <a:pt x="721478" y="1424542"/>
                  </a:lnTo>
                  <a:lnTo>
                    <a:pt x="718184" y="1424542"/>
                  </a:lnTo>
                  <a:lnTo>
                    <a:pt x="714890" y="1424542"/>
                  </a:lnTo>
                  <a:lnTo>
                    <a:pt x="711595" y="1424542"/>
                  </a:lnTo>
                  <a:lnTo>
                    <a:pt x="708301" y="1424542"/>
                  </a:lnTo>
                  <a:lnTo>
                    <a:pt x="705006" y="1424542"/>
                  </a:lnTo>
                  <a:lnTo>
                    <a:pt x="701712" y="1424542"/>
                  </a:lnTo>
                  <a:lnTo>
                    <a:pt x="698417" y="1424542"/>
                  </a:lnTo>
                  <a:lnTo>
                    <a:pt x="695123" y="1424542"/>
                  </a:lnTo>
                  <a:lnTo>
                    <a:pt x="691829" y="1424542"/>
                  </a:lnTo>
                  <a:lnTo>
                    <a:pt x="688534" y="1424542"/>
                  </a:lnTo>
                  <a:lnTo>
                    <a:pt x="685240" y="1424542"/>
                  </a:lnTo>
                  <a:lnTo>
                    <a:pt x="681945" y="1424542"/>
                  </a:lnTo>
                  <a:lnTo>
                    <a:pt x="678651" y="1424542"/>
                  </a:lnTo>
                  <a:lnTo>
                    <a:pt x="675357" y="1424542"/>
                  </a:lnTo>
                  <a:lnTo>
                    <a:pt x="672062" y="1424542"/>
                  </a:lnTo>
                  <a:lnTo>
                    <a:pt x="668768" y="1424542"/>
                  </a:lnTo>
                  <a:lnTo>
                    <a:pt x="665473" y="1424542"/>
                  </a:lnTo>
                  <a:lnTo>
                    <a:pt x="662179" y="1424542"/>
                  </a:lnTo>
                  <a:lnTo>
                    <a:pt x="658884" y="1424542"/>
                  </a:lnTo>
                  <a:lnTo>
                    <a:pt x="655590" y="1424542"/>
                  </a:lnTo>
                  <a:lnTo>
                    <a:pt x="652296" y="1424542"/>
                  </a:lnTo>
                  <a:lnTo>
                    <a:pt x="649001" y="1424542"/>
                  </a:lnTo>
                  <a:lnTo>
                    <a:pt x="645707" y="1424542"/>
                  </a:lnTo>
                  <a:lnTo>
                    <a:pt x="642412" y="1424542"/>
                  </a:lnTo>
                  <a:lnTo>
                    <a:pt x="639118" y="1424542"/>
                  </a:lnTo>
                  <a:lnTo>
                    <a:pt x="635823" y="1424542"/>
                  </a:lnTo>
                  <a:lnTo>
                    <a:pt x="632529" y="1424542"/>
                  </a:lnTo>
                  <a:lnTo>
                    <a:pt x="629235" y="1424542"/>
                  </a:lnTo>
                  <a:lnTo>
                    <a:pt x="625940" y="1424542"/>
                  </a:lnTo>
                  <a:lnTo>
                    <a:pt x="622646" y="1424542"/>
                  </a:lnTo>
                  <a:lnTo>
                    <a:pt x="619351" y="1424542"/>
                  </a:lnTo>
                  <a:lnTo>
                    <a:pt x="616057" y="1424542"/>
                  </a:lnTo>
                  <a:lnTo>
                    <a:pt x="612762" y="1424542"/>
                  </a:lnTo>
                  <a:lnTo>
                    <a:pt x="609468" y="1424542"/>
                  </a:lnTo>
                  <a:lnTo>
                    <a:pt x="606174" y="1424542"/>
                  </a:lnTo>
                  <a:lnTo>
                    <a:pt x="602879" y="1424542"/>
                  </a:lnTo>
                  <a:lnTo>
                    <a:pt x="599585" y="1424542"/>
                  </a:lnTo>
                  <a:lnTo>
                    <a:pt x="596290" y="1424542"/>
                  </a:lnTo>
                  <a:lnTo>
                    <a:pt x="592996" y="1424542"/>
                  </a:lnTo>
                  <a:lnTo>
                    <a:pt x="589701" y="1424542"/>
                  </a:lnTo>
                  <a:lnTo>
                    <a:pt x="586407" y="1424542"/>
                  </a:lnTo>
                  <a:lnTo>
                    <a:pt x="583113" y="1424542"/>
                  </a:lnTo>
                  <a:lnTo>
                    <a:pt x="579818" y="1424542"/>
                  </a:lnTo>
                  <a:lnTo>
                    <a:pt x="576524" y="1424542"/>
                  </a:lnTo>
                  <a:lnTo>
                    <a:pt x="573229" y="1424542"/>
                  </a:lnTo>
                  <a:lnTo>
                    <a:pt x="569935" y="1424542"/>
                  </a:lnTo>
                  <a:lnTo>
                    <a:pt x="566641" y="1424542"/>
                  </a:lnTo>
                  <a:lnTo>
                    <a:pt x="563346" y="1424542"/>
                  </a:lnTo>
                  <a:lnTo>
                    <a:pt x="560052" y="1424542"/>
                  </a:lnTo>
                  <a:lnTo>
                    <a:pt x="556757" y="1424542"/>
                  </a:lnTo>
                  <a:lnTo>
                    <a:pt x="553463" y="1424542"/>
                  </a:lnTo>
                  <a:lnTo>
                    <a:pt x="550168" y="1424542"/>
                  </a:lnTo>
                  <a:lnTo>
                    <a:pt x="546874" y="1424542"/>
                  </a:lnTo>
                  <a:lnTo>
                    <a:pt x="543580" y="1424542"/>
                  </a:lnTo>
                  <a:lnTo>
                    <a:pt x="540285" y="1424542"/>
                  </a:lnTo>
                  <a:lnTo>
                    <a:pt x="536991" y="1424542"/>
                  </a:lnTo>
                  <a:lnTo>
                    <a:pt x="533696" y="1424542"/>
                  </a:lnTo>
                  <a:lnTo>
                    <a:pt x="530402" y="1424542"/>
                  </a:lnTo>
                  <a:lnTo>
                    <a:pt x="527107" y="1424542"/>
                  </a:lnTo>
                  <a:lnTo>
                    <a:pt x="523813" y="1424542"/>
                  </a:lnTo>
                  <a:lnTo>
                    <a:pt x="520519" y="1424542"/>
                  </a:lnTo>
                  <a:lnTo>
                    <a:pt x="517224" y="1424542"/>
                  </a:lnTo>
                  <a:lnTo>
                    <a:pt x="513930" y="1424542"/>
                  </a:lnTo>
                  <a:lnTo>
                    <a:pt x="510635" y="1424542"/>
                  </a:lnTo>
                  <a:lnTo>
                    <a:pt x="507341" y="1424542"/>
                  </a:lnTo>
                  <a:lnTo>
                    <a:pt x="504046" y="1424542"/>
                  </a:lnTo>
                  <a:lnTo>
                    <a:pt x="500752" y="1424542"/>
                  </a:lnTo>
                  <a:lnTo>
                    <a:pt x="497458" y="1424542"/>
                  </a:lnTo>
                  <a:lnTo>
                    <a:pt x="494163" y="1424542"/>
                  </a:lnTo>
                  <a:lnTo>
                    <a:pt x="490869" y="1424542"/>
                  </a:lnTo>
                  <a:lnTo>
                    <a:pt x="487574" y="1424542"/>
                  </a:lnTo>
                  <a:lnTo>
                    <a:pt x="484280" y="1424542"/>
                  </a:lnTo>
                  <a:lnTo>
                    <a:pt x="480985" y="1424542"/>
                  </a:lnTo>
                  <a:lnTo>
                    <a:pt x="477691" y="1424542"/>
                  </a:lnTo>
                  <a:lnTo>
                    <a:pt x="474397" y="1424542"/>
                  </a:lnTo>
                  <a:lnTo>
                    <a:pt x="471102" y="1424542"/>
                  </a:lnTo>
                  <a:lnTo>
                    <a:pt x="467808" y="1424542"/>
                  </a:lnTo>
                  <a:lnTo>
                    <a:pt x="464513" y="1424542"/>
                  </a:lnTo>
                  <a:lnTo>
                    <a:pt x="461219" y="1424542"/>
                  </a:lnTo>
                  <a:lnTo>
                    <a:pt x="457925" y="1424542"/>
                  </a:lnTo>
                  <a:lnTo>
                    <a:pt x="454630" y="1424542"/>
                  </a:lnTo>
                  <a:lnTo>
                    <a:pt x="451336" y="1424542"/>
                  </a:lnTo>
                  <a:lnTo>
                    <a:pt x="448041" y="1424542"/>
                  </a:lnTo>
                  <a:lnTo>
                    <a:pt x="444747" y="1424542"/>
                  </a:lnTo>
                  <a:lnTo>
                    <a:pt x="441452" y="1424542"/>
                  </a:lnTo>
                  <a:lnTo>
                    <a:pt x="438158" y="1424542"/>
                  </a:lnTo>
                  <a:lnTo>
                    <a:pt x="434864" y="1424542"/>
                  </a:lnTo>
                  <a:lnTo>
                    <a:pt x="431569" y="1424542"/>
                  </a:lnTo>
                  <a:lnTo>
                    <a:pt x="428275" y="1424542"/>
                  </a:lnTo>
                  <a:lnTo>
                    <a:pt x="424980" y="1424542"/>
                  </a:lnTo>
                  <a:lnTo>
                    <a:pt x="421686" y="1424542"/>
                  </a:lnTo>
                  <a:lnTo>
                    <a:pt x="418391" y="1424542"/>
                  </a:lnTo>
                  <a:lnTo>
                    <a:pt x="415097" y="1424542"/>
                  </a:lnTo>
                  <a:lnTo>
                    <a:pt x="411803" y="1424542"/>
                  </a:lnTo>
                  <a:lnTo>
                    <a:pt x="408508" y="1424542"/>
                  </a:lnTo>
                  <a:lnTo>
                    <a:pt x="405214" y="1424542"/>
                  </a:lnTo>
                  <a:lnTo>
                    <a:pt x="401919" y="1424542"/>
                  </a:lnTo>
                  <a:lnTo>
                    <a:pt x="398625" y="1424542"/>
                  </a:lnTo>
                  <a:lnTo>
                    <a:pt x="395330" y="1424542"/>
                  </a:lnTo>
                  <a:lnTo>
                    <a:pt x="392036" y="1424542"/>
                  </a:lnTo>
                  <a:lnTo>
                    <a:pt x="388742" y="1424542"/>
                  </a:lnTo>
                  <a:lnTo>
                    <a:pt x="385447" y="1424542"/>
                  </a:lnTo>
                  <a:lnTo>
                    <a:pt x="382153" y="1424542"/>
                  </a:lnTo>
                  <a:lnTo>
                    <a:pt x="378858" y="1424542"/>
                  </a:lnTo>
                  <a:lnTo>
                    <a:pt x="375564" y="1424542"/>
                  </a:lnTo>
                  <a:lnTo>
                    <a:pt x="372269" y="1424542"/>
                  </a:lnTo>
                  <a:lnTo>
                    <a:pt x="368975" y="1424542"/>
                  </a:lnTo>
                  <a:lnTo>
                    <a:pt x="365681" y="1424542"/>
                  </a:lnTo>
                  <a:lnTo>
                    <a:pt x="362386" y="1424542"/>
                  </a:lnTo>
                  <a:lnTo>
                    <a:pt x="359092" y="1424542"/>
                  </a:lnTo>
                  <a:lnTo>
                    <a:pt x="355797" y="1424542"/>
                  </a:lnTo>
                  <a:lnTo>
                    <a:pt x="352503" y="1424542"/>
                  </a:lnTo>
                  <a:lnTo>
                    <a:pt x="349208" y="1424542"/>
                  </a:lnTo>
                  <a:lnTo>
                    <a:pt x="345914" y="1424542"/>
                  </a:lnTo>
                  <a:lnTo>
                    <a:pt x="342620" y="1424542"/>
                  </a:lnTo>
                  <a:lnTo>
                    <a:pt x="339325" y="1424542"/>
                  </a:lnTo>
                  <a:lnTo>
                    <a:pt x="336031" y="1424542"/>
                  </a:lnTo>
                  <a:lnTo>
                    <a:pt x="332736" y="1424542"/>
                  </a:lnTo>
                  <a:lnTo>
                    <a:pt x="329442" y="1424542"/>
                  </a:lnTo>
                  <a:lnTo>
                    <a:pt x="326148" y="1424542"/>
                  </a:lnTo>
                  <a:lnTo>
                    <a:pt x="322853" y="1424542"/>
                  </a:lnTo>
                  <a:lnTo>
                    <a:pt x="319559" y="1424542"/>
                  </a:lnTo>
                  <a:lnTo>
                    <a:pt x="316264" y="1424542"/>
                  </a:lnTo>
                  <a:lnTo>
                    <a:pt x="312970" y="1424542"/>
                  </a:lnTo>
                  <a:lnTo>
                    <a:pt x="309675" y="1424542"/>
                  </a:lnTo>
                  <a:lnTo>
                    <a:pt x="306381" y="1424542"/>
                  </a:lnTo>
                  <a:lnTo>
                    <a:pt x="303087" y="1424542"/>
                  </a:lnTo>
                  <a:lnTo>
                    <a:pt x="299792" y="1424542"/>
                  </a:lnTo>
                  <a:lnTo>
                    <a:pt x="296498" y="1424542"/>
                  </a:lnTo>
                  <a:lnTo>
                    <a:pt x="293203" y="1424542"/>
                  </a:lnTo>
                  <a:lnTo>
                    <a:pt x="289909" y="1424542"/>
                  </a:lnTo>
                  <a:lnTo>
                    <a:pt x="286614" y="1424542"/>
                  </a:lnTo>
                  <a:lnTo>
                    <a:pt x="283320" y="1424542"/>
                  </a:lnTo>
                  <a:lnTo>
                    <a:pt x="280026" y="1424542"/>
                  </a:lnTo>
                  <a:lnTo>
                    <a:pt x="276731" y="1424542"/>
                  </a:lnTo>
                  <a:lnTo>
                    <a:pt x="273437" y="1424542"/>
                  </a:lnTo>
                  <a:lnTo>
                    <a:pt x="270142" y="1424542"/>
                  </a:lnTo>
                  <a:lnTo>
                    <a:pt x="266848" y="1424542"/>
                  </a:lnTo>
                  <a:lnTo>
                    <a:pt x="263553" y="1424542"/>
                  </a:lnTo>
                  <a:lnTo>
                    <a:pt x="260259" y="1424542"/>
                  </a:lnTo>
                  <a:lnTo>
                    <a:pt x="256965" y="1424542"/>
                  </a:lnTo>
                  <a:lnTo>
                    <a:pt x="253670" y="1424542"/>
                  </a:lnTo>
                  <a:lnTo>
                    <a:pt x="250376" y="1424542"/>
                  </a:lnTo>
                  <a:lnTo>
                    <a:pt x="247081" y="1424542"/>
                  </a:lnTo>
                  <a:lnTo>
                    <a:pt x="243787" y="1424542"/>
                  </a:lnTo>
                  <a:lnTo>
                    <a:pt x="240492" y="1424542"/>
                  </a:lnTo>
                  <a:lnTo>
                    <a:pt x="237198" y="1424542"/>
                  </a:lnTo>
                  <a:lnTo>
                    <a:pt x="233904" y="1424542"/>
                  </a:lnTo>
                  <a:lnTo>
                    <a:pt x="230609" y="1424542"/>
                  </a:lnTo>
                  <a:lnTo>
                    <a:pt x="227315" y="1424542"/>
                  </a:lnTo>
                  <a:lnTo>
                    <a:pt x="224020" y="1424542"/>
                  </a:lnTo>
                  <a:lnTo>
                    <a:pt x="220726" y="1424542"/>
                  </a:lnTo>
                  <a:lnTo>
                    <a:pt x="217432" y="1424542"/>
                  </a:lnTo>
                  <a:lnTo>
                    <a:pt x="214137" y="1424542"/>
                  </a:lnTo>
                  <a:lnTo>
                    <a:pt x="210843" y="1424542"/>
                  </a:lnTo>
                  <a:lnTo>
                    <a:pt x="207548" y="1424542"/>
                  </a:lnTo>
                  <a:lnTo>
                    <a:pt x="204254" y="1424542"/>
                  </a:lnTo>
                  <a:lnTo>
                    <a:pt x="200959" y="1424542"/>
                  </a:lnTo>
                  <a:lnTo>
                    <a:pt x="197665" y="1424542"/>
                  </a:lnTo>
                  <a:lnTo>
                    <a:pt x="194371" y="1424542"/>
                  </a:lnTo>
                  <a:lnTo>
                    <a:pt x="191076" y="1424542"/>
                  </a:lnTo>
                  <a:lnTo>
                    <a:pt x="187782" y="1424542"/>
                  </a:lnTo>
                  <a:lnTo>
                    <a:pt x="184487" y="1424542"/>
                  </a:lnTo>
                  <a:lnTo>
                    <a:pt x="181193" y="1424542"/>
                  </a:lnTo>
                  <a:lnTo>
                    <a:pt x="177898" y="1424542"/>
                  </a:lnTo>
                  <a:lnTo>
                    <a:pt x="174604" y="1424542"/>
                  </a:lnTo>
                  <a:lnTo>
                    <a:pt x="171310" y="1424542"/>
                  </a:lnTo>
                  <a:lnTo>
                    <a:pt x="168015" y="1424542"/>
                  </a:lnTo>
                  <a:lnTo>
                    <a:pt x="164721" y="1424542"/>
                  </a:lnTo>
                  <a:lnTo>
                    <a:pt x="161426" y="1424542"/>
                  </a:lnTo>
                  <a:lnTo>
                    <a:pt x="158132" y="1424542"/>
                  </a:lnTo>
                  <a:lnTo>
                    <a:pt x="154837" y="1424542"/>
                  </a:lnTo>
                  <a:lnTo>
                    <a:pt x="151543" y="1424542"/>
                  </a:lnTo>
                  <a:lnTo>
                    <a:pt x="148249" y="1424542"/>
                  </a:lnTo>
                  <a:lnTo>
                    <a:pt x="144954" y="1424542"/>
                  </a:lnTo>
                  <a:lnTo>
                    <a:pt x="141660" y="1424542"/>
                  </a:lnTo>
                  <a:lnTo>
                    <a:pt x="138365" y="1424542"/>
                  </a:lnTo>
                  <a:lnTo>
                    <a:pt x="135071" y="1424542"/>
                  </a:lnTo>
                  <a:lnTo>
                    <a:pt x="131776" y="1424542"/>
                  </a:lnTo>
                  <a:lnTo>
                    <a:pt x="128482" y="1424542"/>
                  </a:lnTo>
                  <a:lnTo>
                    <a:pt x="125188" y="1424542"/>
                  </a:lnTo>
                  <a:lnTo>
                    <a:pt x="121893" y="1424542"/>
                  </a:lnTo>
                  <a:lnTo>
                    <a:pt x="118599" y="1424542"/>
                  </a:lnTo>
                  <a:lnTo>
                    <a:pt x="115304" y="1424542"/>
                  </a:lnTo>
                  <a:lnTo>
                    <a:pt x="112010" y="1424542"/>
                  </a:lnTo>
                  <a:lnTo>
                    <a:pt x="108716" y="1424542"/>
                  </a:lnTo>
                  <a:lnTo>
                    <a:pt x="105421" y="1424542"/>
                  </a:lnTo>
                  <a:lnTo>
                    <a:pt x="102127" y="1424542"/>
                  </a:lnTo>
                  <a:lnTo>
                    <a:pt x="98832" y="1424542"/>
                  </a:lnTo>
                  <a:lnTo>
                    <a:pt x="95538" y="1424542"/>
                  </a:lnTo>
                  <a:lnTo>
                    <a:pt x="92243" y="1424542"/>
                  </a:lnTo>
                  <a:lnTo>
                    <a:pt x="88949" y="1424542"/>
                  </a:lnTo>
                  <a:lnTo>
                    <a:pt x="85655" y="1424542"/>
                  </a:lnTo>
                  <a:lnTo>
                    <a:pt x="82360" y="1424542"/>
                  </a:lnTo>
                  <a:lnTo>
                    <a:pt x="79066" y="1424542"/>
                  </a:lnTo>
                  <a:lnTo>
                    <a:pt x="75771" y="1424542"/>
                  </a:lnTo>
                  <a:lnTo>
                    <a:pt x="72477" y="1424542"/>
                  </a:lnTo>
                  <a:lnTo>
                    <a:pt x="69182" y="1424542"/>
                  </a:lnTo>
                  <a:lnTo>
                    <a:pt x="65888" y="1424542"/>
                  </a:lnTo>
                  <a:lnTo>
                    <a:pt x="62594" y="1424542"/>
                  </a:lnTo>
                  <a:lnTo>
                    <a:pt x="59299" y="1424542"/>
                  </a:lnTo>
                  <a:lnTo>
                    <a:pt x="56005" y="1424542"/>
                  </a:lnTo>
                  <a:lnTo>
                    <a:pt x="52710" y="1424542"/>
                  </a:lnTo>
                  <a:lnTo>
                    <a:pt x="49416" y="1424542"/>
                  </a:lnTo>
                  <a:lnTo>
                    <a:pt x="46121" y="1424542"/>
                  </a:lnTo>
                  <a:lnTo>
                    <a:pt x="42827" y="1424542"/>
                  </a:lnTo>
                  <a:lnTo>
                    <a:pt x="39533" y="1424542"/>
                  </a:lnTo>
                  <a:lnTo>
                    <a:pt x="36238" y="1424542"/>
                  </a:lnTo>
                  <a:lnTo>
                    <a:pt x="32944" y="1424542"/>
                  </a:lnTo>
                  <a:lnTo>
                    <a:pt x="29649" y="1424542"/>
                  </a:lnTo>
                  <a:lnTo>
                    <a:pt x="26355" y="1424542"/>
                  </a:lnTo>
                  <a:lnTo>
                    <a:pt x="23060" y="1424542"/>
                  </a:lnTo>
                  <a:lnTo>
                    <a:pt x="19766" y="1424542"/>
                  </a:lnTo>
                  <a:lnTo>
                    <a:pt x="16472" y="1424542"/>
                  </a:lnTo>
                  <a:lnTo>
                    <a:pt x="13177" y="1424542"/>
                  </a:lnTo>
                  <a:lnTo>
                    <a:pt x="9883" y="1424542"/>
                  </a:lnTo>
                  <a:lnTo>
                    <a:pt x="6588" y="1424542"/>
                  </a:lnTo>
                  <a:lnTo>
                    <a:pt x="3294" y="142454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556616" y="3074138"/>
              <a:ext cx="1683450" cy="1424542"/>
            </a:xfrm>
            <a:custGeom>
              <a:avLst/>
              <a:pathLst>
                <a:path w="1683450" h="1424542">
                  <a:moveTo>
                    <a:pt x="0" y="1424542"/>
                  </a:moveTo>
                  <a:lnTo>
                    <a:pt x="3294" y="1424542"/>
                  </a:lnTo>
                  <a:lnTo>
                    <a:pt x="6588" y="1424542"/>
                  </a:lnTo>
                  <a:lnTo>
                    <a:pt x="9883" y="1424542"/>
                  </a:lnTo>
                  <a:lnTo>
                    <a:pt x="13177" y="1424542"/>
                  </a:lnTo>
                  <a:lnTo>
                    <a:pt x="16472" y="1424542"/>
                  </a:lnTo>
                  <a:lnTo>
                    <a:pt x="19766" y="1424542"/>
                  </a:lnTo>
                  <a:lnTo>
                    <a:pt x="23060" y="1424542"/>
                  </a:lnTo>
                  <a:lnTo>
                    <a:pt x="26355" y="1424542"/>
                  </a:lnTo>
                  <a:lnTo>
                    <a:pt x="29649" y="1424542"/>
                  </a:lnTo>
                  <a:lnTo>
                    <a:pt x="32944" y="1424542"/>
                  </a:lnTo>
                  <a:lnTo>
                    <a:pt x="36238" y="1424542"/>
                  </a:lnTo>
                  <a:lnTo>
                    <a:pt x="39533" y="1424542"/>
                  </a:lnTo>
                  <a:lnTo>
                    <a:pt x="42827" y="1424542"/>
                  </a:lnTo>
                  <a:lnTo>
                    <a:pt x="46121" y="1424542"/>
                  </a:lnTo>
                  <a:lnTo>
                    <a:pt x="49416" y="1424542"/>
                  </a:lnTo>
                  <a:lnTo>
                    <a:pt x="52710" y="1424542"/>
                  </a:lnTo>
                  <a:lnTo>
                    <a:pt x="56005" y="1424542"/>
                  </a:lnTo>
                  <a:lnTo>
                    <a:pt x="59299" y="1424542"/>
                  </a:lnTo>
                  <a:lnTo>
                    <a:pt x="62594" y="1424542"/>
                  </a:lnTo>
                  <a:lnTo>
                    <a:pt x="65888" y="1424542"/>
                  </a:lnTo>
                  <a:lnTo>
                    <a:pt x="69182" y="1424542"/>
                  </a:lnTo>
                  <a:lnTo>
                    <a:pt x="72477" y="1424542"/>
                  </a:lnTo>
                  <a:lnTo>
                    <a:pt x="75771" y="1424542"/>
                  </a:lnTo>
                  <a:lnTo>
                    <a:pt x="79066" y="1424542"/>
                  </a:lnTo>
                  <a:lnTo>
                    <a:pt x="82360" y="1424542"/>
                  </a:lnTo>
                  <a:lnTo>
                    <a:pt x="85655" y="1424542"/>
                  </a:lnTo>
                  <a:lnTo>
                    <a:pt x="88949" y="1424542"/>
                  </a:lnTo>
                  <a:lnTo>
                    <a:pt x="92243" y="1424542"/>
                  </a:lnTo>
                  <a:lnTo>
                    <a:pt x="95538" y="1424542"/>
                  </a:lnTo>
                  <a:lnTo>
                    <a:pt x="98832" y="1424542"/>
                  </a:lnTo>
                  <a:lnTo>
                    <a:pt x="102127" y="1424542"/>
                  </a:lnTo>
                  <a:lnTo>
                    <a:pt x="105421" y="1424542"/>
                  </a:lnTo>
                  <a:lnTo>
                    <a:pt x="108716" y="1424542"/>
                  </a:lnTo>
                  <a:lnTo>
                    <a:pt x="112010" y="1424542"/>
                  </a:lnTo>
                  <a:lnTo>
                    <a:pt x="115304" y="1424542"/>
                  </a:lnTo>
                  <a:lnTo>
                    <a:pt x="118599" y="1424542"/>
                  </a:lnTo>
                  <a:lnTo>
                    <a:pt x="121893" y="1424542"/>
                  </a:lnTo>
                  <a:lnTo>
                    <a:pt x="125188" y="1424542"/>
                  </a:lnTo>
                  <a:lnTo>
                    <a:pt x="128482" y="1424542"/>
                  </a:lnTo>
                  <a:lnTo>
                    <a:pt x="131776" y="1424542"/>
                  </a:lnTo>
                  <a:lnTo>
                    <a:pt x="135071" y="1424542"/>
                  </a:lnTo>
                  <a:lnTo>
                    <a:pt x="138365" y="1424542"/>
                  </a:lnTo>
                  <a:lnTo>
                    <a:pt x="141660" y="1424542"/>
                  </a:lnTo>
                  <a:lnTo>
                    <a:pt x="144954" y="1424542"/>
                  </a:lnTo>
                  <a:lnTo>
                    <a:pt x="148249" y="1424542"/>
                  </a:lnTo>
                  <a:lnTo>
                    <a:pt x="151543" y="1424542"/>
                  </a:lnTo>
                  <a:lnTo>
                    <a:pt x="154837" y="1424542"/>
                  </a:lnTo>
                  <a:lnTo>
                    <a:pt x="158132" y="1424542"/>
                  </a:lnTo>
                  <a:lnTo>
                    <a:pt x="161426" y="1424542"/>
                  </a:lnTo>
                  <a:lnTo>
                    <a:pt x="164721" y="1424542"/>
                  </a:lnTo>
                  <a:lnTo>
                    <a:pt x="168015" y="1424542"/>
                  </a:lnTo>
                  <a:lnTo>
                    <a:pt x="171310" y="1424542"/>
                  </a:lnTo>
                  <a:lnTo>
                    <a:pt x="174604" y="1424542"/>
                  </a:lnTo>
                  <a:lnTo>
                    <a:pt x="177898" y="1424542"/>
                  </a:lnTo>
                  <a:lnTo>
                    <a:pt x="181193" y="1424542"/>
                  </a:lnTo>
                  <a:lnTo>
                    <a:pt x="184487" y="1424542"/>
                  </a:lnTo>
                  <a:lnTo>
                    <a:pt x="187782" y="1424542"/>
                  </a:lnTo>
                  <a:lnTo>
                    <a:pt x="191076" y="1424542"/>
                  </a:lnTo>
                  <a:lnTo>
                    <a:pt x="194371" y="1424542"/>
                  </a:lnTo>
                  <a:lnTo>
                    <a:pt x="197665" y="1424542"/>
                  </a:lnTo>
                  <a:lnTo>
                    <a:pt x="200959" y="1424542"/>
                  </a:lnTo>
                  <a:lnTo>
                    <a:pt x="204254" y="1424542"/>
                  </a:lnTo>
                  <a:lnTo>
                    <a:pt x="207548" y="1424542"/>
                  </a:lnTo>
                  <a:lnTo>
                    <a:pt x="210843" y="1424542"/>
                  </a:lnTo>
                  <a:lnTo>
                    <a:pt x="214137" y="1424542"/>
                  </a:lnTo>
                  <a:lnTo>
                    <a:pt x="217432" y="1424542"/>
                  </a:lnTo>
                  <a:lnTo>
                    <a:pt x="220726" y="1424542"/>
                  </a:lnTo>
                  <a:lnTo>
                    <a:pt x="224020" y="1424542"/>
                  </a:lnTo>
                  <a:lnTo>
                    <a:pt x="227315" y="1424542"/>
                  </a:lnTo>
                  <a:lnTo>
                    <a:pt x="230609" y="1424542"/>
                  </a:lnTo>
                  <a:lnTo>
                    <a:pt x="233904" y="1424542"/>
                  </a:lnTo>
                  <a:lnTo>
                    <a:pt x="237198" y="1424542"/>
                  </a:lnTo>
                  <a:lnTo>
                    <a:pt x="240492" y="1424542"/>
                  </a:lnTo>
                  <a:lnTo>
                    <a:pt x="243787" y="1424542"/>
                  </a:lnTo>
                  <a:lnTo>
                    <a:pt x="247081" y="1424542"/>
                  </a:lnTo>
                  <a:lnTo>
                    <a:pt x="250376" y="1424542"/>
                  </a:lnTo>
                  <a:lnTo>
                    <a:pt x="253670" y="1424542"/>
                  </a:lnTo>
                  <a:lnTo>
                    <a:pt x="256965" y="1424542"/>
                  </a:lnTo>
                  <a:lnTo>
                    <a:pt x="260259" y="1424542"/>
                  </a:lnTo>
                  <a:lnTo>
                    <a:pt x="263553" y="1424542"/>
                  </a:lnTo>
                  <a:lnTo>
                    <a:pt x="266848" y="1424542"/>
                  </a:lnTo>
                  <a:lnTo>
                    <a:pt x="270142" y="1424542"/>
                  </a:lnTo>
                  <a:lnTo>
                    <a:pt x="273437" y="1424542"/>
                  </a:lnTo>
                  <a:lnTo>
                    <a:pt x="276731" y="1424542"/>
                  </a:lnTo>
                  <a:lnTo>
                    <a:pt x="280026" y="1424542"/>
                  </a:lnTo>
                  <a:lnTo>
                    <a:pt x="283320" y="1424542"/>
                  </a:lnTo>
                  <a:lnTo>
                    <a:pt x="286614" y="1424542"/>
                  </a:lnTo>
                  <a:lnTo>
                    <a:pt x="289909" y="1424542"/>
                  </a:lnTo>
                  <a:lnTo>
                    <a:pt x="293203" y="1424542"/>
                  </a:lnTo>
                  <a:lnTo>
                    <a:pt x="296498" y="1424542"/>
                  </a:lnTo>
                  <a:lnTo>
                    <a:pt x="299792" y="1424542"/>
                  </a:lnTo>
                  <a:lnTo>
                    <a:pt x="303087" y="1424542"/>
                  </a:lnTo>
                  <a:lnTo>
                    <a:pt x="306381" y="1424542"/>
                  </a:lnTo>
                  <a:lnTo>
                    <a:pt x="309675" y="1424542"/>
                  </a:lnTo>
                  <a:lnTo>
                    <a:pt x="312970" y="1424542"/>
                  </a:lnTo>
                  <a:lnTo>
                    <a:pt x="316264" y="1424542"/>
                  </a:lnTo>
                  <a:lnTo>
                    <a:pt x="319559" y="1424542"/>
                  </a:lnTo>
                  <a:lnTo>
                    <a:pt x="322853" y="1424542"/>
                  </a:lnTo>
                  <a:lnTo>
                    <a:pt x="326148" y="1424542"/>
                  </a:lnTo>
                  <a:lnTo>
                    <a:pt x="329442" y="1424542"/>
                  </a:lnTo>
                  <a:lnTo>
                    <a:pt x="332736" y="1424542"/>
                  </a:lnTo>
                  <a:lnTo>
                    <a:pt x="336031" y="1424542"/>
                  </a:lnTo>
                  <a:lnTo>
                    <a:pt x="339325" y="1424542"/>
                  </a:lnTo>
                  <a:lnTo>
                    <a:pt x="342620" y="1424542"/>
                  </a:lnTo>
                  <a:lnTo>
                    <a:pt x="345914" y="1424542"/>
                  </a:lnTo>
                  <a:lnTo>
                    <a:pt x="349208" y="1424542"/>
                  </a:lnTo>
                  <a:lnTo>
                    <a:pt x="352503" y="1424542"/>
                  </a:lnTo>
                  <a:lnTo>
                    <a:pt x="355797" y="1424542"/>
                  </a:lnTo>
                  <a:lnTo>
                    <a:pt x="359092" y="1424542"/>
                  </a:lnTo>
                  <a:lnTo>
                    <a:pt x="362386" y="1424542"/>
                  </a:lnTo>
                  <a:lnTo>
                    <a:pt x="365681" y="1424542"/>
                  </a:lnTo>
                  <a:lnTo>
                    <a:pt x="368975" y="1424542"/>
                  </a:lnTo>
                  <a:lnTo>
                    <a:pt x="372269" y="1424542"/>
                  </a:lnTo>
                  <a:lnTo>
                    <a:pt x="375564" y="1424542"/>
                  </a:lnTo>
                  <a:lnTo>
                    <a:pt x="378858" y="1424542"/>
                  </a:lnTo>
                  <a:lnTo>
                    <a:pt x="382153" y="1424542"/>
                  </a:lnTo>
                  <a:lnTo>
                    <a:pt x="385447" y="1424542"/>
                  </a:lnTo>
                  <a:lnTo>
                    <a:pt x="388742" y="1424542"/>
                  </a:lnTo>
                  <a:lnTo>
                    <a:pt x="392036" y="1424542"/>
                  </a:lnTo>
                  <a:lnTo>
                    <a:pt x="395330" y="1424542"/>
                  </a:lnTo>
                  <a:lnTo>
                    <a:pt x="398625" y="1424542"/>
                  </a:lnTo>
                  <a:lnTo>
                    <a:pt x="401919" y="1424542"/>
                  </a:lnTo>
                  <a:lnTo>
                    <a:pt x="405214" y="1424542"/>
                  </a:lnTo>
                  <a:lnTo>
                    <a:pt x="408508" y="1424542"/>
                  </a:lnTo>
                  <a:lnTo>
                    <a:pt x="411803" y="1424542"/>
                  </a:lnTo>
                  <a:lnTo>
                    <a:pt x="415097" y="1424542"/>
                  </a:lnTo>
                  <a:lnTo>
                    <a:pt x="418391" y="1424542"/>
                  </a:lnTo>
                  <a:lnTo>
                    <a:pt x="421686" y="1424542"/>
                  </a:lnTo>
                  <a:lnTo>
                    <a:pt x="424980" y="1424542"/>
                  </a:lnTo>
                  <a:lnTo>
                    <a:pt x="428275" y="1424542"/>
                  </a:lnTo>
                  <a:lnTo>
                    <a:pt x="431569" y="1424542"/>
                  </a:lnTo>
                  <a:lnTo>
                    <a:pt x="434864" y="1424542"/>
                  </a:lnTo>
                  <a:lnTo>
                    <a:pt x="438158" y="1424542"/>
                  </a:lnTo>
                  <a:lnTo>
                    <a:pt x="441452" y="1424542"/>
                  </a:lnTo>
                  <a:lnTo>
                    <a:pt x="444747" y="1424542"/>
                  </a:lnTo>
                  <a:lnTo>
                    <a:pt x="448041" y="1424542"/>
                  </a:lnTo>
                  <a:lnTo>
                    <a:pt x="451336" y="1424542"/>
                  </a:lnTo>
                  <a:lnTo>
                    <a:pt x="454630" y="1424542"/>
                  </a:lnTo>
                  <a:lnTo>
                    <a:pt x="457925" y="1424542"/>
                  </a:lnTo>
                  <a:lnTo>
                    <a:pt x="461219" y="1424542"/>
                  </a:lnTo>
                  <a:lnTo>
                    <a:pt x="464513" y="1424542"/>
                  </a:lnTo>
                  <a:lnTo>
                    <a:pt x="467808" y="1424542"/>
                  </a:lnTo>
                  <a:lnTo>
                    <a:pt x="471102" y="1424542"/>
                  </a:lnTo>
                  <a:lnTo>
                    <a:pt x="474397" y="1424542"/>
                  </a:lnTo>
                  <a:lnTo>
                    <a:pt x="477691" y="1424542"/>
                  </a:lnTo>
                  <a:lnTo>
                    <a:pt x="480985" y="1424542"/>
                  </a:lnTo>
                  <a:lnTo>
                    <a:pt x="484280" y="1424542"/>
                  </a:lnTo>
                  <a:lnTo>
                    <a:pt x="487574" y="1424542"/>
                  </a:lnTo>
                  <a:lnTo>
                    <a:pt x="490869" y="1424542"/>
                  </a:lnTo>
                  <a:lnTo>
                    <a:pt x="494163" y="1424542"/>
                  </a:lnTo>
                  <a:lnTo>
                    <a:pt x="497458" y="1424542"/>
                  </a:lnTo>
                  <a:lnTo>
                    <a:pt x="500752" y="1424542"/>
                  </a:lnTo>
                  <a:lnTo>
                    <a:pt x="504046" y="1424542"/>
                  </a:lnTo>
                  <a:lnTo>
                    <a:pt x="507341" y="1424542"/>
                  </a:lnTo>
                  <a:lnTo>
                    <a:pt x="510635" y="1424542"/>
                  </a:lnTo>
                  <a:lnTo>
                    <a:pt x="513930" y="1424542"/>
                  </a:lnTo>
                  <a:lnTo>
                    <a:pt x="517224" y="1424542"/>
                  </a:lnTo>
                  <a:lnTo>
                    <a:pt x="520519" y="1424542"/>
                  </a:lnTo>
                  <a:lnTo>
                    <a:pt x="523813" y="1424542"/>
                  </a:lnTo>
                  <a:lnTo>
                    <a:pt x="527107" y="1424542"/>
                  </a:lnTo>
                  <a:lnTo>
                    <a:pt x="530402" y="1424542"/>
                  </a:lnTo>
                  <a:lnTo>
                    <a:pt x="533696" y="1424542"/>
                  </a:lnTo>
                  <a:lnTo>
                    <a:pt x="536991" y="1424542"/>
                  </a:lnTo>
                  <a:lnTo>
                    <a:pt x="540285" y="1424542"/>
                  </a:lnTo>
                  <a:lnTo>
                    <a:pt x="543580" y="1424542"/>
                  </a:lnTo>
                  <a:lnTo>
                    <a:pt x="546874" y="1424542"/>
                  </a:lnTo>
                  <a:lnTo>
                    <a:pt x="550168" y="1424542"/>
                  </a:lnTo>
                  <a:lnTo>
                    <a:pt x="553463" y="1424542"/>
                  </a:lnTo>
                  <a:lnTo>
                    <a:pt x="556757" y="1424542"/>
                  </a:lnTo>
                  <a:lnTo>
                    <a:pt x="560052" y="1424542"/>
                  </a:lnTo>
                  <a:lnTo>
                    <a:pt x="563346" y="1424542"/>
                  </a:lnTo>
                  <a:lnTo>
                    <a:pt x="566641" y="1424542"/>
                  </a:lnTo>
                  <a:lnTo>
                    <a:pt x="569935" y="1424542"/>
                  </a:lnTo>
                  <a:lnTo>
                    <a:pt x="573229" y="1424542"/>
                  </a:lnTo>
                  <a:lnTo>
                    <a:pt x="576524" y="1424542"/>
                  </a:lnTo>
                  <a:lnTo>
                    <a:pt x="579818" y="1424542"/>
                  </a:lnTo>
                  <a:lnTo>
                    <a:pt x="583113" y="1424542"/>
                  </a:lnTo>
                  <a:lnTo>
                    <a:pt x="586407" y="1424542"/>
                  </a:lnTo>
                  <a:lnTo>
                    <a:pt x="589701" y="1424542"/>
                  </a:lnTo>
                  <a:lnTo>
                    <a:pt x="592996" y="1424542"/>
                  </a:lnTo>
                  <a:lnTo>
                    <a:pt x="596290" y="1424542"/>
                  </a:lnTo>
                  <a:lnTo>
                    <a:pt x="599585" y="1424542"/>
                  </a:lnTo>
                  <a:lnTo>
                    <a:pt x="602879" y="1424542"/>
                  </a:lnTo>
                  <a:lnTo>
                    <a:pt x="606174" y="1424542"/>
                  </a:lnTo>
                  <a:lnTo>
                    <a:pt x="609468" y="1424542"/>
                  </a:lnTo>
                  <a:lnTo>
                    <a:pt x="612762" y="1424542"/>
                  </a:lnTo>
                  <a:lnTo>
                    <a:pt x="616057" y="1424542"/>
                  </a:lnTo>
                  <a:lnTo>
                    <a:pt x="619351" y="1424542"/>
                  </a:lnTo>
                  <a:lnTo>
                    <a:pt x="622646" y="1424542"/>
                  </a:lnTo>
                  <a:lnTo>
                    <a:pt x="625940" y="1424542"/>
                  </a:lnTo>
                  <a:lnTo>
                    <a:pt x="629235" y="1424542"/>
                  </a:lnTo>
                  <a:lnTo>
                    <a:pt x="632529" y="1424542"/>
                  </a:lnTo>
                  <a:lnTo>
                    <a:pt x="635823" y="1424542"/>
                  </a:lnTo>
                  <a:lnTo>
                    <a:pt x="639118" y="1424542"/>
                  </a:lnTo>
                  <a:lnTo>
                    <a:pt x="642412" y="1424542"/>
                  </a:lnTo>
                  <a:lnTo>
                    <a:pt x="645707" y="1424542"/>
                  </a:lnTo>
                  <a:lnTo>
                    <a:pt x="649001" y="1424542"/>
                  </a:lnTo>
                  <a:lnTo>
                    <a:pt x="652296" y="1424542"/>
                  </a:lnTo>
                  <a:lnTo>
                    <a:pt x="655590" y="1424542"/>
                  </a:lnTo>
                  <a:lnTo>
                    <a:pt x="658884" y="1424542"/>
                  </a:lnTo>
                  <a:lnTo>
                    <a:pt x="662179" y="1424542"/>
                  </a:lnTo>
                  <a:lnTo>
                    <a:pt x="665473" y="1424542"/>
                  </a:lnTo>
                  <a:lnTo>
                    <a:pt x="668768" y="1424542"/>
                  </a:lnTo>
                  <a:lnTo>
                    <a:pt x="672062" y="1424542"/>
                  </a:lnTo>
                  <a:lnTo>
                    <a:pt x="675357" y="1424542"/>
                  </a:lnTo>
                  <a:lnTo>
                    <a:pt x="678651" y="1424542"/>
                  </a:lnTo>
                  <a:lnTo>
                    <a:pt x="681945" y="1424542"/>
                  </a:lnTo>
                  <a:lnTo>
                    <a:pt x="685240" y="1424541"/>
                  </a:lnTo>
                  <a:lnTo>
                    <a:pt x="688534" y="1424539"/>
                  </a:lnTo>
                  <a:lnTo>
                    <a:pt x="691829" y="1424532"/>
                  </a:lnTo>
                  <a:lnTo>
                    <a:pt x="695123" y="1424512"/>
                  </a:lnTo>
                  <a:lnTo>
                    <a:pt x="698417" y="1424466"/>
                  </a:lnTo>
                  <a:lnTo>
                    <a:pt x="701712" y="1424370"/>
                  </a:lnTo>
                  <a:lnTo>
                    <a:pt x="705006" y="1424195"/>
                  </a:lnTo>
                  <a:lnTo>
                    <a:pt x="708301" y="1423917"/>
                  </a:lnTo>
                  <a:lnTo>
                    <a:pt x="711595" y="1423529"/>
                  </a:lnTo>
                  <a:lnTo>
                    <a:pt x="714890" y="1423054"/>
                  </a:lnTo>
                  <a:lnTo>
                    <a:pt x="718184" y="1422543"/>
                  </a:lnTo>
                  <a:lnTo>
                    <a:pt x="721478" y="1422054"/>
                  </a:lnTo>
                  <a:lnTo>
                    <a:pt x="724773" y="1421615"/>
                  </a:lnTo>
                  <a:lnTo>
                    <a:pt x="728067" y="1421191"/>
                  </a:lnTo>
                  <a:lnTo>
                    <a:pt x="731362" y="1420660"/>
                  </a:lnTo>
                  <a:lnTo>
                    <a:pt x="734656" y="1419816"/>
                  </a:lnTo>
                  <a:lnTo>
                    <a:pt x="737951" y="1418417"/>
                  </a:lnTo>
                  <a:lnTo>
                    <a:pt x="741245" y="1416270"/>
                  </a:lnTo>
                  <a:lnTo>
                    <a:pt x="744539" y="1413313"/>
                  </a:lnTo>
                  <a:lnTo>
                    <a:pt x="747834" y="1409629"/>
                  </a:lnTo>
                  <a:lnTo>
                    <a:pt x="751128" y="1405356"/>
                  </a:lnTo>
                  <a:lnTo>
                    <a:pt x="754423" y="1400482"/>
                  </a:lnTo>
                  <a:lnTo>
                    <a:pt x="757717" y="1394676"/>
                  </a:lnTo>
                  <a:lnTo>
                    <a:pt x="761012" y="1387276"/>
                  </a:lnTo>
                  <a:lnTo>
                    <a:pt x="764306" y="1377509"/>
                  </a:lnTo>
                  <a:lnTo>
                    <a:pt x="767600" y="1364757"/>
                  </a:lnTo>
                  <a:lnTo>
                    <a:pt x="770895" y="1348898"/>
                  </a:lnTo>
                  <a:lnTo>
                    <a:pt x="774189" y="1330259"/>
                  </a:lnTo>
                  <a:lnTo>
                    <a:pt x="777484" y="1309107"/>
                  </a:lnTo>
                  <a:lnTo>
                    <a:pt x="780778" y="1285537"/>
                  </a:lnTo>
                  <a:lnTo>
                    <a:pt x="784073" y="1259538"/>
                  </a:lnTo>
                  <a:lnTo>
                    <a:pt x="787367" y="1231293"/>
                  </a:lnTo>
                  <a:lnTo>
                    <a:pt x="790661" y="1201447"/>
                  </a:lnTo>
                  <a:lnTo>
                    <a:pt x="793956" y="1171033"/>
                  </a:lnTo>
                  <a:lnTo>
                    <a:pt x="797250" y="1140996"/>
                  </a:lnTo>
                  <a:lnTo>
                    <a:pt x="800545" y="1111485"/>
                  </a:lnTo>
                  <a:lnTo>
                    <a:pt x="803839" y="1081380"/>
                  </a:lnTo>
                  <a:lnTo>
                    <a:pt x="807134" y="1048405"/>
                  </a:lnTo>
                  <a:lnTo>
                    <a:pt x="810428" y="1009846"/>
                  </a:lnTo>
                  <a:lnTo>
                    <a:pt x="813722" y="963541"/>
                  </a:lnTo>
                  <a:lnTo>
                    <a:pt x="817017" y="908670"/>
                  </a:lnTo>
                  <a:lnTo>
                    <a:pt x="820311" y="846036"/>
                  </a:lnTo>
                  <a:lnTo>
                    <a:pt x="823606" y="777820"/>
                  </a:lnTo>
                  <a:lnTo>
                    <a:pt x="826900" y="706939"/>
                  </a:lnTo>
                  <a:lnTo>
                    <a:pt x="830194" y="636244"/>
                  </a:lnTo>
                  <a:lnTo>
                    <a:pt x="833489" y="567812"/>
                  </a:lnTo>
                  <a:lnTo>
                    <a:pt x="836783" y="502614"/>
                  </a:lnTo>
                  <a:lnTo>
                    <a:pt x="840078" y="440719"/>
                  </a:lnTo>
                  <a:lnTo>
                    <a:pt x="843372" y="381937"/>
                  </a:lnTo>
                  <a:lnTo>
                    <a:pt x="846667" y="326263"/>
                  </a:lnTo>
                  <a:lnTo>
                    <a:pt x="849961" y="274079"/>
                  </a:lnTo>
                  <a:lnTo>
                    <a:pt x="853255" y="226107"/>
                  </a:lnTo>
                  <a:lnTo>
                    <a:pt x="856550" y="183007"/>
                  </a:lnTo>
                  <a:lnTo>
                    <a:pt x="859844" y="145063"/>
                  </a:lnTo>
                  <a:lnTo>
                    <a:pt x="863139" y="112056"/>
                  </a:lnTo>
                  <a:lnTo>
                    <a:pt x="866433" y="83419"/>
                  </a:lnTo>
                  <a:lnTo>
                    <a:pt x="869728" y="58626"/>
                  </a:lnTo>
                  <a:lnTo>
                    <a:pt x="873022" y="37530"/>
                  </a:lnTo>
                  <a:lnTo>
                    <a:pt x="876316" y="20448"/>
                  </a:lnTo>
                  <a:lnTo>
                    <a:pt x="879611" y="8020"/>
                  </a:lnTo>
                  <a:lnTo>
                    <a:pt x="882905" y="985"/>
                  </a:lnTo>
                  <a:lnTo>
                    <a:pt x="886200" y="0"/>
                  </a:lnTo>
                  <a:lnTo>
                    <a:pt x="889494" y="5420"/>
                  </a:lnTo>
                  <a:lnTo>
                    <a:pt x="892789" y="17045"/>
                  </a:lnTo>
                  <a:lnTo>
                    <a:pt x="896083" y="33927"/>
                  </a:lnTo>
                  <a:lnTo>
                    <a:pt x="899377" y="54501"/>
                  </a:lnTo>
                  <a:lnTo>
                    <a:pt x="902672" y="77087"/>
                  </a:lnTo>
                  <a:lnTo>
                    <a:pt x="905966" y="100535"/>
                  </a:lnTo>
                  <a:lnTo>
                    <a:pt x="909261" y="124607"/>
                  </a:lnTo>
                  <a:lnTo>
                    <a:pt x="912555" y="149809"/>
                  </a:lnTo>
                  <a:lnTo>
                    <a:pt x="915850" y="176788"/>
                  </a:lnTo>
                  <a:lnTo>
                    <a:pt x="919144" y="205729"/>
                  </a:lnTo>
                  <a:lnTo>
                    <a:pt x="922438" y="235971"/>
                  </a:lnTo>
                  <a:lnTo>
                    <a:pt x="925733" y="266467"/>
                  </a:lnTo>
                  <a:lnTo>
                    <a:pt x="929027" y="296404"/>
                  </a:lnTo>
                  <a:lnTo>
                    <a:pt x="932322" y="325544"/>
                  </a:lnTo>
                  <a:lnTo>
                    <a:pt x="935616" y="354368"/>
                  </a:lnTo>
                  <a:lnTo>
                    <a:pt x="938910" y="384064"/>
                  </a:lnTo>
                  <a:lnTo>
                    <a:pt x="942205" y="416364"/>
                  </a:lnTo>
                  <a:lnTo>
                    <a:pt x="945499" y="453164"/>
                  </a:lnTo>
                  <a:lnTo>
                    <a:pt x="948794" y="495901"/>
                  </a:lnTo>
                  <a:lnTo>
                    <a:pt x="952088" y="544884"/>
                  </a:lnTo>
                  <a:lnTo>
                    <a:pt x="955383" y="598929"/>
                  </a:lnTo>
                  <a:lnTo>
                    <a:pt x="958677" y="655561"/>
                  </a:lnTo>
                  <a:lnTo>
                    <a:pt x="961971" y="711733"/>
                  </a:lnTo>
                  <a:lnTo>
                    <a:pt x="965266" y="764754"/>
                  </a:lnTo>
                  <a:lnTo>
                    <a:pt x="968560" y="812997"/>
                  </a:lnTo>
                  <a:lnTo>
                    <a:pt x="971855" y="856115"/>
                  </a:lnTo>
                  <a:lnTo>
                    <a:pt x="975149" y="894754"/>
                  </a:lnTo>
                  <a:lnTo>
                    <a:pt x="978444" y="929969"/>
                  </a:lnTo>
                  <a:lnTo>
                    <a:pt x="981738" y="962655"/>
                  </a:lnTo>
                  <a:lnTo>
                    <a:pt x="985032" y="993276"/>
                  </a:lnTo>
                  <a:lnTo>
                    <a:pt x="988327" y="1021956"/>
                  </a:lnTo>
                  <a:lnTo>
                    <a:pt x="991621" y="1048777"/>
                  </a:lnTo>
                  <a:lnTo>
                    <a:pt x="994916" y="1073946"/>
                  </a:lnTo>
                  <a:lnTo>
                    <a:pt x="998210" y="1097845"/>
                  </a:lnTo>
                  <a:lnTo>
                    <a:pt x="1001505" y="1120694"/>
                  </a:lnTo>
                  <a:lnTo>
                    <a:pt x="1004799" y="1142408"/>
                  </a:lnTo>
                  <a:lnTo>
                    <a:pt x="1008093" y="1162748"/>
                  </a:lnTo>
                  <a:lnTo>
                    <a:pt x="1011388" y="1181543"/>
                  </a:lnTo>
                  <a:lnTo>
                    <a:pt x="1014682" y="1198853"/>
                  </a:lnTo>
                  <a:lnTo>
                    <a:pt x="1017977" y="1214949"/>
                  </a:lnTo>
                  <a:lnTo>
                    <a:pt x="1021271" y="1230143"/>
                  </a:lnTo>
                  <a:lnTo>
                    <a:pt x="1024566" y="1244620"/>
                  </a:lnTo>
                  <a:lnTo>
                    <a:pt x="1027860" y="1258398"/>
                  </a:lnTo>
                  <a:lnTo>
                    <a:pt x="1031154" y="1271417"/>
                  </a:lnTo>
                  <a:lnTo>
                    <a:pt x="1034449" y="1283666"/>
                  </a:lnTo>
                  <a:lnTo>
                    <a:pt x="1037743" y="1295225"/>
                  </a:lnTo>
                  <a:lnTo>
                    <a:pt x="1041038" y="1306186"/>
                  </a:lnTo>
                  <a:lnTo>
                    <a:pt x="1044332" y="1316516"/>
                  </a:lnTo>
                  <a:lnTo>
                    <a:pt x="1047626" y="1326002"/>
                  </a:lnTo>
                  <a:lnTo>
                    <a:pt x="1050921" y="1334330"/>
                  </a:lnTo>
                  <a:lnTo>
                    <a:pt x="1054215" y="1341261"/>
                  </a:lnTo>
                  <a:lnTo>
                    <a:pt x="1057510" y="1346776"/>
                  </a:lnTo>
                  <a:lnTo>
                    <a:pt x="1060804" y="1351128"/>
                  </a:lnTo>
                  <a:lnTo>
                    <a:pt x="1064099" y="1354790"/>
                  </a:lnTo>
                  <a:lnTo>
                    <a:pt x="1067393" y="1358363"/>
                  </a:lnTo>
                  <a:lnTo>
                    <a:pt x="1070687" y="1362501"/>
                  </a:lnTo>
                  <a:lnTo>
                    <a:pt x="1073982" y="1367704"/>
                  </a:lnTo>
                  <a:lnTo>
                    <a:pt x="1077276" y="1374130"/>
                  </a:lnTo>
                  <a:lnTo>
                    <a:pt x="1080571" y="1381541"/>
                  </a:lnTo>
                  <a:lnTo>
                    <a:pt x="1083865" y="1389343"/>
                  </a:lnTo>
                  <a:lnTo>
                    <a:pt x="1087160" y="1396771"/>
                  </a:lnTo>
                  <a:lnTo>
                    <a:pt x="1090454" y="1403146"/>
                  </a:lnTo>
                  <a:lnTo>
                    <a:pt x="1093748" y="1408073"/>
                  </a:lnTo>
                  <a:lnTo>
                    <a:pt x="1097043" y="1411488"/>
                  </a:lnTo>
                  <a:lnTo>
                    <a:pt x="1100337" y="1413580"/>
                  </a:lnTo>
                  <a:lnTo>
                    <a:pt x="1103632" y="1414647"/>
                  </a:lnTo>
                  <a:lnTo>
                    <a:pt x="1106926" y="1414999"/>
                  </a:lnTo>
                  <a:lnTo>
                    <a:pt x="1110221" y="1414936"/>
                  </a:lnTo>
                  <a:lnTo>
                    <a:pt x="1113515" y="1414754"/>
                  </a:lnTo>
                  <a:lnTo>
                    <a:pt x="1116809" y="1414736"/>
                  </a:lnTo>
                  <a:lnTo>
                    <a:pt x="1120104" y="1415099"/>
                  </a:lnTo>
                  <a:lnTo>
                    <a:pt x="1123398" y="1415929"/>
                  </a:lnTo>
                  <a:lnTo>
                    <a:pt x="1126693" y="1417153"/>
                  </a:lnTo>
                  <a:lnTo>
                    <a:pt x="1129987" y="1418584"/>
                  </a:lnTo>
                  <a:lnTo>
                    <a:pt x="1133282" y="1419999"/>
                  </a:lnTo>
                  <a:lnTo>
                    <a:pt x="1136576" y="1421208"/>
                  </a:lnTo>
                  <a:lnTo>
                    <a:pt x="1139870" y="1422095"/>
                  </a:lnTo>
                  <a:lnTo>
                    <a:pt x="1143165" y="1422624"/>
                  </a:lnTo>
                  <a:lnTo>
                    <a:pt x="1146459" y="1422828"/>
                  </a:lnTo>
                  <a:lnTo>
                    <a:pt x="1149754" y="1422825"/>
                  </a:lnTo>
                  <a:lnTo>
                    <a:pt x="1153048" y="1422763"/>
                  </a:lnTo>
                  <a:lnTo>
                    <a:pt x="1156343" y="1422767"/>
                  </a:lnTo>
                  <a:lnTo>
                    <a:pt x="1159637" y="1422906"/>
                  </a:lnTo>
                  <a:lnTo>
                    <a:pt x="1162931" y="1423175"/>
                  </a:lnTo>
                  <a:lnTo>
                    <a:pt x="1166226" y="1423515"/>
                  </a:lnTo>
                  <a:lnTo>
                    <a:pt x="1169520" y="1423849"/>
                  </a:lnTo>
                  <a:lnTo>
                    <a:pt x="1172815" y="1424124"/>
                  </a:lnTo>
                  <a:lnTo>
                    <a:pt x="1176109" y="1424317"/>
                  </a:lnTo>
                  <a:lnTo>
                    <a:pt x="1179403" y="1424434"/>
                  </a:lnTo>
                  <a:lnTo>
                    <a:pt x="1182698" y="1424496"/>
                  </a:lnTo>
                  <a:lnTo>
                    <a:pt x="1185992" y="1424525"/>
                  </a:lnTo>
                  <a:lnTo>
                    <a:pt x="1189287" y="1424536"/>
                  </a:lnTo>
                  <a:lnTo>
                    <a:pt x="1192581" y="1424541"/>
                  </a:lnTo>
                  <a:lnTo>
                    <a:pt x="1195876" y="1424542"/>
                  </a:lnTo>
                  <a:lnTo>
                    <a:pt x="1199170" y="1424542"/>
                  </a:lnTo>
                  <a:lnTo>
                    <a:pt x="1202464" y="1424542"/>
                  </a:lnTo>
                  <a:lnTo>
                    <a:pt x="1205759" y="1424542"/>
                  </a:lnTo>
                  <a:lnTo>
                    <a:pt x="1209053" y="1424542"/>
                  </a:lnTo>
                  <a:lnTo>
                    <a:pt x="1212348" y="1424542"/>
                  </a:lnTo>
                  <a:lnTo>
                    <a:pt x="1215642" y="1424542"/>
                  </a:lnTo>
                  <a:lnTo>
                    <a:pt x="1218937" y="1424542"/>
                  </a:lnTo>
                  <a:lnTo>
                    <a:pt x="1222231" y="1424542"/>
                  </a:lnTo>
                  <a:lnTo>
                    <a:pt x="1225525" y="1424542"/>
                  </a:lnTo>
                  <a:lnTo>
                    <a:pt x="1228820" y="1424542"/>
                  </a:lnTo>
                  <a:lnTo>
                    <a:pt x="1232114" y="1424542"/>
                  </a:lnTo>
                  <a:lnTo>
                    <a:pt x="1235409" y="1424542"/>
                  </a:lnTo>
                  <a:lnTo>
                    <a:pt x="1238703" y="1424542"/>
                  </a:lnTo>
                  <a:lnTo>
                    <a:pt x="1241998" y="1424542"/>
                  </a:lnTo>
                  <a:lnTo>
                    <a:pt x="1245292" y="1424542"/>
                  </a:lnTo>
                  <a:lnTo>
                    <a:pt x="1248586" y="1424542"/>
                  </a:lnTo>
                  <a:lnTo>
                    <a:pt x="1251881" y="1424542"/>
                  </a:lnTo>
                  <a:lnTo>
                    <a:pt x="1255175" y="1424542"/>
                  </a:lnTo>
                  <a:lnTo>
                    <a:pt x="1258470" y="1424542"/>
                  </a:lnTo>
                  <a:lnTo>
                    <a:pt x="1261764" y="1424542"/>
                  </a:lnTo>
                  <a:lnTo>
                    <a:pt x="1265059" y="1424542"/>
                  </a:lnTo>
                  <a:lnTo>
                    <a:pt x="1268353" y="1424542"/>
                  </a:lnTo>
                  <a:lnTo>
                    <a:pt x="1271647" y="1424542"/>
                  </a:lnTo>
                  <a:lnTo>
                    <a:pt x="1274942" y="1424542"/>
                  </a:lnTo>
                  <a:lnTo>
                    <a:pt x="1278236" y="1424542"/>
                  </a:lnTo>
                  <a:lnTo>
                    <a:pt x="1281531" y="1424542"/>
                  </a:lnTo>
                  <a:lnTo>
                    <a:pt x="1284825" y="1424542"/>
                  </a:lnTo>
                  <a:lnTo>
                    <a:pt x="1288119" y="1424542"/>
                  </a:lnTo>
                  <a:lnTo>
                    <a:pt x="1291414" y="1424542"/>
                  </a:lnTo>
                  <a:lnTo>
                    <a:pt x="1294708" y="1424542"/>
                  </a:lnTo>
                  <a:lnTo>
                    <a:pt x="1298003" y="1424542"/>
                  </a:lnTo>
                  <a:lnTo>
                    <a:pt x="1301297" y="1424542"/>
                  </a:lnTo>
                  <a:lnTo>
                    <a:pt x="1304592" y="1424542"/>
                  </a:lnTo>
                  <a:lnTo>
                    <a:pt x="1307886" y="1424542"/>
                  </a:lnTo>
                  <a:lnTo>
                    <a:pt x="1311180" y="1424542"/>
                  </a:lnTo>
                  <a:lnTo>
                    <a:pt x="1314475" y="1424542"/>
                  </a:lnTo>
                  <a:lnTo>
                    <a:pt x="1317769" y="1424542"/>
                  </a:lnTo>
                  <a:lnTo>
                    <a:pt x="1321064" y="1424542"/>
                  </a:lnTo>
                  <a:lnTo>
                    <a:pt x="1324358" y="1424542"/>
                  </a:lnTo>
                  <a:lnTo>
                    <a:pt x="1327653" y="1424542"/>
                  </a:lnTo>
                  <a:lnTo>
                    <a:pt x="1330947" y="1424542"/>
                  </a:lnTo>
                  <a:lnTo>
                    <a:pt x="1334241" y="1424542"/>
                  </a:lnTo>
                  <a:lnTo>
                    <a:pt x="1337536" y="1424542"/>
                  </a:lnTo>
                  <a:lnTo>
                    <a:pt x="1340830" y="1424542"/>
                  </a:lnTo>
                  <a:lnTo>
                    <a:pt x="1344125" y="1424542"/>
                  </a:lnTo>
                  <a:lnTo>
                    <a:pt x="1347419" y="1424542"/>
                  </a:lnTo>
                  <a:lnTo>
                    <a:pt x="1350714" y="1424542"/>
                  </a:lnTo>
                  <a:lnTo>
                    <a:pt x="1354008" y="1424542"/>
                  </a:lnTo>
                  <a:lnTo>
                    <a:pt x="1357302" y="1424542"/>
                  </a:lnTo>
                  <a:lnTo>
                    <a:pt x="1360597" y="1424542"/>
                  </a:lnTo>
                  <a:lnTo>
                    <a:pt x="1363891" y="1424542"/>
                  </a:lnTo>
                  <a:lnTo>
                    <a:pt x="1367186" y="1424542"/>
                  </a:lnTo>
                  <a:lnTo>
                    <a:pt x="1370480" y="1424542"/>
                  </a:lnTo>
                  <a:lnTo>
                    <a:pt x="1373775" y="1424542"/>
                  </a:lnTo>
                  <a:lnTo>
                    <a:pt x="1377069" y="1424542"/>
                  </a:lnTo>
                  <a:lnTo>
                    <a:pt x="1380363" y="1424542"/>
                  </a:lnTo>
                  <a:lnTo>
                    <a:pt x="1383658" y="1424542"/>
                  </a:lnTo>
                  <a:lnTo>
                    <a:pt x="1386952" y="1424542"/>
                  </a:lnTo>
                  <a:lnTo>
                    <a:pt x="1390247" y="1424542"/>
                  </a:lnTo>
                  <a:lnTo>
                    <a:pt x="1393541" y="1424542"/>
                  </a:lnTo>
                  <a:lnTo>
                    <a:pt x="1396835" y="1424542"/>
                  </a:lnTo>
                  <a:lnTo>
                    <a:pt x="1400130" y="1424542"/>
                  </a:lnTo>
                  <a:lnTo>
                    <a:pt x="1403424" y="1424542"/>
                  </a:lnTo>
                  <a:lnTo>
                    <a:pt x="1406719" y="1424542"/>
                  </a:lnTo>
                  <a:lnTo>
                    <a:pt x="1410013" y="1424542"/>
                  </a:lnTo>
                  <a:lnTo>
                    <a:pt x="1413308" y="1424542"/>
                  </a:lnTo>
                  <a:lnTo>
                    <a:pt x="1416602" y="1424542"/>
                  </a:lnTo>
                  <a:lnTo>
                    <a:pt x="1419896" y="1424542"/>
                  </a:lnTo>
                  <a:lnTo>
                    <a:pt x="1423191" y="1424542"/>
                  </a:lnTo>
                  <a:lnTo>
                    <a:pt x="1426485" y="1424542"/>
                  </a:lnTo>
                  <a:lnTo>
                    <a:pt x="1429780" y="1424542"/>
                  </a:lnTo>
                  <a:lnTo>
                    <a:pt x="1433074" y="1424542"/>
                  </a:lnTo>
                  <a:lnTo>
                    <a:pt x="1436369" y="1424542"/>
                  </a:lnTo>
                  <a:lnTo>
                    <a:pt x="1439663" y="1424542"/>
                  </a:lnTo>
                  <a:lnTo>
                    <a:pt x="1442957" y="1424542"/>
                  </a:lnTo>
                  <a:lnTo>
                    <a:pt x="1446252" y="1424542"/>
                  </a:lnTo>
                  <a:lnTo>
                    <a:pt x="1449546" y="1424542"/>
                  </a:lnTo>
                  <a:lnTo>
                    <a:pt x="1452841" y="1424542"/>
                  </a:lnTo>
                  <a:lnTo>
                    <a:pt x="1456135" y="1424542"/>
                  </a:lnTo>
                  <a:lnTo>
                    <a:pt x="1459430" y="1424542"/>
                  </a:lnTo>
                  <a:lnTo>
                    <a:pt x="1462724" y="1424542"/>
                  </a:lnTo>
                  <a:lnTo>
                    <a:pt x="1466018" y="1424542"/>
                  </a:lnTo>
                  <a:lnTo>
                    <a:pt x="1469313" y="1424542"/>
                  </a:lnTo>
                  <a:lnTo>
                    <a:pt x="1472607" y="1424542"/>
                  </a:lnTo>
                  <a:lnTo>
                    <a:pt x="1475902" y="1424542"/>
                  </a:lnTo>
                  <a:lnTo>
                    <a:pt x="1479196" y="1424542"/>
                  </a:lnTo>
                  <a:lnTo>
                    <a:pt x="1482491" y="1424542"/>
                  </a:lnTo>
                  <a:lnTo>
                    <a:pt x="1485785" y="1424542"/>
                  </a:lnTo>
                  <a:lnTo>
                    <a:pt x="1489079" y="1424542"/>
                  </a:lnTo>
                  <a:lnTo>
                    <a:pt x="1492374" y="1424542"/>
                  </a:lnTo>
                  <a:lnTo>
                    <a:pt x="1495668" y="1424542"/>
                  </a:lnTo>
                  <a:lnTo>
                    <a:pt x="1498963" y="1424542"/>
                  </a:lnTo>
                  <a:lnTo>
                    <a:pt x="1502257" y="1424542"/>
                  </a:lnTo>
                  <a:lnTo>
                    <a:pt x="1505551" y="1424542"/>
                  </a:lnTo>
                  <a:lnTo>
                    <a:pt x="1508846" y="1424542"/>
                  </a:lnTo>
                  <a:lnTo>
                    <a:pt x="1512140" y="1424542"/>
                  </a:lnTo>
                  <a:lnTo>
                    <a:pt x="1515435" y="1424542"/>
                  </a:lnTo>
                  <a:lnTo>
                    <a:pt x="1518729" y="1424542"/>
                  </a:lnTo>
                  <a:lnTo>
                    <a:pt x="1522024" y="1424542"/>
                  </a:lnTo>
                  <a:lnTo>
                    <a:pt x="1525318" y="1424542"/>
                  </a:lnTo>
                  <a:lnTo>
                    <a:pt x="1528612" y="1424542"/>
                  </a:lnTo>
                  <a:lnTo>
                    <a:pt x="1531907" y="1424542"/>
                  </a:lnTo>
                  <a:lnTo>
                    <a:pt x="1535201" y="1424542"/>
                  </a:lnTo>
                  <a:lnTo>
                    <a:pt x="1538496" y="1424542"/>
                  </a:lnTo>
                  <a:lnTo>
                    <a:pt x="1541790" y="1424542"/>
                  </a:lnTo>
                  <a:lnTo>
                    <a:pt x="1545085" y="1424542"/>
                  </a:lnTo>
                  <a:lnTo>
                    <a:pt x="1548379" y="1424542"/>
                  </a:lnTo>
                  <a:lnTo>
                    <a:pt x="1551673" y="1424542"/>
                  </a:lnTo>
                  <a:lnTo>
                    <a:pt x="1554968" y="1424542"/>
                  </a:lnTo>
                  <a:lnTo>
                    <a:pt x="1558262" y="1424542"/>
                  </a:lnTo>
                  <a:lnTo>
                    <a:pt x="1561557" y="1424542"/>
                  </a:lnTo>
                  <a:lnTo>
                    <a:pt x="1564851" y="1424542"/>
                  </a:lnTo>
                  <a:lnTo>
                    <a:pt x="1568146" y="1424542"/>
                  </a:lnTo>
                  <a:lnTo>
                    <a:pt x="1571440" y="1424542"/>
                  </a:lnTo>
                  <a:lnTo>
                    <a:pt x="1574734" y="1424542"/>
                  </a:lnTo>
                  <a:lnTo>
                    <a:pt x="1578029" y="1424542"/>
                  </a:lnTo>
                  <a:lnTo>
                    <a:pt x="1581323" y="1424542"/>
                  </a:lnTo>
                  <a:lnTo>
                    <a:pt x="1584618" y="1424542"/>
                  </a:lnTo>
                  <a:lnTo>
                    <a:pt x="1587912" y="1424542"/>
                  </a:lnTo>
                  <a:lnTo>
                    <a:pt x="1591207" y="1424542"/>
                  </a:lnTo>
                  <a:lnTo>
                    <a:pt x="1594501" y="1424542"/>
                  </a:lnTo>
                  <a:lnTo>
                    <a:pt x="1597795" y="1424542"/>
                  </a:lnTo>
                  <a:lnTo>
                    <a:pt x="1601090" y="1424542"/>
                  </a:lnTo>
                  <a:lnTo>
                    <a:pt x="1604384" y="1424542"/>
                  </a:lnTo>
                  <a:lnTo>
                    <a:pt x="1607679" y="1424542"/>
                  </a:lnTo>
                  <a:lnTo>
                    <a:pt x="1610973" y="1424542"/>
                  </a:lnTo>
                  <a:lnTo>
                    <a:pt x="1614268" y="1424542"/>
                  </a:lnTo>
                  <a:lnTo>
                    <a:pt x="1617562" y="1424542"/>
                  </a:lnTo>
                  <a:lnTo>
                    <a:pt x="1620856" y="1424542"/>
                  </a:lnTo>
                  <a:lnTo>
                    <a:pt x="1624151" y="1424542"/>
                  </a:lnTo>
                  <a:lnTo>
                    <a:pt x="1627445" y="1424542"/>
                  </a:lnTo>
                  <a:lnTo>
                    <a:pt x="1630740" y="1424542"/>
                  </a:lnTo>
                  <a:lnTo>
                    <a:pt x="1634034" y="1424542"/>
                  </a:lnTo>
                  <a:lnTo>
                    <a:pt x="1637328" y="1424542"/>
                  </a:lnTo>
                  <a:lnTo>
                    <a:pt x="1640623" y="1424542"/>
                  </a:lnTo>
                  <a:lnTo>
                    <a:pt x="1643917" y="1424542"/>
                  </a:lnTo>
                  <a:lnTo>
                    <a:pt x="1647212" y="1424542"/>
                  </a:lnTo>
                  <a:lnTo>
                    <a:pt x="1650506" y="1424542"/>
                  </a:lnTo>
                  <a:lnTo>
                    <a:pt x="1653801" y="1424542"/>
                  </a:lnTo>
                  <a:lnTo>
                    <a:pt x="1657095" y="1424542"/>
                  </a:lnTo>
                  <a:lnTo>
                    <a:pt x="1660389" y="1424542"/>
                  </a:lnTo>
                  <a:lnTo>
                    <a:pt x="1663684" y="1424542"/>
                  </a:lnTo>
                  <a:lnTo>
                    <a:pt x="1666978" y="1424542"/>
                  </a:lnTo>
                  <a:lnTo>
                    <a:pt x="1670273" y="1424542"/>
                  </a:lnTo>
                  <a:lnTo>
                    <a:pt x="1673567" y="1424542"/>
                  </a:lnTo>
                  <a:lnTo>
                    <a:pt x="1676862" y="1424542"/>
                  </a:lnTo>
                  <a:lnTo>
                    <a:pt x="1680156" y="1424542"/>
                  </a:lnTo>
                  <a:lnTo>
                    <a:pt x="1683450" y="1424542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398341" y="2949266"/>
              <a:ext cx="0" cy="1623196"/>
            </a:xfrm>
            <a:custGeom>
              <a:avLst/>
              <a:pathLst>
                <a:path w="0" h="1623196">
                  <a:moveTo>
                    <a:pt x="0" y="16231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406481" y="2867025"/>
              <a:ext cx="2057400" cy="1828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529843" y="2949266"/>
              <a:ext cx="1851796" cy="162319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61401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64837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68272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71708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75144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78579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82015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85450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88886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92322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95757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99193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802629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806064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809500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812935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816371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819807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823242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826678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830113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833549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836985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8404207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8438563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8472919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8507276" y="4485424"/>
              <a:ext cx="34356" cy="1325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8541632" y="4392632"/>
              <a:ext cx="34356" cy="10604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8575988" y="4040742"/>
              <a:ext cx="34356" cy="45793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8610344" y="3443013"/>
              <a:ext cx="34356" cy="1055667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8644700" y="3062201"/>
              <a:ext cx="34356" cy="1436479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8679056" y="3235736"/>
              <a:ext cx="34356" cy="1262944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8713412" y="3629803"/>
              <a:ext cx="34356" cy="868877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8747769" y="4014230"/>
              <a:ext cx="34356" cy="48445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8782125" y="4274532"/>
              <a:ext cx="34356" cy="224148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8816481" y="4417939"/>
              <a:ext cx="34356" cy="80741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8850837" y="4479399"/>
              <a:ext cx="34356" cy="19281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8885193" y="4485424"/>
              <a:ext cx="34356" cy="13256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8919549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8953905" y="4497475"/>
              <a:ext cx="34356" cy="1205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898826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902261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9056974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9091330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9125686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9160042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9194398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9228755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9263111" y="4498680"/>
              <a:ext cx="34356" cy="0"/>
            </a:xfrm>
            <a:prstGeom prst="rect">
              <a:avLst/>
            </a:prstGeom>
            <a:solidFill>
              <a:srgbClr val="00BFC4">
                <a:alpha val="69803"/>
              </a:srgbClr>
            </a:solidFill>
            <a:ln w="13550" cap="flat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7614016" y="3030703"/>
              <a:ext cx="1683450" cy="1467977"/>
            </a:xfrm>
            <a:custGeom>
              <a:avLst/>
              <a:pathLst>
                <a:path w="1683450" h="1467977">
                  <a:moveTo>
                    <a:pt x="0" y="1467977"/>
                  </a:moveTo>
                  <a:lnTo>
                    <a:pt x="3294" y="1467977"/>
                  </a:lnTo>
                  <a:lnTo>
                    <a:pt x="6588" y="1467977"/>
                  </a:lnTo>
                  <a:lnTo>
                    <a:pt x="9883" y="1467977"/>
                  </a:lnTo>
                  <a:lnTo>
                    <a:pt x="13177" y="1467977"/>
                  </a:lnTo>
                  <a:lnTo>
                    <a:pt x="16472" y="1467977"/>
                  </a:lnTo>
                  <a:lnTo>
                    <a:pt x="19766" y="1467977"/>
                  </a:lnTo>
                  <a:lnTo>
                    <a:pt x="23060" y="1467977"/>
                  </a:lnTo>
                  <a:lnTo>
                    <a:pt x="26355" y="1467977"/>
                  </a:lnTo>
                  <a:lnTo>
                    <a:pt x="29649" y="1467977"/>
                  </a:lnTo>
                  <a:lnTo>
                    <a:pt x="32944" y="1467977"/>
                  </a:lnTo>
                  <a:lnTo>
                    <a:pt x="36238" y="1467977"/>
                  </a:lnTo>
                  <a:lnTo>
                    <a:pt x="39533" y="1467977"/>
                  </a:lnTo>
                  <a:lnTo>
                    <a:pt x="42827" y="1467977"/>
                  </a:lnTo>
                  <a:lnTo>
                    <a:pt x="46121" y="1467977"/>
                  </a:lnTo>
                  <a:lnTo>
                    <a:pt x="49416" y="1467977"/>
                  </a:lnTo>
                  <a:lnTo>
                    <a:pt x="52710" y="1467977"/>
                  </a:lnTo>
                  <a:lnTo>
                    <a:pt x="56005" y="1467977"/>
                  </a:lnTo>
                  <a:lnTo>
                    <a:pt x="59299" y="1467977"/>
                  </a:lnTo>
                  <a:lnTo>
                    <a:pt x="62594" y="1467977"/>
                  </a:lnTo>
                  <a:lnTo>
                    <a:pt x="65888" y="1467977"/>
                  </a:lnTo>
                  <a:lnTo>
                    <a:pt x="69182" y="1467977"/>
                  </a:lnTo>
                  <a:lnTo>
                    <a:pt x="72477" y="1467977"/>
                  </a:lnTo>
                  <a:lnTo>
                    <a:pt x="75771" y="1467977"/>
                  </a:lnTo>
                  <a:lnTo>
                    <a:pt x="79066" y="1467977"/>
                  </a:lnTo>
                  <a:lnTo>
                    <a:pt x="82360" y="1467977"/>
                  </a:lnTo>
                  <a:lnTo>
                    <a:pt x="85655" y="1467977"/>
                  </a:lnTo>
                  <a:lnTo>
                    <a:pt x="88949" y="1467977"/>
                  </a:lnTo>
                  <a:lnTo>
                    <a:pt x="92243" y="1467977"/>
                  </a:lnTo>
                  <a:lnTo>
                    <a:pt x="95538" y="1467977"/>
                  </a:lnTo>
                  <a:lnTo>
                    <a:pt x="98832" y="1467977"/>
                  </a:lnTo>
                  <a:lnTo>
                    <a:pt x="102127" y="1467977"/>
                  </a:lnTo>
                  <a:lnTo>
                    <a:pt x="105421" y="1467977"/>
                  </a:lnTo>
                  <a:lnTo>
                    <a:pt x="108716" y="1467977"/>
                  </a:lnTo>
                  <a:lnTo>
                    <a:pt x="112010" y="1467977"/>
                  </a:lnTo>
                  <a:lnTo>
                    <a:pt x="115304" y="1467977"/>
                  </a:lnTo>
                  <a:lnTo>
                    <a:pt x="118599" y="1467977"/>
                  </a:lnTo>
                  <a:lnTo>
                    <a:pt x="121893" y="1467977"/>
                  </a:lnTo>
                  <a:lnTo>
                    <a:pt x="125188" y="1467977"/>
                  </a:lnTo>
                  <a:lnTo>
                    <a:pt x="128482" y="1467977"/>
                  </a:lnTo>
                  <a:lnTo>
                    <a:pt x="131776" y="1467977"/>
                  </a:lnTo>
                  <a:lnTo>
                    <a:pt x="135071" y="1467977"/>
                  </a:lnTo>
                  <a:lnTo>
                    <a:pt x="138365" y="1467977"/>
                  </a:lnTo>
                  <a:lnTo>
                    <a:pt x="141660" y="1467977"/>
                  </a:lnTo>
                  <a:lnTo>
                    <a:pt x="144954" y="1467977"/>
                  </a:lnTo>
                  <a:lnTo>
                    <a:pt x="148249" y="1467977"/>
                  </a:lnTo>
                  <a:lnTo>
                    <a:pt x="151543" y="1467977"/>
                  </a:lnTo>
                  <a:lnTo>
                    <a:pt x="154837" y="1467977"/>
                  </a:lnTo>
                  <a:lnTo>
                    <a:pt x="158132" y="1467977"/>
                  </a:lnTo>
                  <a:lnTo>
                    <a:pt x="161426" y="1467977"/>
                  </a:lnTo>
                  <a:lnTo>
                    <a:pt x="164721" y="1467977"/>
                  </a:lnTo>
                  <a:lnTo>
                    <a:pt x="168015" y="1467977"/>
                  </a:lnTo>
                  <a:lnTo>
                    <a:pt x="171310" y="1467977"/>
                  </a:lnTo>
                  <a:lnTo>
                    <a:pt x="174604" y="1467977"/>
                  </a:lnTo>
                  <a:lnTo>
                    <a:pt x="177898" y="1467977"/>
                  </a:lnTo>
                  <a:lnTo>
                    <a:pt x="181193" y="1467977"/>
                  </a:lnTo>
                  <a:lnTo>
                    <a:pt x="184487" y="1467977"/>
                  </a:lnTo>
                  <a:lnTo>
                    <a:pt x="187782" y="1467977"/>
                  </a:lnTo>
                  <a:lnTo>
                    <a:pt x="191076" y="1467977"/>
                  </a:lnTo>
                  <a:lnTo>
                    <a:pt x="194371" y="1467977"/>
                  </a:lnTo>
                  <a:lnTo>
                    <a:pt x="197665" y="1467977"/>
                  </a:lnTo>
                  <a:lnTo>
                    <a:pt x="200959" y="1467977"/>
                  </a:lnTo>
                  <a:lnTo>
                    <a:pt x="204254" y="1467977"/>
                  </a:lnTo>
                  <a:lnTo>
                    <a:pt x="207548" y="1467977"/>
                  </a:lnTo>
                  <a:lnTo>
                    <a:pt x="210843" y="1467977"/>
                  </a:lnTo>
                  <a:lnTo>
                    <a:pt x="214137" y="1467977"/>
                  </a:lnTo>
                  <a:lnTo>
                    <a:pt x="217432" y="1467977"/>
                  </a:lnTo>
                  <a:lnTo>
                    <a:pt x="220726" y="1467977"/>
                  </a:lnTo>
                  <a:lnTo>
                    <a:pt x="224020" y="1467977"/>
                  </a:lnTo>
                  <a:lnTo>
                    <a:pt x="227315" y="1467977"/>
                  </a:lnTo>
                  <a:lnTo>
                    <a:pt x="230609" y="1467977"/>
                  </a:lnTo>
                  <a:lnTo>
                    <a:pt x="233904" y="1467977"/>
                  </a:lnTo>
                  <a:lnTo>
                    <a:pt x="237198" y="1467977"/>
                  </a:lnTo>
                  <a:lnTo>
                    <a:pt x="240492" y="1467977"/>
                  </a:lnTo>
                  <a:lnTo>
                    <a:pt x="243787" y="1467977"/>
                  </a:lnTo>
                  <a:lnTo>
                    <a:pt x="247081" y="1467977"/>
                  </a:lnTo>
                  <a:lnTo>
                    <a:pt x="250376" y="1467977"/>
                  </a:lnTo>
                  <a:lnTo>
                    <a:pt x="253670" y="1467977"/>
                  </a:lnTo>
                  <a:lnTo>
                    <a:pt x="256965" y="1467977"/>
                  </a:lnTo>
                  <a:lnTo>
                    <a:pt x="260259" y="1467977"/>
                  </a:lnTo>
                  <a:lnTo>
                    <a:pt x="263553" y="1467977"/>
                  </a:lnTo>
                  <a:lnTo>
                    <a:pt x="266848" y="1467977"/>
                  </a:lnTo>
                  <a:lnTo>
                    <a:pt x="270142" y="1467977"/>
                  </a:lnTo>
                  <a:lnTo>
                    <a:pt x="273437" y="1467977"/>
                  </a:lnTo>
                  <a:lnTo>
                    <a:pt x="276731" y="1467977"/>
                  </a:lnTo>
                  <a:lnTo>
                    <a:pt x="280026" y="1467977"/>
                  </a:lnTo>
                  <a:lnTo>
                    <a:pt x="283320" y="1467977"/>
                  </a:lnTo>
                  <a:lnTo>
                    <a:pt x="286614" y="1467977"/>
                  </a:lnTo>
                  <a:lnTo>
                    <a:pt x="289909" y="1467977"/>
                  </a:lnTo>
                  <a:lnTo>
                    <a:pt x="293203" y="1467977"/>
                  </a:lnTo>
                  <a:lnTo>
                    <a:pt x="296498" y="1467977"/>
                  </a:lnTo>
                  <a:lnTo>
                    <a:pt x="299792" y="1467977"/>
                  </a:lnTo>
                  <a:lnTo>
                    <a:pt x="303087" y="1467977"/>
                  </a:lnTo>
                  <a:lnTo>
                    <a:pt x="306381" y="1467977"/>
                  </a:lnTo>
                  <a:lnTo>
                    <a:pt x="309675" y="1467977"/>
                  </a:lnTo>
                  <a:lnTo>
                    <a:pt x="312970" y="1467977"/>
                  </a:lnTo>
                  <a:lnTo>
                    <a:pt x="316264" y="1467977"/>
                  </a:lnTo>
                  <a:lnTo>
                    <a:pt x="319559" y="1467977"/>
                  </a:lnTo>
                  <a:lnTo>
                    <a:pt x="322853" y="1467977"/>
                  </a:lnTo>
                  <a:lnTo>
                    <a:pt x="326148" y="1467977"/>
                  </a:lnTo>
                  <a:lnTo>
                    <a:pt x="329442" y="1467977"/>
                  </a:lnTo>
                  <a:lnTo>
                    <a:pt x="332736" y="1467977"/>
                  </a:lnTo>
                  <a:lnTo>
                    <a:pt x="336031" y="1467977"/>
                  </a:lnTo>
                  <a:lnTo>
                    <a:pt x="339325" y="1467977"/>
                  </a:lnTo>
                  <a:lnTo>
                    <a:pt x="342620" y="1467977"/>
                  </a:lnTo>
                  <a:lnTo>
                    <a:pt x="345914" y="1467977"/>
                  </a:lnTo>
                  <a:lnTo>
                    <a:pt x="349208" y="1467977"/>
                  </a:lnTo>
                  <a:lnTo>
                    <a:pt x="352503" y="1467977"/>
                  </a:lnTo>
                  <a:lnTo>
                    <a:pt x="355797" y="1467977"/>
                  </a:lnTo>
                  <a:lnTo>
                    <a:pt x="359092" y="1467977"/>
                  </a:lnTo>
                  <a:lnTo>
                    <a:pt x="362386" y="1467977"/>
                  </a:lnTo>
                  <a:lnTo>
                    <a:pt x="365681" y="1467977"/>
                  </a:lnTo>
                  <a:lnTo>
                    <a:pt x="368975" y="1467977"/>
                  </a:lnTo>
                  <a:lnTo>
                    <a:pt x="372269" y="1467977"/>
                  </a:lnTo>
                  <a:lnTo>
                    <a:pt x="375564" y="1467977"/>
                  </a:lnTo>
                  <a:lnTo>
                    <a:pt x="378858" y="1467977"/>
                  </a:lnTo>
                  <a:lnTo>
                    <a:pt x="382153" y="1467977"/>
                  </a:lnTo>
                  <a:lnTo>
                    <a:pt x="385447" y="1467977"/>
                  </a:lnTo>
                  <a:lnTo>
                    <a:pt x="388742" y="1467977"/>
                  </a:lnTo>
                  <a:lnTo>
                    <a:pt x="392036" y="1467977"/>
                  </a:lnTo>
                  <a:lnTo>
                    <a:pt x="395330" y="1467977"/>
                  </a:lnTo>
                  <a:lnTo>
                    <a:pt x="398625" y="1467977"/>
                  </a:lnTo>
                  <a:lnTo>
                    <a:pt x="401919" y="1467977"/>
                  </a:lnTo>
                  <a:lnTo>
                    <a:pt x="405214" y="1467977"/>
                  </a:lnTo>
                  <a:lnTo>
                    <a:pt x="408508" y="1467977"/>
                  </a:lnTo>
                  <a:lnTo>
                    <a:pt x="411803" y="1467977"/>
                  </a:lnTo>
                  <a:lnTo>
                    <a:pt x="415097" y="1467977"/>
                  </a:lnTo>
                  <a:lnTo>
                    <a:pt x="418391" y="1467977"/>
                  </a:lnTo>
                  <a:lnTo>
                    <a:pt x="421686" y="1467977"/>
                  </a:lnTo>
                  <a:lnTo>
                    <a:pt x="424980" y="1467977"/>
                  </a:lnTo>
                  <a:lnTo>
                    <a:pt x="428275" y="1467977"/>
                  </a:lnTo>
                  <a:lnTo>
                    <a:pt x="431569" y="1467977"/>
                  </a:lnTo>
                  <a:lnTo>
                    <a:pt x="434864" y="1467977"/>
                  </a:lnTo>
                  <a:lnTo>
                    <a:pt x="438158" y="1467977"/>
                  </a:lnTo>
                  <a:lnTo>
                    <a:pt x="441452" y="1467977"/>
                  </a:lnTo>
                  <a:lnTo>
                    <a:pt x="444747" y="1467977"/>
                  </a:lnTo>
                  <a:lnTo>
                    <a:pt x="448041" y="1467977"/>
                  </a:lnTo>
                  <a:lnTo>
                    <a:pt x="451336" y="1467977"/>
                  </a:lnTo>
                  <a:lnTo>
                    <a:pt x="454630" y="1467977"/>
                  </a:lnTo>
                  <a:lnTo>
                    <a:pt x="457925" y="1467977"/>
                  </a:lnTo>
                  <a:lnTo>
                    <a:pt x="461219" y="1467977"/>
                  </a:lnTo>
                  <a:lnTo>
                    <a:pt x="464513" y="1467977"/>
                  </a:lnTo>
                  <a:lnTo>
                    <a:pt x="467808" y="1467977"/>
                  </a:lnTo>
                  <a:lnTo>
                    <a:pt x="471102" y="1467977"/>
                  </a:lnTo>
                  <a:lnTo>
                    <a:pt x="474397" y="1467977"/>
                  </a:lnTo>
                  <a:lnTo>
                    <a:pt x="477691" y="1467977"/>
                  </a:lnTo>
                  <a:lnTo>
                    <a:pt x="480985" y="1467977"/>
                  </a:lnTo>
                  <a:lnTo>
                    <a:pt x="484280" y="1467977"/>
                  </a:lnTo>
                  <a:lnTo>
                    <a:pt x="487574" y="1467977"/>
                  </a:lnTo>
                  <a:lnTo>
                    <a:pt x="490869" y="1467977"/>
                  </a:lnTo>
                  <a:lnTo>
                    <a:pt x="494163" y="1467977"/>
                  </a:lnTo>
                  <a:lnTo>
                    <a:pt x="497458" y="1467977"/>
                  </a:lnTo>
                  <a:lnTo>
                    <a:pt x="500752" y="1467977"/>
                  </a:lnTo>
                  <a:lnTo>
                    <a:pt x="504046" y="1467977"/>
                  </a:lnTo>
                  <a:lnTo>
                    <a:pt x="507341" y="1467977"/>
                  </a:lnTo>
                  <a:lnTo>
                    <a:pt x="510635" y="1467977"/>
                  </a:lnTo>
                  <a:lnTo>
                    <a:pt x="513930" y="1467977"/>
                  </a:lnTo>
                  <a:lnTo>
                    <a:pt x="517224" y="1467977"/>
                  </a:lnTo>
                  <a:lnTo>
                    <a:pt x="520519" y="1467977"/>
                  </a:lnTo>
                  <a:lnTo>
                    <a:pt x="523813" y="1467977"/>
                  </a:lnTo>
                  <a:lnTo>
                    <a:pt x="527107" y="1467977"/>
                  </a:lnTo>
                  <a:lnTo>
                    <a:pt x="530402" y="1467977"/>
                  </a:lnTo>
                  <a:lnTo>
                    <a:pt x="533696" y="1467977"/>
                  </a:lnTo>
                  <a:lnTo>
                    <a:pt x="536991" y="1467977"/>
                  </a:lnTo>
                  <a:lnTo>
                    <a:pt x="540285" y="1467977"/>
                  </a:lnTo>
                  <a:lnTo>
                    <a:pt x="543580" y="1467977"/>
                  </a:lnTo>
                  <a:lnTo>
                    <a:pt x="546874" y="1467977"/>
                  </a:lnTo>
                  <a:lnTo>
                    <a:pt x="550168" y="1467977"/>
                  </a:lnTo>
                  <a:lnTo>
                    <a:pt x="553463" y="1467977"/>
                  </a:lnTo>
                  <a:lnTo>
                    <a:pt x="556757" y="1467977"/>
                  </a:lnTo>
                  <a:lnTo>
                    <a:pt x="560052" y="1467977"/>
                  </a:lnTo>
                  <a:lnTo>
                    <a:pt x="563346" y="1467977"/>
                  </a:lnTo>
                  <a:lnTo>
                    <a:pt x="566641" y="1467977"/>
                  </a:lnTo>
                  <a:lnTo>
                    <a:pt x="569935" y="1467977"/>
                  </a:lnTo>
                  <a:lnTo>
                    <a:pt x="573229" y="1467977"/>
                  </a:lnTo>
                  <a:lnTo>
                    <a:pt x="576524" y="1467977"/>
                  </a:lnTo>
                  <a:lnTo>
                    <a:pt x="579818" y="1467977"/>
                  </a:lnTo>
                  <a:lnTo>
                    <a:pt x="583113" y="1467977"/>
                  </a:lnTo>
                  <a:lnTo>
                    <a:pt x="586407" y="1467977"/>
                  </a:lnTo>
                  <a:lnTo>
                    <a:pt x="589701" y="1467977"/>
                  </a:lnTo>
                  <a:lnTo>
                    <a:pt x="592996" y="1467977"/>
                  </a:lnTo>
                  <a:lnTo>
                    <a:pt x="596290" y="1467977"/>
                  </a:lnTo>
                  <a:lnTo>
                    <a:pt x="599585" y="1467977"/>
                  </a:lnTo>
                  <a:lnTo>
                    <a:pt x="602879" y="1467977"/>
                  </a:lnTo>
                  <a:lnTo>
                    <a:pt x="606174" y="1467977"/>
                  </a:lnTo>
                  <a:lnTo>
                    <a:pt x="609468" y="1467977"/>
                  </a:lnTo>
                  <a:lnTo>
                    <a:pt x="612762" y="1467977"/>
                  </a:lnTo>
                  <a:lnTo>
                    <a:pt x="616057" y="1467977"/>
                  </a:lnTo>
                  <a:lnTo>
                    <a:pt x="619351" y="1467977"/>
                  </a:lnTo>
                  <a:lnTo>
                    <a:pt x="622646" y="1467977"/>
                  </a:lnTo>
                  <a:lnTo>
                    <a:pt x="625940" y="1467977"/>
                  </a:lnTo>
                  <a:lnTo>
                    <a:pt x="629235" y="1467977"/>
                  </a:lnTo>
                  <a:lnTo>
                    <a:pt x="632529" y="1467977"/>
                  </a:lnTo>
                  <a:lnTo>
                    <a:pt x="635823" y="1467977"/>
                  </a:lnTo>
                  <a:lnTo>
                    <a:pt x="639118" y="1467977"/>
                  </a:lnTo>
                  <a:lnTo>
                    <a:pt x="642412" y="1467977"/>
                  </a:lnTo>
                  <a:lnTo>
                    <a:pt x="645707" y="1467977"/>
                  </a:lnTo>
                  <a:lnTo>
                    <a:pt x="649001" y="1467977"/>
                  </a:lnTo>
                  <a:lnTo>
                    <a:pt x="652296" y="1467977"/>
                  </a:lnTo>
                  <a:lnTo>
                    <a:pt x="655590" y="1467977"/>
                  </a:lnTo>
                  <a:lnTo>
                    <a:pt x="658884" y="1467977"/>
                  </a:lnTo>
                  <a:lnTo>
                    <a:pt x="662179" y="1467977"/>
                  </a:lnTo>
                  <a:lnTo>
                    <a:pt x="665473" y="1467977"/>
                  </a:lnTo>
                  <a:lnTo>
                    <a:pt x="668768" y="1467977"/>
                  </a:lnTo>
                  <a:lnTo>
                    <a:pt x="672062" y="1467977"/>
                  </a:lnTo>
                  <a:lnTo>
                    <a:pt x="675357" y="1467977"/>
                  </a:lnTo>
                  <a:lnTo>
                    <a:pt x="678651" y="1467977"/>
                  </a:lnTo>
                  <a:lnTo>
                    <a:pt x="681945" y="1467977"/>
                  </a:lnTo>
                  <a:lnTo>
                    <a:pt x="685240" y="1467977"/>
                  </a:lnTo>
                  <a:lnTo>
                    <a:pt x="688534" y="1467977"/>
                  </a:lnTo>
                  <a:lnTo>
                    <a:pt x="691829" y="1467977"/>
                  </a:lnTo>
                  <a:lnTo>
                    <a:pt x="695123" y="1467977"/>
                  </a:lnTo>
                  <a:lnTo>
                    <a:pt x="698417" y="1467977"/>
                  </a:lnTo>
                  <a:lnTo>
                    <a:pt x="701712" y="1467977"/>
                  </a:lnTo>
                  <a:lnTo>
                    <a:pt x="705006" y="1467977"/>
                  </a:lnTo>
                  <a:lnTo>
                    <a:pt x="708301" y="1467977"/>
                  </a:lnTo>
                  <a:lnTo>
                    <a:pt x="711595" y="1467977"/>
                  </a:lnTo>
                  <a:lnTo>
                    <a:pt x="714890" y="1467977"/>
                  </a:lnTo>
                  <a:lnTo>
                    <a:pt x="718184" y="1467977"/>
                  </a:lnTo>
                  <a:lnTo>
                    <a:pt x="721478" y="1467977"/>
                  </a:lnTo>
                  <a:lnTo>
                    <a:pt x="724773" y="1467977"/>
                  </a:lnTo>
                  <a:lnTo>
                    <a:pt x="728067" y="1467977"/>
                  </a:lnTo>
                  <a:lnTo>
                    <a:pt x="731362" y="1467977"/>
                  </a:lnTo>
                  <a:lnTo>
                    <a:pt x="734656" y="1467977"/>
                  </a:lnTo>
                  <a:lnTo>
                    <a:pt x="737951" y="1467977"/>
                  </a:lnTo>
                  <a:lnTo>
                    <a:pt x="741245" y="1467977"/>
                  </a:lnTo>
                  <a:lnTo>
                    <a:pt x="744539" y="1467977"/>
                  </a:lnTo>
                  <a:lnTo>
                    <a:pt x="747834" y="1467977"/>
                  </a:lnTo>
                  <a:lnTo>
                    <a:pt x="751128" y="1467977"/>
                  </a:lnTo>
                  <a:lnTo>
                    <a:pt x="754423" y="1467977"/>
                  </a:lnTo>
                  <a:lnTo>
                    <a:pt x="757717" y="1467977"/>
                  </a:lnTo>
                  <a:lnTo>
                    <a:pt x="761012" y="1467977"/>
                  </a:lnTo>
                  <a:lnTo>
                    <a:pt x="764306" y="1467977"/>
                  </a:lnTo>
                  <a:lnTo>
                    <a:pt x="767600" y="1467977"/>
                  </a:lnTo>
                  <a:lnTo>
                    <a:pt x="770895" y="1467977"/>
                  </a:lnTo>
                  <a:lnTo>
                    <a:pt x="774189" y="1467977"/>
                  </a:lnTo>
                  <a:lnTo>
                    <a:pt x="777484" y="1467977"/>
                  </a:lnTo>
                  <a:lnTo>
                    <a:pt x="780778" y="1467977"/>
                  </a:lnTo>
                  <a:lnTo>
                    <a:pt x="784073" y="1467977"/>
                  </a:lnTo>
                  <a:lnTo>
                    <a:pt x="787367" y="1467977"/>
                  </a:lnTo>
                  <a:lnTo>
                    <a:pt x="790661" y="1467977"/>
                  </a:lnTo>
                  <a:lnTo>
                    <a:pt x="793956" y="1467977"/>
                  </a:lnTo>
                  <a:lnTo>
                    <a:pt x="797250" y="1467977"/>
                  </a:lnTo>
                  <a:lnTo>
                    <a:pt x="800545" y="1467977"/>
                  </a:lnTo>
                  <a:lnTo>
                    <a:pt x="803839" y="1467977"/>
                  </a:lnTo>
                  <a:lnTo>
                    <a:pt x="807134" y="1467977"/>
                  </a:lnTo>
                  <a:lnTo>
                    <a:pt x="810428" y="1467977"/>
                  </a:lnTo>
                  <a:lnTo>
                    <a:pt x="813722" y="1467977"/>
                  </a:lnTo>
                  <a:lnTo>
                    <a:pt x="817017" y="1467977"/>
                  </a:lnTo>
                  <a:lnTo>
                    <a:pt x="820311" y="1467977"/>
                  </a:lnTo>
                  <a:lnTo>
                    <a:pt x="823606" y="1467977"/>
                  </a:lnTo>
                  <a:lnTo>
                    <a:pt x="826900" y="1467977"/>
                  </a:lnTo>
                  <a:lnTo>
                    <a:pt x="830194" y="1467977"/>
                  </a:lnTo>
                  <a:lnTo>
                    <a:pt x="833489" y="1467977"/>
                  </a:lnTo>
                  <a:lnTo>
                    <a:pt x="836783" y="1467977"/>
                  </a:lnTo>
                  <a:lnTo>
                    <a:pt x="840078" y="1467977"/>
                  </a:lnTo>
                  <a:lnTo>
                    <a:pt x="843372" y="1467977"/>
                  </a:lnTo>
                  <a:lnTo>
                    <a:pt x="846667" y="1467977"/>
                  </a:lnTo>
                  <a:lnTo>
                    <a:pt x="849961" y="1467977"/>
                  </a:lnTo>
                  <a:lnTo>
                    <a:pt x="853255" y="1467975"/>
                  </a:lnTo>
                  <a:lnTo>
                    <a:pt x="856550" y="1467968"/>
                  </a:lnTo>
                  <a:lnTo>
                    <a:pt x="859844" y="1467950"/>
                  </a:lnTo>
                  <a:lnTo>
                    <a:pt x="863139" y="1467905"/>
                  </a:lnTo>
                  <a:lnTo>
                    <a:pt x="866433" y="1467807"/>
                  </a:lnTo>
                  <a:lnTo>
                    <a:pt x="869728" y="1467616"/>
                  </a:lnTo>
                  <a:lnTo>
                    <a:pt x="873022" y="1467288"/>
                  </a:lnTo>
                  <a:lnTo>
                    <a:pt x="876316" y="1466785"/>
                  </a:lnTo>
                  <a:lnTo>
                    <a:pt x="879611" y="1466105"/>
                  </a:lnTo>
                  <a:lnTo>
                    <a:pt x="882905" y="1465292"/>
                  </a:lnTo>
                  <a:lnTo>
                    <a:pt x="886200" y="1464445"/>
                  </a:lnTo>
                  <a:lnTo>
                    <a:pt x="889494" y="1463693"/>
                  </a:lnTo>
                  <a:lnTo>
                    <a:pt x="892789" y="1463138"/>
                  </a:lnTo>
                  <a:lnTo>
                    <a:pt x="896083" y="1462788"/>
                  </a:lnTo>
                  <a:lnTo>
                    <a:pt x="899377" y="1462497"/>
                  </a:lnTo>
                  <a:lnTo>
                    <a:pt x="902672" y="1461959"/>
                  </a:lnTo>
                  <a:lnTo>
                    <a:pt x="905966" y="1460765"/>
                  </a:lnTo>
                  <a:lnTo>
                    <a:pt x="909261" y="1458539"/>
                  </a:lnTo>
                  <a:lnTo>
                    <a:pt x="912555" y="1455074"/>
                  </a:lnTo>
                  <a:lnTo>
                    <a:pt x="915850" y="1450436"/>
                  </a:lnTo>
                  <a:lnTo>
                    <a:pt x="919144" y="1444942"/>
                  </a:lnTo>
                  <a:lnTo>
                    <a:pt x="922438" y="1439015"/>
                  </a:lnTo>
                  <a:lnTo>
                    <a:pt x="925733" y="1432884"/>
                  </a:lnTo>
                  <a:lnTo>
                    <a:pt x="929027" y="1426282"/>
                  </a:lnTo>
                  <a:lnTo>
                    <a:pt x="932322" y="1418432"/>
                  </a:lnTo>
                  <a:lnTo>
                    <a:pt x="935616" y="1408287"/>
                  </a:lnTo>
                  <a:lnTo>
                    <a:pt x="938910" y="1394990"/>
                  </a:lnTo>
                  <a:lnTo>
                    <a:pt x="942205" y="1378288"/>
                  </a:lnTo>
                  <a:lnTo>
                    <a:pt x="945499" y="1358647"/>
                  </a:lnTo>
                  <a:lnTo>
                    <a:pt x="948794" y="1336962"/>
                  </a:lnTo>
                  <a:lnTo>
                    <a:pt x="952088" y="1314014"/>
                  </a:lnTo>
                  <a:lnTo>
                    <a:pt x="955383" y="1289957"/>
                  </a:lnTo>
                  <a:lnTo>
                    <a:pt x="958677" y="1264082"/>
                  </a:lnTo>
                  <a:lnTo>
                    <a:pt x="961971" y="1234995"/>
                  </a:lnTo>
                  <a:lnTo>
                    <a:pt x="965266" y="1201157"/>
                  </a:lnTo>
                  <a:lnTo>
                    <a:pt x="968560" y="1161605"/>
                  </a:lnTo>
                  <a:lnTo>
                    <a:pt x="971855" y="1116531"/>
                  </a:lnTo>
                  <a:lnTo>
                    <a:pt x="975149" y="1067360"/>
                  </a:lnTo>
                  <a:lnTo>
                    <a:pt x="978444" y="1016209"/>
                  </a:lnTo>
                  <a:lnTo>
                    <a:pt x="981738" y="964958"/>
                  </a:lnTo>
                  <a:lnTo>
                    <a:pt x="985032" y="914476"/>
                  </a:lnTo>
                  <a:lnTo>
                    <a:pt x="988327" y="864423"/>
                  </a:lnTo>
                  <a:lnTo>
                    <a:pt x="991621" y="813639"/>
                  </a:lnTo>
                  <a:lnTo>
                    <a:pt x="994916" y="760740"/>
                  </a:lnTo>
                  <a:lnTo>
                    <a:pt x="998210" y="704407"/>
                  </a:lnTo>
                  <a:lnTo>
                    <a:pt x="1001505" y="644141"/>
                  </a:lnTo>
                  <a:lnTo>
                    <a:pt x="1004799" y="580090"/>
                  </a:lnTo>
                  <a:lnTo>
                    <a:pt x="1008093" y="513289"/>
                  </a:lnTo>
                  <a:lnTo>
                    <a:pt x="1011388" y="445697"/>
                  </a:lnTo>
                  <a:lnTo>
                    <a:pt x="1014682" y="379874"/>
                  </a:lnTo>
                  <a:lnTo>
                    <a:pt x="1017977" y="318400"/>
                  </a:lnTo>
                  <a:lnTo>
                    <a:pt x="1021271" y="263321"/>
                  </a:lnTo>
                  <a:lnTo>
                    <a:pt x="1024566" y="215905"/>
                  </a:lnTo>
                  <a:lnTo>
                    <a:pt x="1027860" y="176691"/>
                  </a:lnTo>
                  <a:lnTo>
                    <a:pt x="1031154" y="145552"/>
                  </a:lnTo>
                  <a:lnTo>
                    <a:pt x="1034449" y="121573"/>
                  </a:lnTo>
                  <a:lnTo>
                    <a:pt x="1037743" y="102887"/>
                  </a:lnTo>
                  <a:lnTo>
                    <a:pt x="1041038" y="86824"/>
                  </a:lnTo>
                  <a:lnTo>
                    <a:pt x="1044332" y="70652"/>
                  </a:lnTo>
                  <a:lnTo>
                    <a:pt x="1047626" y="52735"/>
                  </a:lnTo>
                  <a:lnTo>
                    <a:pt x="1050921" y="33513"/>
                  </a:lnTo>
                  <a:lnTo>
                    <a:pt x="1054215" y="15663"/>
                  </a:lnTo>
                  <a:lnTo>
                    <a:pt x="1057510" y="3210"/>
                  </a:lnTo>
                  <a:lnTo>
                    <a:pt x="1060804" y="0"/>
                  </a:lnTo>
                  <a:lnTo>
                    <a:pt x="1064099" y="8340"/>
                  </a:lnTo>
                  <a:lnTo>
                    <a:pt x="1067393" y="28457"/>
                  </a:lnTo>
                  <a:lnTo>
                    <a:pt x="1070687" y="58822"/>
                  </a:lnTo>
                  <a:lnTo>
                    <a:pt x="1073982" y="97005"/>
                  </a:lnTo>
                  <a:lnTo>
                    <a:pt x="1077276" y="139701"/>
                  </a:lnTo>
                  <a:lnTo>
                    <a:pt x="1080571" y="183741"/>
                  </a:lnTo>
                  <a:lnTo>
                    <a:pt x="1083865" y="226348"/>
                  </a:lnTo>
                  <a:lnTo>
                    <a:pt x="1087160" y="265475"/>
                  </a:lnTo>
                  <a:lnTo>
                    <a:pt x="1090454" y="300380"/>
                  </a:lnTo>
                  <a:lnTo>
                    <a:pt x="1093748" y="331982"/>
                  </a:lnTo>
                  <a:lnTo>
                    <a:pt x="1097043" y="362602"/>
                  </a:lnTo>
                  <a:lnTo>
                    <a:pt x="1100337" y="395008"/>
                  </a:lnTo>
                  <a:lnTo>
                    <a:pt x="1103632" y="431165"/>
                  </a:lnTo>
                  <a:lnTo>
                    <a:pt x="1106926" y="471436"/>
                  </a:lnTo>
                  <a:lnTo>
                    <a:pt x="1110221" y="514733"/>
                  </a:lnTo>
                  <a:lnTo>
                    <a:pt x="1113515" y="559450"/>
                  </a:lnTo>
                  <a:lnTo>
                    <a:pt x="1116809" y="604410"/>
                  </a:lnTo>
                  <a:lnTo>
                    <a:pt x="1120104" y="649140"/>
                  </a:lnTo>
                  <a:lnTo>
                    <a:pt x="1123398" y="693412"/>
                  </a:lnTo>
                  <a:lnTo>
                    <a:pt x="1126693" y="736666"/>
                  </a:lnTo>
                  <a:lnTo>
                    <a:pt x="1129987" y="777968"/>
                  </a:lnTo>
                  <a:lnTo>
                    <a:pt x="1133282" y="816548"/>
                  </a:lnTo>
                  <a:lnTo>
                    <a:pt x="1136576" y="852346"/>
                  </a:lnTo>
                  <a:lnTo>
                    <a:pt x="1139870" y="885992"/>
                  </a:lnTo>
                  <a:lnTo>
                    <a:pt x="1143165" y="918256"/>
                  </a:lnTo>
                  <a:lnTo>
                    <a:pt x="1146459" y="949555"/>
                  </a:lnTo>
                  <a:lnTo>
                    <a:pt x="1149754" y="979955"/>
                  </a:lnTo>
                  <a:lnTo>
                    <a:pt x="1153048" y="1009558"/>
                  </a:lnTo>
                  <a:lnTo>
                    <a:pt x="1156343" y="1038629"/>
                  </a:lnTo>
                  <a:lnTo>
                    <a:pt x="1159637" y="1067182"/>
                  </a:lnTo>
                  <a:lnTo>
                    <a:pt x="1162931" y="1094677"/>
                  </a:lnTo>
                  <a:lnTo>
                    <a:pt x="1166226" y="1120186"/>
                  </a:lnTo>
                  <a:lnTo>
                    <a:pt x="1169520" y="1143005"/>
                  </a:lnTo>
                  <a:lnTo>
                    <a:pt x="1172815" y="1163253"/>
                  </a:lnTo>
                  <a:lnTo>
                    <a:pt x="1176109" y="1181988"/>
                  </a:lnTo>
                  <a:lnTo>
                    <a:pt x="1179403" y="1200728"/>
                  </a:lnTo>
                  <a:lnTo>
                    <a:pt x="1182698" y="1220690"/>
                  </a:lnTo>
                  <a:lnTo>
                    <a:pt x="1185992" y="1242159"/>
                  </a:lnTo>
                  <a:lnTo>
                    <a:pt x="1189287" y="1264347"/>
                  </a:lnTo>
                  <a:lnTo>
                    <a:pt x="1192581" y="1285788"/>
                  </a:lnTo>
                  <a:lnTo>
                    <a:pt x="1195876" y="1305029"/>
                  </a:lnTo>
                  <a:lnTo>
                    <a:pt x="1199170" y="1321246"/>
                  </a:lnTo>
                  <a:lnTo>
                    <a:pt x="1202464" y="1334492"/>
                  </a:lnTo>
                  <a:lnTo>
                    <a:pt x="1205759" y="1345521"/>
                  </a:lnTo>
                  <a:lnTo>
                    <a:pt x="1209053" y="1355364"/>
                  </a:lnTo>
                  <a:lnTo>
                    <a:pt x="1212348" y="1364906"/>
                  </a:lnTo>
                  <a:lnTo>
                    <a:pt x="1215642" y="1374634"/>
                  </a:lnTo>
                  <a:lnTo>
                    <a:pt x="1218937" y="1384601"/>
                  </a:lnTo>
                  <a:lnTo>
                    <a:pt x="1222231" y="1394565"/>
                  </a:lnTo>
                  <a:lnTo>
                    <a:pt x="1225525" y="1404183"/>
                  </a:lnTo>
                  <a:lnTo>
                    <a:pt x="1228820" y="1413129"/>
                  </a:lnTo>
                  <a:lnTo>
                    <a:pt x="1232114" y="1421206"/>
                  </a:lnTo>
                  <a:lnTo>
                    <a:pt x="1235409" y="1428215"/>
                  </a:lnTo>
                  <a:lnTo>
                    <a:pt x="1238703" y="1433960"/>
                  </a:lnTo>
                  <a:lnTo>
                    <a:pt x="1241998" y="1438329"/>
                  </a:lnTo>
                  <a:lnTo>
                    <a:pt x="1245292" y="1441406"/>
                  </a:lnTo>
                  <a:lnTo>
                    <a:pt x="1248586" y="1443505"/>
                  </a:lnTo>
                  <a:lnTo>
                    <a:pt x="1251881" y="1445070"/>
                  </a:lnTo>
                  <a:lnTo>
                    <a:pt x="1255175" y="1446472"/>
                  </a:lnTo>
                  <a:lnTo>
                    <a:pt x="1258470" y="1447843"/>
                  </a:lnTo>
                  <a:lnTo>
                    <a:pt x="1261764" y="1449062"/>
                  </a:lnTo>
                  <a:lnTo>
                    <a:pt x="1265059" y="1449920"/>
                  </a:lnTo>
                  <a:lnTo>
                    <a:pt x="1268353" y="1450332"/>
                  </a:lnTo>
                  <a:lnTo>
                    <a:pt x="1271647" y="1450469"/>
                  </a:lnTo>
                  <a:lnTo>
                    <a:pt x="1274942" y="1450676"/>
                  </a:lnTo>
                  <a:lnTo>
                    <a:pt x="1278236" y="1451281"/>
                  </a:lnTo>
                  <a:lnTo>
                    <a:pt x="1281531" y="1452415"/>
                  </a:lnTo>
                  <a:lnTo>
                    <a:pt x="1284825" y="1453993"/>
                  </a:lnTo>
                  <a:lnTo>
                    <a:pt x="1288119" y="1455827"/>
                  </a:lnTo>
                  <a:lnTo>
                    <a:pt x="1291414" y="1457766"/>
                  </a:lnTo>
                  <a:lnTo>
                    <a:pt x="1294708" y="1459730"/>
                  </a:lnTo>
                  <a:lnTo>
                    <a:pt x="1298003" y="1461664"/>
                  </a:lnTo>
                  <a:lnTo>
                    <a:pt x="1301297" y="1463474"/>
                  </a:lnTo>
                  <a:lnTo>
                    <a:pt x="1304592" y="1465020"/>
                  </a:lnTo>
                  <a:lnTo>
                    <a:pt x="1307886" y="1466205"/>
                  </a:lnTo>
                  <a:lnTo>
                    <a:pt x="1311180" y="1467014"/>
                  </a:lnTo>
                  <a:lnTo>
                    <a:pt x="1314475" y="1467504"/>
                  </a:lnTo>
                  <a:lnTo>
                    <a:pt x="1317769" y="1467767"/>
                  </a:lnTo>
                  <a:lnTo>
                    <a:pt x="1321064" y="1467889"/>
                  </a:lnTo>
                  <a:lnTo>
                    <a:pt x="1324358" y="1467931"/>
                  </a:lnTo>
                  <a:lnTo>
                    <a:pt x="1327653" y="1467922"/>
                  </a:lnTo>
                  <a:lnTo>
                    <a:pt x="1330947" y="1467865"/>
                  </a:lnTo>
                  <a:lnTo>
                    <a:pt x="1334241" y="1467746"/>
                  </a:lnTo>
                  <a:lnTo>
                    <a:pt x="1337536" y="1467546"/>
                  </a:lnTo>
                  <a:lnTo>
                    <a:pt x="1340830" y="1467262"/>
                  </a:lnTo>
                  <a:lnTo>
                    <a:pt x="1344125" y="1466921"/>
                  </a:lnTo>
                  <a:lnTo>
                    <a:pt x="1347419" y="1466588"/>
                  </a:lnTo>
                  <a:lnTo>
                    <a:pt x="1350714" y="1466348"/>
                  </a:lnTo>
                  <a:lnTo>
                    <a:pt x="1354008" y="1466273"/>
                  </a:lnTo>
                  <a:lnTo>
                    <a:pt x="1357302" y="1466389"/>
                  </a:lnTo>
                  <a:lnTo>
                    <a:pt x="1360597" y="1466660"/>
                  </a:lnTo>
                  <a:lnTo>
                    <a:pt x="1363891" y="1467006"/>
                  </a:lnTo>
                  <a:lnTo>
                    <a:pt x="1367186" y="1467342"/>
                  </a:lnTo>
                  <a:lnTo>
                    <a:pt x="1370480" y="1467609"/>
                  </a:lnTo>
                  <a:lnTo>
                    <a:pt x="1373775" y="1467789"/>
                  </a:lnTo>
                  <a:lnTo>
                    <a:pt x="1377069" y="1467892"/>
                  </a:lnTo>
                  <a:lnTo>
                    <a:pt x="1380363" y="1467942"/>
                  </a:lnTo>
                  <a:lnTo>
                    <a:pt x="1383658" y="1467964"/>
                  </a:lnTo>
                  <a:lnTo>
                    <a:pt x="1386952" y="1467973"/>
                  </a:lnTo>
                  <a:lnTo>
                    <a:pt x="1390247" y="1467976"/>
                  </a:lnTo>
                  <a:lnTo>
                    <a:pt x="1393541" y="1467977"/>
                  </a:lnTo>
                  <a:lnTo>
                    <a:pt x="1396835" y="1467977"/>
                  </a:lnTo>
                  <a:lnTo>
                    <a:pt x="1400130" y="1467977"/>
                  </a:lnTo>
                  <a:lnTo>
                    <a:pt x="1403424" y="1467977"/>
                  </a:lnTo>
                  <a:lnTo>
                    <a:pt x="1406719" y="1467977"/>
                  </a:lnTo>
                  <a:lnTo>
                    <a:pt x="1410013" y="1467977"/>
                  </a:lnTo>
                  <a:lnTo>
                    <a:pt x="1413308" y="1467977"/>
                  </a:lnTo>
                  <a:lnTo>
                    <a:pt x="1416602" y="1467977"/>
                  </a:lnTo>
                  <a:lnTo>
                    <a:pt x="1419896" y="1467977"/>
                  </a:lnTo>
                  <a:lnTo>
                    <a:pt x="1423191" y="1467977"/>
                  </a:lnTo>
                  <a:lnTo>
                    <a:pt x="1426485" y="1467977"/>
                  </a:lnTo>
                  <a:lnTo>
                    <a:pt x="1429780" y="1467977"/>
                  </a:lnTo>
                  <a:lnTo>
                    <a:pt x="1433074" y="1467977"/>
                  </a:lnTo>
                  <a:lnTo>
                    <a:pt x="1436369" y="1467977"/>
                  </a:lnTo>
                  <a:lnTo>
                    <a:pt x="1439663" y="1467977"/>
                  </a:lnTo>
                  <a:lnTo>
                    <a:pt x="1442957" y="1467977"/>
                  </a:lnTo>
                  <a:lnTo>
                    <a:pt x="1446252" y="1467977"/>
                  </a:lnTo>
                  <a:lnTo>
                    <a:pt x="1449546" y="1467977"/>
                  </a:lnTo>
                  <a:lnTo>
                    <a:pt x="1452841" y="1467977"/>
                  </a:lnTo>
                  <a:lnTo>
                    <a:pt x="1456135" y="1467977"/>
                  </a:lnTo>
                  <a:lnTo>
                    <a:pt x="1459430" y="1467977"/>
                  </a:lnTo>
                  <a:lnTo>
                    <a:pt x="1462724" y="1467977"/>
                  </a:lnTo>
                  <a:lnTo>
                    <a:pt x="1466018" y="1467977"/>
                  </a:lnTo>
                  <a:lnTo>
                    <a:pt x="1469313" y="1467977"/>
                  </a:lnTo>
                  <a:lnTo>
                    <a:pt x="1472607" y="1467977"/>
                  </a:lnTo>
                  <a:lnTo>
                    <a:pt x="1475902" y="1467977"/>
                  </a:lnTo>
                  <a:lnTo>
                    <a:pt x="1479196" y="1467977"/>
                  </a:lnTo>
                  <a:lnTo>
                    <a:pt x="1482491" y="1467977"/>
                  </a:lnTo>
                  <a:lnTo>
                    <a:pt x="1485785" y="1467977"/>
                  </a:lnTo>
                  <a:lnTo>
                    <a:pt x="1489079" y="1467977"/>
                  </a:lnTo>
                  <a:lnTo>
                    <a:pt x="1492374" y="1467977"/>
                  </a:lnTo>
                  <a:lnTo>
                    <a:pt x="1495668" y="1467977"/>
                  </a:lnTo>
                  <a:lnTo>
                    <a:pt x="1498963" y="1467977"/>
                  </a:lnTo>
                  <a:lnTo>
                    <a:pt x="1502257" y="1467977"/>
                  </a:lnTo>
                  <a:lnTo>
                    <a:pt x="1505551" y="1467977"/>
                  </a:lnTo>
                  <a:lnTo>
                    <a:pt x="1508846" y="1467977"/>
                  </a:lnTo>
                  <a:lnTo>
                    <a:pt x="1512140" y="1467977"/>
                  </a:lnTo>
                  <a:lnTo>
                    <a:pt x="1515435" y="1467977"/>
                  </a:lnTo>
                  <a:lnTo>
                    <a:pt x="1518729" y="1467977"/>
                  </a:lnTo>
                  <a:lnTo>
                    <a:pt x="1522024" y="1467977"/>
                  </a:lnTo>
                  <a:lnTo>
                    <a:pt x="1525318" y="1467977"/>
                  </a:lnTo>
                  <a:lnTo>
                    <a:pt x="1528612" y="1467977"/>
                  </a:lnTo>
                  <a:lnTo>
                    <a:pt x="1531907" y="1467977"/>
                  </a:lnTo>
                  <a:lnTo>
                    <a:pt x="1535201" y="1467977"/>
                  </a:lnTo>
                  <a:lnTo>
                    <a:pt x="1538496" y="1467977"/>
                  </a:lnTo>
                  <a:lnTo>
                    <a:pt x="1541790" y="1467977"/>
                  </a:lnTo>
                  <a:lnTo>
                    <a:pt x="1545085" y="1467977"/>
                  </a:lnTo>
                  <a:lnTo>
                    <a:pt x="1548379" y="1467977"/>
                  </a:lnTo>
                  <a:lnTo>
                    <a:pt x="1551673" y="1467977"/>
                  </a:lnTo>
                  <a:lnTo>
                    <a:pt x="1554968" y="1467977"/>
                  </a:lnTo>
                  <a:lnTo>
                    <a:pt x="1558262" y="1467977"/>
                  </a:lnTo>
                  <a:lnTo>
                    <a:pt x="1561557" y="1467977"/>
                  </a:lnTo>
                  <a:lnTo>
                    <a:pt x="1564851" y="1467977"/>
                  </a:lnTo>
                  <a:lnTo>
                    <a:pt x="1568146" y="1467977"/>
                  </a:lnTo>
                  <a:lnTo>
                    <a:pt x="1571440" y="1467977"/>
                  </a:lnTo>
                  <a:lnTo>
                    <a:pt x="1574734" y="1467977"/>
                  </a:lnTo>
                  <a:lnTo>
                    <a:pt x="1578029" y="1467977"/>
                  </a:lnTo>
                  <a:lnTo>
                    <a:pt x="1581323" y="1467977"/>
                  </a:lnTo>
                  <a:lnTo>
                    <a:pt x="1584618" y="1467977"/>
                  </a:lnTo>
                  <a:lnTo>
                    <a:pt x="1587912" y="1467977"/>
                  </a:lnTo>
                  <a:lnTo>
                    <a:pt x="1591207" y="1467977"/>
                  </a:lnTo>
                  <a:lnTo>
                    <a:pt x="1594501" y="1467977"/>
                  </a:lnTo>
                  <a:lnTo>
                    <a:pt x="1597795" y="1467977"/>
                  </a:lnTo>
                  <a:lnTo>
                    <a:pt x="1601090" y="1467977"/>
                  </a:lnTo>
                  <a:lnTo>
                    <a:pt x="1604384" y="1467977"/>
                  </a:lnTo>
                  <a:lnTo>
                    <a:pt x="1607679" y="1467977"/>
                  </a:lnTo>
                  <a:lnTo>
                    <a:pt x="1610973" y="1467977"/>
                  </a:lnTo>
                  <a:lnTo>
                    <a:pt x="1614268" y="1467977"/>
                  </a:lnTo>
                  <a:lnTo>
                    <a:pt x="1617562" y="1467977"/>
                  </a:lnTo>
                  <a:lnTo>
                    <a:pt x="1620856" y="1467977"/>
                  </a:lnTo>
                  <a:lnTo>
                    <a:pt x="1624151" y="1467977"/>
                  </a:lnTo>
                  <a:lnTo>
                    <a:pt x="1627445" y="1467977"/>
                  </a:lnTo>
                  <a:lnTo>
                    <a:pt x="1630740" y="1467977"/>
                  </a:lnTo>
                  <a:lnTo>
                    <a:pt x="1634034" y="1467977"/>
                  </a:lnTo>
                  <a:lnTo>
                    <a:pt x="1637328" y="1467977"/>
                  </a:lnTo>
                  <a:lnTo>
                    <a:pt x="1640623" y="1467977"/>
                  </a:lnTo>
                  <a:lnTo>
                    <a:pt x="1643917" y="1467977"/>
                  </a:lnTo>
                  <a:lnTo>
                    <a:pt x="1647212" y="1467977"/>
                  </a:lnTo>
                  <a:lnTo>
                    <a:pt x="1650506" y="1467977"/>
                  </a:lnTo>
                  <a:lnTo>
                    <a:pt x="1653801" y="1467977"/>
                  </a:lnTo>
                  <a:lnTo>
                    <a:pt x="1657095" y="1467977"/>
                  </a:lnTo>
                  <a:lnTo>
                    <a:pt x="1660389" y="1467977"/>
                  </a:lnTo>
                  <a:lnTo>
                    <a:pt x="1663684" y="1467977"/>
                  </a:lnTo>
                  <a:lnTo>
                    <a:pt x="1666978" y="1467977"/>
                  </a:lnTo>
                  <a:lnTo>
                    <a:pt x="1670273" y="1467977"/>
                  </a:lnTo>
                  <a:lnTo>
                    <a:pt x="1673567" y="1467977"/>
                  </a:lnTo>
                  <a:lnTo>
                    <a:pt x="1676862" y="1467977"/>
                  </a:lnTo>
                  <a:lnTo>
                    <a:pt x="1680156" y="1467977"/>
                  </a:lnTo>
                  <a:lnTo>
                    <a:pt x="1683450" y="1467977"/>
                  </a:lnTo>
                  <a:lnTo>
                    <a:pt x="1680156" y="1467977"/>
                  </a:lnTo>
                  <a:lnTo>
                    <a:pt x="1676862" y="1467977"/>
                  </a:lnTo>
                  <a:lnTo>
                    <a:pt x="1673567" y="1467977"/>
                  </a:lnTo>
                  <a:lnTo>
                    <a:pt x="1670273" y="1467977"/>
                  </a:lnTo>
                  <a:lnTo>
                    <a:pt x="1666978" y="1467977"/>
                  </a:lnTo>
                  <a:lnTo>
                    <a:pt x="1663684" y="1467977"/>
                  </a:lnTo>
                  <a:lnTo>
                    <a:pt x="1660389" y="1467977"/>
                  </a:lnTo>
                  <a:lnTo>
                    <a:pt x="1657095" y="1467977"/>
                  </a:lnTo>
                  <a:lnTo>
                    <a:pt x="1653801" y="1467977"/>
                  </a:lnTo>
                  <a:lnTo>
                    <a:pt x="1650506" y="1467977"/>
                  </a:lnTo>
                  <a:lnTo>
                    <a:pt x="1647212" y="1467977"/>
                  </a:lnTo>
                  <a:lnTo>
                    <a:pt x="1643917" y="1467977"/>
                  </a:lnTo>
                  <a:lnTo>
                    <a:pt x="1640623" y="1467977"/>
                  </a:lnTo>
                  <a:lnTo>
                    <a:pt x="1637328" y="1467977"/>
                  </a:lnTo>
                  <a:lnTo>
                    <a:pt x="1634034" y="1467977"/>
                  </a:lnTo>
                  <a:lnTo>
                    <a:pt x="1630740" y="1467977"/>
                  </a:lnTo>
                  <a:lnTo>
                    <a:pt x="1627445" y="1467977"/>
                  </a:lnTo>
                  <a:lnTo>
                    <a:pt x="1624151" y="1467977"/>
                  </a:lnTo>
                  <a:lnTo>
                    <a:pt x="1620856" y="1467977"/>
                  </a:lnTo>
                  <a:lnTo>
                    <a:pt x="1617562" y="1467977"/>
                  </a:lnTo>
                  <a:lnTo>
                    <a:pt x="1614268" y="1467977"/>
                  </a:lnTo>
                  <a:lnTo>
                    <a:pt x="1610973" y="1467977"/>
                  </a:lnTo>
                  <a:lnTo>
                    <a:pt x="1607679" y="1467977"/>
                  </a:lnTo>
                  <a:lnTo>
                    <a:pt x="1604384" y="1467977"/>
                  </a:lnTo>
                  <a:lnTo>
                    <a:pt x="1601090" y="1467977"/>
                  </a:lnTo>
                  <a:lnTo>
                    <a:pt x="1597795" y="1467977"/>
                  </a:lnTo>
                  <a:lnTo>
                    <a:pt x="1594501" y="1467977"/>
                  </a:lnTo>
                  <a:lnTo>
                    <a:pt x="1591207" y="1467977"/>
                  </a:lnTo>
                  <a:lnTo>
                    <a:pt x="1587912" y="1467977"/>
                  </a:lnTo>
                  <a:lnTo>
                    <a:pt x="1584618" y="1467977"/>
                  </a:lnTo>
                  <a:lnTo>
                    <a:pt x="1581323" y="1467977"/>
                  </a:lnTo>
                  <a:lnTo>
                    <a:pt x="1578029" y="1467977"/>
                  </a:lnTo>
                  <a:lnTo>
                    <a:pt x="1574734" y="1467977"/>
                  </a:lnTo>
                  <a:lnTo>
                    <a:pt x="1571440" y="1467977"/>
                  </a:lnTo>
                  <a:lnTo>
                    <a:pt x="1568146" y="1467977"/>
                  </a:lnTo>
                  <a:lnTo>
                    <a:pt x="1564851" y="1467977"/>
                  </a:lnTo>
                  <a:lnTo>
                    <a:pt x="1561557" y="1467977"/>
                  </a:lnTo>
                  <a:lnTo>
                    <a:pt x="1558262" y="1467977"/>
                  </a:lnTo>
                  <a:lnTo>
                    <a:pt x="1554968" y="1467977"/>
                  </a:lnTo>
                  <a:lnTo>
                    <a:pt x="1551673" y="1467977"/>
                  </a:lnTo>
                  <a:lnTo>
                    <a:pt x="1548379" y="1467977"/>
                  </a:lnTo>
                  <a:lnTo>
                    <a:pt x="1545085" y="1467977"/>
                  </a:lnTo>
                  <a:lnTo>
                    <a:pt x="1541790" y="1467977"/>
                  </a:lnTo>
                  <a:lnTo>
                    <a:pt x="1538496" y="1467977"/>
                  </a:lnTo>
                  <a:lnTo>
                    <a:pt x="1535201" y="1467977"/>
                  </a:lnTo>
                  <a:lnTo>
                    <a:pt x="1531907" y="1467977"/>
                  </a:lnTo>
                  <a:lnTo>
                    <a:pt x="1528612" y="1467977"/>
                  </a:lnTo>
                  <a:lnTo>
                    <a:pt x="1525318" y="1467977"/>
                  </a:lnTo>
                  <a:lnTo>
                    <a:pt x="1522024" y="1467977"/>
                  </a:lnTo>
                  <a:lnTo>
                    <a:pt x="1518729" y="1467977"/>
                  </a:lnTo>
                  <a:lnTo>
                    <a:pt x="1515435" y="1467977"/>
                  </a:lnTo>
                  <a:lnTo>
                    <a:pt x="1512140" y="1467977"/>
                  </a:lnTo>
                  <a:lnTo>
                    <a:pt x="1508846" y="1467977"/>
                  </a:lnTo>
                  <a:lnTo>
                    <a:pt x="1505551" y="1467977"/>
                  </a:lnTo>
                  <a:lnTo>
                    <a:pt x="1502257" y="1467977"/>
                  </a:lnTo>
                  <a:lnTo>
                    <a:pt x="1498963" y="1467977"/>
                  </a:lnTo>
                  <a:lnTo>
                    <a:pt x="1495668" y="1467977"/>
                  </a:lnTo>
                  <a:lnTo>
                    <a:pt x="1492374" y="1467977"/>
                  </a:lnTo>
                  <a:lnTo>
                    <a:pt x="1489079" y="1467977"/>
                  </a:lnTo>
                  <a:lnTo>
                    <a:pt x="1485785" y="1467977"/>
                  </a:lnTo>
                  <a:lnTo>
                    <a:pt x="1482491" y="1467977"/>
                  </a:lnTo>
                  <a:lnTo>
                    <a:pt x="1479196" y="1467977"/>
                  </a:lnTo>
                  <a:lnTo>
                    <a:pt x="1475902" y="1467977"/>
                  </a:lnTo>
                  <a:lnTo>
                    <a:pt x="1472607" y="1467977"/>
                  </a:lnTo>
                  <a:lnTo>
                    <a:pt x="1469313" y="1467977"/>
                  </a:lnTo>
                  <a:lnTo>
                    <a:pt x="1466018" y="1467977"/>
                  </a:lnTo>
                  <a:lnTo>
                    <a:pt x="1462724" y="1467977"/>
                  </a:lnTo>
                  <a:lnTo>
                    <a:pt x="1459430" y="1467977"/>
                  </a:lnTo>
                  <a:lnTo>
                    <a:pt x="1456135" y="1467977"/>
                  </a:lnTo>
                  <a:lnTo>
                    <a:pt x="1452841" y="1467977"/>
                  </a:lnTo>
                  <a:lnTo>
                    <a:pt x="1449546" y="1467977"/>
                  </a:lnTo>
                  <a:lnTo>
                    <a:pt x="1446252" y="1467977"/>
                  </a:lnTo>
                  <a:lnTo>
                    <a:pt x="1442957" y="1467977"/>
                  </a:lnTo>
                  <a:lnTo>
                    <a:pt x="1439663" y="1467977"/>
                  </a:lnTo>
                  <a:lnTo>
                    <a:pt x="1436369" y="1467977"/>
                  </a:lnTo>
                  <a:lnTo>
                    <a:pt x="1433074" y="1467977"/>
                  </a:lnTo>
                  <a:lnTo>
                    <a:pt x="1429780" y="1467977"/>
                  </a:lnTo>
                  <a:lnTo>
                    <a:pt x="1426485" y="1467977"/>
                  </a:lnTo>
                  <a:lnTo>
                    <a:pt x="1423191" y="1467977"/>
                  </a:lnTo>
                  <a:lnTo>
                    <a:pt x="1419896" y="1467977"/>
                  </a:lnTo>
                  <a:lnTo>
                    <a:pt x="1416602" y="1467977"/>
                  </a:lnTo>
                  <a:lnTo>
                    <a:pt x="1413308" y="1467977"/>
                  </a:lnTo>
                  <a:lnTo>
                    <a:pt x="1410013" y="1467977"/>
                  </a:lnTo>
                  <a:lnTo>
                    <a:pt x="1406719" y="1467977"/>
                  </a:lnTo>
                  <a:lnTo>
                    <a:pt x="1403424" y="1467977"/>
                  </a:lnTo>
                  <a:lnTo>
                    <a:pt x="1400130" y="1467977"/>
                  </a:lnTo>
                  <a:lnTo>
                    <a:pt x="1396835" y="1467977"/>
                  </a:lnTo>
                  <a:lnTo>
                    <a:pt x="1393541" y="1467977"/>
                  </a:lnTo>
                  <a:lnTo>
                    <a:pt x="1390247" y="1467977"/>
                  </a:lnTo>
                  <a:lnTo>
                    <a:pt x="1386952" y="1467977"/>
                  </a:lnTo>
                  <a:lnTo>
                    <a:pt x="1383658" y="1467977"/>
                  </a:lnTo>
                  <a:lnTo>
                    <a:pt x="1380363" y="1467977"/>
                  </a:lnTo>
                  <a:lnTo>
                    <a:pt x="1377069" y="1467977"/>
                  </a:lnTo>
                  <a:lnTo>
                    <a:pt x="1373775" y="1467977"/>
                  </a:lnTo>
                  <a:lnTo>
                    <a:pt x="1370480" y="1467977"/>
                  </a:lnTo>
                  <a:lnTo>
                    <a:pt x="1367186" y="1467977"/>
                  </a:lnTo>
                  <a:lnTo>
                    <a:pt x="1363891" y="1467977"/>
                  </a:lnTo>
                  <a:lnTo>
                    <a:pt x="1360597" y="1467977"/>
                  </a:lnTo>
                  <a:lnTo>
                    <a:pt x="1357302" y="1467977"/>
                  </a:lnTo>
                  <a:lnTo>
                    <a:pt x="1354008" y="1467977"/>
                  </a:lnTo>
                  <a:lnTo>
                    <a:pt x="1350714" y="1467977"/>
                  </a:lnTo>
                  <a:lnTo>
                    <a:pt x="1347419" y="1467977"/>
                  </a:lnTo>
                  <a:lnTo>
                    <a:pt x="1344125" y="1467977"/>
                  </a:lnTo>
                  <a:lnTo>
                    <a:pt x="1340830" y="1467977"/>
                  </a:lnTo>
                  <a:lnTo>
                    <a:pt x="1337536" y="1467977"/>
                  </a:lnTo>
                  <a:lnTo>
                    <a:pt x="1334241" y="1467977"/>
                  </a:lnTo>
                  <a:lnTo>
                    <a:pt x="1330947" y="1467977"/>
                  </a:lnTo>
                  <a:lnTo>
                    <a:pt x="1327653" y="1467977"/>
                  </a:lnTo>
                  <a:lnTo>
                    <a:pt x="1324358" y="1467977"/>
                  </a:lnTo>
                  <a:lnTo>
                    <a:pt x="1321064" y="1467977"/>
                  </a:lnTo>
                  <a:lnTo>
                    <a:pt x="1317769" y="1467977"/>
                  </a:lnTo>
                  <a:lnTo>
                    <a:pt x="1314475" y="1467977"/>
                  </a:lnTo>
                  <a:lnTo>
                    <a:pt x="1311180" y="1467977"/>
                  </a:lnTo>
                  <a:lnTo>
                    <a:pt x="1307886" y="1467977"/>
                  </a:lnTo>
                  <a:lnTo>
                    <a:pt x="1304592" y="1467977"/>
                  </a:lnTo>
                  <a:lnTo>
                    <a:pt x="1301297" y="1467977"/>
                  </a:lnTo>
                  <a:lnTo>
                    <a:pt x="1298003" y="1467977"/>
                  </a:lnTo>
                  <a:lnTo>
                    <a:pt x="1294708" y="1467977"/>
                  </a:lnTo>
                  <a:lnTo>
                    <a:pt x="1291414" y="1467977"/>
                  </a:lnTo>
                  <a:lnTo>
                    <a:pt x="1288119" y="1467977"/>
                  </a:lnTo>
                  <a:lnTo>
                    <a:pt x="1284825" y="1467977"/>
                  </a:lnTo>
                  <a:lnTo>
                    <a:pt x="1281531" y="1467977"/>
                  </a:lnTo>
                  <a:lnTo>
                    <a:pt x="1278236" y="1467977"/>
                  </a:lnTo>
                  <a:lnTo>
                    <a:pt x="1274942" y="1467977"/>
                  </a:lnTo>
                  <a:lnTo>
                    <a:pt x="1271647" y="1467977"/>
                  </a:lnTo>
                  <a:lnTo>
                    <a:pt x="1268353" y="1467977"/>
                  </a:lnTo>
                  <a:lnTo>
                    <a:pt x="1265059" y="1467977"/>
                  </a:lnTo>
                  <a:lnTo>
                    <a:pt x="1261764" y="1467977"/>
                  </a:lnTo>
                  <a:lnTo>
                    <a:pt x="1258470" y="1467977"/>
                  </a:lnTo>
                  <a:lnTo>
                    <a:pt x="1255175" y="1467977"/>
                  </a:lnTo>
                  <a:lnTo>
                    <a:pt x="1251881" y="1467977"/>
                  </a:lnTo>
                  <a:lnTo>
                    <a:pt x="1248586" y="1467977"/>
                  </a:lnTo>
                  <a:lnTo>
                    <a:pt x="1245292" y="1467977"/>
                  </a:lnTo>
                  <a:lnTo>
                    <a:pt x="1241998" y="1467977"/>
                  </a:lnTo>
                  <a:lnTo>
                    <a:pt x="1238703" y="1467977"/>
                  </a:lnTo>
                  <a:lnTo>
                    <a:pt x="1235409" y="1467977"/>
                  </a:lnTo>
                  <a:lnTo>
                    <a:pt x="1232114" y="1467977"/>
                  </a:lnTo>
                  <a:lnTo>
                    <a:pt x="1228820" y="1467977"/>
                  </a:lnTo>
                  <a:lnTo>
                    <a:pt x="1225525" y="1467977"/>
                  </a:lnTo>
                  <a:lnTo>
                    <a:pt x="1222231" y="1467977"/>
                  </a:lnTo>
                  <a:lnTo>
                    <a:pt x="1218937" y="1467977"/>
                  </a:lnTo>
                  <a:lnTo>
                    <a:pt x="1215642" y="1467977"/>
                  </a:lnTo>
                  <a:lnTo>
                    <a:pt x="1212348" y="1467977"/>
                  </a:lnTo>
                  <a:lnTo>
                    <a:pt x="1209053" y="1467977"/>
                  </a:lnTo>
                  <a:lnTo>
                    <a:pt x="1205759" y="1467977"/>
                  </a:lnTo>
                  <a:lnTo>
                    <a:pt x="1202464" y="1467977"/>
                  </a:lnTo>
                  <a:lnTo>
                    <a:pt x="1199170" y="1467977"/>
                  </a:lnTo>
                  <a:lnTo>
                    <a:pt x="1195876" y="1467977"/>
                  </a:lnTo>
                  <a:lnTo>
                    <a:pt x="1192581" y="1467977"/>
                  </a:lnTo>
                  <a:lnTo>
                    <a:pt x="1189287" y="1467977"/>
                  </a:lnTo>
                  <a:lnTo>
                    <a:pt x="1185992" y="1467977"/>
                  </a:lnTo>
                  <a:lnTo>
                    <a:pt x="1182698" y="1467977"/>
                  </a:lnTo>
                  <a:lnTo>
                    <a:pt x="1179403" y="1467977"/>
                  </a:lnTo>
                  <a:lnTo>
                    <a:pt x="1176109" y="1467977"/>
                  </a:lnTo>
                  <a:lnTo>
                    <a:pt x="1172815" y="1467977"/>
                  </a:lnTo>
                  <a:lnTo>
                    <a:pt x="1169520" y="1467977"/>
                  </a:lnTo>
                  <a:lnTo>
                    <a:pt x="1166226" y="1467977"/>
                  </a:lnTo>
                  <a:lnTo>
                    <a:pt x="1162931" y="1467977"/>
                  </a:lnTo>
                  <a:lnTo>
                    <a:pt x="1159637" y="1467977"/>
                  </a:lnTo>
                  <a:lnTo>
                    <a:pt x="1156343" y="1467977"/>
                  </a:lnTo>
                  <a:lnTo>
                    <a:pt x="1153048" y="1467977"/>
                  </a:lnTo>
                  <a:lnTo>
                    <a:pt x="1149754" y="1467977"/>
                  </a:lnTo>
                  <a:lnTo>
                    <a:pt x="1146459" y="1467977"/>
                  </a:lnTo>
                  <a:lnTo>
                    <a:pt x="1143165" y="1467977"/>
                  </a:lnTo>
                  <a:lnTo>
                    <a:pt x="1139870" y="1467977"/>
                  </a:lnTo>
                  <a:lnTo>
                    <a:pt x="1136576" y="1467977"/>
                  </a:lnTo>
                  <a:lnTo>
                    <a:pt x="1133282" y="1467977"/>
                  </a:lnTo>
                  <a:lnTo>
                    <a:pt x="1129987" y="1467977"/>
                  </a:lnTo>
                  <a:lnTo>
                    <a:pt x="1126693" y="1467977"/>
                  </a:lnTo>
                  <a:lnTo>
                    <a:pt x="1123398" y="1467977"/>
                  </a:lnTo>
                  <a:lnTo>
                    <a:pt x="1120104" y="1467977"/>
                  </a:lnTo>
                  <a:lnTo>
                    <a:pt x="1116809" y="1467977"/>
                  </a:lnTo>
                  <a:lnTo>
                    <a:pt x="1113515" y="1467977"/>
                  </a:lnTo>
                  <a:lnTo>
                    <a:pt x="1110221" y="1467977"/>
                  </a:lnTo>
                  <a:lnTo>
                    <a:pt x="1106926" y="1467977"/>
                  </a:lnTo>
                  <a:lnTo>
                    <a:pt x="1103632" y="1467977"/>
                  </a:lnTo>
                  <a:lnTo>
                    <a:pt x="1100337" y="1467977"/>
                  </a:lnTo>
                  <a:lnTo>
                    <a:pt x="1097043" y="1467977"/>
                  </a:lnTo>
                  <a:lnTo>
                    <a:pt x="1093748" y="1467977"/>
                  </a:lnTo>
                  <a:lnTo>
                    <a:pt x="1090454" y="1467977"/>
                  </a:lnTo>
                  <a:lnTo>
                    <a:pt x="1087160" y="1467977"/>
                  </a:lnTo>
                  <a:lnTo>
                    <a:pt x="1083865" y="1467977"/>
                  </a:lnTo>
                  <a:lnTo>
                    <a:pt x="1080571" y="1467977"/>
                  </a:lnTo>
                  <a:lnTo>
                    <a:pt x="1077276" y="1467977"/>
                  </a:lnTo>
                  <a:lnTo>
                    <a:pt x="1073982" y="1467977"/>
                  </a:lnTo>
                  <a:lnTo>
                    <a:pt x="1070687" y="1467977"/>
                  </a:lnTo>
                  <a:lnTo>
                    <a:pt x="1067393" y="1467977"/>
                  </a:lnTo>
                  <a:lnTo>
                    <a:pt x="1064099" y="1467977"/>
                  </a:lnTo>
                  <a:lnTo>
                    <a:pt x="1060804" y="1467977"/>
                  </a:lnTo>
                  <a:lnTo>
                    <a:pt x="1057510" y="1467977"/>
                  </a:lnTo>
                  <a:lnTo>
                    <a:pt x="1054215" y="1467977"/>
                  </a:lnTo>
                  <a:lnTo>
                    <a:pt x="1050921" y="1467977"/>
                  </a:lnTo>
                  <a:lnTo>
                    <a:pt x="1047626" y="1467977"/>
                  </a:lnTo>
                  <a:lnTo>
                    <a:pt x="1044332" y="1467977"/>
                  </a:lnTo>
                  <a:lnTo>
                    <a:pt x="1041038" y="1467977"/>
                  </a:lnTo>
                  <a:lnTo>
                    <a:pt x="1037743" y="1467977"/>
                  </a:lnTo>
                  <a:lnTo>
                    <a:pt x="1034449" y="1467977"/>
                  </a:lnTo>
                  <a:lnTo>
                    <a:pt x="1031154" y="1467977"/>
                  </a:lnTo>
                  <a:lnTo>
                    <a:pt x="1027860" y="1467977"/>
                  </a:lnTo>
                  <a:lnTo>
                    <a:pt x="1024566" y="1467977"/>
                  </a:lnTo>
                  <a:lnTo>
                    <a:pt x="1021271" y="1467977"/>
                  </a:lnTo>
                  <a:lnTo>
                    <a:pt x="1017977" y="1467977"/>
                  </a:lnTo>
                  <a:lnTo>
                    <a:pt x="1014682" y="1467977"/>
                  </a:lnTo>
                  <a:lnTo>
                    <a:pt x="1011388" y="1467977"/>
                  </a:lnTo>
                  <a:lnTo>
                    <a:pt x="1008093" y="1467977"/>
                  </a:lnTo>
                  <a:lnTo>
                    <a:pt x="1004799" y="1467977"/>
                  </a:lnTo>
                  <a:lnTo>
                    <a:pt x="1001505" y="1467977"/>
                  </a:lnTo>
                  <a:lnTo>
                    <a:pt x="998210" y="1467977"/>
                  </a:lnTo>
                  <a:lnTo>
                    <a:pt x="994916" y="1467977"/>
                  </a:lnTo>
                  <a:lnTo>
                    <a:pt x="991621" y="1467977"/>
                  </a:lnTo>
                  <a:lnTo>
                    <a:pt x="988327" y="1467977"/>
                  </a:lnTo>
                  <a:lnTo>
                    <a:pt x="985032" y="1467977"/>
                  </a:lnTo>
                  <a:lnTo>
                    <a:pt x="981738" y="1467977"/>
                  </a:lnTo>
                  <a:lnTo>
                    <a:pt x="978444" y="1467977"/>
                  </a:lnTo>
                  <a:lnTo>
                    <a:pt x="975149" y="1467977"/>
                  </a:lnTo>
                  <a:lnTo>
                    <a:pt x="971855" y="1467977"/>
                  </a:lnTo>
                  <a:lnTo>
                    <a:pt x="968560" y="1467977"/>
                  </a:lnTo>
                  <a:lnTo>
                    <a:pt x="965266" y="1467977"/>
                  </a:lnTo>
                  <a:lnTo>
                    <a:pt x="961971" y="1467977"/>
                  </a:lnTo>
                  <a:lnTo>
                    <a:pt x="958677" y="1467977"/>
                  </a:lnTo>
                  <a:lnTo>
                    <a:pt x="955383" y="1467977"/>
                  </a:lnTo>
                  <a:lnTo>
                    <a:pt x="952088" y="1467977"/>
                  </a:lnTo>
                  <a:lnTo>
                    <a:pt x="948794" y="1467977"/>
                  </a:lnTo>
                  <a:lnTo>
                    <a:pt x="945499" y="1467977"/>
                  </a:lnTo>
                  <a:lnTo>
                    <a:pt x="942205" y="1467977"/>
                  </a:lnTo>
                  <a:lnTo>
                    <a:pt x="938910" y="1467977"/>
                  </a:lnTo>
                  <a:lnTo>
                    <a:pt x="935616" y="1467977"/>
                  </a:lnTo>
                  <a:lnTo>
                    <a:pt x="932322" y="1467977"/>
                  </a:lnTo>
                  <a:lnTo>
                    <a:pt x="929027" y="1467977"/>
                  </a:lnTo>
                  <a:lnTo>
                    <a:pt x="925733" y="1467977"/>
                  </a:lnTo>
                  <a:lnTo>
                    <a:pt x="922438" y="1467977"/>
                  </a:lnTo>
                  <a:lnTo>
                    <a:pt x="919144" y="1467977"/>
                  </a:lnTo>
                  <a:lnTo>
                    <a:pt x="915850" y="1467977"/>
                  </a:lnTo>
                  <a:lnTo>
                    <a:pt x="912555" y="1467977"/>
                  </a:lnTo>
                  <a:lnTo>
                    <a:pt x="909261" y="1467977"/>
                  </a:lnTo>
                  <a:lnTo>
                    <a:pt x="905966" y="1467977"/>
                  </a:lnTo>
                  <a:lnTo>
                    <a:pt x="902672" y="1467977"/>
                  </a:lnTo>
                  <a:lnTo>
                    <a:pt x="899377" y="1467977"/>
                  </a:lnTo>
                  <a:lnTo>
                    <a:pt x="896083" y="1467977"/>
                  </a:lnTo>
                  <a:lnTo>
                    <a:pt x="892789" y="1467977"/>
                  </a:lnTo>
                  <a:lnTo>
                    <a:pt x="889494" y="1467977"/>
                  </a:lnTo>
                  <a:lnTo>
                    <a:pt x="886200" y="1467977"/>
                  </a:lnTo>
                  <a:lnTo>
                    <a:pt x="882905" y="1467977"/>
                  </a:lnTo>
                  <a:lnTo>
                    <a:pt x="879611" y="1467977"/>
                  </a:lnTo>
                  <a:lnTo>
                    <a:pt x="876316" y="1467977"/>
                  </a:lnTo>
                  <a:lnTo>
                    <a:pt x="873022" y="1467977"/>
                  </a:lnTo>
                  <a:lnTo>
                    <a:pt x="869728" y="1467977"/>
                  </a:lnTo>
                  <a:lnTo>
                    <a:pt x="866433" y="1467977"/>
                  </a:lnTo>
                  <a:lnTo>
                    <a:pt x="863139" y="1467977"/>
                  </a:lnTo>
                  <a:lnTo>
                    <a:pt x="859844" y="1467977"/>
                  </a:lnTo>
                  <a:lnTo>
                    <a:pt x="856550" y="1467977"/>
                  </a:lnTo>
                  <a:lnTo>
                    <a:pt x="853255" y="1467977"/>
                  </a:lnTo>
                  <a:lnTo>
                    <a:pt x="849961" y="1467977"/>
                  </a:lnTo>
                  <a:lnTo>
                    <a:pt x="846667" y="1467977"/>
                  </a:lnTo>
                  <a:lnTo>
                    <a:pt x="843372" y="1467977"/>
                  </a:lnTo>
                  <a:lnTo>
                    <a:pt x="840078" y="1467977"/>
                  </a:lnTo>
                  <a:lnTo>
                    <a:pt x="836783" y="1467977"/>
                  </a:lnTo>
                  <a:lnTo>
                    <a:pt x="833489" y="1467977"/>
                  </a:lnTo>
                  <a:lnTo>
                    <a:pt x="830194" y="1467977"/>
                  </a:lnTo>
                  <a:lnTo>
                    <a:pt x="826900" y="1467977"/>
                  </a:lnTo>
                  <a:lnTo>
                    <a:pt x="823606" y="1467977"/>
                  </a:lnTo>
                  <a:lnTo>
                    <a:pt x="820311" y="1467977"/>
                  </a:lnTo>
                  <a:lnTo>
                    <a:pt x="817017" y="1467977"/>
                  </a:lnTo>
                  <a:lnTo>
                    <a:pt x="813722" y="1467977"/>
                  </a:lnTo>
                  <a:lnTo>
                    <a:pt x="810428" y="1467977"/>
                  </a:lnTo>
                  <a:lnTo>
                    <a:pt x="807134" y="1467977"/>
                  </a:lnTo>
                  <a:lnTo>
                    <a:pt x="803839" y="1467977"/>
                  </a:lnTo>
                  <a:lnTo>
                    <a:pt x="800545" y="1467977"/>
                  </a:lnTo>
                  <a:lnTo>
                    <a:pt x="797250" y="1467977"/>
                  </a:lnTo>
                  <a:lnTo>
                    <a:pt x="793956" y="1467977"/>
                  </a:lnTo>
                  <a:lnTo>
                    <a:pt x="790661" y="1467977"/>
                  </a:lnTo>
                  <a:lnTo>
                    <a:pt x="787367" y="1467977"/>
                  </a:lnTo>
                  <a:lnTo>
                    <a:pt x="784073" y="1467977"/>
                  </a:lnTo>
                  <a:lnTo>
                    <a:pt x="780778" y="1467977"/>
                  </a:lnTo>
                  <a:lnTo>
                    <a:pt x="777484" y="1467977"/>
                  </a:lnTo>
                  <a:lnTo>
                    <a:pt x="774189" y="1467977"/>
                  </a:lnTo>
                  <a:lnTo>
                    <a:pt x="770895" y="1467977"/>
                  </a:lnTo>
                  <a:lnTo>
                    <a:pt x="767600" y="1467977"/>
                  </a:lnTo>
                  <a:lnTo>
                    <a:pt x="764306" y="1467977"/>
                  </a:lnTo>
                  <a:lnTo>
                    <a:pt x="761012" y="1467977"/>
                  </a:lnTo>
                  <a:lnTo>
                    <a:pt x="757717" y="1467977"/>
                  </a:lnTo>
                  <a:lnTo>
                    <a:pt x="754423" y="1467977"/>
                  </a:lnTo>
                  <a:lnTo>
                    <a:pt x="751128" y="1467977"/>
                  </a:lnTo>
                  <a:lnTo>
                    <a:pt x="747834" y="1467977"/>
                  </a:lnTo>
                  <a:lnTo>
                    <a:pt x="744539" y="1467977"/>
                  </a:lnTo>
                  <a:lnTo>
                    <a:pt x="741245" y="1467977"/>
                  </a:lnTo>
                  <a:lnTo>
                    <a:pt x="737951" y="1467977"/>
                  </a:lnTo>
                  <a:lnTo>
                    <a:pt x="734656" y="1467977"/>
                  </a:lnTo>
                  <a:lnTo>
                    <a:pt x="731362" y="1467977"/>
                  </a:lnTo>
                  <a:lnTo>
                    <a:pt x="728067" y="1467977"/>
                  </a:lnTo>
                  <a:lnTo>
                    <a:pt x="724773" y="1467977"/>
                  </a:lnTo>
                  <a:lnTo>
                    <a:pt x="721478" y="1467977"/>
                  </a:lnTo>
                  <a:lnTo>
                    <a:pt x="718184" y="1467977"/>
                  </a:lnTo>
                  <a:lnTo>
                    <a:pt x="714890" y="1467977"/>
                  </a:lnTo>
                  <a:lnTo>
                    <a:pt x="711595" y="1467977"/>
                  </a:lnTo>
                  <a:lnTo>
                    <a:pt x="708301" y="1467977"/>
                  </a:lnTo>
                  <a:lnTo>
                    <a:pt x="705006" y="1467977"/>
                  </a:lnTo>
                  <a:lnTo>
                    <a:pt x="701712" y="1467977"/>
                  </a:lnTo>
                  <a:lnTo>
                    <a:pt x="698417" y="1467977"/>
                  </a:lnTo>
                  <a:lnTo>
                    <a:pt x="695123" y="1467977"/>
                  </a:lnTo>
                  <a:lnTo>
                    <a:pt x="691829" y="1467977"/>
                  </a:lnTo>
                  <a:lnTo>
                    <a:pt x="688534" y="1467977"/>
                  </a:lnTo>
                  <a:lnTo>
                    <a:pt x="685240" y="1467977"/>
                  </a:lnTo>
                  <a:lnTo>
                    <a:pt x="681945" y="1467977"/>
                  </a:lnTo>
                  <a:lnTo>
                    <a:pt x="678651" y="1467977"/>
                  </a:lnTo>
                  <a:lnTo>
                    <a:pt x="675357" y="1467977"/>
                  </a:lnTo>
                  <a:lnTo>
                    <a:pt x="672062" y="1467977"/>
                  </a:lnTo>
                  <a:lnTo>
                    <a:pt x="668768" y="1467977"/>
                  </a:lnTo>
                  <a:lnTo>
                    <a:pt x="665473" y="1467977"/>
                  </a:lnTo>
                  <a:lnTo>
                    <a:pt x="662179" y="1467977"/>
                  </a:lnTo>
                  <a:lnTo>
                    <a:pt x="658884" y="1467977"/>
                  </a:lnTo>
                  <a:lnTo>
                    <a:pt x="655590" y="1467977"/>
                  </a:lnTo>
                  <a:lnTo>
                    <a:pt x="652296" y="1467977"/>
                  </a:lnTo>
                  <a:lnTo>
                    <a:pt x="649001" y="1467977"/>
                  </a:lnTo>
                  <a:lnTo>
                    <a:pt x="645707" y="1467977"/>
                  </a:lnTo>
                  <a:lnTo>
                    <a:pt x="642412" y="1467977"/>
                  </a:lnTo>
                  <a:lnTo>
                    <a:pt x="639118" y="1467977"/>
                  </a:lnTo>
                  <a:lnTo>
                    <a:pt x="635823" y="1467977"/>
                  </a:lnTo>
                  <a:lnTo>
                    <a:pt x="632529" y="1467977"/>
                  </a:lnTo>
                  <a:lnTo>
                    <a:pt x="629235" y="1467977"/>
                  </a:lnTo>
                  <a:lnTo>
                    <a:pt x="625940" y="1467977"/>
                  </a:lnTo>
                  <a:lnTo>
                    <a:pt x="622646" y="1467977"/>
                  </a:lnTo>
                  <a:lnTo>
                    <a:pt x="619351" y="1467977"/>
                  </a:lnTo>
                  <a:lnTo>
                    <a:pt x="616057" y="1467977"/>
                  </a:lnTo>
                  <a:lnTo>
                    <a:pt x="612762" y="1467977"/>
                  </a:lnTo>
                  <a:lnTo>
                    <a:pt x="609468" y="1467977"/>
                  </a:lnTo>
                  <a:lnTo>
                    <a:pt x="606174" y="1467977"/>
                  </a:lnTo>
                  <a:lnTo>
                    <a:pt x="602879" y="1467977"/>
                  </a:lnTo>
                  <a:lnTo>
                    <a:pt x="599585" y="1467977"/>
                  </a:lnTo>
                  <a:lnTo>
                    <a:pt x="596290" y="1467977"/>
                  </a:lnTo>
                  <a:lnTo>
                    <a:pt x="592996" y="1467977"/>
                  </a:lnTo>
                  <a:lnTo>
                    <a:pt x="589701" y="1467977"/>
                  </a:lnTo>
                  <a:lnTo>
                    <a:pt x="586407" y="1467977"/>
                  </a:lnTo>
                  <a:lnTo>
                    <a:pt x="583113" y="1467977"/>
                  </a:lnTo>
                  <a:lnTo>
                    <a:pt x="579818" y="1467977"/>
                  </a:lnTo>
                  <a:lnTo>
                    <a:pt x="576524" y="1467977"/>
                  </a:lnTo>
                  <a:lnTo>
                    <a:pt x="573229" y="1467977"/>
                  </a:lnTo>
                  <a:lnTo>
                    <a:pt x="569935" y="1467977"/>
                  </a:lnTo>
                  <a:lnTo>
                    <a:pt x="566641" y="1467977"/>
                  </a:lnTo>
                  <a:lnTo>
                    <a:pt x="563346" y="1467977"/>
                  </a:lnTo>
                  <a:lnTo>
                    <a:pt x="560052" y="1467977"/>
                  </a:lnTo>
                  <a:lnTo>
                    <a:pt x="556757" y="1467977"/>
                  </a:lnTo>
                  <a:lnTo>
                    <a:pt x="553463" y="1467977"/>
                  </a:lnTo>
                  <a:lnTo>
                    <a:pt x="550168" y="1467977"/>
                  </a:lnTo>
                  <a:lnTo>
                    <a:pt x="546874" y="1467977"/>
                  </a:lnTo>
                  <a:lnTo>
                    <a:pt x="543580" y="1467977"/>
                  </a:lnTo>
                  <a:lnTo>
                    <a:pt x="540285" y="1467977"/>
                  </a:lnTo>
                  <a:lnTo>
                    <a:pt x="536991" y="1467977"/>
                  </a:lnTo>
                  <a:lnTo>
                    <a:pt x="533696" y="1467977"/>
                  </a:lnTo>
                  <a:lnTo>
                    <a:pt x="530402" y="1467977"/>
                  </a:lnTo>
                  <a:lnTo>
                    <a:pt x="527107" y="1467977"/>
                  </a:lnTo>
                  <a:lnTo>
                    <a:pt x="523813" y="1467977"/>
                  </a:lnTo>
                  <a:lnTo>
                    <a:pt x="520519" y="1467977"/>
                  </a:lnTo>
                  <a:lnTo>
                    <a:pt x="517224" y="1467977"/>
                  </a:lnTo>
                  <a:lnTo>
                    <a:pt x="513930" y="1467977"/>
                  </a:lnTo>
                  <a:lnTo>
                    <a:pt x="510635" y="1467977"/>
                  </a:lnTo>
                  <a:lnTo>
                    <a:pt x="507341" y="1467977"/>
                  </a:lnTo>
                  <a:lnTo>
                    <a:pt x="504046" y="1467977"/>
                  </a:lnTo>
                  <a:lnTo>
                    <a:pt x="500752" y="1467977"/>
                  </a:lnTo>
                  <a:lnTo>
                    <a:pt x="497458" y="1467977"/>
                  </a:lnTo>
                  <a:lnTo>
                    <a:pt x="494163" y="1467977"/>
                  </a:lnTo>
                  <a:lnTo>
                    <a:pt x="490869" y="1467977"/>
                  </a:lnTo>
                  <a:lnTo>
                    <a:pt x="487574" y="1467977"/>
                  </a:lnTo>
                  <a:lnTo>
                    <a:pt x="484280" y="1467977"/>
                  </a:lnTo>
                  <a:lnTo>
                    <a:pt x="480985" y="1467977"/>
                  </a:lnTo>
                  <a:lnTo>
                    <a:pt x="477691" y="1467977"/>
                  </a:lnTo>
                  <a:lnTo>
                    <a:pt x="474397" y="1467977"/>
                  </a:lnTo>
                  <a:lnTo>
                    <a:pt x="471102" y="1467977"/>
                  </a:lnTo>
                  <a:lnTo>
                    <a:pt x="467808" y="1467977"/>
                  </a:lnTo>
                  <a:lnTo>
                    <a:pt x="464513" y="1467977"/>
                  </a:lnTo>
                  <a:lnTo>
                    <a:pt x="461219" y="1467977"/>
                  </a:lnTo>
                  <a:lnTo>
                    <a:pt x="457925" y="1467977"/>
                  </a:lnTo>
                  <a:lnTo>
                    <a:pt x="454630" y="1467977"/>
                  </a:lnTo>
                  <a:lnTo>
                    <a:pt x="451336" y="1467977"/>
                  </a:lnTo>
                  <a:lnTo>
                    <a:pt x="448041" y="1467977"/>
                  </a:lnTo>
                  <a:lnTo>
                    <a:pt x="444747" y="1467977"/>
                  </a:lnTo>
                  <a:lnTo>
                    <a:pt x="441452" y="1467977"/>
                  </a:lnTo>
                  <a:lnTo>
                    <a:pt x="438158" y="1467977"/>
                  </a:lnTo>
                  <a:lnTo>
                    <a:pt x="434864" y="1467977"/>
                  </a:lnTo>
                  <a:lnTo>
                    <a:pt x="431569" y="1467977"/>
                  </a:lnTo>
                  <a:lnTo>
                    <a:pt x="428275" y="1467977"/>
                  </a:lnTo>
                  <a:lnTo>
                    <a:pt x="424980" y="1467977"/>
                  </a:lnTo>
                  <a:lnTo>
                    <a:pt x="421686" y="1467977"/>
                  </a:lnTo>
                  <a:lnTo>
                    <a:pt x="418391" y="1467977"/>
                  </a:lnTo>
                  <a:lnTo>
                    <a:pt x="415097" y="1467977"/>
                  </a:lnTo>
                  <a:lnTo>
                    <a:pt x="411803" y="1467977"/>
                  </a:lnTo>
                  <a:lnTo>
                    <a:pt x="408508" y="1467977"/>
                  </a:lnTo>
                  <a:lnTo>
                    <a:pt x="405214" y="1467977"/>
                  </a:lnTo>
                  <a:lnTo>
                    <a:pt x="401919" y="1467977"/>
                  </a:lnTo>
                  <a:lnTo>
                    <a:pt x="398625" y="1467977"/>
                  </a:lnTo>
                  <a:lnTo>
                    <a:pt x="395330" y="1467977"/>
                  </a:lnTo>
                  <a:lnTo>
                    <a:pt x="392036" y="1467977"/>
                  </a:lnTo>
                  <a:lnTo>
                    <a:pt x="388742" y="1467977"/>
                  </a:lnTo>
                  <a:lnTo>
                    <a:pt x="385447" y="1467977"/>
                  </a:lnTo>
                  <a:lnTo>
                    <a:pt x="382153" y="1467977"/>
                  </a:lnTo>
                  <a:lnTo>
                    <a:pt x="378858" y="1467977"/>
                  </a:lnTo>
                  <a:lnTo>
                    <a:pt x="375564" y="1467977"/>
                  </a:lnTo>
                  <a:lnTo>
                    <a:pt x="372269" y="1467977"/>
                  </a:lnTo>
                  <a:lnTo>
                    <a:pt x="368975" y="1467977"/>
                  </a:lnTo>
                  <a:lnTo>
                    <a:pt x="365681" y="1467977"/>
                  </a:lnTo>
                  <a:lnTo>
                    <a:pt x="362386" y="1467977"/>
                  </a:lnTo>
                  <a:lnTo>
                    <a:pt x="359092" y="1467977"/>
                  </a:lnTo>
                  <a:lnTo>
                    <a:pt x="355797" y="1467977"/>
                  </a:lnTo>
                  <a:lnTo>
                    <a:pt x="352503" y="1467977"/>
                  </a:lnTo>
                  <a:lnTo>
                    <a:pt x="349208" y="1467977"/>
                  </a:lnTo>
                  <a:lnTo>
                    <a:pt x="345914" y="1467977"/>
                  </a:lnTo>
                  <a:lnTo>
                    <a:pt x="342620" y="1467977"/>
                  </a:lnTo>
                  <a:lnTo>
                    <a:pt x="339325" y="1467977"/>
                  </a:lnTo>
                  <a:lnTo>
                    <a:pt x="336031" y="1467977"/>
                  </a:lnTo>
                  <a:lnTo>
                    <a:pt x="332736" y="1467977"/>
                  </a:lnTo>
                  <a:lnTo>
                    <a:pt x="329442" y="1467977"/>
                  </a:lnTo>
                  <a:lnTo>
                    <a:pt x="326148" y="1467977"/>
                  </a:lnTo>
                  <a:lnTo>
                    <a:pt x="322853" y="1467977"/>
                  </a:lnTo>
                  <a:lnTo>
                    <a:pt x="319559" y="1467977"/>
                  </a:lnTo>
                  <a:lnTo>
                    <a:pt x="316264" y="1467977"/>
                  </a:lnTo>
                  <a:lnTo>
                    <a:pt x="312970" y="1467977"/>
                  </a:lnTo>
                  <a:lnTo>
                    <a:pt x="309675" y="1467977"/>
                  </a:lnTo>
                  <a:lnTo>
                    <a:pt x="306381" y="1467977"/>
                  </a:lnTo>
                  <a:lnTo>
                    <a:pt x="303087" y="1467977"/>
                  </a:lnTo>
                  <a:lnTo>
                    <a:pt x="299792" y="1467977"/>
                  </a:lnTo>
                  <a:lnTo>
                    <a:pt x="296498" y="1467977"/>
                  </a:lnTo>
                  <a:lnTo>
                    <a:pt x="293203" y="1467977"/>
                  </a:lnTo>
                  <a:lnTo>
                    <a:pt x="289909" y="1467977"/>
                  </a:lnTo>
                  <a:lnTo>
                    <a:pt x="286614" y="1467977"/>
                  </a:lnTo>
                  <a:lnTo>
                    <a:pt x="283320" y="1467977"/>
                  </a:lnTo>
                  <a:lnTo>
                    <a:pt x="280026" y="1467977"/>
                  </a:lnTo>
                  <a:lnTo>
                    <a:pt x="276731" y="1467977"/>
                  </a:lnTo>
                  <a:lnTo>
                    <a:pt x="273437" y="1467977"/>
                  </a:lnTo>
                  <a:lnTo>
                    <a:pt x="270142" y="1467977"/>
                  </a:lnTo>
                  <a:lnTo>
                    <a:pt x="266848" y="1467977"/>
                  </a:lnTo>
                  <a:lnTo>
                    <a:pt x="263553" y="1467977"/>
                  </a:lnTo>
                  <a:lnTo>
                    <a:pt x="260259" y="1467977"/>
                  </a:lnTo>
                  <a:lnTo>
                    <a:pt x="256965" y="1467977"/>
                  </a:lnTo>
                  <a:lnTo>
                    <a:pt x="253670" y="1467977"/>
                  </a:lnTo>
                  <a:lnTo>
                    <a:pt x="250376" y="1467977"/>
                  </a:lnTo>
                  <a:lnTo>
                    <a:pt x="247081" y="1467977"/>
                  </a:lnTo>
                  <a:lnTo>
                    <a:pt x="243787" y="1467977"/>
                  </a:lnTo>
                  <a:lnTo>
                    <a:pt x="240492" y="1467977"/>
                  </a:lnTo>
                  <a:lnTo>
                    <a:pt x="237198" y="1467977"/>
                  </a:lnTo>
                  <a:lnTo>
                    <a:pt x="233904" y="1467977"/>
                  </a:lnTo>
                  <a:lnTo>
                    <a:pt x="230609" y="1467977"/>
                  </a:lnTo>
                  <a:lnTo>
                    <a:pt x="227315" y="1467977"/>
                  </a:lnTo>
                  <a:lnTo>
                    <a:pt x="224020" y="1467977"/>
                  </a:lnTo>
                  <a:lnTo>
                    <a:pt x="220726" y="1467977"/>
                  </a:lnTo>
                  <a:lnTo>
                    <a:pt x="217432" y="1467977"/>
                  </a:lnTo>
                  <a:lnTo>
                    <a:pt x="214137" y="1467977"/>
                  </a:lnTo>
                  <a:lnTo>
                    <a:pt x="210843" y="1467977"/>
                  </a:lnTo>
                  <a:lnTo>
                    <a:pt x="207548" y="1467977"/>
                  </a:lnTo>
                  <a:lnTo>
                    <a:pt x="204254" y="1467977"/>
                  </a:lnTo>
                  <a:lnTo>
                    <a:pt x="200959" y="1467977"/>
                  </a:lnTo>
                  <a:lnTo>
                    <a:pt x="197665" y="1467977"/>
                  </a:lnTo>
                  <a:lnTo>
                    <a:pt x="194371" y="1467977"/>
                  </a:lnTo>
                  <a:lnTo>
                    <a:pt x="191076" y="1467977"/>
                  </a:lnTo>
                  <a:lnTo>
                    <a:pt x="187782" y="1467977"/>
                  </a:lnTo>
                  <a:lnTo>
                    <a:pt x="184487" y="1467977"/>
                  </a:lnTo>
                  <a:lnTo>
                    <a:pt x="181193" y="1467977"/>
                  </a:lnTo>
                  <a:lnTo>
                    <a:pt x="177898" y="1467977"/>
                  </a:lnTo>
                  <a:lnTo>
                    <a:pt x="174604" y="1467977"/>
                  </a:lnTo>
                  <a:lnTo>
                    <a:pt x="171310" y="1467977"/>
                  </a:lnTo>
                  <a:lnTo>
                    <a:pt x="168015" y="1467977"/>
                  </a:lnTo>
                  <a:lnTo>
                    <a:pt x="164721" y="1467977"/>
                  </a:lnTo>
                  <a:lnTo>
                    <a:pt x="161426" y="1467977"/>
                  </a:lnTo>
                  <a:lnTo>
                    <a:pt x="158132" y="1467977"/>
                  </a:lnTo>
                  <a:lnTo>
                    <a:pt x="154837" y="1467977"/>
                  </a:lnTo>
                  <a:lnTo>
                    <a:pt x="151543" y="1467977"/>
                  </a:lnTo>
                  <a:lnTo>
                    <a:pt x="148249" y="1467977"/>
                  </a:lnTo>
                  <a:lnTo>
                    <a:pt x="144954" y="1467977"/>
                  </a:lnTo>
                  <a:lnTo>
                    <a:pt x="141660" y="1467977"/>
                  </a:lnTo>
                  <a:lnTo>
                    <a:pt x="138365" y="1467977"/>
                  </a:lnTo>
                  <a:lnTo>
                    <a:pt x="135071" y="1467977"/>
                  </a:lnTo>
                  <a:lnTo>
                    <a:pt x="131776" y="1467977"/>
                  </a:lnTo>
                  <a:lnTo>
                    <a:pt x="128482" y="1467977"/>
                  </a:lnTo>
                  <a:lnTo>
                    <a:pt x="125188" y="1467977"/>
                  </a:lnTo>
                  <a:lnTo>
                    <a:pt x="121893" y="1467977"/>
                  </a:lnTo>
                  <a:lnTo>
                    <a:pt x="118599" y="1467977"/>
                  </a:lnTo>
                  <a:lnTo>
                    <a:pt x="115304" y="1467977"/>
                  </a:lnTo>
                  <a:lnTo>
                    <a:pt x="112010" y="1467977"/>
                  </a:lnTo>
                  <a:lnTo>
                    <a:pt x="108716" y="1467977"/>
                  </a:lnTo>
                  <a:lnTo>
                    <a:pt x="105421" y="1467977"/>
                  </a:lnTo>
                  <a:lnTo>
                    <a:pt x="102127" y="1467977"/>
                  </a:lnTo>
                  <a:lnTo>
                    <a:pt x="98832" y="1467977"/>
                  </a:lnTo>
                  <a:lnTo>
                    <a:pt x="95538" y="1467977"/>
                  </a:lnTo>
                  <a:lnTo>
                    <a:pt x="92243" y="1467977"/>
                  </a:lnTo>
                  <a:lnTo>
                    <a:pt x="88949" y="1467977"/>
                  </a:lnTo>
                  <a:lnTo>
                    <a:pt x="85655" y="1467977"/>
                  </a:lnTo>
                  <a:lnTo>
                    <a:pt x="82360" y="1467977"/>
                  </a:lnTo>
                  <a:lnTo>
                    <a:pt x="79066" y="1467977"/>
                  </a:lnTo>
                  <a:lnTo>
                    <a:pt x="75771" y="1467977"/>
                  </a:lnTo>
                  <a:lnTo>
                    <a:pt x="72477" y="1467977"/>
                  </a:lnTo>
                  <a:lnTo>
                    <a:pt x="69182" y="1467977"/>
                  </a:lnTo>
                  <a:lnTo>
                    <a:pt x="65888" y="1467977"/>
                  </a:lnTo>
                  <a:lnTo>
                    <a:pt x="62594" y="1467977"/>
                  </a:lnTo>
                  <a:lnTo>
                    <a:pt x="59299" y="1467977"/>
                  </a:lnTo>
                  <a:lnTo>
                    <a:pt x="56005" y="1467977"/>
                  </a:lnTo>
                  <a:lnTo>
                    <a:pt x="52710" y="1467977"/>
                  </a:lnTo>
                  <a:lnTo>
                    <a:pt x="49416" y="1467977"/>
                  </a:lnTo>
                  <a:lnTo>
                    <a:pt x="46121" y="1467977"/>
                  </a:lnTo>
                  <a:lnTo>
                    <a:pt x="42827" y="1467977"/>
                  </a:lnTo>
                  <a:lnTo>
                    <a:pt x="39533" y="1467977"/>
                  </a:lnTo>
                  <a:lnTo>
                    <a:pt x="36238" y="1467977"/>
                  </a:lnTo>
                  <a:lnTo>
                    <a:pt x="32944" y="1467977"/>
                  </a:lnTo>
                  <a:lnTo>
                    <a:pt x="29649" y="1467977"/>
                  </a:lnTo>
                  <a:lnTo>
                    <a:pt x="26355" y="1467977"/>
                  </a:lnTo>
                  <a:lnTo>
                    <a:pt x="23060" y="1467977"/>
                  </a:lnTo>
                  <a:lnTo>
                    <a:pt x="19766" y="1467977"/>
                  </a:lnTo>
                  <a:lnTo>
                    <a:pt x="16472" y="1467977"/>
                  </a:lnTo>
                  <a:lnTo>
                    <a:pt x="13177" y="1467977"/>
                  </a:lnTo>
                  <a:lnTo>
                    <a:pt x="9883" y="1467977"/>
                  </a:lnTo>
                  <a:lnTo>
                    <a:pt x="6588" y="1467977"/>
                  </a:lnTo>
                  <a:lnTo>
                    <a:pt x="3294" y="146797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614016" y="3030703"/>
              <a:ext cx="1683450" cy="1467977"/>
            </a:xfrm>
            <a:custGeom>
              <a:avLst/>
              <a:pathLst>
                <a:path w="1683450" h="1467977">
                  <a:moveTo>
                    <a:pt x="0" y="1467977"/>
                  </a:moveTo>
                  <a:lnTo>
                    <a:pt x="3294" y="1467977"/>
                  </a:lnTo>
                  <a:lnTo>
                    <a:pt x="6588" y="1467977"/>
                  </a:lnTo>
                  <a:lnTo>
                    <a:pt x="9883" y="1467977"/>
                  </a:lnTo>
                  <a:lnTo>
                    <a:pt x="13177" y="1467977"/>
                  </a:lnTo>
                  <a:lnTo>
                    <a:pt x="16472" y="1467977"/>
                  </a:lnTo>
                  <a:lnTo>
                    <a:pt x="19766" y="1467977"/>
                  </a:lnTo>
                  <a:lnTo>
                    <a:pt x="23060" y="1467977"/>
                  </a:lnTo>
                  <a:lnTo>
                    <a:pt x="26355" y="1467977"/>
                  </a:lnTo>
                  <a:lnTo>
                    <a:pt x="29649" y="1467977"/>
                  </a:lnTo>
                  <a:lnTo>
                    <a:pt x="32944" y="1467977"/>
                  </a:lnTo>
                  <a:lnTo>
                    <a:pt x="36238" y="1467977"/>
                  </a:lnTo>
                  <a:lnTo>
                    <a:pt x="39533" y="1467977"/>
                  </a:lnTo>
                  <a:lnTo>
                    <a:pt x="42827" y="1467977"/>
                  </a:lnTo>
                  <a:lnTo>
                    <a:pt x="46121" y="1467977"/>
                  </a:lnTo>
                  <a:lnTo>
                    <a:pt x="49416" y="1467977"/>
                  </a:lnTo>
                  <a:lnTo>
                    <a:pt x="52710" y="1467977"/>
                  </a:lnTo>
                  <a:lnTo>
                    <a:pt x="56005" y="1467977"/>
                  </a:lnTo>
                  <a:lnTo>
                    <a:pt x="59299" y="1467977"/>
                  </a:lnTo>
                  <a:lnTo>
                    <a:pt x="62594" y="1467977"/>
                  </a:lnTo>
                  <a:lnTo>
                    <a:pt x="65888" y="1467977"/>
                  </a:lnTo>
                  <a:lnTo>
                    <a:pt x="69182" y="1467977"/>
                  </a:lnTo>
                  <a:lnTo>
                    <a:pt x="72477" y="1467977"/>
                  </a:lnTo>
                  <a:lnTo>
                    <a:pt x="75771" y="1467977"/>
                  </a:lnTo>
                  <a:lnTo>
                    <a:pt x="79066" y="1467977"/>
                  </a:lnTo>
                  <a:lnTo>
                    <a:pt x="82360" y="1467977"/>
                  </a:lnTo>
                  <a:lnTo>
                    <a:pt x="85655" y="1467977"/>
                  </a:lnTo>
                  <a:lnTo>
                    <a:pt x="88949" y="1467977"/>
                  </a:lnTo>
                  <a:lnTo>
                    <a:pt x="92243" y="1467977"/>
                  </a:lnTo>
                  <a:lnTo>
                    <a:pt x="95538" y="1467977"/>
                  </a:lnTo>
                  <a:lnTo>
                    <a:pt x="98832" y="1467977"/>
                  </a:lnTo>
                  <a:lnTo>
                    <a:pt x="102127" y="1467977"/>
                  </a:lnTo>
                  <a:lnTo>
                    <a:pt x="105421" y="1467977"/>
                  </a:lnTo>
                  <a:lnTo>
                    <a:pt x="108716" y="1467977"/>
                  </a:lnTo>
                  <a:lnTo>
                    <a:pt x="112010" y="1467977"/>
                  </a:lnTo>
                  <a:lnTo>
                    <a:pt x="115304" y="1467977"/>
                  </a:lnTo>
                  <a:lnTo>
                    <a:pt x="118599" y="1467977"/>
                  </a:lnTo>
                  <a:lnTo>
                    <a:pt x="121893" y="1467977"/>
                  </a:lnTo>
                  <a:lnTo>
                    <a:pt x="125188" y="1467977"/>
                  </a:lnTo>
                  <a:lnTo>
                    <a:pt x="128482" y="1467977"/>
                  </a:lnTo>
                  <a:lnTo>
                    <a:pt x="131776" y="1467977"/>
                  </a:lnTo>
                  <a:lnTo>
                    <a:pt x="135071" y="1467977"/>
                  </a:lnTo>
                  <a:lnTo>
                    <a:pt x="138365" y="1467977"/>
                  </a:lnTo>
                  <a:lnTo>
                    <a:pt x="141660" y="1467977"/>
                  </a:lnTo>
                  <a:lnTo>
                    <a:pt x="144954" y="1467977"/>
                  </a:lnTo>
                  <a:lnTo>
                    <a:pt x="148249" y="1467977"/>
                  </a:lnTo>
                  <a:lnTo>
                    <a:pt x="151543" y="1467977"/>
                  </a:lnTo>
                  <a:lnTo>
                    <a:pt x="154837" y="1467977"/>
                  </a:lnTo>
                  <a:lnTo>
                    <a:pt x="158132" y="1467977"/>
                  </a:lnTo>
                  <a:lnTo>
                    <a:pt x="161426" y="1467977"/>
                  </a:lnTo>
                  <a:lnTo>
                    <a:pt x="164721" y="1467977"/>
                  </a:lnTo>
                  <a:lnTo>
                    <a:pt x="168015" y="1467977"/>
                  </a:lnTo>
                  <a:lnTo>
                    <a:pt x="171310" y="1467977"/>
                  </a:lnTo>
                  <a:lnTo>
                    <a:pt x="174604" y="1467977"/>
                  </a:lnTo>
                  <a:lnTo>
                    <a:pt x="177898" y="1467977"/>
                  </a:lnTo>
                  <a:lnTo>
                    <a:pt x="181193" y="1467977"/>
                  </a:lnTo>
                  <a:lnTo>
                    <a:pt x="184487" y="1467977"/>
                  </a:lnTo>
                  <a:lnTo>
                    <a:pt x="187782" y="1467977"/>
                  </a:lnTo>
                  <a:lnTo>
                    <a:pt x="191076" y="1467977"/>
                  </a:lnTo>
                  <a:lnTo>
                    <a:pt x="194371" y="1467977"/>
                  </a:lnTo>
                  <a:lnTo>
                    <a:pt x="197665" y="1467977"/>
                  </a:lnTo>
                  <a:lnTo>
                    <a:pt x="200959" y="1467977"/>
                  </a:lnTo>
                  <a:lnTo>
                    <a:pt x="204254" y="1467977"/>
                  </a:lnTo>
                  <a:lnTo>
                    <a:pt x="207548" y="1467977"/>
                  </a:lnTo>
                  <a:lnTo>
                    <a:pt x="210843" y="1467977"/>
                  </a:lnTo>
                  <a:lnTo>
                    <a:pt x="214137" y="1467977"/>
                  </a:lnTo>
                  <a:lnTo>
                    <a:pt x="217432" y="1467977"/>
                  </a:lnTo>
                  <a:lnTo>
                    <a:pt x="220726" y="1467977"/>
                  </a:lnTo>
                  <a:lnTo>
                    <a:pt x="224020" y="1467977"/>
                  </a:lnTo>
                  <a:lnTo>
                    <a:pt x="227315" y="1467977"/>
                  </a:lnTo>
                  <a:lnTo>
                    <a:pt x="230609" y="1467977"/>
                  </a:lnTo>
                  <a:lnTo>
                    <a:pt x="233904" y="1467977"/>
                  </a:lnTo>
                  <a:lnTo>
                    <a:pt x="237198" y="1467977"/>
                  </a:lnTo>
                  <a:lnTo>
                    <a:pt x="240492" y="1467977"/>
                  </a:lnTo>
                  <a:lnTo>
                    <a:pt x="243787" y="1467977"/>
                  </a:lnTo>
                  <a:lnTo>
                    <a:pt x="247081" y="1467977"/>
                  </a:lnTo>
                  <a:lnTo>
                    <a:pt x="250376" y="1467977"/>
                  </a:lnTo>
                  <a:lnTo>
                    <a:pt x="253670" y="1467977"/>
                  </a:lnTo>
                  <a:lnTo>
                    <a:pt x="256965" y="1467977"/>
                  </a:lnTo>
                  <a:lnTo>
                    <a:pt x="260259" y="1467977"/>
                  </a:lnTo>
                  <a:lnTo>
                    <a:pt x="263553" y="1467977"/>
                  </a:lnTo>
                  <a:lnTo>
                    <a:pt x="266848" y="1467977"/>
                  </a:lnTo>
                  <a:lnTo>
                    <a:pt x="270142" y="1467977"/>
                  </a:lnTo>
                  <a:lnTo>
                    <a:pt x="273437" y="1467977"/>
                  </a:lnTo>
                  <a:lnTo>
                    <a:pt x="276731" y="1467977"/>
                  </a:lnTo>
                  <a:lnTo>
                    <a:pt x="280026" y="1467977"/>
                  </a:lnTo>
                  <a:lnTo>
                    <a:pt x="283320" y="1467977"/>
                  </a:lnTo>
                  <a:lnTo>
                    <a:pt x="286614" y="1467977"/>
                  </a:lnTo>
                  <a:lnTo>
                    <a:pt x="289909" y="1467977"/>
                  </a:lnTo>
                  <a:lnTo>
                    <a:pt x="293203" y="1467977"/>
                  </a:lnTo>
                  <a:lnTo>
                    <a:pt x="296498" y="1467977"/>
                  </a:lnTo>
                  <a:lnTo>
                    <a:pt x="299792" y="1467977"/>
                  </a:lnTo>
                  <a:lnTo>
                    <a:pt x="303087" y="1467977"/>
                  </a:lnTo>
                  <a:lnTo>
                    <a:pt x="306381" y="1467977"/>
                  </a:lnTo>
                  <a:lnTo>
                    <a:pt x="309675" y="1467977"/>
                  </a:lnTo>
                  <a:lnTo>
                    <a:pt x="312970" y="1467977"/>
                  </a:lnTo>
                  <a:lnTo>
                    <a:pt x="316264" y="1467977"/>
                  </a:lnTo>
                  <a:lnTo>
                    <a:pt x="319559" y="1467977"/>
                  </a:lnTo>
                  <a:lnTo>
                    <a:pt x="322853" y="1467977"/>
                  </a:lnTo>
                  <a:lnTo>
                    <a:pt x="326148" y="1467977"/>
                  </a:lnTo>
                  <a:lnTo>
                    <a:pt x="329442" y="1467977"/>
                  </a:lnTo>
                  <a:lnTo>
                    <a:pt x="332736" y="1467977"/>
                  </a:lnTo>
                  <a:lnTo>
                    <a:pt x="336031" y="1467977"/>
                  </a:lnTo>
                  <a:lnTo>
                    <a:pt x="339325" y="1467977"/>
                  </a:lnTo>
                  <a:lnTo>
                    <a:pt x="342620" y="1467977"/>
                  </a:lnTo>
                  <a:lnTo>
                    <a:pt x="345914" y="1467977"/>
                  </a:lnTo>
                  <a:lnTo>
                    <a:pt x="349208" y="1467977"/>
                  </a:lnTo>
                  <a:lnTo>
                    <a:pt x="352503" y="1467977"/>
                  </a:lnTo>
                  <a:lnTo>
                    <a:pt x="355797" y="1467977"/>
                  </a:lnTo>
                  <a:lnTo>
                    <a:pt x="359092" y="1467977"/>
                  </a:lnTo>
                  <a:lnTo>
                    <a:pt x="362386" y="1467977"/>
                  </a:lnTo>
                  <a:lnTo>
                    <a:pt x="365681" y="1467977"/>
                  </a:lnTo>
                  <a:lnTo>
                    <a:pt x="368975" y="1467977"/>
                  </a:lnTo>
                  <a:lnTo>
                    <a:pt x="372269" y="1467977"/>
                  </a:lnTo>
                  <a:lnTo>
                    <a:pt x="375564" y="1467977"/>
                  </a:lnTo>
                  <a:lnTo>
                    <a:pt x="378858" y="1467977"/>
                  </a:lnTo>
                  <a:lnTo>
                    <a:pt x="382153" y="1467977"/>
                  </a:lnTo>
                  <a:lnTo>
                    <a:pt x="385447" y="1467977"/>
                  </a:lnTo>
                  <a:lnTo>
                    <a:pt x="388742" y="1467977"/>
                  </a:lnTo>
                  <a:lnTo>
                    <a:pt x="392036" y="1467977"/>
                  </a:lnTo>
                  <a:lnTo>
                    <a:pt x="395330" y="1467977"/>
                  </a:lnTo>
                  <a:lnTo>
                    <a:pt x="398625" y="1467977"/>
                  </a:lnTo>
                  <a:lnTo>
                    <a:pt x="401919" y="1467977"/>
                  </a:lnTo>
                  <a:lnTo>
                    <a:pt x="405214" y="1467977"/>
                  </a:lnTo>
                  <a:lnTo>
                    <a:pt x="408508" y="1467977"/>
                  </a:lnTo>
                  <a:lnTo>
                    <a:pt x="411803" y="1467977"/>
                  </a:lnTo>
                  <a:lnTo>
                    <a:pt x="415097" y="1467977"/>
                  </a:lnTo>
                  <a:lnTo>
                    <a:pt x="418391" y="1467977"/>
                  </a:lnTo>
                  <a:lnTo>
                    <a:pt x="421686" y="1467977"/>
                  </a:lnTo>
                  <a:lnTo>
                    <a:pt x="424980" y="1467977"/>
                  </a:lnTo>
                  <a:lnTo>
                    <a:pt x="428275" y="1467977"/>
                  </a:lnTo>
                  <a:lnTo>
                    <a:pt x="431569" y="1467977"/>
                  </a:lnTo>
                  <a:lnTo>
                    <a:pt x="434864" y="1467977"/>
                  </a:lnTo>
                  <a:lnTo>
                    <a:pt x="438158" y="1467977"/>
                  </a:lnTo>
                  <a:lnTo>
                    <a:pt x="441452" y="1467977"/>
                  </a:lnTo>
                  <a:lnTo>
                    <a:pt x="444747" y="1467977"/>
                  </a:lnTo>
                  <a:lnTo>
                    <a:pt x="448041" y="1467977"/>
                  </a:lnTo>
                  <a:lnTo>
                    <a:pt x="451336" y="1467977"/>
                  </a:lnTo>
                  <a:lnTo>
                    <a:pt x="454630" y="1467977"/>
                  </a:lnTo>
                  <a:lnTo>
                    <a:pt x="457925" y="1467977"/>
                  </a:lnTo>
                  <a:lnTo>
                    <a:pt x="461219" y="1467977"/>
                  </a:lnTo>
                  <a:lnTo>
                    <a:pt x="464513" y="1467977"/>
                  </a:lnTo>
                  <a:lnTo>
                    <a:pt x="467808" y="1467977"/>
                  </a:lnTo>
                  <a:lnTo>
                    <a:pt x="471102" y="1467977"/>
                  </a:lnTo>
                  <a:lnTo>
                    <a:pt x="474397" y="1467977"/>
                  </a:lnTo>
                  <a:lnTo>
                    <a:pt x="477691" y="1467977"/>
                  </a:lnTo>
                  <a:lnTo>
                    <a:pt x="480985" y="1467977"/>
                  </a:lnTo>
                  <a:lnTo>
                    <a:pt x="484280" y="1467977"/>
                  </a:lnTo>
                  <a:lnTo>
                    <a:pt x="487574" y="1467977"/>
                  </a:lnTo>
                  <a:lnTo>
                    <a:pt x="490869" y="1467977"/>
                  </a:lnTo>
                  <a:lnTo>
                    <a:pt x="494163" y="1467977"/>
                  </a:lnTo>
                  <a:lnTo>
                    <a:pt x="497458" y="1467977"/>
                  </a:lnTo>
                  <a:lnTo>
                    <a:pt x="500752" y="1467977"/>
                  </a:lnTo>
                  <a:lnTo>
                    <a:pt x="504046" y="1467977"/>
                  </a:lnTo>
                  <a:lnTo>
                    <a:pt x="507341" y="1467977"/>
                  </a:lnTo>
                  <a:lnTo>
                    <a:pt x="510635" y="1467977"/>
                  </a:lnTo>
                  <a:lnTo>
                    <a:pt x="513930" y="1467977"/>
                  </a:lnTo>
                  <a:lnTo>
                    <a:pt x="517224" y="1467977"/>
                  </a:lnTo>
                  <a:lnTo>
                    <a:pt x="520519" y="1467977"/>
                  </a:lnTo>
                  <a:lnTo>
                    <a:pt x="523813" y="1467977"/>
                  </a:lnTo>
                  <a:lnTo>
                    <a:pt x="527107" y="1467977"/>
                  </a:lnTo>
                  <a:lnTo>
                    <a:pt x="530402" y="1467977"/>
                  </a:lnTo>
                  <a:lnTo>
                    <a:pt x="533696" y="1467977"/>
                  </a:lnTo>
                  <a:lnTo>
                    <a:pt x="536991" y="1467977"/>
                  </a:lnTo>
                  <a:lnTo>
                    <a:pt x="540285" y="1467977"/>
                  </a:lnTo>
                  <a:lnTo>
                    <a:pt x="543580" y="1467977"/>
                  </a:lnTo>
                  <a:lnTo>
                    <a:pt x="546874" y="1467977"/>
                  </a:lnTo>
                  <a:lnTo>
                    <a:pt x="550168" y="1467977"/>
                  </a:lnTo>
                  <a:lnTo>
                    <a:pt x="553463" y="1467977"/>
                  </a:lnTo>
                  <a:lnTo>
                    <a:pt x="556757" y="1467977"/>
                  </a:lnTo>
                  <a:lnTo>
                    <a:pt x="560052" y="1467977"/>
                  </a:lnTo>
                  <a:lnTo>
                    <a:pt x="563346" y="1467977"/>
                  </a:lnTo>
                  <a:lnTo>
                    <a:pt x="566641" y="1467977"/>
                  </a:lnTo>
                  <a:lnTo>
                    <a:pt x="569935" y="1467977"/>
                  </a:lnTo>
                  <a:lnTo>
                    <a:pt x="573229" y="1467977"/>
                  </a:lnTo>
                  <a:lnTo>
                    <a:pt x="576524" y="1467977"/>
                  </a:lnTo>
                  <a:lnTo>
                    <a:pt x="579818" y="1467977"/>
                  </a:lnTo>
                  <a:lnTo>
                    <a:pt x="583113" y="1467977"/>
                  </a:lnTo>
                  <a:lnTo>
                    <a:pt x="586407" y="1467977"/>
                  </a:lnTo>
                  <a:lnTo>
                    <a:pt x="589701" y="1467977"/>
                  </a:lnTo>
                  <a:lnTo>
                    <a:pt x="592996" y="1467977"/>
                  </a:lnTo>
                  <a:lnTo>
                    <a:pt x="596290" y="1467977"/>
                  </a:lnTo>
                  <a:lnTo>
                    <a:pt x="599585" y="1467977"/>
                  </a:lnTo>
                  <a:lnTo>
                    <a:pt x="602879" y="1467977"/>
                  </a:lnTo>
                  <a:lnTo>
                    <a:pt x="606174" y="1467977"/>
                  </a:lnTo>
                  <a:lnTo>
                    <a:pt x="609468" y="1467977"/>
                  </a:lnTo>
                  <a:lnTo>
                    <a:pt x="612762" y="1467977"/>
                  </a:lnTo>
                  <a:lnTo>
                    <a:pt x="616057" y="1467977"/>
                  </a:lnTo>
                  <a:lnTo>
                    <a:pt x="619351" y="1467977"/>
                  </a:lnTo>
                  <a:lnTo>
                    <a:pt x="622646" y="1467977"/>
                  </a:lnTo>
                  <a:lnTo>
                    <a:pt x="625940" y="1467977"/>
                  </a:lnTo>
                  <a:lnTo>
                    <a:pt x="629235" y="1467977"/>
                  </a:lnTo>
                  <a:lnTo>
                    <a:pt x="632529" y="1467977"/>
                  </a:lnTo>
                  <a:lnTo>
                    <a:pt x="635823" y="1467977"/>
                  </a:lnTo>
                  <a:lnTo>
                    <a:pt x="639118" y="1467977"/>
                  </a:lnTo>
                  <a:lnTo>
                    <a:pt x="642412" y="1467977"/>
                  </a:lnTo>
                  <a:lnTo>
                    <a:pt x="645707" y="1467977"/>
                  </a:lnTo>
                  <a:lnTo>
                    <a:pt x="649001" y="1467977"/>
                  </a:lnTo>
                  <a:lnTo>
                    <a:pt x="652296" y="1467977"/>
                  </a:lnTo>
                  <a:lnTo>
                    <a:pt x="655590" y="1467977"/>
                  </a:lnTo>
                  <a:lnTo>
                    <a:pt x="658884" y="1467977"/>
                  </a:lnTo>
                  <a:lnTo>
                    <a:pt x="662179" y="1467977"/>
                  </a:lnTo>
                  <a:lnTo>
                    <a:pt x="665473" y="1467977"/>
                  </a:lnTo>
                  <a:lnTo>
                    <a:pt x="668768" y="1467977"/>
                  </a:lnTo>
                  <a:lnTo>
                    <a:pt x="672062" y="1467977"/>
                  </a:lnTo>
                  <a:lnTo>
                    <a:pt x="675357" y="1467977"/>
                  </a:lnTo>
                  <a:lnTo>
                    <a:pt x="678651" y="1467977"/>
                  </a:lnTo>
                  <a:lnTo>
                    <a:pt x="681945" y="1467977"/>
                  </a:lnTo>
                  <a:lnTo>
                    <a:pt x="685240" y="1467977"/>
                  </a:lnTo>
                  <a:lnTo>
                    <a:pt x="688534" y="1467977"/>
                  </a:lnTo>
                  <a:lnTo>
                    <a:pt x="691829" y="1467977"/>
                  </a:lnTo>
                  <a:lnTo>
                    <a:pt x="695123" y="1467977"/>
                  </a:lnTo>
                  <a:lnTo>
                    <a:pt x="698417" y="1467977"/>
                  </a:lnTo>
                  <a:lnTo>
                    <a:pt x="701712" y="1467977"/>
                  </a:lnTo>
                  <a:lnTo>
                    <a:pt x="705006" y="1467977"/>
                  </a:lnTo>
                  <a:lnTo>
                    <a:pt x="708301" y="1467977"/>
                  </a:lnTo>
                  <a:lnTo>
                    <a:pt x="711595" y="1467977"/>
                  </a:lnTo>
                  <a:lnTo>
                    <a:pt x="714890" y="1467977"/>
                  </a:lnTo>
                  <a:lnTo>
                    <a:pt x="718184" y="1467977"/>
                  </a:lnTo>
                  <a:lnTo>
                    <a:pt x="721478" y="1467977"/>
                  </a:lnTo>
                  <a:lnTo>
                    <a:pt x="724773" y="1467977"/>
                  </a:lnTo>
                  <a:lnTo>
                    <a:pt x="728067" y="1467977"/>
                  </a:lnTo>
                  <a:lnTo>
                    <a:pt x="731362" y="1467977"/>
                  </a:lnTo>
                  <a:lnTo>
                    <a:pt x="734656" y="1467977"/>
                  </a:lnTo>
                  <a:lnTo>
                    <a:pt x="737951" y="1467977"/>
                  </a:lnTo>
                  <a:lnTo>
                    <a:pt x="741245" y="1467977"/>
                  </a:lnTo>
                  <a:lnTo>
                    <a:pt x="744539" y="1467977"/>
                  </a:lnTo>
                  <a:lnTo>
                    <a:pt x="747834" y="1467977"/>
                  </a:lnTo>
                  <a:lnTo>
                    <a:pt x="751128" y="1467977"/>
                  </a:lnTo>
                  <a:lnTo>
                    <a:pt x="754423" y="1467977"/>
                  </a:lnTo>
                  <a:lnTo>
                    <a:pt x="757717" y="1467977"/>
                  </a:lnTo>
                  <a:lnTo>
                    <a:pt x="761012" y="1467977"/>
                  </a:lnTo>
                  <a:lnTo>
                    <a:pt x="764306" y="1467977"/>
                  </a:lnTo>
                  <a:lnTo>
                    <a:pt x="767600" y="1467977"/>
                  </a:lnTo>
                  <a:lnTo>
                    <a:pt x="770895" y="1467977"/>
                  </a:lnTo>
                  <a:lnTo>
                    <a:pt x="774189" y="1467977"/>
                  </a:lnTo>
                  <a:lnTo>
                    <a:pt x="777484" y="1467977"/>
                  </a:lnTo>
                  <a:lnTo>
                    <a:pt x="780778" y="1467977"/>
                  </a:lnTo>
                  <a:lnTo>
                    <a:pt x="784073" y="1467977"/>
                  </a:lnTo>
                  <a:lnTo>
                    <a:pt x="787367" y="1467977"/>
                  </a:lnTo>
                  <a:lnTo>
                    <a:pt x="790661" y="1467977"/>
                  </a:lnTo>
                  <a:lnTo>
                    <a:pt x="793956" y="1467977"/>
                  </a:lnTo>
                  <a:lnTo>
                    <a:pt x="797250" y="1467977"/>
                  </a:lnTo>
                  <a:lnTo>
                    <a:pt x="800545" y="1467977"/>
                  </a:lnTo>
                  <a:lnTo>
                    <a:pt x="803839" y="1467977"/>
                  </a:lnTo>
                  <a:lnTo>
                    <a:pt x="807134" y="1467977"/>
                  </a:lnTo>
                  <a:lnTo>
                    <a:pt x="810428" y="1467977"/>
                  </a:lnTo>
                  <a:lnTo>
                    <a:pt x="813722" y="1467977"/>
                  </a:lnTo>
                  <a:lnTo>
                    <a:pt x="817017" y="1467977"/>
                  </a:lnTo>
                  <a:lnTo>
                    <a:pt x="820311" y="1467977"/>
                  </a:lnTo>
                  <a:lnTo>
                    <a:pt x="823606" y="1467977"/>
                  </a:lnTo>
                  <a:lnTo>
                    <a:pt x="826900" y="1467977"/>
                  </a:lnTo>
                  <a:lnTo>
                    <a:pt x="830194" y="1467977"/>
                  </a:lnTo>
                  <a:lnTo>
                    <a:pt x="833489" y="1467977"/>
                  </a:lnTo>
                  <a:lnTo>
                    <a:pt x="836783" y="1467977"/>
                  </a:lnTo>
                  <a:lnTo>
                    <a:pt x="840078" y="1467977"/>
                  </a:lnTo>
                  <a:lnTo>
                    <a:pt x="843372" y="1467977"/>
                  </a:lnTo>
                  <a:lnTo>
                    <a:pt x="846667" y="1467977"/>
                  </a:lnTo>
                  <a:lnTo>
                    <a:pt x="849961" y="1467977"/>
                  </a:lnTo>
                  <a:lnTo>
                    <a:pt x="853255" y="1467975"/>
                  </a:lnTo>
                  <a:lnTo>
                    <a:pt x="856550" y="1467968"/>
                  </a:lnTo>
                  <a:lnTo>
                    <a:pt x="859844" y="1467950"/>
                  </a:lnTo>
                  <a:lnTo>
                    <a:pt x="863139" y="1467905"/>
                  </a:lnTo>
                  <a:lnTo>
                    <a:pt x="866433" y="1467807"/>
                  </a:lnTo>
                  <a:lnTo>
                    <a:pt x="869728" y="1467616"/>
                  </a:lnTo>
                  <a:lnTo>
                    <a:pt x="873022" y="1467288"/>
                  </a:lnTo>
                  <a:lnTo>
                    <a:pt x="876316" y="1466785"/>
                  </a:lnTo>
                  <a:lnTo>
                    <a:pt x="879611" y="1466105"/>
                  </a:lnTo>
                  <a:lnTo>
                    <a:pt x="882905" y="1465292"/>
                  </a:lnTo>
                  <a:lnTo>
                    <a:pt x="886200" y="1464445"/>
                  </a:lnTo>
                  <a:lnTo>
                    <a:pt x="889494" y="1463693"/>
                  </a:lnTo>
                  <a:lnTo>
                    <a:pt x="892789" y="1463138"/>
                  </a:lnTo>
                  <a:lnTo>
                    <a:pt x="896083" y="1462788"/>
                  </a:lnTo>
                  <a:lnTo>
                    <a:pt x="899377" y="1462497"/>
                  </a:lnTo>
                  <a:lnTo>
                    <a:pt x="902672" y="1461959"/>
                  </a:lnTo>
                  <a:lnTo>
                    <a:pt x="905966" y="1460765"/>
                  </a:lnTo>
                  <a:lnTo>
                    <a:pt x="909261" y="1458539"/>
                  </a:lnTo>
                  <a:lnTo>
                    <a:pt x="912555" y="1455074"/>
                  </a:lnTo>
                  <a:lnTo>
                    <a:pt x="915850" y="1450436"/>
                  </a:lnTo>
                  <a:lnTo>
                    <a:pt x="919144" y="1444942"/>
                  </a:lnTo>
                  <a:lnTo>
                    <a:pt x="922438" y="1439015"/>
                  </a:lnTo>
                  <a:lnTo>
                    <a:pt x="925733" y="1432884"/>
                  </a:lnTo>
                  <a:lnTo>
                    <a:pt x="929027" y="1426282"/>
                  </a:lnTo>
                  <a:lnTo>
                    <a:pt x="932322" y="1418432"/>
                  </a:lnTo>
                  <a:lnTo>
                    <a:pt x="935616" y="1408287"/>
                  </a:lnTo>
                  <a:lnTo>
                    <a:pt x="938910" y="1394990"/>
                  </a:lnTo>
                  <a:lnTo>
                    <a:pt x="942205" y="1378288"/>
                  </a:lnTo>
                  <a:lnTo>
                    <a:pt x="945499" y="1358647"/>
                  </a:lnTo>
                  <a:lnTo>
                    <a:pt x="948794" y="1336962"/>
                  </a:lnTo>
                  <a:lnTo>
                    <a:pt x="952088" y="1314014"/>
                  </a:lnTo>
                  <a:lnTo>
                    <a:pt x="955383" y="1289957"/>
                  </a:lnTo>
                  <a:lnTo>
                    <a:pt x="958677" y="1264082"/>
                  </a:lnTo>
                  <a:lnTo>
                    <a:pt x="961971" y="1234995"/>
                  </a:lnTo>
                  <a:lnTo>
                    <a:pt x="965266" y="1201157"/>
                  </a:lnTo>
                  <a:lnTo>
                    <a:pt x="968560" y="1161605"/>
                  </a:lnTo>
                  <a:lnTo>
                    <a:pt x="971855" y="1116531"/>
                  </a:lnTo>
                  <a:lnTo>
                    <a:pt x="975149" y="1067360"/>
                  </a:lnTo>
                  <a:lnTo>
                    <a:pt x="978444" y="1016209"/>
                  </a:lnTo>
                  <a:lnTo>
                    <a:pt x="981738" y="964958"/>
                  </a:lnTo>
                  <a:lnTo>
                    <a:pt x="985032" y="914476"/>
                  </a:lnTo>
                  <a:lnTo>
                    <a:pt x="988327" y="864423"/>
                  </a:lnTo>
                  <a:lnTo>
                    <a:pt x="991621" y="813639"/>
                  </a:lnTo>
                  <a:lnTo>
                    <a:pt x="994916" y="760740"/>
                  </a:lnTo>
                  <a:lnTo>
                    <a:pt x="998210" y="704407"/>
                  </a:lnTo>
                  <a:lnTo>
                    <a:pt x="1001505" y="644141"/>
                  </a:lnTo>
                  <a:lnTo>
                    <a:pt x="1004799" y="580090"/>
                  </a:lnTo>
                  <a:lnTo>
                    <a:pt x="1008093" y="513289"/>
                  </a:lnTo>
                  <a:lnTo>
                    <a:pt x="1011388" y="445697"/>
                  </a:lnTo>
                  <a:lnTo>
                    <a:pt x="1014682" y="379874"/>
                  </a:lnTo>
                  <a:lnTo>
                    <a:pt x="1017977" y="318400"/>
                  </a:lnTo>
                  <a:lnTo>
                    <a:pt x="1021271" y="263321"/>
                  </a:lnTo>
                  <a:lnTo>
                    <a:pt x="1024566" y="215905"/>
                  </a:lnTo>
                  <a:lnTo>
                    <a:pt x="1027860" y="176691"/>
                  </a:lnTo>
                  <a:lnTo>
                    <a:pt x="1031154" y="145552"/>
                  </a:lnTo>
                  <a:lnTo>
                    <a:pt x="1034449" y="121573"/>
                  </a:lnTo>
                  <a:lnTo>
                    <a:pt x="1037743" y="102887"/>
                  </a:lnTo>
                  <a:lnTo>
                    <a:pt x="1041038" y="86824"/>
                  </a:lnTo>
                  <a:lnTo>
                    <a:pt x="1044332" y="70652"/>
                  </a:lnTo>
                  <a:lnTo>
                    <a:pt x="1047626" y="52735"/>
                  </a:lnTo>
                  <a:lnTo>
                    <a:pt x="1050921" y="33513"/>
                  </a:lnTo>
                  <a:lnTo>
                    <a:pt x="1054215" y="15663"/>
                  </a:lnTo>
                  <a:lnTo>
                    <a:pt x="1057510" y="3210"/>
                  </a:lnTo>
                  <a:lnTo>
                    <a:pt x="1060804" y="0"/>
                  </a:lnTo>
                  <a:lnTo>
                    <a:pt x="1064099" y="8340"/>
                  </a:lnTo>
                  <a:lnTo>
                    <a:pt x="1067393" y="28457"/>
                  </a:lnTo>
                  <a:lnTo>
                    <a:pt x="1070687" y="58822"/>
                  </a:lnTo>
                  <a:lnTo>
                    <a:pt x="1073982" y="97005"/>
                  </a:lnTo>
                  <a:lnTo>
                    <a:pt x="1077276" y="139701"/>
                  </a:lnTo>
                  <a:lnTo>
                    <a:pt x="1080571" y="183741"/>
                  </a:lnTo>
                  <a:lnTo>
                    <a:pt x="1083865" y="226348"/>
                  </a:lnTo>
                  <a:lnTo>
                    <a:pt x="1087160" y="265475"/>
                  </a:lnTo>
                  <a:lnTo>
                    <a:pt x="1090454" y="300380"/>
                  </a:lnTo>
                  <a:lnTo>
                    <a:pt x="1093748" y="331982"/>
                  </a:lnTo>
                  <a:lnTo>
                    <a:pt x="1097043" y="362602"/>
                  </a:lnTo>
                  <a:lnTo>
                    <a:pt x="1100337" y="395008"/>
                  </a:lnTo>
                  <a:lnTo>
                    <a:pt x="1103632" y="431165"/>
                  </a:lnTo>
                  <a:lnTo>
                    <a:pt x="1106926" y="471436"/>
                  </a:lnTo>
                  <a:lnTo>
                    <a:pt x="1110221" y="514733"/>
                  </a:lnTo>
                  <a:lnTo>
                    <a:pt x="1113515" y="559450"/>
                  </a:lnTo>
                  <a:lnTo>
                    <a:pt x="1116809" y="604410"/>
                  </a:lnTo>
                  <a:lnTo>
                    <a:pt x="1120104" y="649140"/>
                  </a:lnTo>
                  <a:lnTo>
                    <a:pt x="1123398" y="693412"/>
                  </a:lnTo>
                  <a:lnTo>
                    <a:pt x="1126693" y="736666"/>
                  </a:lnTo>
                  <a:lnTo>
                    <a:pt x="1129987" y="777968"/>
                  </a:lnTo>
                  <a:lnTo>
                    <a:pt x="1133282" y="816548"/>
                  </a:lnTo>
                  <a:lnTo>
                    <a:pt x="1136576" y="852346"/>
                  </a:lnTo>
                  <a:lnTo>
                    <a:pt x="1139870" y="885992"/>
                  </a:lnTo>
                  <a:lnTo>
                    <a:pt x="1143165" y="918256"/>
                  </a:lnTo>
                  <a:lnTo>
                    <a:pt x="1146459" y="949555"/>
                  </a:lnTo>
                  <a:lnTo>
                    <a:pt x="1149754" y="979955"/>
                  </a:lnTo>
                  <a:lnTo>
                    <a:pt x="1153048" y="1009558"/>
                  </a:lnTo>
                  <a:lnTo>
                    <a:pt x="1156343" y="1038629"/>
                  </a:lnTo>
                  <a:lnTo>
                    <a:pt x="1159637" y="1067182"/>
                  </a:lnTo>
                  <a:lnTo>
                    <a:pt x="1162931" y="1094677"/>
                  </a:lnTo>
                  <a:lnTo>
                    <a:pt x="1166226" y="1120186"/>
                  </a:lnTo>
                  <a:lnTo>
                    <a:pt x="1169520" y="1143005"/>
                  </a:lnTo>
                  <a:lnTo>
                    <a:pt x="1172815" y="1163253"/>
                  </a:lnTo>
                  <a:lnTo>
                    <a:pt x="1176109" y="1181988"/>
                  </a:lnTo>
                  <a:lnTo>
                    <a:pt x="1179403" y="1200728"/>
                  </a:lnTo>
                  <a:lnTo>
                    <a:pt x="1182698" y="1220690"/>
                  </a:lnTo>
                  <a:lnTo>
                    <a:pt x="1185992" y="1242159"/>
                  </a:lnTo>
                  <a:lnTo>
                    <a:pt x="1189287" y="1264347"/>
                  </a:lnTo>
                  <a:lnTo>
                    <a:pt x="1192581" y="1285788"/>
                  </a:lnTo>
                  <a:lnTo>
                    <a:pt x="1195876" y="1305029"/>
                  </a:lnTo>
                  <a:lnTo>
                    <a:pt x="1199170" y="1321246"/>
                  </a:lnTo>
                  <a:lnTo>
                    <a:pt x="1202464" y="1334492"/>
                  </a:lnTo>
                  <a:lnTo>
                    <a:pt x="1205759" y="1345521"/>
                  </a:lnTo>
                  <a:lnTo>
                    <a:pt x="1209053" y="1355364"/>
                  </a:lnTo>
                  <a:lnTo>
                    <a:pt x="1212348" y="1364906"/>
                  </a:lnTo>
                  <a:lnTo>
                    <a:pt x="1215642" y="1374634"/>
                  </a:lnTo>
                  <a:lnTo>
                    <a:pt x="1218937" y="1384601"/>
                  </a:lnTo>
                  <a:lnTo>
                    <a:pt x="1222231" y="1394565"/>
                  </a:lnTo>
                  <a:lnTo>
                    <a:pt x="1225525" y="1404183"/>
                  </a:lnTo>
                  <a:lnTo>
                    <a:pt x="1228820" y="1413129"/>
                  </a:lnTo>
                  <a:lnTo>
                    <a:pt x="1232114" y="1421206"/>
                  </a:lnTo>
                  <a:lnTo>
                    <a:pt x="1235409" y="1428215"/>
                  </a:lnTo>
                  <a:lnTo>
                    <a:pt x="1238703" y="1433960"/>
                  </a:lnTo>
                  <a:lnTo>
                    <a:pt x="1241998" y="1438329"/>
                  </a:lnTo>
                  <a:lnTo>
                    <a:pt x="1245292" y="1441406"/>
                  </a:lnTo>
                  <a:lnTo>
                    <a:pt x="1248586" y="1443505"/>
                  </a:lnTo>
                  <a:lnTo>
                    <a:pt x="1251881" y="1445070"/>
                  </a:lnTo>
                  <a:lnTo>
                    <a:pt x="1255175" y="1446472"/>
                  </a:lnTo>
                  <a:lnTo>
                    <a:pt x="1258470" y="1447843"/>
                  </a:lnTo>
                  <a:lnTo>
                    <a:pt x="1261764" y="1449062"/>
                  </a:lnTo>
                  <a:lnTo>
                    <a:pt x="1265059" y="1449920"/>
                  </a:lnTo>
                  <a:lnTo>
                    <a:pt x="1268353" y="1450332"/>
                  </a:lnTo>
                  <a:lnTo>
                    <a:pt x="1271647" y="1450469"/>
                  </a:lnTo>
                  <a:lnTo>
                    <a:pt x="1274942" y="1450676"/>
                  </a:lnTo>
                  <a:lnTo>
                    <a:pt x="1278236" y="1451281"/>
                  </a:lnTo>
                  <a:lnTo>
                    <a:pt x="1281531" y="1452415"/>
                  </a:lnTo>
                  <a:lnTo>
                    <a:pt x="1284825" y="1453993"/>
                  </a:lnTo>
                  <a:lnTo>
                    <a:pt x="1288119" y="1455827"/>
                  </a:lnTo>
                  <a:lnTo>
                    <a:pt x="1291414" y="1457766"/>
                  </a:lnTo>
                  <a:lnTo>
                    <a:pt x="1294708" y="1459730"/>
                  </a:lnTo>
                  <a:lnTo>
                    <a:pt x="1298003" y="1461664"/>
                  </a:lnTo>
                  <a:lnTo>
                    <a:pt x="1301297" y="1463474"/>
                  </a:lnTo>
                  <a:lnTo>
                    <a:pt x="1304592" y="1465020"/>
                  </a:lnTo>
                  <a:lnTo>
                    <a:pt x="1307886" y="1466205"/>
                  </a:lnTo>
                  <a:lnTo>
                    <a:pt x="1311180" y="1467014"/>
                  </a:lnTo>
                  <a:lnTo>
                    <a:pt x="1314475" y="1467504"/>
                  </a:lnTo>
                  <a:lnTo>
                    <a:pt x="1317769" y="1467767"/>
                  </a:lnTo>
                  <a:lnTo>
                    <a:pt x="1321064" y="1467889"/>
                  </a:lnTo>
                  <a:lnTo>
                    <a:pt x="1324358" y="1467931"/>
                  </a:lnTo>
                  <a:lnTo>
                    <a:pt x="1327653" y="1467922"/>
                  </a:lnTo>
                  <a:lnTo>
                    <a:pt x="1330947" y="1467865"/>
                  </a:lnTo>
                  <a:lnTo>
                    <a:pt x="1334241" y="1467746"/>
                  </a:lnTo>
                  <a:lnTo>
                    <a:pt x="1337536" y="1467546"/>
                  </a:lnTo>
                  <a:lnTo>
                    <a:pt x="1340830" y="1467262"/>
                  </a:lnTo>
                  <a:lnTo>
                    <a:pt x="1344125" y="1466921"/>
                  </a:lnTo>
                  <a:lnTo>
                    <a:pt x="1347419" y="1466588"/>
                  </a:lnTo>
                  <a:lnTo>
                    <a:pt x="1350714" y="1466348"/>
                  </a:lnTo>
                  <a:lnTo>
                    <a:pt x="1354008" y="1466273"/>
                  </a:lnTo>
                  <a:lnTo>
                    <a:pt x="1357302" y="1466389"/>
                  </a:lnTo>
                  <a:lnTo>
                    <a:pt x="1360597" y="1466660"/>
                  </a:lnTo>
                  <a:lnTo>
                    <a:pt x="1363891" y="1467006"/>
                  </a:lnTo>
                  <a:lnTo>
                    <a:pt x="1367186" y="1467342"/>
                  </a:lnTo>
                  <a:lnTo>
                    <a:pt x="1370480" y="1467609"/>
                  </a:lnTo>
                  <a:lnTo>
                    <a:pt x="1373775" y="1467789"/>
                  </a:lnTo>
                  <a:lnTo>
                    <a:pt x="1377069" y="1467892"/>
                  </a:lnTo>
                  <a:lnTo>
                    <a:pt x="1380363" y="1467942"/>
                  </a:lnTo>
                  <a:lnTo>
                    <a:pt x="1383658" y="1467964"/>
                  </a:lnTo>
                  <a:lnTo>
                    <a:pt x="1386952" y="1467973"/>
                  </a:lnTo>
                  <a:lnTo>
                    <a:pt x="1390247" y="1467976"/>
                  </a:lnTo>
                  <a:lnTo>
                    <a:pt x="1393541" y="1467977"/>
                  </a:lnTo>
                  <a:lnTo>
                    <a:pt x="1396835" y="1467977"/>
                  </a:lnTo>
                  <a:lnTo>
                    <a:pt x="1400130" y="1467977"/>
                  </a:lnTo>
                  <a:lnTo>
                    <a:pt x="1403424" y="1467977"/>
                  </a:lnTo>
                  <a:lnTo>
                    <a:pt x="1406719" y="1467977"/>
                  </a:lnTo>
                  <a:lnTo>
                    <a:pt x="1410013" y="1467977"/>
                  </a:lnTo>
                  <a:lnTo>
                    <a:pt x="1413308" y="1467977"/>
                  </a:lnTo>
                  <a:lnTo>
                    <a:pt x="1416602" y="1467977"/>
                  </a:lnTo>
                  <a:lnTo>
                    <a:pt x="1419896" y="1467977"/>
                  </a:lnTo>
                  <a:lnTo>
                    <a:pt x="1423191" y="1467977"/>
                  </a:lnTo>
                  <a:lnTo>
                    <a:pt x="1426485" y="1467977"/>
                  </a:lnTo>
                  <a:lnTo>
                    <a:pt x="1429780" y="1467977"/>
                  </a:lnTo>
                  <a:lnTo>
                    <a:pt x="1433074" y="1467977"/>
                  </a:lnTo>
                  <a:lnTo>
                    <a:pt x="1436369" y="1467977"/>
                  </a:lnTo>
                  <a:lnTo>
                    <a:pt x="1439663" y="1467977"/>
                  </a:lnTo>
                  <a:lnTo>
                    <a:pt x="1442957" y="1467977"/>
                  </a:lnTo>
                  <a:lnTo>
                    <a:pt x="1446252" y="1467977"/>
                  </a:lnTo>
                  <a:lnTo>
                    <a:pt x="1449546" y="1467977"/>
                  </a:lnTo>
                  <a:lnTo>
                    <a:pt x="1452841" y="1467977"/>
                  </a:lnTo>
                  <a:lnTo>
                    <a:pt x="1456135" y="1467977"/>
                  </a:lnTo>
                  <a:lnTo>
                    <a:pt x="1459430" y="1467977"/>
                  </a:lnTo>
                  <a:lnTo>
                    <a:pt x="1462724" y="1467977"/>
                  </a:lnTo>
                  <a:lnTo>
                    <a:pt x="1466018" y="1467977"/>
                  </a:lnTo>
                  <a:lnTo>
                    <a:pt x="1469313" y="1467977"/>
                  </a:lnTo>
                  <a:lnTo>
                    <a:pt x="1472607" y="1467977"/>
                  </a:lnTo>
                  <a:lnTo>
                    <a:pt x="1475902" y="1467977"/>
                  </a:lnTo>
                  <a:lnTo>
                    <a:pt x="1479196" y="1467977"/>
                  </a:lnTo>
                  <a:lnTo>
                    <a:pt x="1482491" y="1467977"/>
                  </a:lnTo>
                  <a:lnTo>
                    <a:pt x="1485785" y="1467977"/>
                  </a:lnTo>
                  <a:lnTo>
                    <a:pt x="1489079" y="1467977"/>
                  </a:lnTo>
                  <a:lnTo>
                    <a:pt x="1492374" y="1467977"/>
                  </a:lnTo>
                  <a:lnTo>
                    <a:pt x="1495668" y="1467977"/>
                  </a:lnTo>
                  <a:lnTo>
                    <a:pt x="1498963" y="1467977"/>
                  </a:lnTo>
                  <a:lnTo>
                    <a:pt x="1502257" y="1467977"/>
                  </a:lnTo>
                  <a:lnTo>
                    <a:pt x="1505551" y="1467977"/>
                  </a:lnTo>
                  <a:lnTo>
                    <a:pt x="1508846" y="1467977"/>
                  </a:lnTo>
                  <a:lnTo>
                    <a:pt x="1512140" y="1467977"/>
                  </a:lnTo>
                  <a:lnTo>
                    <a:pt x="1515435" y="1467977"/>
                  </a:lnTo>
                  <a:lnTo>
                    <a:pt x="1518729" y="1467977"/>
                  </a:lnTo>
                  <a:lnTo>
                    <a:pt x="1522024" y="1467977"/>
                  </a:lnTo>
                  <a:lnTo>
                    <a:pt x="1525318" y="1467977"/>
                  </a:lnTo>
                  <a:lnTo>
                    <a:pt x="1528612" y="1467977"/>
                  </a:lnTo>
                  <a:lnTo>
                    <a:pt x="1531907" y="1467977"/>
                  </a:lnTo>
                  <a:lnTo>
                    <a:pt x="1535201" y="1467977"/>
                  </a:lnTo>
                  <a:lnTo>
                    <a:pt x="1538496" y="1467977"/>
                  </a:lnTo>
                  <a:lnTo>
                    <a:pt x="1541790" y="1467977"/>
                  </a:lnTo>
                  <a:lnTo>
                    <a:pt x="1545085" y="1467977"/>
                  </a:lnTo>
                  <a:lnTo>
                    <a:pt x="1548379" y="1467977"/>
                  </a:lnTo>
                  <a:lnTo>
                    <a:pt x="1551673" y="1467977"/>
                  </a:lnTo>
                  <a:lnTo>
                    <a:pt x="1554968" y="1467977"/>
                  </a:lnTo>
                  <a:lnTo>
                    <a:pt x="1558262" y="1467977"/>
                  </a:lnTo>
                  <a:lnTo>
                    <a:pt x="1561557" y="1467977"/>
                  </a:lnTo>
                  <a:lnTo>
                    <a:pt x="1564851" y="1467977"/>
                  </a:lnTo>
                  <a:lnTo>
                    <a:pt x="1568146" y="1467977"/>
                  </a:lnTo>
                  <a:lnTo>
                    <a:pt x="1571440" y="1467977"/>
                  </a:lnTo>
                  <a:lnTo>
                    <a:pt x="1574734" y="1467977"/>
                  </a:lnTo>
                  <a:lnTo>
                    <a:pt x="1578029" y="1467977"/>
                  </a:lnTo>
                  <a:lnTo>
                    <a:pt x="1581323" y="1467977"/>
                  </a:lnTo>
                  <a:lnTo>
                    <a:pt x="1584618" y="1467977"/>
                  </a:lnTo>
                  <a:lnTo>
                    <a:pt x="1587912" y="1467977"/>
                  </a:lnTo>
                  <a:lnTo>
                    <a:pt x="1591207" y="1467977"/>
                  </a:lnTo>
                  <a:lnTo>
                    <a:pt x="1594501" y="1467977"/>
                  </a:lnTo>
                  <a:lnTo>
                    <a:pt x="1597795" y="1467977"/>
                  </a:lnTo>
                  <a:lnTo>
                    <a:pt x="1601090" y="1467977"/>
                  </a:lnTo>
                  <a:lnTo>
                    <a:pt x="1604384" y="1467977"/>
                  </a:lnTo>
                  <a:lnTo>
                    <a:pt x="1607679" y="1467977"/>
                  </a:lnTo>
                  <a:lnTo>
                    <a:pt x="1610973" y="1467977"/>
                  </a:lnTo>
                  <a:lnTo>
                    <a:pt x="1614268" y="1467977"/>
                  </a:lnTo>
                  <a:lnTo>
                    <a:pt x="1617562" y="1467977"/>
                  </a:lnTo>
                  <a:lnTo>
                    <a:pt x="1620856" y="1467977"/>
                  </a:lnTo>
                  <a:lnTo>
                    <a:pt x="1624151" y="1467977"/>
                  </a:lnTo>
                  <a:lnTo>
                    <a:pt x="1627445" y="1467977"/>
                  </a:lnTo>
                  <a:lnTo>
                    <a:pt x="1630740" y="1467977"/>
                  </a:lnTo>
                  <a:lnTo>
                    <a:pt x="1634034" y="1467977"/>
                  </a:lnTo>
                  <a:lnTo>
                    <a:pt x="1637328" y="1467977"/>
                  </a:lnTo>
                  <a:lnTo>
                    <a:pt x="1640623" y="1467977"/>
                  </a:lnTo>
                  <a:lnTo>
                    <a:pt x="1643917" y="1467977"/>
                  </a:lnTo>
                  <a:lnTo>
                    <a:pt x="1647212" y="1467977"/>
                  </a:lnTo>
                  <a:lnTo>
                    <a:pt x="1650506" y="1467977"/>
                  </a:lnTo>
                  <a:lnTo>
                    <a:pt x="1653801" y="1467977"/>
                  </a:lnTo>
                  <a:lnTo>
                    <a:pt x="1657095" y="1467977"/>
                  </a:lnTo>
                  <a:lnTo>
                    <a:pt x="1660389" y="1467977"/>
                  </a:lnTo>
                  <a:lnTo>
                    <a:pt x="1663684" y="1467977"/>
                  </a:lnTo>
                  <a:lnTo>
                    <a:pt x="1666978" y="1467977"/>
                  </a:lnTo>
                  <a:lnTo>
                    <a:pt x="1670273" y="1467977"/>
                  </a:lnTo>
                  <a:lnTo>
                    <a:pt x="1673567" y="1467977"/>
                  </a:lnTo>
                  <a:lnTo>
                    <a:pt x="1676862" y="1467977"/>
                  </a:lnTo>
                  <a:lnTo>
                    <a:pt x="1680156" y="1467977"/>
                  </a:lnTo>
                  <a:lnTo>
                    <a:pt x="1683450" y="1467977"/>
                  </a:lnTo>
                </a:path>
              </a:pathLst>
            </a:custGeom>
            <a:ln w="2710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8455741" y="2949266"/>
              <a:ext cx="0" cy="1623196"/>
            </a:xfrm>
            <a:custGeom>
              <a:avLst/>
              <a:pathLst>
                <a:path w="0" h="1623196">
                  <a:moveTo>
                    <a:pt x="0" y="16231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2026-02-16T13:12:08Z</dcterms:modified>
</cp:coreProperties>
</file>